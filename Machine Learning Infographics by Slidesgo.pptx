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32"/>
  </p:notesMasterIdLst>
  <p:sldIdLst>
    <p:sldId id="256" r:id="rId3"/>
    <p:sldId id="257" r:id="rId4"/>
    <p:sldId id="258" r:id="rId5"/>
    <p:sldId id="259" r:id="rId6"/>
    <p:sldId id="260" r:id="rId7"/>
    <p:sldId id="262" r:id="rId8"/>
    <p:sldId id="267" r:id="rId9"/>
    <p:sldId id="269" r:id="rId10"/>
    <p:sldId id="268" r:id="rId11"/>
    <p:sldId id="291" r:id="rId12"/>
    <p:sldId id="270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33"/>
      <p:bold r:id="rId34"/>
      <p:italic r:id="rId35"/>
      <p:boldItalic r:id="rId36"/>
    </p:embeddedFont>
    <p:embeddedFont>
      <p:font typeface="Fira Sans Extra Condensed SemiBold" panose="020B0604020202020204" charset="0"/>
      <p:regular r:id="rId37"/>
      <p:bold r:id="rId38"/>
      <p:italic r:id="rId39"/>
      <p:boldItalic r:id="rId40"/>
    </p:embeddedFont>
    <p:embeddedFont>
      <p:font typeface="Proxima Nova" panose="020B0604020202020204" charset="0"/>
      <p:regular r:id="rId41"/>
      <p:bold r:id="rId42"/>
      <p:italic r:id="rId43"/>
      <p:boldItalic r:id="rId44"/>
    </p:embeddedFont>
    <p:embeddedFont>
      <p:font typeface="Proxima Nova Semibold" panose="020B0604020202020204" charset="0"/>
      <p:regular r:id="rId45"/>
      <p:bold r:id="rId46"/>
      <p:boldItalic r:id="rId47"/>
    </p:embeddedFont>
    <p:embeddedFont>
      <p:font typeface="Roboto" panose="020000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1408BE2-8FAD-47BE-AED7-521956A0378C}">
  <a:tblStyle styleId="{61408BE2-8FAD-47BE-AED7-521956A037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585" y="3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9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2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6.xml"/><Relationship Id="rId51" Type="http://schemas.openxmlformats.org/officeDocument/2006/relationships/font" Target="fonts/font19.fntdata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dcb566e1d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e77f93ad05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e77f93ad05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9566a474a_0_8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9566a474a_0_8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e9566a474a_0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e9566a474a_0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e9566a474a_0_1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e9566a474a_0_1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e96fd5876e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e96fd5876e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e96fd5876e_0_1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e96fd5876e_0_1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e96fd5876e_0_1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e96fd5876e_0_1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e96fd5876e_0_1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e96fd5876e_0_1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e96fd5876e_0_1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e96fd5876e_0_1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639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e96fd5876e_0_1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e96fd5876e_0_1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e96fd5876e_0_2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e96fd5876e_0_2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e96fd5876e_0_2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e96fd5876e_0_2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e96fd5876e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e96fd5876e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ge96fd5876e_0_3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7" name="Google Shape;1737;ge96fd5876e_0_3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e96fd5876e_0_3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7" name="Google Shape;1787;ge96fd5876e_0_3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ge96fd5876e_0_35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ge96fd5876e_0_35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e96fd5876e_0_37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" name="Google Shape;1919;ge96fd5876e_0_37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e96fd5876e_0_3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e96fd5876e_0_3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e96fd5876e_0_4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" name="Google Shape;2058;ge96fd5876e_0_4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ge96fd5876e_0_4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4" name="Google Shape;2134;ge96fd5876e_0_4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e96fd5876e_0_4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e96fd5876e_0_4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e96fd5876e_0_4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e96fd5876e_0_4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e96fd5876e_0_4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e96fd5876e_0_4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e96fd5876e_0_4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e96fd5876e_0_4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e96fd5876e_0_5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e96fd5876e_0_5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ge4f2e5e747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5" name="Google Shape;2515;ge4f2e5e747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1" name="Google Shape;2521;ge4f2e5e747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2" name="Google Shape;2522;ge4f2e5e747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ge4f2e5e74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9" name="Google Shape;2529;ge4f2e5e747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140950" y="1074150"/>
            <a:ext cx="3545700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 b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105525" y="3562950"/>
            <a:ext cx="258120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209504518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1595013267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bit.ly/30B07Gq" TargetMode="External"/><Relationship Id="rId4" Type="http://schemas.openxmlformats.org/officeDocument/2006/relationships/hyperlink" Target="http://bit.ly/33VAFh3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2ZjL1pd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</p:nvPr>
        </p:nvSpPr>
        <p:spPr>
          <a:xfrm>
            <a:off x="4473483" y="1074150"/>
            <a:ext cx="4213167" cy="24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Viral Prediction Using Machine Learning</a:t>
            </a:r>
            <a:endParaRPr dirty="0"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5492015" y="3562950"/>
            <a:ext cx="3194710" cy="7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Predicting Social Media Virality with AI</a:t>
            </a:r>
            <a:endParaRPr dirty="0"/>
          </a:p>
        </p:txBody>
      </p:sp>
      <p:grpSp>
        <p:nvGrpSpPr>
          <p:cNvPr id="48" name="Google Shape;48;p15"/>
          <p:cNvGrpSpPr/>
          <p:nvPr/>
        </p:nvGrpSpPr>
        <p:grpSpPr>
          <a:xfrm>
            <a:off x="462058" y="411475"/>
            <a:ext cx="4385617" cy="4733627"/>
            <a:chOff x="457194" y="411475"/>
            <a:chExt cx="4385617" cy="4733627"/>
          </a:xfrm>
        </p:grpSpPr>
        <p:sp>
          <p:nvSpPr>
            <p:cNvPr id="49" name="Google Shape;49;p15"/>
            <p:cNvSpPr/>
            <p:nvPr/>
          </p:nvSpPr>
          <p:spPr>
            <a:xfrm>
              <a:off x="489688" y="411475"/>
              <a:ext cx="4320600" cy="4320600"/>
            </a:xfrm>
            <a:prstGeom prst="ellipse">
              <a:avLst/>
            </a:prstGeom>
            <a:solidFill>
              <a:srgbClr val="2776EA">
                <a:alpha val="37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15"/>
            <p:cNvGrpSpPr/>
            <p:nvPr/>
          </p:nvGrpSpPr>
          <p:grpSpPr>
            <a:xfrm>
              <a:off x="457194" y="824705"/>
              <a:ext cx="4385617" cy="4320397"/>
              <a:chOff x="457209" y="411470"/>
              <a:chExt cx="4385617" cy="4320397"/>
            </a:xfrm>
          </p:grpSpPr>
          <p:sp>
            <p:nvSpPr>
              <p:cNvPr id="51" name="Google Shape;51;p15"/>
              <p:cNvSpPr/>
              <p:nvPr/>
            </p:nvSpPr>
            <p:spPr>
              <a:xfrm>
                <a:off x="3130216" y="1066327"/>
                <a:ext cx="106048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6" h="28156" extrusionOk="0">
                    <a:moveTo>
                      <a:pt x="24126" y="0"/>
                    </a:moveTo>
                    <a:lnTo>
                      <a:pt x="23529" y="25"/>
                    </a:lnTo>
                    <a:lnTo>
                      <a:pt x="22932" y="50"/>
                    </a:lnTo>
                    <a:lnTo>
                      <a:pt x="22360" y="124"/>
                    </a:lnTo>
                    <a:lnTo>
                      <a:pt x="21788" y="199"/>
                    </a:lnTo>
                    <a:lnTo>
                      <a:pt x="21216" y="299"/>
                    </a:lnTo>
                    <a:lnTo>
                      <a:pt x="20644" y="448"/>
                    </a:lnTo>
                    <a:lnTo>
                      <a:pt x="20097" y="597"/>
                    </a:lnTo>
                    <a:lnTo>
                      <a:pt x="19575" y="771"/>
                    </a:lnTo>
                    <a:lnTo>
                      <a:pt x="19027" y="945"/>
                    </a:lnTo>
                    <a:lnTo>
                      <a:pt x="18505" y="1169"/>
                    </a:lnTo>
                    <a:lnTo>
                      <a:pt x="18008" y="1393"/>
                    </a:lnTo>
                    <a:lnTo>
                      <a:pt x="17510" y="1667"/>
                    </a:lnTo>
                    <a:lnTo>
                      <a:pt x="17013" y="1940"/>
                    </a:lnTo>
                    <a:lnTo>
                      <a:pt x="16540" y="2214"/>
                    </a:lnTo>
                    <a:lnTo>
                      <a:pt x="16068" y="2537"/>
                    </a:lnTo>
                    <a:lnTo>
                      <a:pt x="15620" y="2860"/>
                    </a:lnTo>
                    <a:lnTo>
                      <a:pt x="15197" y="3209"/>
                    </a:lnTo>
                    <a:lnTo>
                      <a:pt x="14774" y="3557"/>
                    </a:lnTo>
                    <a:lnTo>
                      <a:pt x="14351" y="3955"/>
                    </a:lnTo>
                    <a:lnTo>
                      <a:pt x="13978" y="4328"/>
                    </a:lnTo>
                    <a:lnTo>
                      <a:pt x="13605" y="4751"/>
                    </a:lnTo>
                    <a:lnTo>
                      <a:pt x="13232" y="5174"/>
                    </a:lnTo>
                    <a:lnTo>
                      <a:pt x="12884" y="5596"/>
                    </a:lnTo>
                    <a:lnTo>
                      <a:pt x="12561" y="6044"/>
                    </a:lnTo>
                    <a:lnTo>
                      <a:pt x="12262" y="6517"/>
                    </a:lnTo>
                    <a:lnTo>
                      <a:pt x="11964" y="6989"/>
                    </a:lnTo>
                    <a:lnTo>
                      <a:pt x="11690" y="7487"/>
                    </a:lnTo>
                    <a:lnTo>
                      <a:pt x="11441" y="7984"/>
                    </a:lnTo>
                    <a:lnTo>
                      <a:pt x="11217" y="8482"/>
                    </a:lnTo>
                    <a:lnTo>
                      <a:pt x="10994" y="9004"/>
                    </a:lnTo>
                    <a:lnTo>
                      <a:pt x="10795" y="9551"/>
                    </a:lnTo>
                    <a:lnTo>
                      <a:pt x="10621" y="10073"/>
                    </a:lnTo>
                    <a:lnTo>
                      <a:pt x="9874" y="9974"/>
                    </a:lnTo>
                    <a:lnTo>
                      <a:pt x="9476" y="9949"/>
                    </a:lnTo>
                    <a:lnTo>
                      <a:pt x="8631" y="9949"/>
                    </a:lnTo>
                    <a:lnTo>
                      <a:pt x="8158" y="9999"/>
                    </a:lnTo>
                    <a:lnTo>
                      <a:pt x="7710" y="10049"/>
                    </a:lnTo>
                    <a:lnTo>
                      <a:pt x="7263" y="10123"/>
                    </a:lnTo>
                    <a:lnTo>
                      <a:pt x="6815" y="10223"/>
                    </a:lnTo>
                    <a:lnTo>
                      <a:pt x="6392" y="10347"/>
                    </a:lnTo>
                    <a:lnTo>
                      <a:pt x="5969" y="10496"/>
                    </a:lnTo>
                    <a:lnTo>
                      <a:pt x="5547" y="10670"/>
                    </a:lnTo>
                    <a:lnTo>
                      <a:pt x="5149" y="10844"/>
                    </a:lnTo>
                    <a:lnTo>
                      <a:pt x="4751" y="11043"/>
                    </a:lnTo>
                    <a:lnTo>
                      <a:pt x="4378" y="11267"/>
                    </a:lnTo>
                    <a:lnTo>
                      <a:pt x="4005" y="11491"/>
                    </a:lnTo>
                    <a:lnTo>
                      <a:pt x="3656" y="11765"/>
                    </a:lnTo>
                    <a:lnTo>
                      <a:pt x="3308" y="12038"/>
                    </a:lnTo>
                    <a:lnTo>
                      <a:pt x="2985" y="12312"/>
                    </a:lnTo>
                    <a:lnTo>
                      <a:pt x="2661" y="12610"/>
                    </a:lnTo>
                    <a:lnTo>
                      <a:pt x="2363" y="12934"/>
                    </a:lnTo>
                    <a:lnTo>
                      <a:pt x="2064" y="13257"/>
                    </a:lnTo>
                    <a:lnTo>
                      <a:pt x="1791" y="13605"/>
                    </a:lnTo>
                    <a:lnTo>
                      <a:pt x="1542" y="13954"/>
                    </a:lnTo>
                    <a:lnTo>
                      <a:pt x="1318" y="14327"/>
                    </a:lnTo>
                    <a:lnTo>
                      <a:pt x="1094" y="14700"/>
                    </a:lnTo>
                    <a:lnTo>
                      <a:pt x="895" y="15098"/>
                    </a:lnTo>
                    <a:lnTo>
                      <a:pt x="697" y="15496"/>
                    </a:lnTo>
                    <a:lnTo>
                      <a:pt x="547" y="15918"/>
                    </a:lnTo>
                    <a:lnTo>
                      <a:pt x="398" y="16341"/>
                    </a:lnTo>
                    <a:lnTo>
                      <a:pt x="274" y="16764"/>
                    </a:lnTo>
                    <a:lnTo>
                      <a:pt x="174" y="17212"/>
                    </a:lnTo>
                    <a:lnTo>
                      <a:pt x="100" y="17660"/>
                    </a:lnTo>
                    <a:lnTo>
                      <a:pt x="50" y="18132"/>
                    </a:lnTo>
                    <a:lnTo>
                      <a:pt x="0" y="18580"/>
                    </a:lnTo>
                    <a:lnTo>
                      <a:pt x="0" y="19052"/>
                    </a:lnTo>
                    <a:lnTo>
                      <a:pt x="0" y="19525"/>
                    </a:lnTo>
                    <a:lnTo>
                      <a:pt x="50" y="19973"/>
                    </a:lnTo>
                    <a:lnTo>
                      <a:pt x="100" y="20445"/>
                    </a:lnTo>
                    <a:lnTo>
                      <a:pt x="174" y="20893"/>
                    </a:lnTo>
                    <a:lnTo>
                      <a:pt x="274" y="21316"/>
                    </a:lnTo>
                    <a:lnTo>
                      <a:pt x="398" y="21763"/>
                    </a:lnTo>
                    <a:lnTo>
                      <a:pt x="547" y="22186"/>
                    </a:lnTo>
                    <a:lnTo>
                      <a:pt x="697" y="22584"/>
                    </a:lnTo>
                    <a:lnTo>
                      <a:pt x="895" y="23007"/>
                    </a:lnTo>
                    <a:lnTo>
                      <a:pt x="1094" y="23380"/>
                    </a:lnTo>
                    <a:lnTo>
                      <a:pt x="1318" y="23778"/>
                    </a:lnTo>
                    <a:lnTo>
                      <a:pt x="1542" y="24151"/>
                    </a:lnTo>
                    <a:lnTo>
                      <a:pt x="1791" y="24499"/>
                    </a:lnTo>
                    <a:lnTo>
                      <a:pt x="2064" y="24848"/>
                    </a:lnTo>
                    <a:lnTo>
                      <a:pt x="2363" y="25171"/>
                    </a:lnTo>
                    <a:lnTo>
                      <a:pt x="2661" y="25494"/>
                    </a:lnTo>
                    <a:lnTo>
                      <a:pt x="2985" y="25793"/>
                    </a:lnTo>
                    <a:lnTo>
                      <a:pt x="3308" y="26066"/>
                    </a:lnTo>
                    <a:lnTo>
                      <a:pt x="3656" y="26340"/>
                    </a:lnTo>
                    <a:lnTo>
                      <a:pt x="4005" y="26614"/>
                    </a:lnTo>
                    <a:lnTo>
                      <a:pt x="4378" y="26837"/>
                    </a:lnTo>
                    <a:lnTo>
                      <a:pt x="4751" y="27061"/>
                    </a:lnTo>
                    <a:lnTo>
                      <a:pt x="5149" y="27260"/>
                    </a:lnTo>
                    <a:lnTo>
                      <a:pt x="5547" y="27434"/>
                    </a:lnTo>
                    <a:lnTo>
                      <a:pt x="5969" y="27608"/>
                    </a:lnTo>
                    <a:lnTo>
                      <a:pt x="6392" y="27758"/>
                    </a:lnTo>
                    <a:lnTo>
                      <a:pt x="6815" y="27882"/>
                    </a:lnTo>
                    <a:lnTo>
                      <a:pt x="7263" y="27982"/>
                    </a:lnTo>
                    <a:lnTo>
                      <a:pt x="7710" y="28056"/>
                    </a:lnTo>
                    <a:lnTo>
                      <a:pt x="8158" y="28106"/>
                    </a:lnTo>
                    <a:lnTo>
                      <a:pt x="8631" y="28156"/>
                    </a:lnTo>
                    <a:lnTo>
                      <a:pt x="40492" y="28156"/>
                    </a:lnTo>
                    <a:lnTo>
                      <a:pt x="41238" y="28131"/>
                    </a:lnTo>
                    <a:lnTo>
                      <a:pt x="41960" y="28056"/>
                    </a:lnTo>
                    <a:lnTo>
                      <a:pt x="42656" y="27932"/>
                    </a:lnTo>
                    <a:lnTo>
                      <a:pt x="43353" y="27783"/>
                    </a:lnTo>
                    <a:lnTo>
                      <a:pt x="44024" y="27559"/>
                    </a:lnTo>
                    <a:lnTo>
                      <a:pt x="44696" y="27310"/>
                    </a:lnTo>
                    <a:lnTo>
                      <a:pt x="45317" y="27036"/>
                    </a:lnTo>
                    <a:lnTo>
                      <a:pt x="45939" y="26713"/>
                    </a:lnTo>
                    <a:lnTo>
                      <a:pt x="46536" y="26340"/>
                    </a:lnTo>
                    <a:lnTo>
                      <a:pt x="47083" y="25942"/>
                    </a:lnTo>
                    <a:lnTo>
                      <a:pt x="47631" y="25519"/>
                    </a:lnTo>
                    <a:lnTo>
                      <a:pt x="48128" y="25047"/>
                    </a:lnTo>
                    <a:lnTo>
                      <a:pt x="48601" y="24549"/>
                    </a:lnTo>
                    <a:lnTo>
                      <a:pt x="49048" y="24027"/>
                    </a:lnTo>
                    <a:lnTo>
                      <a:pt x="49471" y="23455"/>
                    </a:lnTo>
                    <a:lnTo>
                      <a:pt x="49844" y="22883"/>
                    </a:lnTo>
                    <a:lnTo>
                      <a:pt x="50192" y="22261"/>
                    </a:lnTo>
                    <a:lnTo>
                      <a:pt x="50516" y="21589"/>
                    </a:lnTo>
                    <a:lnTo>
                      <a:pt x="50789" y="20918"/>
                    </a:lnTo>
                    <a:lnTo>
                      <a:pt x="51013" y="20221"/>
                    </a:lnTo>
                    <a:lnTo>
                      <a:pt x="51187" y="19475"/>
                    </a:lnTo>
                    <a:lnTo>
                      <a:pt x="51312" y="18754"/>
                    </a:lnTo>
                    <a:lnTo>
                      <a:pt x="51411" y="17983"/>
                    </a:lnTo>
                    <a:lnTo>
                      <a:pt x="51436" y="17212"/>
                    </a:lnTo>
                    <a:lnTo>
                      <a:pt x="51411" y="16665"/>
                    </a:lnTo>
                    <a:lnTo>
                      <a:pt x="51361" y="16093"/>
                    </a:lnTo>
                    <a:lnTo>
                      <a:pt x="51312" y="15545"/>
                    </a:lnTo>
                    <a:lnTo>
                      <a:pt x="51212" y="15023"/>
                    </a:lnTo>
                    <a:lnTo>
                      <a:pt x="51088" y="14476"/>
                    </a:lnTo>
                    <a:lnTo>
                      <a:pt x="50939" y="13954"/>
                    </a:lnTo>
                    <a:lnTo>
                      <a:pt x="50764" y="13456"/>
                    </a:lnTo>
                    <a:lnTo>
                      <a:pt x="50565" y="12959"/>
                    </a:lnTo>
                    <a:lnTo>
                      <a:pt x="50342" y="12486"/>
                    </a:lnTo>
                    <a:lnTo>
                      <a:pt x="50118" y="12013"/>
                    </a:lnTo>
                    <a:lnTo>
                      <a:pt x="49844" y="11541"/>
                    </a:lnTo>
                    <a:lnTo>
                      <a:pt x="49571" y="11093"/>
                    </a:lnTo>
                    <a:lnTo>
                      <a:pt x="49247" y="10670"/>
                    </a:lnTo>
                    <a:lnTo>
                      <a:pt x="48924" y="10248"/>
                    </a:lnTo>
                    <a:lnTo>
                      <a:pt x="48576" y="9874"/>
                    </a:lnTo>
                    <a:lnTo>
                      <a:pt x="48227" y="9477"/>
                    </a:lnTo>
                    <a:lnTo>
                      <a:pt x="47854" y="9128"/>
                    </a:lnTo>
                    <a:lnTo>
                      <a:pt x="47456" y="8780"/>
                    </a:lnTo>
                    <a:lnTo>
                      <a:pt x="47034" y="8457"/>
                    </a:lnTo>
                    <a:lnTo>
                      <a:pt x="46611" y="8158"/>
                    </a:lnTo>
                    <a:lnTo>
                      <a:pt x="46163" y="7860"/>
                    </a:lnTo>
                    <a:lnTo>
                      <a:pt x="45715" y="7611"/>
                    </a:lnTo>
                    <a:lnTo>
                      <a:pt x="45243" y="7362"/>
                    </a:lnTo>
                    <a:lnTo>
                      <a:pt x="44745" y="7139"/>
                    </a:lnTo>
                    <a:lnTo>
                      <a:pt x="44248" y="6940"/>
                    </a:lnTo>
                    <a:lnTo>
                      <a:pt x="43750" y="6765"/>
                    </a:lnTo>
                    <a:lnTo>
                      <a:pt x="43228" y="6616"/>
                    </a:lnTo>
                    <a:lnTo>
                      <a:pt x="42706" y="6492"/>
                    </a:lnTo>
                    <a:lnTo>
                      <a:pt x="42159" y="6392"/>
                    </a:lnTo>
                    <a:lnTo>
                      <a:pt x="41611" y="6343"/>
                    </a:lnTo>
                    <a:lnTo>
                      <a:pt x="41064" y="6293"/>
                    </a:lnTo>
                    <a:lnTo>
                      <a:pt x="40492" y="6268"/>
                    </a:lnTo>
                    <a:lnTo>
                      <a:pt x="39945" y="6293"/>
                    </a:lnTo>
                    <a:lnTo>
                      <a:pt x="39398" y="6343"/>
                    </a:lnTo>
                    <a:lnTo>
                      <a:pt x="38875" y="6392"/>
                    </a:lnTo>
                    <a:lnTo>
                      <a:pt x="38353" y="6492"/>
                    </a:lnTo>
                    <a:lnTo>
                      <a:pt x="37831" y="6616"/>
                    </a:lnTo>
                    <a:lnTo>
                      <a:pt x="37333" y="6741"/>
                    </a:lnTo>
                    <a:lnTo>
                      <a:pt x="36836" y="6915"/>
                    </a:lnTo>
                    <a:lnTo>
                      <a:pt x="36339" y="7089"/>
                    </a:lnTo>
                    <a:lnTo>
                      <a:pt x="35866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50" y="4204"/>
                    </a:lnTo>
                    <a:lnTo>
                      <a:pt x="33478" y="3582"/>
                    </a:lnTo>
                    <a:lnTo>
                      <a:pt x="32782" y="2985"/>
                    </a:lnTo>
                    <a:lnTo>
                      <a:pt x="32060" y="2462"/>
                    </a:lnTo>
                    <a:lnTo>
                      <a:pt x="31289" y="1965"/>
                    </a:lnTo>
                    <a:lnTo>
                      <a:pt x="30891" y="1741"/>
                    </a:lnTo>
                    <a:lnTo>
                      <a:pt x="30494" y="1517"/>
                    </a:lnTo>
                    <a:lnTo>
                      <a:pt x="30071" y="1318"/>
                    </a:lnTo>
                    <a:lnTo>
                      <a:pt x="29648" y="1144"/>
                    </a:lnTo>
                    <a:lnTo>
                      <a:pt x="29225" y="970"/>
                    </a:lnTo>
                    <a:lnTo>
                      <a:pt x="28777" y="796"/>
                    </a:lnTo>
                    <a:lnTo>
                      <a:pt x="28355" y="647"/>
                    </a:lnTo>
                    <a:lnTo>
                      <a:pt x="27907" y="522"/>
                    </a:lnTo>
                    <a:lnTo>
                      <a:pt x="27434" y="398"/>
                    </a:lnTo>
                    <a:lnTo>
                      <a:pt x="26987" y="299"/>
                    </a:lnTo>
                    <a:lnTo>
                      <a:pt x="26514" y="199"/>
                    </a:lnTo>
                    <a:lnTo>
                      <a:pt x="26041" y="149"/>
                    </a:lnTo>
                    <a:lnTo>
                      <a:pt x="25569" y="75"/>
                    </a:lnTo>
                    <a:lnTo>
                      <a:pt x="25096" y="50"/>
                    </a:lnTo>
                    <a:lnTo>
                      <a:pt x="24624" y="25"/>
                    </a:lnTo>
                    <a:lnTo>
                      <a:pt x="24126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15"/>
              <p:cNvSpPr/>
              <p:nvPr/>
            </p:nvSpPr>
            <p:spPr>
              <a:xfrm>
                <a:off x="4063251" y="2231933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0" y="1517"/>
                    </a:moveTo>
                    <a:lnTo>
                      <a:pt x="0" y="1517"/>
                    </a:lnTo>
                    <a:lnTo>
                      <a:pt x="0" y="1368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4"/>
                    </a:lnTo>
                    <a:lnTo>
                      <a:pt x="1070" y="75"/>
                    </a:lnTo>
                    <a:lnTo>
                      <a:pt x="1219" y="25"/>
                    </a:lnTo>
                    <a:lnTo>
                      <a:pt x="1368" y="0"/>
                    </a:lnTo>
                    <a:lnTo>
                      <a:pt x="1517" y="0"/>
                    </a:lnTo>
                    <a:lnTo>
                      <a:pt x="1517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5" y="75"/>
                    </a:lnTo>
                    <a:lnTo>
                      <a:pt x="2114" y="124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5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4" y="1368"/>
                    </a:lnTo>
                    <a:lnTo>
                      <a:pt x="3034" y="1517"/>
                    </a:lnTo>
                    <a:lnTo>
                      <a:pt x="3034" y="1517"/>
                    </a:lnTo>
                    <a:lnTo>
                      <a:pt x="3034" y="1691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14"/>
                    </a:lnTo>
                    <a:lnTo>
                      <a:pt x="2786" y="2388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4" y="2935"/>
                    </a:lnTo>
                    <a:lnTo>
                      <a:pt x="1965" y="2985"/>
                    </a:lnTo>
                    <a:lnTo>
                      <a:pt x="1816" y="3010"/>
                    </a:lnTo>
                    <a:lnTo>
                      <a:pt x="1667" y="3034"/>
                    </a:lnTo>
                    <a:lnTo>
                      <a:pt x="1517" y="3059"/>
                    </a:lnTo>
                    <a:lnTo>
                      <a:pt x="1517" y="3059"/>
                    </a:lnTo>
                    <a:lnTo>
                      <a:pt x="1368" y="3034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0" y="2935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00" y="2114"/>
                    </a:lnTo>
                    <a:lnTo>
                      <a:pt x="50" y="1990"/>
                    </a:lnTo>
                    <a:lnTo>
                      <a:pt x="25" y="1841"/>
                    </a:lnTo>
                    <a:lnTo>
                      <a:pt x="0" y="1691"/>
                    </a:lnTo>
                    <a:lnTo>
                      <a:pt x="0" y="1517"/>
                    </a:lnTo>
                    <a:lnTo>
                      <a:pt x="0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15"/>
              <p:cNvSpPr/>
              <p:nvPr/>
            </p:nvSpPr>
            <p:spPr>
              <a:xfrm>
                <a:off x="4094527" y="2018604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0"/>
                    </a:moveTo>
                    <a:lnTo>
                      <a:pt x="0" y="1034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5"/>
              <p:cNvSpPr/>
              <p:nvPr/>
            </p:nvSpPr>
            <p:spPr>
              <a:xfrm>
                <a:off x="3717619" y="152168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1"/>
                    </a:moveTo>
                    <a:lnTo>
                      <a:pt x="0" y="8482"/>
                    </a:lnTo>
                    <a:lnTo>
                      <a:pt x="6144" y="11616"/>
                    </a:lnTo>
                    <a:lnTo>
                      <a:pt x="6144" y="19675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5"/>
              <p:cNvSpPr/>
              <p:nvPr/>
            </p:nvSpPr>
            <p:spPr>
              <a:xfrm>
                <a:off x="4151947" y="1978606"/>
                <a:ext cx="76429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3707" h="16267" fill="none" extrusionOk="0">
                    <a:moveTo>
                      <a:pt x="3707" y="16267"/>
                    </a:moveTo>
                    <a:lnTo>
                      <a:pt x="3632" y="11342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5"/>
              <p:cNvSpPr/>
              <p:nvPr/>
            </p:nvSpPr>
            <p:spPr>
              <a:xfrm>
                <a:off x="3979647" y="2052953"/>
                <a:ext cx="45668" cy="387197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8780" fill="none" extrusionOk="0">
                    <a:moveTo>
                      <a:pt x="1" y="18779"/>
                    </a:moveTo>
                    <a:lnTo>
                      <a:pt x="1" y="8930"/>
                    </a:lnTo>
                    <a:lnTo>
                      <a:pt x="2215" y="7487"/>
                    </a:lnTo>
                    <a:lnTo>
                      <a:pt x="2215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5"/>
              <p:cNvSpPr/>
              <p:nvPr/>
            </p:nvSpPr>
            <p:spPr>
              <a:xfrm>
                <a:off x="3844272" y="1521681"/>
                <a:ext cx="21" cy="53358"/>
              </a:xfrm>
              <a:custGeom>
                <a:avLst/>
                <a:gdLst/>
                <a:ahLst/>
                <a:cxnLst/>
                <a:rect l="l" t="t" r="r" b="b"/>
                <a:pathLst>
                  <a:path w="1" h="2588" fill="none" extrusionOk="0">
                    <a:moveTo>
                      <a:pt x="1" y="1"/>
                    </a:moveTo>
                    <a:lnTo>
                      <a:pt x="1" y="258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5"/>
              <p:cNvSpPr/>
              <p:nvPr/>
            </p:nvSpPr>
            <p:spPr>
              <a:xfrm>
                <a:off x="3844272" y="1624769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0"/>
                    </a:moveTo>
                    <a:lnTo>
                      <a:pt x="1" y="4179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5"/>
              <p:cNvSpPr/>
              <p:nvPr/>
            </p:nvSpPr>
            <p:spPr>
              <a:xfrm>
                <a:off x="4094527" y="2353968"/>
                <a:ext cx="21" cy="132323"/>
              </a:xfrm>
              <a:custGeom>
                <a:avLst/>
                <a:gdLst/>
                <a:ahLst/>
                <a:cxnLst/>
                <a:rect l="l" t="t" r="r" b="b"/>
                <a:pathLst>
                  <a:path w="1" h="6418" fill="none" extrusionOk="0">
                    <a:moveTo>
                      <a:pt x="0" y="641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5"/>
              <p:cNvSpPr/>
              <p:nvPr/>
            </p:nvSpPr>
            <p:spPr>
              <a:xfrm>
                <a:off x="1327432" y="1744762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5"/>
              <p:cNvSpPr/>
              <p:nvPr/>
            </p:nvSpPr>
            <p:spPr>
              <a:xfrm>
                <a:off x="1396666" y="1497579"/>
                <a:ext cx="45647" cy="508737"/>
              </a:xfrm>
              <a:custGeom>
                <a:avLst/>
                <a:gdLst/>
                <a:ahLst/>
                <a:cxnLst/>
                <a:rect l="l" t="t" r="r" b="b"/>
                <a:pathLst>
                  <a:path w="2214" h="24675" fill="none" extrusionOk="0">
                    <a:moveTo>
                      <a:pt x="2214" y="1"/>
                    </a:moveTo>
                    <a:lnTo>
                      <a:pt x="2214" y="9875"/>
                    </a:lnTo>
                    <a:lnTo>
                      <a:pt x="0" y="11293"/>
                    </a:lnTo>
                    <a:lnTo>
                      <a:pt x="0" y="24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2875064" y="1207841"/>
                <a:ext cx="197969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04" extrusionOk="0">
                    <a:moveTo>
                      <a:pt x="9602" y="1"/>
                    </a:moveTo>
                    <a:lnTo>
                      <a:pt x="7985" y="274"/>
                    </a:lnTo>
                    <a:lnTo>
                      <a:pt x="6368" y="523"/>
                    </a:lnTo>
                    <a:lnTo>
                      <a:pt x="4727" y="772"/>
                    </a:lnTo>
                    <a:lnTo>
                      <a:pt x="3085" y="971"/>
                    </a:lnTo>
                    <a:lnTo>
                      <a:pt x="2787" y="2115"/>
                    </a:lnTo>
                    <a:lnTo>
                      <a:pt x="2463" y="3209"/>
                    </a:lnTo>
                    <a:lnTo>
                      <a:pt x="2115" y="4304"/>
                    </a:lnTo>
                    <a:lnTo>
                      <a:pt x="1742" y="5348"/>
                    </a:lnTo>
                    <a:lnTo>
                      <a:pt x="1344" y="6393"/>
                    </a:lnTo>
                    <a:lnTo>
                      <a:pt x="921" y="7388"/>
                    </a:lnTo>
                    <a:lnTo>
                      <a:pt x="473" y="8358"/>
                    </a:lnTo>
                    <a:lnTo>
                      <a:pt x="1" y="9303"/>
                    </a:lnTo>
                    <a:lnTo>
                      <a:pt x="747" y="8880"/>
                    </a:lnTo>
                    <a:lnTo>
                      <a:pt x="1468" y="8433"/>
                    </a:lnTo>
                    <a:lnTo>
                      <a:pt x="2165" y="7960"/>
                    </a:lnTo>
                    <a:lnTo>
                      <a:pt x="2836" y="7463"/>
                    </a:lnTo>
                    <a:lnTo>
                      <a:pt x="3508" y="6965"/>
                    </a:lnTo>
                    <a:lnTo>
                      <a:pt x="4179" y="6418"/>
                    </a:lnTo>
                    <a:lnTo>
                      <a:pt x="4801" y="5871"/>
                    </a:lnTo>
                    <a:lnTo>
                      <a:pt x="5423" y="5274"/>
                    </a:lnTo>
                    <a:lnTo>
                      <a:pt x="6020" y="4677"/>
                    </a:lnTo>
                    <a:lnTo>
                      <a:pt x="6592" y="4080"/>
                    </a:lnTo>
                    <a:lnTo>
                      <a:pt x="7139" y="3433"/>
                    </a:lnTo>
                    <a:lnTo>
                      <a:pt x="7686" y="2787"/>
                    </a:lnTo>
                    <a:lnTo>
                      <a:pt x="8184" y="2115"/>
                    </a:lnTo>
                    <a:lnTo>
                      <a:pt x="8681" y="1419"/>
                    </a:lnTo>
                    <a:lnTo>
                      <a:pt x="9154" y="722"/>
                    </a:lnTo>
                    <a:lnTo>
                      <a:pt x="960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2948916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170" y="0"/>
                    </a:moveTo>
                    <a:lnTo>
                      <a:pt x="1145" y="1393"/>
                    </a:lnTo>
                    <a:lnTo>
                      <a:pt x="1070" y="2786"/>
                    </a:lnTo>
                    <a:lnTo>
                      <a:pt x="971" y="4179"/>
                    </a:lnTo>
                    <a:lnTo>
                      <a:pt x="846" y="5547"/>
                    </a:lnTo>
                    <a:lnTo>
                      <a:pt x="672" y="6890"/>
                    </a:lnTo>
                    <a:lnTo>
                      <a:pt x="473" y="8208"/>
                    </a:lnTo>
                    <a:lnTo>
                      <a:pt x="249" y="9527"/>
                    </a:lnTo>
                    <a:lnTo>
                      <a:pt x="1" y="10820"/>
                    </a:lnTo>
                    <a:lnTo>
                      <a:pt x="1841" y="10571"/>
                    </a:lnTo>
                    <a:lnTo>
                      <a:pt x="3657" y="10298"/>
                    </a:lnTo>
                    <a:lnTo>
                      <a:pt x="5472" y="9999"/>
                    </a:lnTo>
                    <a:lnTo>
                      <a:pt x="7263" y="9651"/>
                    </a:lnTo>
                    <a:lnTo>
                      <a:pt x="7736" y="8532"/>
                    </a:lnTo>
                    <a:lnTo>
                      <a:pt x="8184" y="7388"/>
                    </a:lnTo>
                    <a:lnTo>
                      <a:pt x="8383" y="6791"/>
                    </a:lnTo>
                    <a:lnTo>
                      <a:pt x="8557" y="6219"/>
                    </a:lnTo>
                    <a:lnTo>
                      <a:pt x="8731" y="5622"/>
                    </a:lnTo>
                    <a:lnTo>
                      <a:pt x="8880" y="5000"/>
                    </a:lnTo>
                    <a:lnTo>
                      <a:pt x="9029" y="4403"/>
                    </a:lnTo>
                    <a:lnTo>
                      <a:pt x="9154" y="3781"/>
                    </a:lnTo>
                    <a:lnTo>
                      <a:pt x="9253" y="3159"/>
                    </a:lnTo>
                    <a:lnTo>
                      <a:pt x="9353" y="2537"/>
                    </a:lnTo>
                    <a:lnTo>
                      <a:pt x="9427" y="1916"/>
                    </a:lnTo>
                    <a:lnTo>
                      <a:pt x="9502" y="1269"/>
                    </a:lnTo>
                    <a:lnTo>
                      <a:pt x="9552" y="647"/>
                    </a:lnTo>
                    <a:lnTo>
                      <a:pt x="9576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2641241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2212" y="1"/>
                    </a:moveTo>
                    <a:lnTo>
                      <a:pt x="10695" y="150"/>
                    </a:lnTo>
                    <a:lnTo>
                      <a:pt x="9203" y="274"/>
                    </a:lnTo>
                    <a:lnTo>
                      <a:pt x="7686" y="374"/>
                    </a:lnTo>
                    <a:lnTo>
                      <a:pt x="6144" y="473"/>
                    </a:lnTo>
                    <a:lnTo>
                      <a:pt x="4626" y="548"/>
                    </a:lnTo>
                    <a:lnTo>
                      <a:pt x="3084" y="598"/>
                    </a:lnTo>
                    <a:lnTo>
                      <a:pt x="1542" y="647"/>
                    </a:lnTo>
                    <a:lnTo>
                      <a:pt x="0" y="647"/>
                    </a:lnTo>
                    <a:lnTo>
                      <a:pt x="0" y="11268"/>
                    </a:lnTo>
                    <a:lnTo>
                      <a:pt x="1045" y="11218"/>
                    </a:lnTo>
                    <a:lnTo>
                      <a:pt x="2089" y="11094"/>
                    </a:lnTo>
                    <a:lnTo>
                      <a:pt x="3109" y="10969"/>
                    </a:lnTo>
                    <a:lnTo>
                      <a:pt x="4129" y="10770"/>
                    </a:lnTo>
                    <a:lnTo>
                      <a:pt x="5124" y="10546"/>
                    </a:lnTo>
                    <a:lnTo>
                      <a:pt x="6119" y="10273"/>
                    </a:lnTo>
                    <a:lnTo>
                      <a:pt x="7089" y="9974"/>
                    </a:lnTo>
                    <a:lnTo>
                      <a:pt x="8034" y="9626"/>
                    </a:lnTo>
                    <a:lnTo>
                      <a:pt x="8681" y="8606"/>
                    </a:lnTo>
                    <a:lnTo>
                      <a:pt x="9278" y="7512"/>
                    </a:lnTo>
                    <a:lnTo>
                      <a:pt x="9874" y="6393"/>
                    </a:lnTo>
                    <a:lnTo>
                      <a:pt x="10397" y="5199"/>
                    </a:lnTo>
                    <a:lnTo>
                      <a:pt x="10919" y="3955"/>
                    </a:lnTo>
                    <a:lnTo>
                      <a:pt x="11367" y="2687"/>
                    </a:lnTo>
                    <a:lnTo>
                      <a:pt x="11814" y="1369"/>
                    </a:lnTo>
                    <a:lnTo>
                      <a:pt x="12212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2948916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1" y="1"/>
                    </a:moveTo>
                    <a:lnTo>
                      <a:pt x="249" y="1294"/>
                    </a:lnTo>
                    <a:lnTo>
                      <a:pt x="473" y="2587"/>
                    </a:lnTo>
                    <a:lnTo>
                      <a:pt x="672" y="3931"/>
                    </a:lnTo>
                    <a:lnTo>
                      <a:pt x="846" y="5274"/>
                    </a:lnTo>
                    <a:lnTo>
                      <a:pt x="971" y="6642"/>
                    </a:lnTo>
                    <a:lnTo>
                      <a:pt x="1070" y="8010"/>
                    </a:lnTo>
                    <a:lnTo>
                      <a:pt x="1145" y="9402"/>
                    </a:lnTo>
                    <a:lnTo>
                      <a:pt x="1170" y="10820"/>
                    </a:lnTo>
                    <a:lnTo>
                      <a:pt x="9576" y="10820"/>
                    </a:lnTo>
                    <a:lnTo>
                      <a:pt x="9552" y="10174"/>
                    </a:lnTo>
                    <a:lnTo>
                      <a:pt x="9502" y="9527"/>
                    </a:lnTo>
                    <a:lnTo>
                      <a:pt x="9427" y="8905"/>
                    </a:lnTo>
                    <a:lnTo>
                      <a:pt x="9353" y="8258"/>
                    </a:lnTo>
                    <a:lnTo>
                      <a:pt x="9253" y="7637"/>
                    </a:lnTo>
                    <a:lnTo>
                      <a:pt x="9154" y="7015"/>
                    </a:lnTo>
                    <a:lnTo>
                      <a:pt x="9029" y="6418"/>
                    </a:lnTo>
                    <a:lnTo>
                      <a:pt x="8880" y="5796"/>
                    </a:lnTo>
                    <a:lnTo>
                      <a:pt x="8731" y="5199"/>
                    </a:lnTo>
                    <a:lnTo>
                      <a:pt x="8557" y="4602"/>
                    </a:lnTo>
                    <a:lnTo>
                      <a:pt x="8383" y="4005"/>
                    </a:lnTo>
                    <a:lnTo>
                      <a:pt x="8184" y="3433"/>
                    </a:lnTo>
                    <a:lnTo>
                      <a:pt x="7736" y="2264"/>
                    </a:lnTo>
                    <a:lnTo>
                      <a:pt x="7263" y="1145"/>
                    </a:lnTo>
                    <a:lnTo>
                      <a:pt x="5472" y="821"/>
                    </a:lnTo>
                    <a:lnTo>
                      <a:pt x="3657" y="523"/>
                    </a:lnTo>
                    <a:lnTo>
                      <a:pt x="1841" y="24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2641241" y="960163"/>
                <a:ext cx="288727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790" extrusionOk="0">
                    <a:moveTo>
                      <a:pt x="0" y="0"/>
                    </a:moveTo>
                    <a:lnTo>
                      <a:pt x="0" y="11790"/>
                    </a:lnTo>
                    <a:lnTo>
                      <a:pt x="1617" y="11765"/>
                    </a:lnTo>
                    <a:lnTo>
                      <a:pt x="3234" y="11740"/>
                    </a:lnTo>
                    <a:lnTo>
                      <a:pt x="4825" y="11666"/>
                    </a:lnTo>
                    <a:lnTo>
                      <a:pt x="6442" y="11591"/>
                    </a:lnTo>
                    <a:lnTo>
                      <a:pt x="8034" y="11492"/>
                    </a:lnTo>
                    <a:lnTo>
                      <a:pt x="9601" y="11367"/>
                    </a:lnTo>
                    <a:lnTo>
                      <a:pt x="11168" y="11218"/>
                    </a:lnTo>
                    <a:lnTo>
                      <a:pt x="12735" y="11069"/>
                    </a:lnTo>
                    <a:lnTo>
                      <a:pt x="13008" y="9775"/>
                    </a:lnTo>
                    <a:lnTo>
                      <a:pt x="13257" y="8432"/>
                    </a:lnTo>
                    <a:lnTo>
                      <a:pt x="13456" y="7064"/>
                    </a:lnTo>
                    <a:lnTo>
                      <a:pt x="13630" y="5696"/>
                    </a:lnTo>
                    <a:lnTo>
                      <a:pt x="13779" y="4303"/>
                    </a:lnTo>
                    <a:lnTo>
                      <a:pt x="13904" y="2886"/>
                    </a:lnTo>
                    <a:lnTo>
                      <a:pt x="13978" y="1443"/>
                    </a:lnTo>
                    <a:lnTo>
                      <a:pt x="1400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2875064" y="477095"/>
                <a:ext cx="197969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602" h="9328" extrusionOk="0">
                    <a:moveTo>
                      <a:pt x="1" y="1"/>
                    </a:moveTo>
                    <a:lnTo>
                      <a:pt x="473" y="946"/>
                    </a:lnTo>
                    <a:lnTo>
                      <a:pt x="921" y="1916"/>
                    </a:lnTo>
                    <a:lnTo>
                      <a:pt x="1344" y="2936"/>
                    </a:lnTo>
                    <a:lnTo>
                      <a:pt x="1742" y="3955"/>
                    </a:lnTo>
                    <a:lnTo>
                      <a:pt x="2115" y="5025"/>
                    </a:lnTo>
                    <a:lnTo>
                      <a:pt x="2463" y="6094"/>
                    </a:lnTo>
                    <a:lnTo>
                      <a:pt x="2787" y="7214"/>
                    </a:lnTo>
                    <a:lnTo>
                      <a:pt x="3085" y="8333"/>
                    </a:lnTo>
                    <a:lnTo>
                      <a:pt x="4727" y="8557"/>
                    </a:lnTo>
                    <a:lnTo>
                      <a:pt x="6368" y="8781"/>
                    </a:lnTo>
                    <a:lnTo>
                      <a:pt x="7985" y="9054"/>
                    </a:lnTo>
                    <a:lnTo>
                      <a:pt x="9602" y="9328"/>
                    </a:lnTo>
                    <a:lnTo>
                      <a:pt x="9154" y="8607"/>
                    </a:lnTo>
                    <a:lnTo>
                      <a:pt x="8681" y="7885"/>
                    </a:lnTo>
                    <a:lnTo>
                      <a:pt x="8184" y="7214"/>
                    </a:lnTo>
                    <a:lnTo>
                      <a:pt x="7686" y="6542"/>
                    </a:lnTo>
                    <a:lnTo>
                      <a:pt x="7139" y="5871"/>
                    </a:lnTo>
                    <a:lnTo>
                      <a:pt x="6592" y="5249"/>
                    </a:lnTo>
                    <a:lnTo>
                      <a:pt x="6020" y="4627"/>
                    </a:lnTo>
                    <a:lnTo>
                      <a:pt x="5423" y="4030"/>
                    </a:lnTo>
                    <a:lnTo>
                      <a:pt x="4801" y="3458"/>
                    </a:lnTo>
                    <a:lnTo>
                      <a:pt x="4179" y="2911"/>
                    </a:lnTo>
                    <a:lnTo>
                      <a:pt x="3508" y="2364"/>
                    </a:lnTo>
                    <a:lnTo>
                      <a:pt x="2836" y="1841"/>
                    </a:lnTo>
                    <a:lnTo>
                      <a:pt x="2165" y="1344"/>
                    </a:lnTo>
                    <a:lnTo>
                      <a:pt x="1468" y="871"/>
                    </a:lnTo>
                    <a:lnTo>
                      <a:pt x="747" y="4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2641241" y="673498"/>
                <a:ext cx="288727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04" h="11816" extrusionOk="0">
                    <a:moveTo>
                      <a:pt x="0" y="1"/>
                    </a:moveTo>
                    <a:lnTo>
                      <a:pt x="0" y="11815"/>
                    </a:lnTo>
                    <a:lnTo>
                      <a:pt x="14003" y="11815"/>
                    </a:lnTo>
                    <a:lnTo>
                      <a:pt x="13978" y="10348"/>
                    </a:lnTo>
                    <a:lnTo>
                      <a:pt x="13904" y="8930"/>
                    </a:lnTo>
                    <a:lnTo>
                      <a:pt x="13779" y="7512"/>
                    </a:lnTo>
                    <a:lnTo>
                      <a:pt x="13630" y="6119"/>
                    </a:lnTo>
                    <a:lnTo>
                      <a:pt x="13456" y="4727"/>
                    </a:lnTo>
                    <a:lnTo>
                      <a:pt x="13257" y="3383"/>
                    </a:lnTo>
                    <a:lnTo>
                      <a:pt x="13008" y="2040"/>
                    </a:lnTo>
                    <a:lnTo>
                      <a:pt x="12735" y="747"/>
                    </a:lnTo>
                    <a:lnTo>
                      <a:pt x="11168" y="573"/>
                    </a:lnTo>
                    <a:lnTo>
                      <a:pt x="9601" y="449"/>
                    </a:lnTo>
                    <a:lnTo>
                      <a:pt x="8034" y="324"/>
                    </a:lnTo>
                    <a:lnTo>
                      <a:pt x="6442" y="225"/>
                    </a:lnTo>
                    <a:lnTo>
                      <a:pt x="4825" y="125"/>
                    </a:lnTo>
                    <a:lnTo>
                      <a:pt x="3234" y="75"/>
                    </a:lnTo>
                    <a:lnTo>
                      <a:pt x="161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2641241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0" y="0"/>
                    </a:moveTo>
                    <a:lnTo>
                      <a:pt x="0" y="10621"/>
                    </a:lnTo>
                    <a:lnTo>
                      <a:pt x="1542" y="10645"/>
                    </a:lnTo>
                    <a:lnTo>
                      <a:pt x="3084" y="10670"/>
                    </a:lnTo>
                    <a:lnTo>
                      <a:pt x="4626" y="10745"/>
                    </a:lnTo>
                    <a:lnTo>
                      <a:pt x="6168" y="10819"/>
                    </a:lnTo>
                    <a:lnTo>
                      <a:pt x="7686" y="10894"/>
                    </a:lnTo>
                    <a:lnTo>
                      <a:pt x="9203" y="11018"/>
                    </a:lnTo>
                    <a:lnTo>
                      <a:pt x="10695" y="11143"/>
                    </a:lnTo>
                    <a:lnTo>
                      <a:pt x="12212" y="11292"/>
                    </a:lnTo>
                    <a:lnTo>
                      <a:pt x="11814" y="9924"/>
                    </a:lnTo>
                    <a:lnTo>
                      <a:pt x="11367" y="8606"/>
                    </a:lnTo>
                    <a:lnTo>
                      <a:pt x="10919" y="7312"/>
                    </a:lnTo>
                    <a:lnTo>
                      <a:pt x="10397" y="6094"/>
                    </a:lnTo>
                    <a:lnTo>
                      <a:pt x="9874" y="4900"/>
                    </a:lnTo>
                    <a:lnTo>
                      <a:pt x="9278" y="3756"/>
                    </a:lnTo>
                    <a:lnTo>
                      <a:pt x="8681" y="2686"/>
                    </a:lnTo>
                    <a:lnTo>
                      <a:pt x="8034" y="1642"/>
                    </a:lnTo>
                    <a:lnTo>
                      <a:pt x="7089" y="1318"/>
                    </a:lnTo>
                    <a:lnTo>
                      <a:pt x="6119" y="1020"/>
                    </a:lnTo>
                    <a:lnTo>
                      <a:pt x="5124" y="746"/>
                    </a:lnTo>
                    <a:lnTo>
                      <a:pt x="4129" y="522"/>
                    </a:lnTo>
                    <a:lnTo>
                      <a:pt x="3109" y="323"/>
                    </a:lnTo>
                    <a:lnTo>
                      <a:pt x="2089" y="174"/>
                    </a:lnTo>
                    <a:lnTo>
                      <a:pt x="1045" y="7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2308928" y="673498"/>
                <a:ext cx="289243" cy="243616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816" extrusionOk="0">
                    <a:moveTo>
                      <a:pt x="14029" y="1"/>
                    </a:moveTo>
                    <a:lnTo>
                      <a:pt x="12412" y="26"/>
                    </a:lnTo>
                    <a:lnTo>
                      <a:pt x="10795" y="75"/>
                    </a:lnTo>
                    <a:lnTo>
                      <a:pt x="9179" y="125"/>
                    </a:lnTo>
                    <a:lnTo>
                      <a:pt x="7587" y="225"/>
                    </a:lnTo>
                    <a:lnTo>
                      <a:pt x="5995" y="324"/>
                    </a:lnTo>
                    <a:lnTo>
                      <a:pt x="4403" y="449"/>
                    </a:lnTo>
                    <a:lnTo>
                      <a:pt x="2836" y="573"/>
                    </a:lnTo>
                    <a:lnTo>
                      <a:pt x="1269" y="747"/>
                    </a:lnTo>
                    <a:lnTo>
                      <a:pt x="996" y="2040"/>
                    </a:lnTo>
                    <a:lnTo>
                      <a:pt x="772" y="3383"/>
                    </a:lnTo>
                    <a:lnTo>
                      <a:pt x="548" y="4727"/>
                    </a:lnTo>
                    <a:lnTo>
                      <a:pt x="374" y="6119"/>
                    </a:lnTo>
                    <a:lnTo>
                      <a:pt x="250" y="7512"/>
                    </a:lnTo>
                    <a:lnTo>
                      <a:pt x="125" y="8930"/>
                    </a:lnTo>
                    <a:lnTo>
                      <a:pt x="51" y="10348"/>
                    </a:lnTo>
                    <a:lnTo>
                      <a:pt x="1" y="11815"/>
                    </a:lnTo>
                    <a:lnTo>
                      <a:pt x="14029" y="11815"/>
                    </a:lnTo>
                    <a:lnTo>
                      <a:pt x="14029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2092527" y="694012"/>
                <a:ext cx="197454" cy="223102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1" extrusionOk="0">
                    <a:moveTo>
                      <a:pt x="9577" y="1"/>
                    </a:moveTo>
                    <a:lnTo>
                      <a:pt x="7761" y="249"/>
                    </a:lnTo>
                    <a:lnTo>
                      <a:pt x="5920" y="523"/>
                    </a:lnTo>
                    <a:lnTo>
                      <a:pt x="4130" y="821"/>
                    </a:lnTo>
                    <a:lnTo>
                      <a:pt x="2339" y="1145"/>
                    </a:lnTo>
                    <a:lnTo>
                      <a:pt x="1841" y="2264"/>
                    </a:lnTo>
                    <a:lnTo>
                      <a:pt x="1419" y="3433"/>
                    </a:lnTo>
                    <a:lnTo>
                      <a:pt x="1220" y="4005"/>
                    </a:lnTo>
                    <a:lnTo>
                      <a:pt x="1045" y="4602"/>
                    </a:lnTo>
                    <a:lnTo>
                      <a:pt x="871" y="5199"/>
                    </a:lnTo>
                    <a:lnTo>
                      <a:pt x="722" y="5796"/>
                    </a:lnTo>
                    <a:lnTo>
                      <a:pt x="573" y="6418"/>
                    </a:lnTo>
                    <a:lnTo>
                      <a:pt x="448" y="7015"/>
                    </a:lnTo>
                    <a:lnTo>
                      <a:pt x="324" y="7637"/>
                    </a:lnTo>
                    <a:lnTo>
                      <a:pt x="250" y="8258"/>
                    </a:lnTo>
                    <a:lnTo>
                      <a:pt x="150" y="8905"/>
                    </a:lnTo>
                    <a:lnTo>
                      <a:pt x="100" y="9527"/>
                    </a:lnTo>
                    <a:lnTo>
                      <a:pt x="51" y="10174"/>
                    </a:lnTo>
                    <a:lnTo>
                      <a:pt x="1" y="10820"/>
                    </a:lnTo>
                    <a:lnTo>
                      <a:pt x="8408" y="10820"/>
                    </a:lnTo>
                    <a:lnTo>
                      <a:pt x="8457" y="9402"/>
                    </a:lnTo>
                    <a:lnTo>
                      <a:pt x="8532" y="8010"/>
                    </a:lnTo>
                    <a:lnTo>
                      <a:pt x="8631" y="6642"/>
                    </a:lnTo>
                    <a:lnTo>
                      <a:pt x="8756" y="5274"/>
                    </a:lnTo>
                    <a:lnTo>
                      <a:pt x="8930" y="3931"/>
                    </a:lnTo>
                    <a:lnTo>
                      <a:pt x="9104" y="2587"/>
                    </a:lnTo>
                    <a:lnTo>
                      <a:pt x="9328" y="1294"/>
                    </a:lnTo>
                    <a:lnTo>
                      <a:pt x="957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2346369" y="1232974"/>
                <a:ext cx="251802" cy="232318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68" extrusionOk="0">
                    <a:moveTo>
                      <a:pt x="1" y="1"/>
                    </a:moveTo>
                    <a:lnTo>
                      <a:pt x="399" y="1369"/>
                    </a:lnTo>
                    <a:lnTo>
                      <a:pt x="821" y="2687"/>
                    </a:lnTo>
                    <a:lnTo>
                      <a:pt x="1294" y="3955"/>
                    </a:lnTo>
                    <a:lnTo>
                      <a:pt x="1791" y="5199"/>
                    </a:lnTo>
                    <a:lnTo>
                      <a:pt x="2339" y="6393"/>
                    </a:lnTo>
                    <a:lnTo>
                      <a:pt x="2911" y="7512"/>
                    </a:lnTo>
                    <a:lnTo>
                      <a:pt x="3532" y="8606"/>
                    </a:lnTo>
                    <a:lnTo>
                      <a:pt x="4154" y="9626"/>
                    </a:lnTo>
                    <a:lnTo>
                      <a:pt x="5124" y="9974"/>
                    </a:lnTo>
                    <a:lnTo>
                      <a:pt x="6094" y="10273"/>
                    </a:lnTo>
                    <a:lnTo>
                      <a:pt x="7064" y="10546"/>
                    </a:lnTo>
                    <a:lnTo>
                      <a:pt x="8059" y="10770"/>
                    </a:lnTo>
                    <a:lnTo>
                      <a:pt x="9079" y="10969"/>
                    </a:lnTo>
                    <a:lnTo>
                      <a:pt x="10124" y="11094"/>
                    </a:lnTo>
                    <a:lnTo>
                      <a:pt x="11143" y="11218"/>
                    </a:lnTo>
                    <a:lnTo>
                      <a:pt x="12213" y="11268"/>
                    </a:lnTo>
                    <a:lnTo>
                      <a:pt x="12213" y="647"/>
                    </a:lnTo>
                    <a:lnTo>
                      <a:pt x="10671" y="647"/>
                    </a:lnTo>
                    <a:lnTo>
                      <a:pt x="9104" y="598"/>
                    </a:lnTo>
                    <a:lnTo>
                      <a:pt x="7587" y="548"/>
                    </a:lnTo>
                    <a:lnTo>
                      <a:pt x="6045" y="473"/>
                    </a:lnTo>
                    <a:lnTo>
                      <a:pt x="4527" y="374"/>
                    </a:lnTo>
                    <a:lnTo>
                      <a:pt x="3010" y="274"/>
                    </a:lnTo>
                    <a:lnTo>
                      <a:pt x="1493" y="1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2346369" y="411470"/>
                <a:ext cx="251802" cy="232833"/>
              </a:xfrm>
              <a:custGeom>
                <a:avLst/>
                <a:gdLst/>
                <a:ahLst/>
                <a:cxnLst/>
                <a:rect l="l" t="t" r="r" b="b"/>
                <a:pathLst>
                  <a:path w="12213" h="11293" extrusionOk="0">
                    <a:moveTo>
                      <a:pt x="12213" y="0"/>
                    </a:moveTo>
                    <a:lnTo>
                      <a:pt x="11143" y="75"/>
                    </a:lnTo>
                    <a:lnTo>
                      <a:pt x="10124" y="174"/>
                    </a:lnTo>
                    <a:lnTo>
                      <a:pt x="9079" y="323"/>
                    </a:lnTo>
                    <a:lnTo>
                      <a:pt x="8059" y="522"/>
                    </a:lnTo>
                    <a:lnTo>
                      <a:pt x="7064" y="746"/>
                    </a:lnTo>
                    <a:lnTo>
                      <a:pt x="6094" y="1020"/>
                    </a:lnTo>
                    <a:lnTo>
                      <a:pt x="5124" y="1318"/>
                    </a:lnTo>
                    <a:lnTo>
                      <a:pt x="4154" y="1666"/>
                    </a:lnTo>
                    <a:lnTo>
                      <a:pt x="3532" y="2686"/>
                    </a:lnTo>
                    <a:lnTo>
                      <a:pt x="2911" y="3756"/>
                    </a:lnTo>
                    <a:lnTo>
                      <a:pt x="2339" y="4900"/>
                    </a:lnTo>
                    <a:lnTo>
                      <a:pt x="1791" y="6094"/>
                    </a:lnTo>
                    <a:lnTo>
                      <a:pt x="1294" y="7312"/>
                    </a:lnTo>
                    <a:lnTo>
                      <a:pt x="821" y="8606"/>
                    </a:lnTo>
                    <a:lnTo>
                      <a:pt x="399" y="9924"/>
                    </a:lnTo>
                    <a:lnTo>
                      <a:pt x="1" y="11292"/>
                    </a:lnTo>
                    <a:lnTo>
                      <a:pt x="1493" y="11143"/>
                    </a:lnTo>
                    <a:lnTo>
                      <a:pt x="3010" y="11018"/>
                    </a:lnTo>
                    <a:lnTo>
                      <a:pt x="4527" y="10894"/>
                    </a:lnTo>
                    <a:lnTo>
                      <a:pt x="6045" y="10819"/>
                    </a:lnTo>
                    <a:lnTo>
                      <a:pt x="7587" y="10745"/>
                    </a:lnTo>
                    <a:lnTo>
                      <a:pt x="9104" y="10670"/>
                    </a:lnTo>
                    <a:lnTo>
                      <a:pt x="10671" y="10645"/>
                    </a:lnTo>
                    <a:lnTo>
                      <a:pt x="12213" y="10621"/>
                    </a:lnTo>
                    <a:lnTo>
                      <a:pt x="12213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2308928" y="960163"/>
                <a:ext cx="289243" cy="243080"/>
              </a:xfrm>
              <a:custGeom>
                <a:avLst/>
                <a:gdLst/>
                <a:ahLst/>
                <a:cxnLst/>
                <a:rect l="l" t="t" r="r" b="b"/>
                <a:pathLst>
                  <a:path w="14029" h="11790" extrusionOk="0">
                    <a:moveTo>
                      <a:pt x="1" y="0"/>
                    </a:moveTo>
                    <a:lnTo>
                      <a:pt x="51" y="1443"/>
                    </a:lnTo>
                    <a:lnTo>
                      <a:pt x="125" y="2886"/>
                    </a:lnTo>
                    <a:lnTo>
                      <a:pt x="250" y="4303"/>
                    </a:lnTo>
                    <a:lnTo>
                      <a:pt x="374" y="5696"/>
                    </a:lnTo>
                    <a:lnTo>
                      <a:pt x="548" y="7064"/>
                    </a:lnTo>
                    <a:lnTo>
                      <a:pt x="772" y="8432"/>
                    </a:lnTo>
                    <a:lnTo>
                      <a:pt x="996" y="9775"/>
                    </a:lnTo>
                    <a:lnTo>
                      <a:pt x="1269" y="11069"/>
                    </a:lnTo>
                    <a:lnTo>
                      <a:pt x="2836" y="11218"/>
                    </a:lnTo>
                    <a:lnTo>
                      <a:pt x="4403" y="11367"/>
                    </a:lnTo>
                    <a:lnTo>
                      <a:pt x="5995" y="11492"/>
                    </a:lnTo>
                    <a:lnTo>
                      <a:pt x="7587" y="11591"/>
                    </a:lnTo>
                    <a:lnTo>
                      <a:pt x="9179" y="11666"/>
                    </a:lnTo>
                    <a:lnTo>
                      <a:pt x="10795" y="11740"/>
                    </a:lnTo>
                    <a:lnTo>
                      <a:pt x="12412" y="11765"/>
                    </a:lnTo>
                    <a:lnTo>
                      <a:pt x="14029" y="11790"/>
                    </a:lnTo>
                    <a:lnTo>
                      <a:pt x="14029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166379" y="1207841"/>
                <a:ext cx="197454" cy="19182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04" extrusionOk="0">
                    <a:moveTo>
                      <a:pt x="0" y="1"/>
                    </a:moveTo>
                    <a:lnTo>
                      <a:pt x="448" y="722"/>
                    </a:lnTo>
                    <a:lnTo>
                      <a:pt x="921" y="1419"/>
                    </a:lnTo>
                    <a:lnTo>
                      <a:pt x="1393" y="2115"/>
                    </a:lnTo>
                    <a:lnTo>
                      <a:pt x="1916" y="2787"/>
                    </a:lnTo>
                    <a:lnTo>
                      <a:pt x="2438" y="3433"/>
                    </a:lnTo>
                    <a:lnTo>
                      <a:pt x="3010" y="4080"/>
                    </a:lnTo>
                    <a:lnTo>
                      <a:pt x="3582" y="4677"/>
                    </a:lnTo>
                    <a:lnTo>
                      <a:pt x="4179" y="5274"/>
                    </a:lnTo>
                    <a:lnTo>
                      <a:pt x="4801" y="5871"/>
                    </a:lnTo>
                    <a:lnTo>
                      <a:pt x="5423" y="6418"/>
                    </a:lnTo>
                    <a:lnTo>
                      <a:pt x="6069" y="6965"/>
                    </a:lnTo>
                    <a:lnTo>
                      <a:pt x="6741" y="7463"/>
                    </a:lnTo>
                    <a:lnTo>
                      <a:pt x="7437" y="7960"/>
                    </a:lnTo>
                    <a:lnTo>
                      <a:pt x="8134" y="8433"/>
                    </a:lnTo>
                    <a:lnTo>
                      <a:pt x="8855" y="8880"/>
                    </a:lnTo>
                    <a:lnTo>
                      <a:pt x="9576" y="9303"/>
                    </a:lnTo>
                    <a:lnTo>
                      <a:pt x="9129" y="8358"/>
                    </a:lnTo>
                    <a:lnTo>
                      <a:pt x="8681" y="7388"/>
                    </a:lnTo>
                    <a:lnTo>
                      <a:pt x="8258" y="6393"/>
                    </a:lnTo>
                    <a:lnTo>
                      <a:pt x="7860" y="5348"/>
                    </a:lnTo>
                    <a:lnTo>
                      <a:pt x="7487" y="4304"/>
                    </a:lnTo>
                    <a:lnTo>
                      <a:pt x="7139" y="3209"/>
                    </a:lnTo>
                    <a:lnTo>
                      <a:pt x="6815" y="2115"/>
                    </a:lnTo>
                    <a:lnTo>
                      <a:pt x="6492" y="971"/>
                    </a:lnTo>
                    <a:lnTo>
                      <a:pt x="4850" y="772"/>
                    </a:lnTo>
                    <a:lnTo>
                      <a:pt x="3234" y="523"/>
                    </a:lnTo>
                    <a:lnTo>
                      <a:pt x="1617" y="27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166379" y="477095"/>
                <a:ext cx="197454" cy="192320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9328" extrusionOk="0">
                    <a:moveTo>
                      <a:pt x="9576" y="1"/>
                    </a:moveTo>
                    <a:lnTo>
                      <a:pt x="8855" y="423"/>
                    </a:lnTo>
                    <a:lnTo>
                      <a:pt x="8134" y="871"/>
                    </a:lnTo>
                    <a:lnTo>
                      <a:pt x="7437" y="1344"/>
                    </a:lnTo>
                    <a:lnTo>
                      <a:pt x="6741" y="1841"/>
                    </a:lnTo>
                    <a:lnTo>
                      <a:pt x="6069" y="2364"/>
                    </a:lnTo>
                    <a:lnTo>
                      <a:pt x="5423" y="2911"/>
                    </a:lnTo>
                    <a:lnTo>
                      <a:pt x="4801" y="3458"/>
                    </a:lnTo>
                    <a:lnTo>
                      <a:pt x="4179" y="4030"/>
                    </a:lnTo>
                    <a:lnTo>
                      <a:pt x="3582" y="4627"/>
                    </a:lnTo>
                    <a:lnTo>
                      <a:pt x="3010" y="5249"/>
                    </a:lnTo>
                    <a:lnTo>
                      <a:pt x="2438" y="5871"/>
                    </a:lnTo>
                    <a:lnTo>
                      <a:pt x="1916" y="6542"/>
                    </a:lnTo>
                    <a:lnTo>
                      <a:pt x="1393" y="7214"/>
                    </a:lnTo>
                    <a:lnTo>
                      <a:pt x="921" y="7885"/>
                    </a:lnTo>
                    <a:lnTo>
                      <a:pt x="448" y="8607"/>
                    </a:lnTo>
                    <a:lnTo>
                      <a:pt x="0" y="9328"/>
                    </a:lnTo>
                    <a:lnTo>
                      <a:pt x="1617" y="9054"/>
                    </a:lnTo>
                    <a:lnTo>
                      <a:pt x="3234" y="8781"/>
                    </a:lnTo>
                    <a:lnTo>
                      <a:pt x="4850" y="8557"/>
                    </a:lnTo>
                    <a:lnTo>
                      <a:pt x="6492" y="8333"/>
                    </a:lnTo>
                    <a:lnTo>
                      <a:pt x="6815" y="7214"/>
                    </a:lnTo>
                    <a:lnTo>
                      <a:pt x="7139" y="6094"/>
                    </a:lnTo>
                    <a:lnTo>
                      <a:pt x="7487" y="5025"/>
                    </a:lnTo>
                    <a:lnTo>
                      <a:pt x="7860" y="3955"/>
                    </a:lnTo>
                    <a:lnTo>
                      <a:pt x="8258" y="2936"/>
                    </a:lnTo>
                    <a:lnTo>
                      <a:pt x="8681" y="1916"/>
                    </a:lnTo>
                    <a:lnTo>
                      <a:pt x="9129" y="946"/>
                    </a:lnTo>
                    <a:lnTo>
                      <a:pt x="9576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2092527" y="960163"/>
                <a:ext cx="197454" cy="223081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10820" extrusionOk="0">
                    <a:moveTo>
                      <a:pt x="1" y="0"/>
                    </a:moveTo>
                    <a:lnTo>
                      <a:pt x="51" y="647"/>
                    </a:lnTo>
                    <a:lnTo>
                      <a:pt x="100" y="1269"/>
                    </a:lnTo>
                    <a:lnTo>
                      <a:pt x="150" y="1916"/>
                    </a:lnTo>
                    <a:lnTo>
                      <a:pt x="250" y="2537"/>
                    </a:lnTo>
                    <a:lnTo>
                      <a:pt x="324" y="3159"/>
                    </a:lnTo>
                    <a:lnTo>
                      <a:pt x="448" y="3781"/>
                    </a:lnTo>
                    <a:lnTo>
                      <a:pt x="573" y="4403"/>
                    </a:lnTo>
                    <a:lnTo>
                      <a:pt x="722" y="5000"/>
                    </a:lnTo>
                    <a:lnTo>
                      <a:pt x="871" y="5622"/>
                    </a:lnTo>
                    <a:lnTo>
                      <a:pt x="1045" y="6219"/>
                    </a:lnTo>
                    <a:lnTo>
                      <a:pt x="1220" y="6791"/>
                    </a:lnTo>
                    <a:lnTo>
                      <a:pt x="1419" y="7388"/>
                    </a:lnTo>
                    <a:lnTo>
                      <a:pt x="1841" y="8532"/>
                    </a:lnTo>
                    <a:lnTo>
                      <a:pt x="2339" y="9651"/>
                    </a:lnTo>
                    <a:lnTo>
                      <a:pt x="4130" y="9999"/>
                    </a:lnTo>
                    <a:lnTo>
                      <a:pt x="5920" y="10298"/>
                    </a:lnTo>
                    <a:lnTo>
                      <a:pt x="7761" y="10571"/>
                    </a:lnTo>
                    <a:lnTo>
                      <a:pt x="9577" y="10820"/>
                    </a:lnTo>
                    <a:lnTo>
                      <a:pt x="9328" y="9527"/>
                    </a:lnTo>
                    <a:lnTo>
                      <a:pt x="9104" y="8208"/>
                    </a:lnTo>
                    <a:lnTo>
                      <a:pt x="8930" y="6890"/>
                    </a:lnTo>
                    <a:lnTo>
                      <a:pt x="8756" y="5547"/>
                    </a:lnTo>
                    <a:lnTo>
                      <a:pt x="8631" y="4179"/>
                    </a:lnTo>
                    <a:lnTo>
                      <a:pt x="8532" y="2786"/>
                    </a:lnTo>
                    <a:lnTo>
                      <a:pt x="8457" y="1393"/>
                    </a:lnTo>
                    <a:lnTo>
                      <a:pt x="8408" y="0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954585" y="892465"/>
                <a:ext cx="1060502" cy="580506"/>
              </a:xfrm>
              <a:custGeom>
                <a:avLst/>
                <a:gdLst/>
                <a:ahLst/>
                <a:cxnLst/>
                <a:rect l="l" t="t" r="r" b="b"/>
                <a:pathLst>
                  <a:path w="51437" h="28156" extrusionOk="0">
                    <a:moveTo>
                      <a:pt x="24152" y="0"/>
                    </a:moveTo>
                    <a:lnTo>
                      <a:pt x="23555" y="25"/>
                    </a:lnTo>
                    <a:lnTo>
                      <a:pt x="22958" y="50"/>
                    </a:lnTo>
                    <a:lnTo>
                      <a:pt x="22386" y="125"/>
                    </a:lnTo>
                    <a:lnTo>
                      <a:pt x="21789" y="199"/>
                    </a:lnTo>
                    <a:lnTo>
                      <a:pt x="21242" y="299"/>
                    </a:lnTo>
                    <a:lnTo>
                      <a:pt x="20670" y="448"/>
                    </a:lnTo>
                    <a:lnTo>
                      <a:pt x="20122" y="597"/>
                    </a:lnTo>
                    <a:lnTo>
                      <a:pt x="19575" y="771"/>
                    </a:lnTo>
                    <a:lnTo>
                      <a:pt x="19053" y="970"/>
                    </a:lnTo>
                    <a:lnTo>
                      <a:pt x="18531" y="1169"/>
                    </a:lnTo>
                    <a:lnTo>
                      <a:pt x="18008" y="1418"/>
                    </a:lnTo>
                    <a:lnTo>
                      <a:pt x="17511" y="1667"/>
                    </a:lnTo>
                    <a:lnTo>
                      <a:pt x="17038" y="1940"/>
                    </a:lnTo>
                    <a:lnTo>
                      <a:pt x="16566" y="2214"/>
                    </a:lnTo>
                    <a:lnTo>
                      <a:pt x="16093" y="2537"/>
                    </a:lnTo>
                    <a:lnTo>
                      <a:pt x="15645" y="2861"/>
                    </a:lnTo>
                    <a:lnTo>
                      <a:pt x="15223" y="3209"/>
                    </a:lnTo>
                    <a:lnTo>
                      <a:pt x="14800" y="3557"/>
                    </a:lnTo>
                    <a:lnTo>
                      <a:pt x="14377" y="3955"/>
                    </a:lnTo>
                    <a:lnTo>
                      <a:pt x="13979" y="4328"/>
                    </a:lnTo>
                    <a:lnTo>
                      <a:pt x="13606" y="4751"/>
                    </a:lnTo>
                    <a:lnTo>
                      <a:pt x="13258" y="5174"/>
                    </a:lnTo>
                    <a:lnTo>
                      <a:pt x="12909" y="5597"/>
                    </a:lnTo>
                    <a:lnTo>
                      <a:pt x="12586" y="6044"/>
                    </a:lnTo>
                    <a:lnTo>
                      <a:pt x="12288" y="6517"/>
                    </a:lnTo>
                    <a:lnTo>
                      <a:pt x="11989" y="6989"/>
                    </a:lnTo>
                    <a:lnTo>
                      <a:pt x="11716" y="7487"/>
                    </a:lnTo>
                    <a:lnTo>
                      <a:pt x="11467" y="7984"/>
                    </a:lnTo>
                    <a:lnTo>
                      <a:pt x="11218" y="8482"/>
                    </a:lnTo>
                    <a:lnTo>
                      <a:pt x="11019" y="9004"/>
                    </a:lnTo>
                    <a:lnTo>
                      <a:pt x="10820" y="9551"/>
                    </a:lnTo>
                    <a:lnTo>
                      <a:pt x="10646" y="10098"/>
                    </a:lnTo>
                    <a:lnTo>
                      <a:pt x="9900" y="9999"/>
                    </a:lnTo>
                    <a:lnTo>
                      <a:pt x="9502" y="9949"/>
                    </a:lnTo>
                    <a:lnTo>
                      <a:pt x="8656" y="9949"/>
                    </a:lnTo>
                    <a:lnTo>
                      <a:pt x="8184" y="9999"/>
                    </a:lnTo>
                    <a:lnTo>
                      <a:pt x="7736" y="10049"/>
                    </a:lnTo>
                    <a:lnTo>
                      <a:pt x="7288" y="10123"/>
                    </a:lnTo>
                    <a:lnTo>
                      <a:pt x="6841" y="10248"/>
                    </a:lnTo>
                    <a:lnTo>
                      <a:pt x="6418" y="10347"/>
                    </a:lnTo>
                    <a:lnTo>
                      <a:pt x="5995" y="10496"/>
                    </a:lnTo>
                    <a:lnTo>
                      <a:pt x="5572" y="10670"/>
                    </a:lnTo>
                    <a:lnTo>
                      <a:pt x="5174" y="10845"/>
                    </a:lnTo>
                    <a:lnTo>
                      <a:pt x="4776" y="11044"/>
                    </a:lnTo>
                    <a:lnTo>
                      <a:pt x="4403" y="11267"/>
                    </a:lnTo>
                    <a:lnTo>
                      <a:pt x="4030" y="11516"/>
                    </a:lnTo>
                    <a:lnTo>
                      <a:pt x="3682" y="11765"/>
                    </a:lnTo>
                    <a:lnTo>
                      <a:pt x="3334" y="12038"/>
                    </a:lnTo>
                    <a:lnTo>
                      <a:pt x="2985" y="12312"/>
                    </a:lnTo>
                    <a:lnTo>
                      <a:pt x="2687" y="12611"/>
                    </a:lnTo>
                    <a:lnTo>
                      <a:pt x="2389" y="12934"/>
                    </a:lnTo>
                    <a:lnTo>
                      <a:pt x="2090" y="13257"/>
                    </a:lnTo>
                    <a:lnTo>
                      <a:pt x="1816" y="13605"/>
                    </a:lnTo>
                    <a:lnTo>
                      <a:pt x="1568" y="13954"/>
                    </a:lnTo>
                    <a:lnTo>
                      <a:pt x="1319" y="14327"/>
                    </a:lnTo>
                    <a:lnTo>
                      <a:pt x="1120" y="14725"/>
                    </a:lnTo>
                    <a:lnTo>
                      <a:pt x="921" y="15098"/>
                    </a:lnTo>
                    <a:lnTo>
                      <a:pt x="722" y="15521"/>
                    </a:lnTo>
                    <a:lnTo>
                      <a:pt x="573" y="15919"/>
                    </a:lnTo>
                    <a:lnTo>
                      <a:pt x="424" y="16341"/>
                    </a:lnTo>
                    <a:lnTo>
                      <a:pt x="299" y="16789"/>
                    </a:lnTo>
                    <a:lnTo>
                      <a:pt x="200" y="17212"/>
                    </a:lnTo>
                    <a:lnTo>
                      <a:pt x="125" y="17660"/>
                    </a:lnTo>
                    <a:lnTo>
                      <a:pt x="51" y="18132"/>
                    </a:lnTo>
                    <a:lnTo>
                      <a:pt x="26" y="18580"/>
                    </a:lnTo>
                    <a:lnTo>
                      <a:pt x="1" y="19052"/>
                    </a:lnTo>
                    <a:lnTo>
                      <a:pt x="26" y="19525"/>
                    </a:lnTo>
                    <a:lnTo>
                      <a:pt x="51" y="19998"/>
                    </a:lnTo>
                    <a:lnTo>
                      <a:pt x="125" y="20445"/>
                    </a:lnTo>
                    <a:lnTo>
                      <a:pt x="200" y="20893"/>
                    </a:lnTo>
                    <a:lnTo>
                      <a:pt x="299" y="21341"/>
                    </a:lnTo>
                    <a:lnTo>
                      <a:pt x="424" y="21764"/>
                    </a:lnTo>
                    <a:lnTo>
                      <a:pt x="573" y="22186"/>
                    </a:lnTo>
                    <a:lnTo>
                      <a:pt x="722" y="22609"/>
                    </a:lnTo>
                    <a:lnTo>
                      <a:pt x="921" y="23007"/>
                    </a:lnTo>
                    <a:lnTo>
                      <a:pt x="1120" y="23405"/>
                    </a:lnTo>
                    <a:lnTo>
                      <a:pt x="1319" y="23778"/>
                    </a:lnTo>
                    <a:lnTo>
                      <a:pt x="1568" y="24151"/>
                    </a:lnTo>
                    <a:lnTo>
                      <a:pt x="1816" y="24500"/>
                    </a:lnTo>
                    <a:lnTo>
                      <a:pt x="2090" y="24848"/>
                    </a:lnTo>
                    <a:lnTo>
                      <a:pt x="2389" y="25171"/>
                    </a:lnTo>
                    <a:lnTo>
                      <a:pt x="2687" y="25494"/>
                    </a:lnTo>
                    <a:lnTo>
                      <a:pt x="2985" y="25793"/>
                    </a:lnTo>
                    <a:lnTo>
                      <a:pt x="3334" y="26091"/>
                    </a:lnTo>
                    <a:lnTo>
                      <a:pt x="3682" y="26340"/>
                    </a:lnTo>
                    <a:lnTo>
                      <a:pt x="4030" y="26614"/>
                    </a:lnTo>
                    <a:lnTo>
                      <a:pt x="4403" y="26838"/>
                    </a:lnTo>
                    <a:lnTo>
                      <a:pt x="4776" y="27061"/>
                    </a:lnTo>
                    <a:lnTo>
                      <a:pt x="5174" y="27260"/>
                    </a:lnTo>
                    <a:lnTo>
                      <a:pt x="5572" y="27434"/>
                    </a:lnTo>
                    <a:lnTo>
                      <a:pt x="5995" y="27609"/>
                    </a:lnTo>
                    <a:lnTo>
                      <a:pt x="6418" y="27758"/>
                    </a:lnTo>
                    <a:lnTo>
                      <a:pt x="6841" y="27882"/>
                    </a:lnTo>
                    <a:lnTo>
                      <a:pt x="7288" y="27982"/>
                    </a:lnTo>
                    <a:lnTo>
                      <a:pt x="7736" y="28056"/>
                    </a:lnTo>
                    <a:lnTo>
                      <a:pt x="8184" y="28106"/>
                    </a:lnTo>
                    <a:lnTo>
                      <a:pt x="8656" y="28156"/>
                    </a:lnTo>
                    <a:lnTo>
                      <a:pt x="40518" y="28156"/>
                    </a:lnTo>
                    <a:lnTo>
                      <a:pt x="41239" y="28131"/>
                    </a:lnTo>
                    <a:lnTo>
                      <a:pt x="41960" y="28056"/>
                    </a:lnTo>
                    <a:lnTo>
                      <a:pt x="42682" y="27932"/>
                    </a:lnTo>
                    <a:lnTo>
                      <a:pt x="43378" y="27783"/>
                    </a:lnTo>
                    <a:lnTo>
                      <a:pt x="44050" y="27584"/>
                    </a:lnTo>
                    <a:lnTo>
                      <a:pt x="44696" y="27335"/>
                    </a:lnTo>
                    <a:lnTo>
                      <a:pt x="45343" y="27037"/>
                    </a:lnTo>
                    <a:lnTo>
                      <a:pt x="45965" y="26713"/>
                    </a:lnTo>
                    <a:lnTo>
                      <a:pt x="46537" y="26340"/>
                    </a:lnTo>
                    <a:lnTo>
                      <a:pt x="47109" y="25942"/>
                    </a:lnTo>
                    <a:lnTo>
                      <a:pt x="47656" y="25519"/>
                    </a:lnTo>
                    <a:lnTo>
                      <a:pt x="48154" y="25047"/>
                    </a:lnTo>
                    <a:lnTo>
                      <a:pt x="48626" y="24549"/>
                    </a:lnTo>
                    <a:lnTo>
                      <a:pt x="49074" y="24027"/>
                    </a:lnTo>
                    <a:lnTo>
                      <a:pt x="49497" y="23455"/>
                    </a:lnTo>
                    <a:lnTo>
                      <a:pt x="49870" y="22883"/>
                    </a:lnTo>
                    <a:lnTo>
                      <a:pt x="50218" y="22261"/>
                    </a:lnTo>
                    <a:lnTo>
                      <a:pt x="50541" y="21589"/>
                    </a:lnTo>
                    <a:lnTo>
                      <a:pt x="50815" y="20918"/>
                    </a:lnTo>
                    <a:lnTo>
                      <a:pt x="51039" y="20222"/>
                    </a:lnTo>
                    <a:lnTo>
                      <a:pt x="51213" y="19500"/>
                    </a:lnTo>
                    <a:lnTo>
                      <a:pt x="51337" y="18754"/>
                    </a:lnTo>
                    <a:lnTo>
                      <a:pt x="51412" y="17983"/>
                    </a:lnTo>
                    <a:lnTo>
                      <a:pt x="51437" y="17212"/>
                    </a:lnTo>
                    <a:lnTo>
                      <a:pt x="51437" y="16665"/>
                    </a:lnTo>
                    <a:lnTo>
                      <a:pt x="51387" y="16093"/>
                    </a:lnTo>
                    <a:lnTo>
                      <a:pt x="51312" y="15545"/>
                    </a:lnTo>
                    <a:lnTo>
                      <a:pt x="51238" y="15023"/>
                    </a:lnTo>
                    <a:lnTo>
                      <a:pt x="51113" y="14476"/>
                    </a:lnTo>
                    <a:lnTo>
                      <a:pt x="50964" y="13979"/>
                    </a:lnTo>
                    <a:lnTo>
                      <a:pt x="50790" y="13456"/>
                    </a:lnTo>
                    <a:lnTo>
                      <a:pt x="50591" y="12959"/>
                    </a:lnTo>
                    <a:lnTo>
                      <a:pt x="50367" y="12486"/>
                    </a:lnTo>
                    <a:lnTo>
                      <a:pt x="50118" y="12014"/>
                    </a:lnTo>
                    <a:lnTo>
                      <a:pt x="49870" y="11541"/>
                    </a:lnTo>
                    <a:lnTo>
                      <a:pt x="49571" y="11093"/>
                    </a:lnTo>
                    <a:lnTo>
                      <a:pt x="49273" y="10670"/>
                    </a:lnTo>
                    <a:lnTo>
                      <a:pt x="48949" y="10273"/>
                    </a:lnTo>
                    <a:lnTo>
                      <a:pt x="48601" y="9875"/>
                    </a:lnTo>
                    <a:lnTo>
                      <a:pt x="48253" y="9477"/>
                    </a:lnTo>
                    <a:lnTo>
                      <a:pt x="47855" y="9128"/>
                    </a:lnTo>
                    <a:lnTo>
                      <a:pt x="47457" y="8780"/>
                    </a:lnTo>
                    <a:lnTo>
                      <a:pt x="47059" y="8457"/>
                    </a:lnTo>
                    <a:lnTo>
                      <a:pt x="46636" y="8158"/>
                    </a:lnTo>
                    <a:lnTo>
                      <a:pt x="46189" y="7860"/>
                    </a:lnTo>
                    <a:lnTo>
                      <a:pt x="45716" y="7611"/>
                    </a:lnTo>
                    <a:lnTo>
                      <a:pt x="45243" y="7362"/>
                    </a:lnTo>
                    <a:lnTo>
                      <a:pt x="44771" y="7139"/>
                    </a:lnTo>
                    <a:lnTo>
                      <a:pt x="44273" y="6940"/>
                    </a:lnTo>
                    <a:lnTo>
                      <a:pt x="43751" y="6766"/>
                    </a:lnTo>
                    <a:lnTo>
                      <a:pt x="43254" y="6616"/>
                    </a:lnTo>
                    <a:lnTo>
                      <a:pt x="42707" y="6492"/>
                    </a:lnTo>
                    <a:lnTo>
                      <a:pt x="42184" y="6417"/>
                    </a:lnTo>
                    <a:lnTo>
                      <a:pt x="41637" y="6343"/>
                    </a:lnTo>
                    <a:lnTo>
                      <a:pt x="41065" y="6293"/>
                    </a:lnTo>
                    <a:lnTo>
                      <a:pt x="39971" y="6293"/>
                    </a:lnTo>
                    <a:lnTo>
                      <a:pt x="39423" y="6343"/>
                    </a:lnTo>
                    <a:lnTo>
                      <a:pt x="38901" y="6392"/>
                    </a:lnTo>
                    <a:lnTo>
                      <a:pt x="38354" y="6492"/>
                    </a:lnTo>
                    <a:lnTo>
                      <a:pt x="37856" y="6616"/>
                    </a:lnTo>
                    <a:lnTo>
                      <a:pt x="37334" y="6741"/>
                    </a:lnTo>
                    <a:lnTo>
                      <a:pt x="36837" y="6915"/>
                    </a:lnTo>
                    <a:lnTo>
                      <a:pt x="36364" y="7089"/>
                    </a:lnTo>
                    <a:lnTo>
                      <a:pt x="35892" y="6318"/>
                    </a:lnTo>
                    <a:lnTo>
                      <a:pt x="35344" y="5572"/>
                    </a:lnTo>
                    <a:lnTo>
                      <a:pt x="34772" y="4875"/>
                    </a:lnTo>
                    <a:lnTo>
                      <a:pt x="34175" y="4204"/>
                    </a:lnTo>
                    <a:lnTo>
                      <a:pt x="33504" y="3582"/>
                    </a:lnTo>
                    <a:lnTo>
                      <a:pt x="32807" y="2985"/>
                    </a:lnTo>
                    <a:lnTo>
                      <a:pt x="32086" y="2463"/>
                    </a:lnTo>
                    <a:lnTo>
                      <a:pt x="31315" y="1965"/>
                    </a:lnTo>
                    <a:lnTo>
                      <a:pt x="30917" y="1741"/>
                    </a:lnTo>
                    <a:lnTo>
                      <a:pt x="30494" y="1517"/>
                    </a:lnTo>
                    <a:lnTo>
                      <a:pt x="30096" y="1318"/>
                    </a:lnTo>
                    <a:lnTo>
                      <a:pt x="29673" y="1144"/>
                    </a:lnTo>
                    <a:lnTo>
                      <a:pt x="29251" y="970"/>
                    </a:lnTo>
                    <a:lnTo>
                      <a:pt x="28803" y="796"/>
                    </a:lnTo>
                    <a:lnTo>
                      <a:pt x="28355" y="647"/>
                    </a:lnTo>
                    <a:lnTo>
                      <a:pt x="27907" y="523"/>
                    </a:lnTo>
                    <a:lnTo>
                      <a:pt x="27460" y="398"/>
                    </a:lnTo>
                    <a:lnTo>
                      <a:pt x="27012" y="299"/>
                    </a:lnTo>
                    <a:lnTo>
                      <a:pt x="26540" y="224"/>
                    </a:lnTo>
                    <a:lnTo>
                      <a:pt x="26067" y="149"/>
                    </a:lnTo>
                    <a:lnTo>
                      <a:pt x="25594" y="75"/>
                    </a:lnTo>
                    <a:lnTo>
                      <a:pt x="25122" y="50"/>
                    </a:lnTo>
                    <a:lnTo>
                      <a:pt x="24624" y="25"/>
                    </a:lnTo>
                    <a:lnTo>
                      <a:pt x="24152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930009" y="3342660"/>
                <a:ext cx="3397352" cy="1389207"/>
              </a:xfrm>
              <a:custGeom>
                <a:avLst/>
                <a:gdLst/>
                <a:ahLst/>
                <a:cxnLst/>
                <a:rect l="l" t="t" r="r" b="b"/>
                <a:pathLst>
                  <a:path w="164780" h="67380" extrusionOk="0">
                    <a:moveTo>
                      <a:pt x="80164" y="1"/>
                    </a:moveTo>
                    <a:lnTo>
                      <a:pt x="79617" y="7761"/>
                    </a:lnTo>
                    <a:lnTo>
                      <a:pt x="61559" y="13108"/>
                    </a:lnTo>
                    <a:lnTo>
                      <a:pt x="61435" y="14004"/>
                    </a:lnTo>
                    <a:lnTo>
                      <a:pt x="61087" y="16392"/>
                    </a:lnTo>
                    <a:lnTo>
                      <a:pt x="60539" y="19849"/>
                    </a:lnTo>
                    <a:lnTo>
                      <a:pt x="60216" y="21839"/>
                    </a:lnTo>
                    <a:lnTo>
                      <a:pt x="59868" y="23903"/>
                    </a:lnTo>
                    <a:lnTo>
                      <a:pt x="59470" y="26042"/>
                    </a:lnTo>
                    <a:lnTo>
                      <a:pt x="59072" y="28156"/>
                    </a:lnTo>
                    <a:lnTo>
                      <a:pt x="58649" y="30196"/>
                    </a:lnTo>
                    <a:lnTo>
                      <a:pt x="58201" y="32111"/>
                    </a:lnTo>
                    <a:lnTo>
                      <a:pt x="57953" y="33031"/>
                    </a:lnTo>
                    <a:lnTo>
                      <a:pt x="57729" y="33877"/>
                    </a:lnTo>
                    <a:lnTo>
                      <a:pt x="57505" y="34648"/>
                    </a:lnTo>
                    <a:lnTo>
                      <a:pt x="57256" y="35394"/>
                    </a:lnTo>
                    <a:lnTo>
                      <a:pt x="57032" y="36041"/>
                    </a:lnTo>
                    <a:lnTo>
                      <a:pt x="56809" y="36613"/>
                    </a:lnTo>
                    <a:lnTo>
                      <a:pt x="56560" y="37110"/>
                    </a:lnTo>
                    <a:lnTo>
                      <a:pt x="56336" y="37483"/>
                    </a:lnTo>
                    <a:lnTo>
                      <a:pt x="56261" y="37608"/>
                    </a:lnTo>
                    <a:lnTo>
                      <a:pt x="56137" y="37732"/>
                    </a:lnTo>
                    <a:lnTo>
                      <a:pt x="55839" y="37981"/>
                    </a:lnTo>
                    <a:lnTo>
                      <a:pt x="55441" y="38230"/>
                    </a:lnTo>
                    <a:lnTo>
                      <a:pt x="54943" y="38503"/>
                    </a:lnTo>
                    <a:lnTo>
                      <a:pt x="54371" y="38802"/>
                    </a:lnTo>
                    <a:lnTo>
                      <a:pt x="53700" y="39100"/>
                    </a:lnTo>
                    <a:lnTo>
                      <a:pt x="52953" y="39399"/>
                    </a:lnTo>
                    <a:lnTo>
                      <a:pt x="52157" y="39722"/>
                    </a:lnTo>
                    <a:lnTo>
                      <a:pt x="51262" y="40045"/>
                    </a:lnTo>
                    <a:lnTo>
                      <a:pt x="50317" y="40369"/>
                    </a:lnTo>
                    <a:lnTo>
                      <a:pt x="48253" y="41040"/>
                    </a:lnTo>
                    <a:lnTo>
                      <a:pt x="45964" y="41737"/>
                    </a:lnTo>
                    <a:lnTo>
                      <a:pt x="43527" y="42458"/>
                    </a:lnTo>
                    <a:lnTo>
                      <a:pt x="40940" y="43179"/>
                    </a:lnTo>
                    <a:lnTo>
                      <a:pt x="38229" y="43900"/>
                    </a:lnTo>
                    <a:lnTo>
                      <a:pt x="35493" y="44622"/>
                    </a:lnTo>
                    <a:lnTo>
                      <a:pt x="32707" y="45318"/>
                    </a:lnTo>
                    <a:lnTo>
                      <a:pt x="27186" y="46686"/>
                    </a:lnTo>
                    <a:lnTo>
                      <a:pt x="21987" y="47905"/>
                    </a:lnTo>
                    <a:lnTo>
                      <a:pt x="21266" y="48079"/>
                    </a:lnTo>
                    <a:lnTo>
                      <a:pt x="20545" y="48278"/>
                    </a:lnTo>
                    <a:lnTo>
                      <a:pt x="19848" y="48502"/>
                    </a:lnTo>
                    <a:lnTo>
                      <a:pt x="19127" y="48726"/>
                    </a:lnTo>
                    <a:lnTo>
                      <a:pt x="18431" y="48974"/>
                    </a:lnTo>
                    <a:lnTo>
                      <a:pt x="17759" y="49248"/>
                    </a:lnTo>
                    <a:lnTo>
                      <a:pt x="17063" y="49522"/>
                    </a:lnTo>
                    <a:lnTo>
                      <a:pt x="16391" y="49845"/>
                    </a:lnTo>
                    <a:lnTo>
                      <a:pt x="15720" y="50143"/>
                    </a:lnTo>
                    <a:lnTo>
                      <a:pt x="15073" y="50492"/>
                    </a:lnTo>
                    <a:lnTo>
                      <a:pt x="14426" y="50840"/>
                    </a:lnTo>
                    <a:lnTo>
                      <a:pt x="13804" y="51188"/>
                    </a:lnTo>
                    <a:lnTo>
                      <a:pt x="13158" y="51586"/>
                    </a:lnTo>
                    <a:lnTo>
                      <a:pt x="12561" y="51959"/>
                    </a:lnTo>
                    <a:lnTo>
                      <a:pt x="11939" y="52382"/>
                    </a:lnTo>
                    <a:lnTo>
                      <a:pt x="11342" y="52805"/>
                    </a:lnTo>
                    <a:lnTo>
                      <a:pt x="10770" y="53252"/>
                    </a:lnTo>
                    <a:lnTo>
                      <a:pt x="10198" y="53700"/>
                    </a:lnTo>
                    <a:lnTo>
                      <a:pt x="9626" y="54173"/>
                    </a:lnTo>
                    <a:lnTo>
                      <a:pt x="9079" y="54670"/>
                    </a:lnTo>
                    <a:lnTo>
                      <a:pt x="8531" y="55168"/>
                    </a:lnTo>
                    <a:lnTo>
                      <a:pt x="8009" y="55665"/>
                    </a:lnTo>
                    <a:lnTo>
                      <a:pt x="7487" y="56187"/>
                    </a:lnTo>
                    <a:lnTo>
                      <a:pt x="6989" y="56735"/>
                    </a:lnTo>
                    <a:lnTo>
                      <a:pt x="6517" y="57282"/>
                    </a:lnTo>
                    <a:lnTo>
                      <a:pt x="6044" y="57854"/>
                    </a:lnTo>
                    <a:lnTo>
                      <a:pt x="5572" y="58426"/>
                    </a:lnTo>
                    <a:lnTo>
                      <a:pt x="5124" y="59023"/>
                    </a:lnTo>
                    <a:lnTo>
                      <a:pt x="4701" y="59620"/>
                    </a:lnTo>
                    <a:lnTo>
                      <a:pt x="4278" y="60242"/>
                    </a:lnTo>
                    <a:lnTo>
                      <a:pt x="3880" y="60863"/>
                    </a:lnTo>
                    <a:lnTo>
                      <a:pt x="3482" y="61485"/>
                    </a:lnTo>
                    <a:lnTo>
                      <a:pt x="0" y="67380"/>
                    </a:lnTo>
                    <a:lnTo>
                      <a:pt x="164779" y="67380"/>
                    </a:lnTo>
                    <a:lnTo>
                      <a:pt x="161297" y="61485"/>
                    </a:lnTo>
                    <a:lnTo>
                      <a:pt x="160924" y="60863"/>
                    </a:lnTo>
                    <a:lnTo>
                      <a:pt x="160501" y="60242"/>
                    </a:lnTo>
                    <a:lnTo>
                      <a:pt x="160103" y="59620"/>
                    </a:lnTo>
                    <a:lnTo>
                      <a:pt x="159656" y="59023"/>
                    </a:lnTo>
                    <a:lnTo>
                      <a:pt x="159208" y="58426"/>
                    </a:lnTo>
                    <a:lnTo>
                      <a:pt x="158760" y="57854"/>
                    </a:lnTo>
                    <a:lnTo>
                      <a:pt x="158288" y="57282"/>
                    </a:lnTo>
                    <a:lnTo>
                      <a:pt x="157790" y="56735"/>
                    </a:lnTo>
                    <a:lnTo>
                      <a:pt x="157293" y="56187"/>
                    </a:lnTo>
                    <a:lnTo>
                      <a:pt x="156770" y="55665"/>
                    </a:lnTo>
                    <a:lnTo>
                      <a:pt x="156248" y="55168"/>
                    </a:lnTo>
                    <a:lnTo>
                      <a:pt x="155701" y="54670"/>
                    </a:lnTo>
                    <a:lnTo>
                      <a:pt x="155154" y="54173"/>
                    </a:lnTo>
                    <a:lnTo>
                      <a:pt x="154607" y="53700"/>
                    </a:lnTo>
                    <a:lnTo>
                      <a:pt x="154034" y="53252"/>
                    </a:lnTo>
                    <a:lnTo>
                      <a:pt x="153438" y="52805"/>
                    </a:lnTo>
                    <a:lnTo>
                      <a:pt x="152841" y="52382"/>
                    </a:lnTo>
                    <a:lnTo>
                      <a:pt x="152244" y="51959"/>
                    </a:lnTo>
                    <a:lnTo>
                      <a:pt x="151622" y="51586"/>
                    </a:lnTo>
                    <a:lnTo>
                      <a:pt x="151000" y="51188"/>
                    </a:lnTo>
                    <a:lnTo>
                      <a:pt x="150353" y="50840"/>
                    </a:lnTo>
                    <a:lnTo>
                      <a:pt x="149707" y="50492"/>
                    </a:lnTo>
                    <a:lnTo>
                      <a:pt x="149060" y="50143"/>
                    </a:lnTo>
                    <a:lnTo>
                      <a:pt x="148388" y="49845"/>
                    </a:lnTo>
                    <a:lnTo>
                      <a:pt x="147717" y="49522"/>
                    </a:lnTo>
                    <a:lnTo>
                      <a:pt x="147045" y="49248"/>
                    </a:lnTo>
                    <a:lnTo>
                      <a:pt x="146349" y="48974"/>
                    </a:lnTo>
                    <a:lnTo>
                      <a:pt x="145652" y="48726"/>
                    </a:lnTo>
                    <a:lnTo>
                      <a:pt x="144956" y="48502"/>
                    </a:lnTo>
                    <a:lnTo>
                      <a:pt x="144235" y="48278"/>
                    </a:lnTo>
                    <a:lnTo>
                      <a:pt x="143513" y="48079"/>
                    </a:lnTo>
                    <a:lnTo>
                      <a:pt x="142792" y="47905"/>
                    </a:lnTo>
                    <a:lnTo>
                      <a:pt x="137594" y="46686"/>
                    </a:lnTo>
                    <a:lnTo>
                      <a:pt x="132072" y="45318"/>
                    </a:lnTo>
                    <a:lnTo>
                      <a:pt x="129311" y="44622"/>
                    </a:lnTo>
                    <a:lnTo>
                      <a:pt x="126551" y="43900"/>
                    </a:lnTo>
                    <a:lnTo>
                      <a:pt x="123864" y="43179"/>
                    </a:lnTo>
                    <a:lnTo>
                      <a:pt x="121278" y="42458"/>
                    </a:lnTo>
                    <a:lnTo>
                      <a:pt x="118815" y="41737"/>
                    </a:lnTo>
                    <a:lnTo>
                      <a:pt x="116552" y="41040"/>
                    </a:lnTo>
                    <a:lnTo>
                      <a:pt x="114463" y="40369"/>
                    </a:lnTo>
                    <a:lnTo>
                      <a:pt x="113517" y="40045"/>
                    </a:lnTo>
                    <a:lnTo>
                      <a:pt x="112647" y="39722"/>
                    </a:lnTo>
                    <a:lnTo>
                      <a:pt x="111826" y="39399"/>
                    </a:lnTo>
                    <a:lnTo>
                      <a:pt x="111080" y="39100"/>
                    </a:lnTo>
                    <a:lnTo>
                      <a:pt x="110433" y="38802"/>
                    </a:lnTo>
                    <a:lnTo>
                      <a:pt x="109836" y="38503"/>
                    </a:lnTo>
                    <a:lnTo>
                      <a:pt x="109364" y="38230"/>
                    </a:lnTo>
                    <a:lnTo>
                      <a:pt x="108966" y="37981"/>
                    </a:lnTo>
                    <a:lnTo>
                      <a:pt x="108643" y="37732"/>
                    </a:lnTo>
                    <a:lnTo>
                      <a:pt x="108543" y="37608"/>
                    </a:lnTo>
                    <a:lnTo>
                      <a:pt x="108444" y="37483"/>
                    </a:lnTo>
                    <a:lnTo>
                      <a:pt x="108220" y="37110"/>
                    </a:lnTo>
                    <a:lnTo>
                      <a:pt x="107996" y="36613"/>
                    </a:lnTo>
                    <a:lnTo>
                      <a:pt x="107747" y="36041"/>
                    </a:lnTo>
                    <a:lnTo>
                      <a:pt x="107523" y="35394"/>
                    </a:lnTo>
                    <a:lnTo>
                      <a:pt x="107299" y="34648"/>
                    </a:lnTo>
                    <a:lnTo>
                      <a:pt x="107051" y="33877"/>
                    </a:lnTo>
                    <a:lnTo>
                      <a:pt x="106827" y="33031"/>
                    </a:lnTo>
                    <a:lnTo>
                      <a:pt x="106603" y="32111"/>
                    </a:lnTo>
                    <a:lnTo>
                      <a:pt x="106155" y="30196"/>
                    </a:lnTo>
                    <a:lnTo>
                      <a:pt x="105732" y="28156"/>
                    </a:lnTo>
                    <a:lnTo>
                      <a:pt x="105310" y="26042"/>
                    </a:lnTo>
                    <a:lnTo>
                      <a:pt x="104912" y="23903"/>
                    </a:lnTo>
                    <a:lnTo>
                      <a:pt x="104563" y="21839"/>
                    </a:lnTo>
                    <a:lnTo>
                      <a:pt x="104240" y="19849"/>
                    </a:lnTo>
                    <a:lnTo>
                      <a:pt x="103718" y="16392"/>
                    </a:lnTo>
                    <a:lnTo>
                      <a:pt x="103370" y="14004"/>
                    </a:lnTo>
                    <a:lnTo>
                      <a:pt x="103245" y="13108"/>
                    </a:lnTo>
                    <a:lnTo>
                      <a:pt x="88844" y="8855"/>
                    </a:lnTo>
                    <a:lnTo>
                      <a:pt x="89391" y="1195"/>
                    </a:lnTo>
                    <a:lnTo>
                      <a:pt x="80164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1934081" y="2035016"/>
                <a:ext cx="1389207" cy="1967652"/>
              </a:xfrm>
              <a:custGeom>
                <a:avLst/>
                <a:gdLst/>
                <a:ahLst/>
                <a:cxnLst/>
                <a:rect l="l" t="t" r="r" b="b"/>
                <a:pathLst>
                  <a:path w="67380" h="95436" extrusionOk="0">
                    <a:moveTo>
                      <a:pt x="33478" y="0"/>
                    </a:moveTo>
                    <a:lnTo>
                      <a:pt x="32857" y="25"/>
                    </a:lnTo>
                    <a:lnTo>
                      <a:pt x="31862" y="75"/>
                    </a:lnTo>
                    <a:lnTo>
                      <a:pt x="30519" y="174"/>
                    </a:lnTo>
                    <a:lnTo>
                      <a:pt x="29748" y="249"/>
                    </a:lnTo>
                    <a:lnTo>
                      <a:pt x="28902" y="348"/>
                    </a:lnTo>
                    <a:lnTo>
                      <a:pt x="28006" y="497"/>
                    </a:lnTo>
                    <a:lnTo>
                      <a:pt x="27061" y="647"/>
                    </a:lnTo>
                    <a:lnTo>
                      <a:pt x="26042" y="846"/>
                    </a:lnTo>
                    <a:lnTo>
                      <a:pt x="24997" y="1070"/>
                    </a:lnTo>
                    <a:lnTo>
                      <a:pt x="23903" y="1318"/>
                    </a:lnTo>
                    <a:lnTo>
                      <a:pt x="22758" y="1617"/>
                    </a:lnTo>
                    <a:lnTo>
                      <a:pt x="21589" y="1965"/>
                    </a:lnTo>
                    <a:lnTo>
                      <a:pt x="20396" y="2363"/>
                    </a:lnTo>
                    <a:lnTo>
                      <a:pt x="19202" y="2786"/>
                    </a:lnTo>
                    <a:lnTo>
                      <a:pt x="17958" y="3283"/>
                    </a:lnTo>
                    <a:lnTo>
                      <a:pt x="16739" y="3830"/>
                    </a:lnTo>
                    <a:lnTo>
                      <a:pt x="15496" y="4427"/>
                    </a:lnTo>
                    <a:lnTo>
                      <a:pt x="14252" y="5099"/>
                    </a:lnTo>
                    <a:lnTo>
                      <a:pt x="13630" y="5447"/>
                    </a:lnTo>
                    <a:lnTo>
                      <a:pt x="13008" y="5820"/>
                    </a:lnTo>
                    <a:lnTo>
                      <a:pt x="12387" y="6193"/>
                    </a:lnTo>
                    <a:lnTo>
                      <a:pt x="11790" y="6616"/>
                    </a:lnTo>
                    <a:lnTo>
                      <a:pt x="11168" y="7014"/>
                    </a:lnTo>
                    <a:lnTo>
                      <a:pt x="10571" y="7462"/>
                    </a:lnTo>
                    <a:lnTo>
                      <a:pt x="9974" y="7909"/>
                    </a:lnTo>
                    <a:lnTo>
                      <a:pt x="9377" y="8382"/>
                    </a:lnTo>
                    <a:lnTo>
                      <a:pt x="8780" y="8879"/>
                    </a:lnTo>
                    <a:lnTo>
                      <a:pt x="8208" y="9402"/>
                    </a:lnTo>
                    <a:lnTo>
                      <a:pt x="7636" y="9924"/>
                    </a:lnTo>
                    <a:lnTo>
                      <a:pt x="7064" y="10471"/>
                    </a:lnTo>
                    <a:lnTo>
                      <a:pt x="6517" y="11043"/>
                    </a:lnTo>
                    <a:lnTo>
                      <a:pt x="5970" y="11640"/>
                    </a:lnTo>
                    <a:lnTo>
                      <a:pt x="5422" y="12237"/>
                    </a:lnTo>
                    <a:lnTo>
                      <a:pt x="4900" y="12884"/>
                    </a:lnTo>
                    <a:lnTo>
                      <a:pt x="4403" y="13531"/>
                    </a:lnTo>
                    <a:lnTo>
                      <a:pt x="3880" y="14202"/>
                    </a:lnTo>
                    <a:lnTo>
                      <a:pt x="3632" y="14774"/>
                    </a:lnTo>
                    <a:lnTo>
                      <a:pt x="3333" y="15471"/>
                    </a:lnTo>
                    <a:lnTo>
                      <a:pt x="2960" y="16466"/>
                    </a:lnTo>
                    <a:lnTo>
                      <a:pt x="2537" y="17759"/>
                    </a:lnTo>
                    <a:lnTo>
                      <a:pt x="2313" y="18505"/>
                    </a:lnTo>
                    <a:lnTo>
                      <a:pt x="2065" y="19351"/>
                    </a:lnTo>
                    <a:lnTo>
                      <a:pt x="1841" y="20246"/>
                    </a:lnTo>
                    <a:lnTo>
                      <a:pt x="1617" y="21216"/>
                    </a:lnTo>
                    <a:lnTo>
                      <a:pt x="1393" y="22261"/>
                    </a:lnTo>
                    <a:lnTo>
                      <a:pt x="1169" y="23380"/>
                    </a:lnTo>
                    <a:lnTo>
                      <a:pt x="945" y="24574"/>
                    </a:lnTo>
                    <a:lnTo>
                      <a:pt x="771" y="25842"/>
                    </a:lnTo>
                    <a:lnTo>
                      <a:pt x="572" y="27186"/>
                    </a:lnTo>
                    <a:lnTo>
                      <a:pt x="423" y="28603"/>
                    </a:lnTo>
                    <a:lnTo>
                      <a:pt x="274" y="30096"/>
                    </a:lnTo>
                    <a:lnTo>
                      <a:pt x="174" y="31663"/>
                    </a:lnTo>
                    <a:lnTo>
                      <a:pt x="75" y="33304"/>
                    </a:lnTo>
                    <a:lnTo>
                      <a:pt x="25" y="35020"/>
                    </a:lnTo>
                    <a:lnTo>
                      <a:pt x="0" y="36836"/>
                    </a:lnTo>
                    <a:lnTo>
                      <a:pt x="25" y="38701"/>
                    </a:lnTo>
                    <a:lnTo>
                      <a:pt x="75" y="40642"/>
                    </a:lnTo>
                    <a:lnTo>
                      <a:pt x="174" y="42681"/>
                    </a:lnTo>
                    <a:lnTo>
                      <a:pt x="324" y="44770"/>
                    </a:lnTo>
                    <a:lnTo>
                      <a:pt x="498" y="46959"/>
                    </a:lnTo>
                    <a:lnTo>
                      <a:pt x="746" y="49223"/>
                    </a:lnTo>
                    <a:lnTo>
                      <a:pt x="1045" y="51561"/>
                    </a:lnTo>
                    <a:lnTo>
                      <a:pt x="1468" y="59719"/>
                    </a:lnTo>
                    <a:lnTo>
                      <a:pt x="1791" y="65663"/>
                    </a:lnTo>
                    <a:lnTo>
                      <a:pt x="1915" y="67852"/>
                    </a:lnTo>
                    <a:lnTo>
                      <a:pt x="1990" y="69071"/>
                    </a:lnTo>
                    <a:lnTo>
                      <a:pt x="2065" y="69270"/>
                    </a:lnTo>
                    <a:lnTo>
                      <a:pt x="2214" y="69568"/>
                    </a:lnTo>
                    <a:lnTo>
                      <a:pt x="2438" y="69966"/>
                    </a:lnTo>
                    <a:lnTo>
                      <a:pt x="2761" y="70464"/>
                    </a:lnTo>
                    <a:lnTo>
                      <a:pt x="3607" y="71682"/>
                    </a:lnTo>
                    <a:lnTo>
                      <a:pt x="4726" y="73150"/>
                    </a:lnTo>
                    <a:lnTo>
                      <a:pt x="6044" y="74866"/>
                    </a:lnTo>
                    <a:lnTo>
                      <a:pt x="7537" y="76731"/>
                    </a:lnTo>
                    <a:lnTo>
                      <a:pt x="9153" y="78721"/>
                    </a:lnTo>
                    <a:lnTo>
                      <a:pt x="10845" y="80786"/>
                    </a:lnTo>
                    <a:lnTo>
                      <a:pt x="12611" y="82850"/>
                    </a:lnTo>
                    <a:lnTo>
                      <a:pt x="14376" y="84865"/>
                    </a:lnTo>
                    <a:lnTo>
                      <a:pt x="16093" y="86805"/>
                    </a:lnTo>
                    <a:lnTo>
                      <a:pt x="17734" y="88596"/>
                    </a:lnTo>
                    <a:lnTo>
                      <a:pt x="19251" y="90187"/>
                    </a:lnTo>
                    <a:lnTo>
                      <a:pt x="19948" y="90884"/>
                    </a:lnTo>
                    <a:lnTo>
                      <a:pt x="20619" y="91530"/>
                    </a:lnTo>
                    <a:lnTo>
                      <a:pt x="21216" y="92078"/>
                    </a:lnTo>
                    <a:lnTo>
                      <a:pt x="21764" y="92575"/>
                    </a:lnTo>
                    <a:lnTo>
                      <a:pt x="22261" y="92948"/>
                    </a:lnTo>
                    <a:lnTo>
                      <a:pt x="22684" y="93247"/>
                    </a:lnTo>
                    <a:lnTo>
                      <a:pt x="23057" y="93495"/>
                    </a:lnTo>
                    <a:lnTo>
                      <a:pt x="23480" y="93694"/>
                    </a:lnTo>
                    <a:lnTo>
                      <a:pt x="23903" y="93893"/>
                    </a:lnTo>
                    <a:lnTo>
                      <a:pt x="24325" y="94092"/>
                    </a:lnTo>
                    <a:lnTo>
                      <a:pt x="24773" y="94266"/>
                    </a:lnTo>
                    <a:lnTo>
                      <a:pt x="25221" y="94416"/>
                    </a:lnTo>
                    <a:lnTo>
                      <a:pt x="26116" y="94689"/>
                    </a:lnTo>
                    <a:lnTo>
                      <a:pt x="27036" y="94913"/>
                    </a:lnTo>
                    <a:lnTo>
                      <a:pt x="27957" y="95087"/>
                    </a:lnTo>
                    <a:lnTo>
                      <a:pt x="28852" y="95212"/>
                    </a:lnTo>
                    <a:lnTo>
                      <a:pt x="29723" y="95311"/>
                    </a:lnTo>
                    <a:lnTo>
                      <a:pt x="30543" y="95386"/>
                    </a:lnTo>
                    <a:lnTo>
                      <a:pt x="31290" y="95411"/>
                    </a:lnTo>
                    <a:lnTo>
                      <a:pt x="31961" y="95435"/>
                    </a:lnTo>
                    <a:lnTo>
                      <a:pt x="33379" y="95435"/>
                    </a:lnTo>
                    <a:lnTo>
                      <a:pt x="33702" y="95411"/>
                    </a:lnTo>
                    <a:lnTo>
                      <a:pt x="34001" y="95435"/>
                    </a:lnTo>
                    <a:lnTo>
                      <a:pt x="35418" y="95435"/>
                    </a:lnTo>
                    <a:lnTo>
                      <a:pt x="36090" y="95411"/>
                    </a:lnTo>
                    <a:lnTo>
                      <a:pt x="36861" y="95386"/>
                    </a:lnTo>
                    <a:lnTo>
                      <a:pt x="37657" y="95311"/>
                    </a:lnTo>
                    <a:lnTo>
                      <a:pt x="38527" y="95212"/>
                    </a:lnTo>
                    <a:lnTo>
                      <a:pt x="39423" y="95087"/>
                    </a:lnTo>
                    <a:lnTo>
                      <a:pt x="40343" y="94913"/>
                    </a:lnTo>
                    <a:lnTo>
                      <a:pt x="41263" y="94689"/>
                    </a:lnTo>
                    <a:lnTo>
                      <a:pt x="42184" y="94416"/>
                    </a:lnTo>
                    <a:lnTo>
                      <a:pt x="42631" y="94266"/>
                    </a:lnTo>
                    <a:lnTo>
                      <a:pt x="43054" y="94092"/>
                    </a:lnTo>
                    <a:lnTo>
                      <a:pt x="43502" y="93893"/>
                    </a:lnTo>
                    <a:lnTo>
                      <a:pt x="43925" y="93694"/>
                    </a:lnTo>
                    <a:lnTo>
                      <a:pt x="44323" y="93495"/>
                    </a:lnTo>
                    <a:lnTo>
                      <a:pt x="44721" y="93247"/>
                    </a:lnTo>
                    <a:lnTo>
                      <a:pt x="45143" y="92948"/>
                    </a:lnTo>
                    <a:lnTo>
                      <a:pt x="45616" y="92575"/>
                    </a:lnTo>
                    <a:lnTo>
                      <a:pt x="46163" y="92078"/>
                    </a:lnTo>
                    <a:lnTo>
                      <a:pt x="46785" y="91530"/>
                    </a:lnTo>
                    <a:lnTo>
                      <a:pt x="47432" y="90884"/>
                    </a:lnTo>
                    <a:lnTo>
                      <a:pt x="48128" y="90187"/>
                    </a:lnTo>
                    <a:lnTo>
                      <a:pt x="49645" y="88596"/>
                    </a:lnTo>
                    <a:lnTo>
                      <a:pt x="51287" y="86805"/>
                    </a:lnTo>
                    <a:lnTo>
                      <a:pt x="53028" y="84865"/>
                    </a:lnTo>
                    <a:lnTo>
                      <a:pt x="54769" y="82850"/>
                    </a:lnTo>
                    <a:lnTo>
                      <a:pt x="56535" y="80786"/>
                    </a:lnTo>
                    <a:lnTo>
                      <a:pt x="58251" y="78721"/>
                    </a:lnTo>
                    <a:lnTo>
                      <a:pt x="59868" y="76731"/>
                    </a:lnTo>
                    <a:lnTo>
                      <a:pt x="61360" y="74866"/>
                    </a:lnTo>
                    <a:lnTo>
                      <a:pt x="62678" y="73150"/>
                    </a:lnTo>
                    <a:lnTo>
                      <a:pt x="63773" y="71682"/>
                    </a:lnTo>
                    <a:lnTo>
                      <a:pt x="64618" y="70464"/>
                    </a:lnTo>
                    <a:lnTo>
                      <a:pt x="64942" y="69966"/>
                    </a:lnTo>
                    <a:lnTo>
                      <a:pt x="65191" y="69568"/>
                    </a:lnTo>
                    <a:lnTo>
                      <a:pt x="65340" y="69270"/>
                    </a:lnTo>
                    <a:lnTo>
                      <a:pt x="65390" y="69071"/>
                    </a:lnTo>
                    <a:lnTo>
                      <a:pt x="65489" y="67852"/>
                    </a:lnTo>
                    <a:lnTo>
                      <a:pt x="65613" y="65663"/>
                    </a:lnTo>
                    <a:lnTo>
                      <a:pt x="65937" y="59719"/>
                    </a:lnTo>
                    <a:lnTo>
                      <a:pt x="66335" y="51561"/>
                    </a:lnTo>
                    <a:lnTo>
                      <a:pt x="66633" y="49223"/>
                    </a:lnTo>
                    <a:lnTo>
                      <a:pt x="66882" y="46959"/>
                    </a:lnTo>
                    <a:lnTo>
                      <a:pt x="67081" y="44770"/>
                    </a:lnTo>
                    <a:lnTo>
                      <a:pt x="67205" y="42681"/>
                    </a:lnTo>
                    <a:lnTo>
                      <a:pt x="67305" y="40642"/>
                    </a:lnTo>
                    <a:lnTo>
                      <a:pt x="67379" y="38701"/>
                    </a:lnTo>
                    <a:lnTo>
                      <a:pt x="67379" y="36836"/>
                    </a:lnTo>
                    <a:lnTo>
                      <a:pt x="67354" y="35020"/>
                    </a:lnTo>
                    <a:lnTo>
                      <a:pt x="67305" y="33304"/>
                    </a:lnTo>
                    <a:lnTo>
                      <a:pt x="67230" y="31663"/>
                    </a:lnTo>
                    <a:lnTo>
                      <a:pt x="67106" y="30096"/>
                    </a:lnTo>
                    <a:lnTo>
                      <a:pt x="66956" y="28603"/>
                    </a:lnTo>
                    <a:lnTo>
                      <a:pt x="66807" y="27186"/>
                    </a:lnTo>
                    <a:lnTo>
                      <a:pt x="66633" y="25842"/>
                    </a:lnTo>
                    <a:lnTo>
                      <a:pt x="66434" y="24574"/>
                    </a:lnTo>
                    <a:lnTo>
                      <a:pt x="66235" y="23380"/>
                    </a:lnTo>
                    <a:lnTo>
                      <a:pt x="66011" y="22261"/>
                    </a:lnTo>
                    <a:lnTo>
                      <a:pt x="65787" y="21216"/>
                    </a:lnTo>
                    <a:lnTo>
                      <a:pt x="65539" y="20246"/>
                    </a:lnTo>
                    <a:lnTo>
                      <a:pt x="65315" y="19351"/>
                    </a:lnTo>
                    <a:lnTo>
                      <a:pt x="65091" y="18505"/>
                    </a:lnTo>
                    <a:lnTo>
                      <a:pt x="64867" y="17759"/>
                    </a:lnTo>
                    <a:lnTo>
                      <a:pt x="64444" y="16466"/>
                    </a:lnTo>
                    <a:lnTo>
                      <a:pt x="64071" y="15471"/>
                    </a:lnTo>
                    <a:lnTo>
                      <a:pt x="63773" y="14774"/>
                    </a:lnTo>
                    <a:lnTo>
                      <a:pt x="63499" y="14202"/>
                    </a:lnTo>
                    <a:lnTo>
                      <a:pt x="63002" y="13531"/>
                    </a:lnTo>
                    <a:lnTo>
                      <a:pt x="62479" y="12884"/>
                    </a:lnTo>
                    <a:lnTo>
                      <a:pt x="61957" y="12237"/>
                    </a:lnTo>
                    <a:lnTo>
                      <a:pt x="61410" y="11640"/>
                    </a:lnTo>
                    <a:lnTo>
                      <a:pt x="60888" y="11043"/>
                    </a:lnTo>
                    <a:lnTo>
                      <a:pt x="60316" y="10471"/>
                    </a:lnTo>
                    <a:lnTo>
                      <a:pt x="59744" y="9924"/>
                    </a:lnTo>
                    <a:lnTo>
                      <a:pt x="59171" y="9402"/>
                    </a:lnTo>
                    <a:lnTo>
                      <a:pt x="58599" y="8879"/>
                    </a:lnTo>
                    <a:lnTo>
                      <a:pt x="58002" y="8382"/>
                    </a:lnTo>
                    <a:lnTo>
                      <a:pt x="57430" y="7909"/>
                    </a:lnTo>
                    <a:lnTo>
                      <a:pt x="56833" y="7462"/>
                    </a:lnTo>
                    <a:lnTo>
                      <a:pt x="56212" y="7014"/>
                    </a:lnTo>
                    <a:lnTo>
                      <a:pt x="55615" y="6616"/>
                    </a:lnTo>
                    <a:lnTo>
                      <a:pt x="54993" y="6193"/>
                    </a:lnTo>
                    <a:lnTo>
                      <a:pt x="54371" y="5820"/>
                    </a:lnTo>
                    <a:lnTo>
                      <a:pt x="53774" y="5447"/>
                    </a:lnTo>
                    <a:lnTo>
                      <a:pt x="53152" y="5099"/>
                    </a:lnTo>
                    <a:lnTo>
                      <a:pt x="51909" y="4427"/>
                    </a:lnTo>
                    <a:lnTo>
                      <a:pt x="50665" y="3830"/>
                    </a:lnTo>
                    <a:lnTo>
                      <a:pt x="49422" y="3283"/>
                    </a:lnTo>
                    <a:lnTo>
                      <a:pt x="48203" y="2786"/>
                    </a:lnTo>
                    <a:lnTo>
                      <a:pt x="46984" y="2363"/>
                    </a:lnTo>
                    <a:lnTo>
                      <a:pt x="45790" y="1965"/>
                    </a:lnTo>
                    <a:lnTo>
                      <a:pt x="44621" y="1617"/>
                    </a:lnTo>
                    <a:lnTo>
                      <a:pt x="43502" y="1318"/>
                    </a:lnTo>
                    <a:lnTo>
                      <a:pt x="42408" y="1070"/>
                    </a:lnTo>
                    <a:lnTo>
                      <a:pt x="41338" y="846"/>
                    </a:lnTo>
                    <a:lnTo>
                      <a:pt x="40343" y="647"/>
                    </a:lnTo>
                    <a:lnTo>
                      <a:pt x="39373" y="497"/>
                    </a:lnTo>
                    <a:lnTo>
                      <a:pt x="38478" y="348"/>
                    </a:lnTo>
                    <a:lnTo>
                      <a:pt x="37632" y="249"/>
                    </a:lnTo>
                    <a:lnTo>
                      <a:pt x="36861" y="174"/>
                    </a:lnTo>
                    <a:lnTo>
                      <a:pt x="35543" y="75"/>
                    </a:lnTo>
                    <a:lnTo>
                      <a:pt x="34548" y="25"/>
                    </a:lnTo>
                    <a:lnTo>
                      <a:pt x="33901" y="0"/>
                    </a:lnTo>
                    <a:lnTo>
                      <a:pt x="33702" y="25"/>
                    </a:lnTo>
                    <a:lnTo>
                      <a:pt x="33478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3280198" y="2814976"/>
                <a:ext cx="130777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43" h="20820" extrusionOk="0">
                    <a:moveTo>
                      <a:pt x="3681" y="1"/>
                    </a:moveTo>
                    <a:lnTo>
                      <a:pt x="3432" y="51"/>
                    </a:lnTo>
                    <a:lnTo>
                      <a:pt x="3209" y="125"/>
                    </a:lnTo>
                    <a:lnTo>
                      <a:pt x="2960" y="250"/>
                    </a:lnTo>
                    <a:lnTo>
                      <a:pt x="2736" y="399"/>
                    </a:lnTo>
                    <a:lnTo>
                      <a:pt x="2512" y="548"/>
                    </a:lnTo>
                    <a:lnTo>
                      <a:pt x="2313" y="747"/>
                    </a:lnTo>
                    <a:lnTo>
                      <a:pt x="2089" y="946"/>
                    </a:lnTo>
                    <a:lnTo>
                      <a:pt x="1691" y="1394"/>
                    </a:lnTo>
                    <a:lnTo>
                      <a:pt x="1318" y="1891"/>
                    </a:lnTo>
                    <a:lnTo>
                      <a:pt x="995" y="2389"/>
                    </a:lnTo>
                    <a:lnTo>
                      <a:pt x="696" y="2886"/>
                    </a:lnTo>
                    <a:lnTo>
                      <a:pt x="473" y="3359"/>
                    </a:lnTo>
                    <a:lnTo>
                      <a:pt x="124" y="4080"/>
                    </a:lnTo>
                    <a:lnTo>
                      <a:pt x="0" y="4354"/>
                    </a:lnTo>
                    <a:lnTo>
                      <a:pt x="398" y="20819"/>
                    </a:lnTo>
                    <a:lnTo>
                      <a:pt x="3756" y="16964"/>
                    </a:lnTo>
                    <a:lnTo>
                      <a:pt x="3930" y="16392"/>
                    </a:lnTo>
                    <a:lnTo>
                      <a:pt x="4402" y="14900"/>
                    </a:lnTo>
                    <a:lnTo>
                      <a:pt x="4701" y="13880"/>
                    </a:lnTo>
                    <a:lnTo>
                      <a:pt x="4999" y="12736"/>
                    </a:lnTo>
                    <a:lnTo>
                      <a:pt x="5323" y="11467"/>
                    </a:lnTo>
                    <a:lnTo>
                      <a:pt x="5621" y="10149"/>
                    </a:lnTo>
                    <a:lnTo>
                      <a:pt x="5895" y="8781"/>
                    </a:lnTo>
                    <a:lnTo>
                      <a:pt x="6119" y="7413"/>
                    </a:lnTo>
                    <a:lnTo>
                      <a:pt x="6193" y="6717"/>
                    </a:lnTo>
                    <a:lnTo>
                      <a:pt x="6268" y="6070"/>
                    </a:lnTo>
                    <a:lnTo>
                      <a:pt x="6318" y="5398"/>
                    </a:lnTo>
                    <a:lnTo>
                      <a:pt x="6342" y="4776"/>
                    </a:lnTo>
                    <a:lnTo>
                      <a:pt x="6342" y="4155"/>
                    </a:lnTo>
                    <a:lnTo>
                      <a:pt x="6318" y="3583"/>
                    </a:lnTo>
                    <a:lnTo>
                      <a:pt x="6243" y="3035"/>
                    </a:lnTo>
                    <a:lnTo>
                      <a:pt x="6168" y="2513"/>
                    </a:lnTo>
                    <a:lnTo>
                      <a:pt x="6044" y="2040"/>
                    </a:lnTo>
                    <a:lnTo>
                      <a:pt x="5870" y="1618"/>
                    </a:lnTo>
                    <a:lnTo>
                      <a:pt x="5696" y="1220"/>
                    </a:lnTo>
                    <a:lnTo>
                      <a:pt x="5571" y="1046"/>
                    </a:lnTo>
                    <a:lnTo>
                      <a:pt x="5447" y="896"/>
                    </a:lnTo>
                    <a:lnTo>
                      <a:pt x="5198" y="623"/>
                    </a:lnTo>
                    <a:lnTo>
                      <a:pt x="4950" y="399"/>
                    </a:lnTo>
                    <a:lnTo>
                      <a:pt x="4676" y="225"/>
                    </a:lnTo>
                    <a:lnTo>
                      <a:pt x="4427" y="100"/>
                    </a:lnTo>
                    <a:lnTo>
                      <a:pt x="4179" y="26"/>
                    </a:lnTo>
                    <a:lnTo>
                      <a:pt x="3930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1846395" y="2814976"/>
                <a:ext cx="131292" cy="429256"/>
              </a:xfrm>
              <a:custGeom>
                <a:avLst/>
                <a:gdLst/>
                <a:ahLst/>
                <a:cxnLst/>
                <a:rect l="l" t="t" r="r" b="b"/>
                <a:pathLst>
                  <a:path w="6368" h="20820" extrusionOk="0">
                    <a:moveTo>
                      <a:pt x="2413" y="1"/>
                    </a:moveTo>
                    <a:lnTo>
                      <a:pt x="2164" y="26"/>
                    </a:lnTo>
                    <a:lnTo>
                      <a:pt x="1915" y="100"/>
                    </a:lnTo>
                    <a:lnTo>
                      <a:pt x="1667" y="225"/>
                    </a:lnTo>
                    <a:lnTo>
                      <a:pt x="1418" y="399"/>
                    </a:lnTo>
                    <a:lnTo>
                      <a:pt x="1169" y="623"/>
                    </a:lnTo>
                    <a:lnTo>
                      <a:pt x="895" y="896"/>
                    </a:lnTo>
                    <a:lnTo>
                      <a:pt x="771" y="1046"/>
                    </a:lnTo>
                    <a:lnTo>
                      <a:pt x="672" y="1220"/>
                    </a:lnTo>
                    <a:lnTo>
                      <a:pt x="473" y="1618"/>
                    </a:lnTo>
                    <a:lnTo>
                      <a:pt x="323" y="2040"/>
                    </a:lnTo>
                    <a:lnTo>
                      <a:pt x="199" y="2513"/>
                    </a:lnTo>
                    <a:lnTo>
                      <a:pt x="100" y="3035"/>
                    </a:lnTo>
                    <a:lnTo>
                      <a:pt x="50" y="3583"/>
                    </a:lnTo>
                    <a:lnTo>
                      <a:pt x="25" y="4155"/>
                    </a:lnTo>
                    <a:lnTo>
                      <a:pt x="0" y="4776"/>
                    </a:lnTo>
                    <a:lnTo>
                      <a:pt x="25" y="5398"/>
                    </a:lnTo>
                    <a:lnTo>
                      <a:pt x="75" y="6070"/>
                    </a:lnTo>
                    <a:lnTo>
                      <a:pt x="149" y="6717"/>
                    </a:lnTo>
                    <a:lnTo>
                      <a:pt x="224" y="7413"/>
                    </a:lnTo>
                    <a:lnTo>
                      <a:pt x="448" y="8781"/>
                    </a:lnTo>
                    <a:lnTo>
                      <a:pt x="721" y="10149"/>
                    </a:lnTo>
                    <a:lnTo>
                      <a:pt x="1020" y="11467"/>
                    </a:lnTo>
                    <a:lnTo>
                      <a:pt x="1343" y="12736"/>
                    </a:lnTo>
                    <a:lnTo>
                      <a:pt x="1642" y="13880"/>
                    </a:lnTo>
                    <a:lnTo>
                      <a:pt x="1940" y="14900"/>
                    </a:lnTo>
                    <a:lnTo>
                      <a:pt x="2413" y="16392"/>
                    </a:lnTo>
                    <a:lnTo>
                      <a:pt x="2587" y="16964"/>
                    </a:lnTo>
                    <a:lnTo>
                      <a:pt x="5945" y="20819"/>
                    </a:lnTo>
                    <a:lnTo>
                      <a:pt x="6367" y="4354"/>
                    </a:lnTo>
                    <a:lnTo>
                      <a:pt x="6243" y="4080"/>
                    </a:lnTo>
                    <a:lnTo>
                      <a:pt x="5895" y="3359"/>
                    </a:lnTo>
                    <a:lnTo>
                      <a:pt x="5646" y="2886"/>
                    </a:lnTo>
                    <a:lnTo>
                      <a:pt x="5348" y="2389"/>
                    </a:lnTo>
                    <a:lnTo>
                      <a:pt x="5024" y="1891"/>
                    </a:lnTo>
                    <a:lnTo>
                      <a:pt x="4651" y="1394"/>
                    </a:lnTo>
                    <a:lnTo>
                      <a:pt x="4253" y="946"/>
                    </a:lnTo>
                    <a:lnTo>
                      <a:pt x="4054" y="747"/>
                    </a:lnTo>
                    <a:lnTo>
                      <a:pt x="3830" y="548"/>
                    </a:lnTo>
                    <a:lnTo>
                      <a:pt x="3607" y="399"/>
                    </a:lnTo>
                    <a:lnTo>
                      <a:pt x="3383" y="250"/>
                    </a:lnTo>
                    <a:lnTo>
                      <a:pt x="3134" y="125"/>
                    </a:lnTo>
                    <a:lnTo>
                      <a:pt x="2910" y="51"/>
                    </a:lnTo>
                    <a:lnTo>
                      <a:pt x="2661" y="1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155101" y="3728805"/>
                <a:ext cx="947683" cy="464121"/>
              </a:xfrm>
              <a:custGeom>
                <a:avLst/>
                <a:gdLst/>
                <a:ahLst/>
                <a:cxnLst/>
                <a:rect l="l" t="t" r="r" b="b"/>
                <a:pathLst>
                  <a:path w="45965" h="22511" extrusionOk="0">
                    <a:moveTo>
                      <a:pt x="1294" y="1"/>
                    </a:moveTo>
                    <a:lnTo>
                      <a:pt x="697" y="3682"/>
                    </a:lnTo>
                    <a:lnTo>
                      <a:pt x="348" y="5671"/>
                    </a:lnTo>
                    <a:lnTo>
                      <a:pt x="0" y="7661"/>
                    </a:lnTo>
                    <a:lnTo>
                      <a:pt x="1766" y="9751"/>
                    </a:lnTo>
                    <a:lnTo>
                      <a:pt x="3532" y="11815"/>
                    </a:lnTo>
                    <a:lnTo>
                      <a:pt x="5273" y="13755"/>
                    </a:lnTo>
                    <a:lnTo>
                      <a:pt x="6940" y="15571"/>
                    </a:lnTo>
                    <a:lnTo>
                      <a:pt x="8482" y="17187"/>
                    </a:lnTo>
                    <a:lnTo>
                      <a:pt x="9203" y="17909"/>
                    </a:lnTo>
                    <a:lnTo>
                      <a:pt x="9875" y="18555"/>
                    </a:lnTo>
                    <a:lnTo>
                      <a:pt x="10471" y="19127"/>
                    </a:lnTo>
                    <a:lnTo>
                      <a:pt x="11044" y="19600"/>
                    </a:lnTo>
                    <a:lnTo>
                      <a:pt x="11516" y="19998"/>
                    </a:lnTo>
                    <a:lnTo>
                      <a:pt x="11964" y="20296"/>
                    </a:lnTo>
                    <a:lnTo>
                      <a:pt x="12337" y="20545"/>
                    </a:lnTo>
                    <a:lnTo>
                      <a:pt x="12760" y="20744"/>
                    </a:lnTo>
                    <a:lnTo>
                      <a:pt x="13183" y="20968"/>
                    </a:lnTo>
                    <a:lnTo>
                      <a:pt x="13605" y="21142"/>
                    </a:lnTo>
                    <a:lnTo>
                      <a:pt x="14053" y="21316"/>
                    </a:lnTo>
                    <a:lnTo>
                      <a:pt x="14501" y="21465"/>
                    </a:lnTo>
                    <a:lnTo>
                      <a:pt x="15396" y="21739"/>
                    </a:lnTo>
                    <a:lnTo>
                      <a:pt x="16316" y="21963"/>
                    </a:lnTo>
                    <a:lnTo>
                      <a:pt x="17237" y="22137"/>
                    </a:lnTo>
                    <a:lnTo>
                      <a:pt x="18132" y="22261"/>
                    </a:lnTo>
                    <a:lnTo>
                      <a:pt x="19003" y="22361"/>
                    </a:lnTo>
                    <a:lnTo>
                      <a:pt x="19823" y="22435"/>
                    </a:lnTo>
                    <a:lnTo>
                      <a:pt x="20570" y="22460"/>
                    </a:lnTo>
                    <a:lnTo>
                      <a:pt x="21241" y="22485"/>
                    </a:lnTo>
                    <a:lnTo>
                      <a:pt x="21838" y="22510"/>
                    </a:lnTo>
                    <a:lnTo>
                      <a:pt x="22659" y="22485"/>
                    </a:lnTo>
                    <a:lnTo>
                      <a:pt x="22982" y="22460"/>
                    </a:lnTo>
                    <a:lnTo>
                      <a:pt x="23281" y="22485"/>
                    </a:lnTo>
                    <a:lnTo>
                      <a:pt x="24126" y="22510"/>
                    </a:lnTo>
                    <a:lnTo>
                      <a:pt x="24698" y="22485"/>
                    </a:lnTo>
                    <a:lnTo>
                      <a:pt x="25370" y="22460"/>
                    </a:lnTo>
                    <a:lnTo>
                      <a:pt x="26141" y="22435"/>
                    </a:lnTo>
                    <a:lnTo>
                      <a:pt x="26937" y="22361"/>
                    </a:lnTo>
                    <a:lnTo>
                      <a:pt x="27807" y="22261"/>
                    </a:lnTo>
                    <a:lnTo>
                      <a:pt x="28703" y="22137"/>
                    </a:lnTo>
                    <a:lnTo>
                      <a:pt x="29623" y="21963"/>
                    </a:lnTo>
                    <a:lnTo>
                      <a:pt x="30543" y="21739"/>
                    </a:lnTo>
                    <a:lnTo>
                      <a:pt x="31464" y="21465"/>
                    </a:lnTo>
                    <a:lnTo>
                      <a:pt x="31911" y="21316"/>
                    </a:lnTo>
                    <a:lnTo>
                      <a:pt x="32334" y="21142"/>
                    </a:lnTo>
                    <a:lnTo>
                      <a:pt x="32782" y="20968"/>
                    </a:lnTo>
                    <a:lnTo>
                      <a:pt x="33205" y="20744"/>
                    </a:lnTo>
                    <a:lnTo>
                      <a:pt x="33603" y="20545"/>
                    </a:lnTo>
                    <a:lnTo>
                      <a:pt x="34001" y="20296"/>
                    </a:lnTo>
                    <a:lnTo>
                      <a:pt x="34423" y="19998"/>
                    </a:lnTo>
                    <a:lnTo>
                      <a:pt x="34921" y="19600"/>
                    </a:lnTo>
                    <a:lnTo>
                      <a:pt x="35468" y="19127"/>
                    </a:lnTo>
                    <a:lnTo>
                      <a:pt x="36090" y="18555"/>
                    </a:lnTo>
                    <a:lnTo>
                      <a:pt x="36737" y="17909"/>
                    </a:lnTo>
                    <a:lnTo>
                      <a:pt x="37458" y="17187"/>
                    </a:lnTo>
                    <a:lnTo>
                      <a:pt x="39000" y="15571"/>
                    </a:lnTo>
                    <a:lnTo>
                      <a:pt x="40666" y="13755"/>
                    </a:lnTo>
                    <a:lnTo>
                      <a:pt x="42407" y="11815"/>
                    </a:lnTo>
                    <a:lnTo>
                      <a:pt x="44173" y="9751"/>
                    </a:lnTo>
                    <a:lnTo>
                      <a:pt x="45964" y="7661"/>
                    </a:lnTo>
                    <a:lnTo>
                      <a:pt x="45591" y="5671"/>
                    </a:lnTo>
                    <a:lnTo>
                      <a:pt x="45243" y="3682"/>
                    </a:lnTo>
                    <a:lnTo>
                      <a:pt x="44646" y="1"/>
                    </a:lnTo>
                    <a:lnTo>
                      <a:pt x="43029" y="1891"/>
                    </a:lnTo>
                    <a:lnTo>
                      <a:pt x="41437" y="3707"/>
                    </a:lnTo>
                    <a:lnTo>
                      <a:pt x="39871" y="5423"/>
                    </a:lnTo>
                    <a:lnTo>
                      <a:pt x="38403" y="6990"/>
                    </a:lnTo>
                    <a:lnTo>
                      <a:pt x="37060" y="8383"/>
                    </a:lnTo>
                    <a:lnTo>
                      <a:pt x="36438" y="9004"/>
                    </a:lnTo>
                    <a:lnTo>
                      <a:pt x="35841" y="9576"/>
                    </a:lnTo>
                    <a:lnTo>
                      <a:pt x="35319" y="10049"/>
                    </a:lnTo>
                    <a:lnTo>
                      <a:pt x="34821" y="10472"/>
                    </a:lnTo>
                    <a:lnTo>
                      <a:pt x="34374" y="10820"/>
                    </a:lnTo>
                    <a:lnTo>
                      <a:pt x="34001" y="11094"/>
                    </a:lnTo>
                    <a:lnTo>
                      <a:pt x="33603" y="11342"/>
                    </a:lnTo>
                    <a:lnTo>
                      <a:pt x="33205" y="11541"/>
                    </a:lnTo>
                    <a:lnTo>
                      <a:pt x="32782" y="11740"/>
                    </a:lnTo>
                    <a:lnTo>
                      <a:pt x="32334" y="11939"/>
                    </a:lnTo>
                    <a:lnTo>
                      <a:pt x="31911" y="12113"/>
                    </a:lnTo>
                    <a:lnTo>
                      <a:pt x="31464" y="12263"/>
                    </a:lnTo>
                    <a:lnTo>
                      <a:pt x="30543" y="12536"/>
                    </a:lnTo>
                    <a:lnTo>
                      <a:pt x="29623" y="12760"/>
                    </a:lnTo>
                    <a:lnTo>
                      <a:pt x="28703" y="12934"/>
                    </a:lnTo>
                    <a:lnTo>
                      <a:pt x="27807" y="13059"/>
                    </a:lnTo>
                    <a:lnTo>
                      <a:pt x="26937" y="13158"/>
                    </a:lnTo>
                    <a:lnTo>
                      <a:pt x="26141" y="13233"/>
                    </a:lnTo>
                    <a:lnTo>
                      <a:pt x="25370" y="13258"/>
                    </a:lnTo>
                    <a:lnTo>
                      <a:pt x="24698" y="13282"/>
                    </a:lnTo>
                    <a:lnTo>
                      <a:pt x="23281" y="13282"/>
                    </a:lnTo>
                    <a:lnTo>
                      <a:pt x="22982" y="13258"/>
                    </a:lnTo>
                    <a:lnTo>
                      <a:pt x="22659" y="13282"/>
                    </a:lnTo>
                    <a:lnTo>
                      <a:pt x="21241" y="13282"/>
                    </a:lnTo>
                    <a:lnTo>
                      <a:pt x="20570" y="13258"/>
                    </a:lnTo>
                    <a:lnTo>
                      <a:pt x="19823" y="13233"/>
                    </a:lnTo>
                    <a:lnTo>
                      <a:pt x="19003" y="13158"/>
                    </a:lnTo>
                    <a:lnTo>
                      <a:pt x="18132" y="13059"/>
                    </a:lnTo>
                    <a:lnTo>
                      <a:pt x="17237" y="12934"/>
                    </a:lnTo>
                    <a:lnTo>
                      <a:pt x="16316" y="12760"/>
                    </a:lnTo>
                    <a:lnTo>
                      <a:pt x="15396" y="12536"/>
                    </a:lnTo>
                    <a:lnTo>
                      <a:pt x="14501" y="12263"/>
                    </a:lnTo>
                    <a:lnTo>
                      <a:pt x="14053" y="12113"/>
                    </a:lnTo>
                    <a:lnTo>
                      <a:pt x="13605" y="11939"/>
                    </a:lnTo>
                    <a:lnTo>
                      <a:pt x="13183" y="11740"/>
                    </a:lnTo>
                    <a:lnTo>
                      <a:pt x="12760" y="11541"/>
                    </a:lnTo>
                    <a:lnTo>
                      <a:pt x="12337" y="11342"/>
                    </a:lnTo>
                    <a:lnTo>
                      <a:pt x="11964" y="11094"/>
                    </a:lnTo>
                    <a:lnTo>
                      <a:pt x="11566" y="10820"/>
                    </a:lnTo>
                    <a:lnTo>
                      <a:pt x="11143" y="10472"/>
                    </a:lnTo>
                    <a:lnTo>
                      <a:pt x="10646" y="10049"/>
                    </a:lnTo>
                    <a:lnTo>
                      <a:pt x="10098" y="9576"/>
                    </a:lnTo>
                    <a:lnTo>
                      <a:pt x="9526" y="9004"/>
                    </a:lnTo>
                    <a:lnTo>
                      <a:pt x="8880" y="8383"/>
                    </a:lnTo>
                    <a:lnTo>
                      <a:pt x="7537" y="6990"/>
                    </a:lnTo>
                    <a:lnTo>
                      <a:pt x="6069" y="5423"/>
                    </a:lnTo>
                    <a:lnTo>
                      <a:pt x="4527" y="3707"/>
                    </a:lnTo>
                    <a:lnTo>
                      <a:pt x="2910" y="1891"/>
                    </a:lnTo>
                    <a:lnTo>
                      <a:pt x="129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097661" y="2136021"/>
                <a:ext cx="1062049" cy="738993"/>
              </a:xfrm>
              <a:custGeom>
                <a:avLst/>
                <a:gdLst/>
                <a:ahLst/>
                <a:cxnLst/>
                <a:rect l="l" t="t" r="r" b="b"/>
                <a:pathLst>
                  <a:path w="51512" h="35843" extrusionOk="0">
                    <a:moveTo>
                      <a:pt x="24450" y="1"/>
                    </a:moveTo>
                    <a:lnTo>
                      <a:pt x="23530" y="51"/>
                    </a:lnTo>
                    <a:lnTo>
                      <a:pt x="22410" y="125"/>
                    </a:lnTo>
                    <a:lnTo>
                      <a:pt x="21067" y="274"/>
                    </a:lnTo>
                    <a:lnTo>
                      <a:pt x="20346" y="399"/>
                    </a:lnTo>
                    <a:lnTo>
                      <a:pt x="19600" y="523"/>
                    </a:lnTo>
                    <a:lnTo>
                      <a:pt x="18804" y="672"/>
                    </a:lnTo>
                    <a:lnTo>
                      <a:pt x="17983" y="847"/>
                    </a:lnTo>
                    <a:lnTo>
                      <a:pt x="17162" y="1046"/>
                    </a:lnTo>
                    <a:lnTo>
                      <a:pt x="16292" y="1269"/>
                    </a:lnTo>
                    <a:lnTo>
                      <a:pt x="15421" y="1543"/>
                    </a:lnTo>
                    <a:lnTo>
                      <a:pt x="14526" y="1841"/>
                    </a:lnTo>
                    <a:lnTo>
                      <a:pt x="13606" y="2190"/>
                    </a:lnTo>
                    <a:lnTo>
                      <a:pt x="12710" y="2563"/>
                    </a:lnTo>
                    <a:lnTo>
                      <a:pt x="11790" y="2986"/>
                    </a:lnTo>
                    <a:lnTo>
                      <a:pt x="10895" y="3433"/>
                    </a:lnTo>
                    <a:lnTo>
                      <a:pt x="9974" y="3931"/>
                    </a:lnTo>
                    <a:lnTo>
                      <a:pt x="9079" y="4478"/>
                    </a:lnTo>
                    <a:lnTo>
                      <a:pt x="8208" y="5100"/>
                    </a:lnTo>
                    <a:lnTo>
                      <a:pt x="7338" y="5746"/>
                    </a:lnTo>
                    <a:lnTo>
                      <a:pt x="6492" y="6443"/>
                    </a:lnTo>
                    <a:lnTo>
                      <a:pt x="5671" y="7189"/>
                    </a:lnTo>
                    <a:lnTo>
                      <a:pt x="5273" y="7587"/>
                    </a:lnTo>
                    <a:lnTo>
                      <a:pt x="4875" y="8010"/>
                    </a:lnTo>
                    <a:lnTo>
                      <a:pt x="4478" y="8433"/>
                    </a:lnTo>
                    <a:lnTo>
                      <a:pt x="4104" y="8880"/>
                    </a:lnTo>
                    <a:lnTo>
                      <a:pt x="3731" y="9328"/>
                    </a:lnTo>
                    <a:lnTo>
                      <a:pt x="3383" y="9801"/>
                    </a:lnTo>
                    <a:lnTo>
                      <a:pt x="3010" y="10298"/>
                    </a:lnTo>
                    <a:lnTo>
                      <a:pt x="2687" y="10796"/>
                    </a:lnTo>
                    <a:lnTo>
                      <a:pt x="2339" y="11318"/>
                    </a:lnTo>
                    <a:lnTo>
                      <a:pt x="2040" y="11865"/>
                    </a:lnTo>
                    <a:lnTo>
                      <a:pt x="1717" y="12412"/>
                    </a:lnTo>
                    <a:lnTo>
                      <a:pt x="1418" y="12984"/>
                    </a:lnTo>
                    <a:lnTo>
                      <a:pt x="1070" y="13755"/>
                    </a:lnTo>
                    <a:lnTo>
                      <a:pt x="772" y="14502"/>
                    </a:lnTo>
                    <a:lnTo>
                      <a:pt x="523" y="15273"/>
                    </a:lnTo>
                    <a:lnTo>
                      <a:pt x="299" y="16019"/>
                    </a:lnTo>
                    <a:lnTo>
                      <a:pt x="150" y="16765"/>
                    </a:lnTo>
                    <a:lnTo>
                      <a:pt x="50" y="17536"/>
                    </a:lnTo>
                    <a:lnTo>
                      <a:pt x="1" y="18282"/>
                    </a:lnTo>
                    <a:lnTo>
                      <a:pt x="25" y="19028"/>
                    </a:lnTo>
                    <a:lnTo>
                      <a:pt x="75" y="19774"/>
                    </a:lnTo>
                    <a:lnTo>
                      <a:pt x="175" y="20496"/>
                    </a:lnTo>
                    <a:lnTo>
                      <a:pt x="324" y="21242"/>
                    </a:lnTo>
                    <a:lnTo>
                      <a:pt x="548" y="21963"/>
                    </a:lnTo>
                    <a:lnTo>
                      <a:pt x="796" y="22685"/>
                    </a:lnTo>
                    <a:lnTo>
                      <a:pt x="1120" y="23431"/>
                    </a:lnTo>
                    <a:lnTo>
                      <a:pt x="1468" y="24127"/>
                    </a:lnTo>
                    <a:lnTo>
                      <a:pt x="1891" y="24848"/>
                    </a:lnTo>
                    <a:lnTo>
                      <a:pt x="2289" y="25445"/>
                    </a:lnTo>
                    <a:lnTo>
                      <a:pt x="2687" y="26017"/>
                    </a:lnTo>
                    <a:lnTo>
                      <a:pt x="3134" y="26589"/>
                    </a:lnTo>
                    <a:lnTo>
                      <a:pt x="3607" y="27162"/>
                    </a:lnTo>
                    <a:lnTo>
                      <a:pt x="4129" y="27709"/>
                    </a:lnTo>
                    <a:lnTo>
                      <a:pt x="4652" y="28231"/>
                    </a:lnTo>
                    <a:lnTo>
                      <a:pt x="5199" y="28753"/>
                    </a:lnTo>
                    <a:lnTo>
                      <a:pt x="5796" y="29251"/>
                    </a:lnTo>
                    <a:lnTo>
                      <a:pt x="6393" y="29748"/>
                    </a:lnTo>
                    <a:lnTo>
                      <a:pt x="7039" y="30221"/>
                    </a:lnTo>
                    <a:lnTo>
                      <a:pt x="7686" y="30669"/>
                    </a:lnTo>
                    <a:lnTo>
                      <a:pt x="8358" y="31116"/>
                    </a:lnTo>
                    <a:lnTo>
                      <a:pt x="9054" y="31564"/>
                    </a:lnTo>
                    <a:lnTo>
                      <a:pt x="9750" y="31962"/>
                    </a:lnTo>
                    <a:lnTo>
                      <a:pt x="10472" y="32360"/>
                    </a:lnTo>
                    <a:lnTo>
                      <a:pt x="11218" y="32733"/>
                    </a:lnTo>
                    <a:lnTo>
                      <a:pt x="11989" y="33081"/>
                    </a:lnTo>
                    <a:lnTo>
                      <a:pt x="12760" y="33429"/>
                    </a:lnTo>
                    <a:lnTo>
                      <a:pt x="13556" y="33753"/>
                    </a:lnTo>
                    <a:lnTo>
                      <a:pt x="14352" y="34051"/>
                    </a:lnTo>
                    <a:lnTo>
                      <a:pt x="15148" y="34325"/>
                    </a:lnTo>
                    <a:lnTo>
                      <a:pt x="15969" y="34574"/>
                    </a:lnTo>
                    <a:lnTo>
                      <a:pt x="16814" y="34797"/>
                    </a:lnTo>
                    <a:lnTo>
                      <a:pt x="17635" y="35021"/>
                    </a:lnTo>
                    <a:lnTo>
                      <a:pt x="18481" y="35195"/>
                    </a:lnTo>
                    <a:lnTo>
                      <a:pt x="19326" y="35369"/>
                    </a:lnTo>
                    <a:lnTo>
                      <a:pt x="20197" y="35519"/>
                    </a:lnTo>
                    <a:lnTo>
                      <a:pt x="21042" y="35618"/>
                    </a:lnTo>
                    <a:lnTo>
                      <a:pt x="21888" y="35718"/>
                    </a:lnTo>
                    <a:lnTo>
                      <a:pt x="22759" y="35792"/>
                    </a:lnTo>
                    <a:lnTo>
                      <a:pt x="23629" y="35817"/>
                    </a:lnTo>
                    <a:lnTo>
                      <a:pt x="24475" y="35842"/>
                    </a:lnTo>
                    <a:lnTo>
                      <a:pt x="25097" y="35817"/>
                    </a:lnTo>
                    <a:lnTo>
                      <a:pt x="25694" y="35817"/>
                    </a:lnTo>
                    <a:lnTo>
                      <a:pt x="25768" y="35792"/>
                    </a:lnTo>
                    <a:lnTo>
                      <a:pt x="25843" y="35817"/>
                    </a:lnTo>
                    <a:lnTo>
                      <a:pt x="26440" y="35817"/>
                    </a:lnTo>
                    <a:lnTo>
                      <a:pt x="27037" y="35842"/>
                    </a:lnTo>
                    <a:lnTo>
                      <a:pt x="27907" y="35817"/>
                    </a:lnTo>
                    <a:lnTo>
                      <a:pt x="28753" y="35792"/>
                    </a:lnTo>
                    <a:lnTo>
                      <a:pt x="29623" y="35718"/>
                    </a:lnTo>
                    <a:lnTo>
                      <a:pt x="30469" y="35618"/>
                    </a:lnTo>
                    <a:lnTo>
                      <a:pt x="31340" y="35519"/>
                    </a:lnTo>
                    <a:lnTo>
                      <a:pt x="32185" y="35369"/>
                    </a:lnTo>
                    <a:lnTo>
                      <a:pt x="33031" y="35195"/>
                    </a:lnTo>
                    <a:lnTo>
                      <a:pt x="33877" y="35021"/>
                    </a:lnTo>
                    <a:lnTo>
                      <a:pt x="34722" y="34797"/>
                    </a:lnTo>
                    <a:lnTo>
                      <a:pt x="35543" y="34574"/>
                    </a:lnTo>
                    <a:lnTo>
                      <a:pt x="36364" y="34325"/>
                    </a:lnTo>
                    <a:lnTo>
                      <a:pt x="37185" y="34051"/>
                    </a:lnTo>
                    <a:lnTo>
                      <a:pt x="37981" y="33753"/>
                    </a:lnTo>
                    <a:lnTo>
                      <a:pt x="38752" y="33429"/>
                    </a:lnTo>
                    <a:lnTo>
                      <a:pt x="39523" y="33081"/>
                    </a:lnTo>
                    <a:lnTo>
                      <a:pt x="40294" y="32733"/>
                    </a:lnTo>
                    <a:lnTo>
                      <a:pt x="41040" y="32360"/>
                    </a:lnTo>
                    <a:lnTo>
                      <a:pt x="41761" y="31962"/>
                    </a:lnTo>
                    <a:lnTo>
                      <a:pt x="42482" y="31564"/>
                    </a:lnTo>
                    <a:lnTo>
                      <a:pt x="43179" y="31116"/>
                    </a:lnTo>
                    <a:lnTo>
                      <a:pt x="43850" y="30693"/>
                    </a:lnTo>
                    <a:lnTo>
                      <a:pt x="44497" y="30221"/>
                    </a:lnTo>
                    <a:lnTo>
                      <a:pt x="45119" y="29748"/>
                    </a:lnTo>
                    <a:lnTo>
                      <a:pt x="45716" y="29251"/>
                    </a:lnTo>
                    <a:lnTo>
                      <a:pt x="46313" y="28753"/>
                    </a:lnTo>
                    <a:lnTo>
                      <a:pt x="46860" y="28231"/>
                    </a:lnTo>
                    <a:lnTo>
                      <a:pt x="47407" y="27709"/>
                    </a:lnTo>
                    <a:lnTo>
                      <a:pt x="47905" y="27162"/>
                    </a:lnTo>
                    <a:lnTo>
                      <a:pt x="48377" y="26589"/>
                    </a:lnTo>
                    <a:lnTo>
                      <a:pt x="48825" y="26017"/>
                    </a:lnTo>
                    <a:lnTo>
                      <a:pt x="49248" y="25445"/>
                    </a:lnTo>
                    <a:lnTo>
                      <a:pt x="49621" y="24848"/>
                    </a:lnTo>
                    <a:lnTo>
                      <a:pt x="50044" y="24152"/>
                    </a:lnTo>
                    <a:lnTo>
                      <a:pt x="50417" y="23431"/>
                    </a:lnTo>
                    <a:lnTo>
                      <a:pt x="50715" y="22709"/>
                    </a:lnTo>
                    <a:lnTo>
                      <a:pt x="50989" y="21963"/>
                    </a:lnTo>
                    <a:lnTo>
                      <a:pt x="51188" y="21242"/>
                    </a:lnTo>
                    <a:lnTo>
                      <a:pt x="51337" y="20496"/>
                    </a:lnTo>
                    <a:lnTo>
                      <a:pt x="51461" y="19774"/>
                    </a:lnTo>
                    <a:lnTo>
                      <a:pt x="51511" y="19028"/>
                    </a:lnTo>
                    <a:lnTo>
                      <a:pt x="51511" y="18282"/>
                    </a:lnTo>
                    <a:lnTo>
                      <a:pt x="51461" y="17536"/>
                    </a:lnTo>
                    <a:lnTo>
                      <a:pt x="51362" y="16765"/>
                    </a:lnTo>
                    <a:lnTo>
                      <a:pt x="51213" y="16019"/>
                    </a:lnTo>
                    <a:lnTo>
                      <a:pt x="51014" y="15273"/>
                    </a:lnTo>
                    <a:lnTo>
                      <a:pt x="50765" y="14502"/>
                    </a:lnTo>
                    <a:lnTo>
                      <a:pt x="50442" y="13755"/>
                    </a:lnTo>
                    <a:lnTo>
                      <a:pt x="50093" y="12984"/>
                    </a:lnTo>
                    <a:lnTo>
                      <a:pt x="49795" y="12412"/>
                    </a:lnTo>
                    <a:lnTo>
                      <a:pt x="49496" y="11865"/>
                    </a:lnTo>
                    <a:lnTo>
                      <a:pt x="49173" y="11318"/>
                    </a:lnTo>
                    <a:lnTo>
                      <a:pt x="48850" y="10796"/>
                    </a:lnTo>
                    <a:lnTo>
                      <a:pt x="48502" y="10298"/>
                    </a:lnTo>
                    <a:lnTo>
                      <a:pt x="48153" y="9801"/>
                    </a:lnTo>
                    <a:lnTo>
                      <a:pt x="47780" y="9328"/>
                    </a:lnTo>
                    <a:lnTo>
                      <a:pt x="47407" y="8880"/>
                    </a:lnTo>
                    <a:lnTo>
                      <a:pt x="47034" y="8433"/>
                    </a:lnTo>
                    <a:lnTo>
                      <a:pt x="46661" y="8010"/>
                    </a:lnTo>
                    <a:lnTo>
                      <a:pt x="46263" y="7587"/>
                    </a:lnTo>
                    <a:lnTo>
                      <a:pt x="45865" y="7189"/>
                    </a:lnTo>
                    <a:lnTo>
                      <a:pt x="45044" y="6443"/>
                    </a:lnTo>
                    <a:lnTo>
                      <a:pt x="44174" y="5746"/>
                    </a:lnTo>
                    <a:lnTo>
                      <a:pt x="43328" y="5100"/>
                    </a:lnTo>
                    <a:lnTo>
                      <a:pt x="42433" y="4478"/>
                    </a:lnTo>
                    <a:lnTo>
                      <a:pt x="41537" y="3931"/>
                    </a:lnTo>
                    <a:lnTo>
                      <a:pt x="40642" y="3433"/>
                    </a:lnTo>
                    <a:lnTo>
                      <a:pt x="39722" y="2986"/>
                    </a:lnTo>
                    <a:lnTo>
                      <a:pt x="38826" y="2563"/>
                    </a:lnTo>
                    <a:lnTo>
                      <a:pt x="37906" y="2190"/>
                    </a:lnTo>
                    <a:lnTo>
                      <a:pt x="37011" y="1841"/>
                    </a:lnTo>
                    <a:lnTo>
                      <a:pt x="36115" y="1543"/>
                    </a:lnTo>
                    <a:lnTo>
                      <a:pt x="35220" y="1269"/>
                    </a:lnTo>
                    <a:lnTo>
                      <a:pt x="34374" y="1046"/>
                    </a:lnTo>
                    <a:lnTo>
                      <a:pt x="33528" y="847"/>
                    </a:lnTo>
                    <a:lnTo>
                      <a:pt x="32708" y="672"/>
                    </a:lnTo>
                    <a:lnTo>
                      <a:pt x="31912" y="523"/>
                    </a:lnTo>
                    <a:lnTo>
                      <a:pt x="31166" y="399"/>
                    </a:lnTo>
                    <a:lnTo>
                      <a:pt x="30444" y="274"/>
                    </a:lnTo>
                    <a:lnTo>
                      <a:pt x="29126" y="125"/>
                    </a:lnTo>
                    <a:lnTo>
                      <a:pt x="27982" y="51"/>
                    </a:lnTo>
                    <a:lnTo>
                      <a:pt x="270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636107" y="2307826"/>
                <a:ext cx="421030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1" h="22361" extrusionOk="0">
                    <a:moveTo>
                      <a:pt x="14874" y="0"/>
                    </a:moveTo>
                    <a:lnTo>
                      <a:pt x="14899" y="274"/>
                    </a:lnTo>
                    <a:lnTo>
                      <a:pt x="14899" y="572"/>
                    </a:lnTo>
                    <a:lnTo>
                      <a:pt x="14874" y="871"/>
                    </a:lnTo>
                    <a:lnTo>
                      <a:pt x="14799" y="1144"/>
                    </a:lnTo>
                    <a:lnTo>
                      <a:pt x="14725" y="1443"/>
                    </a:lnTo>
                    <a:lnTo>
                      <a:pt x="14625" y="1716"/>
                    </a:lnTo>
                    <a:lnTo>
                      <a:pt x="14526" y="1965"/>
                    </a:lnTo>
                    <a:lnTo>
                      <a:pt x="14377" y="2214"/>
                    </a:lnTo>
                    <a:lnTo>
                      <a:pt x="14153" y="2537"/>
                    </a:lnTo>
                    <a:lnTo>
                      <a:pt x="14775" y="2736"/>
                    </a:lnTo>
                    <a:lnTo>
                      <a:pt x="15347" y="2960"/>
                    </a:lnTo>
                    <a:lnTo>
                      <a:pt x="15919" y="3258"/>
                    </a:lnTo>
                    <a:lnTo>
                      <a:pt x="16441" y="3582"/>
                    </a:lnTo>
                    <a:lnTo>
                      <a:pt x="16938" y="3930"/>
                    </a:lnTo>
                    <a:lnTo>
                      <a:pt x="17411" y="4328"/>
                    </a:lnTo>
                    <a:lnTo>
                      <a:pt x="17834" y="4751"/>
                    </a:lnTo>
                    <a:lnTo>
                      <a:pt x="18207" y="5223"/>
                    </a:lnTo>
                    <a:lnTo>
                      <a:pt x="18257" y="5348"/>
                    </a:lnTo>
                    <a:lnTo>
                      <a:pt x="18257" y="5472"/>
                    </a:lnTo>
                    <a:lnTo>
                      <a:pt x="18232" y="5596"/>
                    </a:lnTo>
                    <a:lnTo>
                      <a:pt x="18132" y="5721"/>
                    </a:lnTo>
                    <a:lnTo>
                      <a:pt x="18033" y="5771"/>
                    </a:lnTo>
                    <a:lnTo>
                      <a:pt x="17834" y="5771"/>
                    </a:lnTo>
                    <a:lnTo>
                      <a:pt x="17759" y="5746"/>
                    </a:lnTo>
                    <a:lnTo>
                      <a:pt x="17685" y="5696"/>
                    </a:lnTo>
                    <a:lnTo>
                      <a:pt x="17635" y="5621"/>
                    </a:lnTo>
                    <a:lnTo>
                      <a:pt x="17262" y="5198"/>
                    </a:lnTo>
                    <a:lnTo>
                      <a:pt x="16864" y="4776"/>
                    </a:lnTo>
                    <a:lnTo>
                      <a:pt x="16416" y="4403"/>
                    </a:lnTo>
                    <a:lnTo>
                      <a:pt x="15919" y="4079"/>
                    </a:lnTo>
                    <a:lnTo>
                      <a:pt x="15396" y="3781"/>
                    </a:lnTo>
                    <a:lnTo>
                      <a:pt x="14849" y="3507"/>
                    </a:lnTo>
                    <a:lnTo>
                      <a:pt x="14252" y="3308"/>
                    </a:lnTo>
                    <a:lnTo>
                      <a:pt x="13655" y="3134"/>
                    </a:lnTo>
                    <a:lnTo>
                      <a:pt x="13158" y="3607"/>
                    </a:lnTo>
                    <a:lnTo>
                      <a:pt x="12660" y="4079"/>
                    </a:lnTo>
                    <a:lnTo>
                      <a:pt x="12461" y="4253"/>
                    </a:lnTo>
                    <a:lnTo>
                      <a:pt x="11989" y="4676"/>
                    </a:lnTo>
                    <a:lnTo>
                      <a:pt x="11566" y="5149"/>
                    </a:lnTo>
                    <a:lnTo>
                      <a:pt x="11367" y="5373"/>
                    </a:lnTo>
                    <a:lnTo>
                      <a:pt x="11168" y="5646"/>
                    </a:lnTo>
                    <a:lnTo>
                      <a:pt x="11019" y="5895"/>
                    </a:lnTo>
                    <a:lnTo>
                      <a:pt x="10895" y="6169"/>
                    </a:lnTo>
                    <a:lnTo>
                      <a:pt x="10820" y="6367"/>
                    </a:lnTo>
                    <a:lnTo>
                      <a:pt x="10770" y="6591"/>
                    </a:lnTo>
                    <a:lnTo>
                      <a:pt x="10696" y="7014"/>
                    </a:lnTo>
                    <a:lnTo>
                      <a:pt x="10646" y="7462"/>
                    </a:lnTo>
                    <a:lnTo>
                      <a:pt x="10621" y="7934"/>
                    </a:lnTo>
                    <a:lnTo>
                      <a:pt x="10621" y="8009"/>
                    </a:lnTo>
                    <a:lnTo>
                      <a:pt x="11143" y="8059"/>
                    </a:lnTo>
                    <a:lnTo>
                      <a:pt x="11666" y="8158"/>
                    </a:lnTo>
                    <a:lnTo>
                      <a:pt x="12188" y="8332"/>
                    </a:lnTo>
                    <a:lnTo>
                      <a:pt x="12660" y="8531"/>
                    </a:lnTo>
                    <a:lnTo>
                      <a:pt x="13108" y="8805"/>
                    </a:lnTo>
                    <a:lnTo>
                      <a:pt x="13506" y="9103"/>
                    </a:lnTo>
                    <a:lnTo>
                      <a:pt x="13705" y="9278"/>
                    </a:lnTo>
                    <a:lnTo>
                      <a:pt x="13879" y="9477"/>
                    </a:lnTo>
                    <a:lnTo>
                      <a:pt x="14053" y="9651"/>
                    </a:lnTo>
                    <a:lnTo>
                      <a:pt x="14203" y="9874"/>
                    </a:lnTo>
                    <a:lnTo>
                      <a:pt x="14277" y="9999"/>
                    </a:lnTo>
                    <a:lnTo>
                      <a:pt x="14277" y="10123"/>
                    </a:lnTo>
                    <a:lnTo>
                      <a:pt x="14227" y="10272"/>
                    </a:lnTo>
                    <a:lnTo>
                      <a:pt x="14128" y="10372"/>
                    </a:lnTo>
                    <a:lnTo>
                      <a:pt x="14028" y="10422"/>
                    </a:lnTo>
                    <a:lnTo>
                      <a:pt x="13854" y="10422"/>
                    </a:lnTo>
                    <a:lnTo>
                      <a:pt x="13755" y="10397"/>
                    </a:lnTo>
                    <a:lnTo>
                      <a:pt x="13705" y="10347"/>
                    </a:lnTo>
                    <a:lnTo>
                      <a:pt x="13630" y="10272"/>
                    </a:lnTo>
                    <a:lnTo>
                      <a:pt x="13357" y="9949"/>
                    </a:lnTo>
                    <a:lnTo>
                      <a:pt x="13034" y="9651"/>
                    </a:lnTo>
                    <a:lnTo>
                      <a:pt x="12685" y="9377"/>
                    </a:lnTo>
                    <a:lnTo>
                      <a:pt x="12312" y="9153"/>
                    </a:lnTo>
                    <a:lnTo>
                      <a:pt x="11914" y="8979"/>
                    </a:lnTo>
                    <a:lnTo>
                      <a:pt x="11467" y="8855"/>
                    </a:lnTo>
                    <a:lnTo>
                      <a:pt x="11044" y="8755"/>
                    </a:lnTo>
                    <a:lnTo>
                      <a:pt x="10571" y="8705"/>
                    </a:lnTo>
                    <a:lnTo>
                      <a:pt x="10546" y="9054"/>
                    </a:lnTo>
                    <a:lnTo>
                      <a:pt x="10472" y="9427"/>
                    </a:lnTo>
                    <a:lnTo>
                      <a:pt x="10397" y="9750"/>
                    </a:lnTo>
                    <a:lnTo>
                      <a:pt x="10273" y="10049"/>
                    </a:lnTo>
                    <a:lnTo>
                      <a:pt x="10123" y="10347"/>
                    </a:lnTo>
                    <a:lnTo>
                      <a:pt x="9949" y="10646"/>
                    </a:lnTo>
                    <a:lnTo>
                      <a:pt x="9750" y="10919"/>
                    </a:lnTo>
                    <a:lnTo>
                      <a:pt x="9527" y="11193"/>
                    </a:lnTo>
                    <a:lnTo>
                      <a:pt x="9278" y="11466"/>
                    </a:lnTo>
                    <a:lnTo>
                      <a:pt x="9029" y="11715"/>
                    </a:lnTo>
                    <a:lnTo>
                      <a:pt x="9228" y="12063"/>
                    </a:lnTo>
                    <a:lnTo>
                      <a:pt x="9452" y="12411"/>
                    </a:lnTo>
                    <a:lnTo>
                      <a:pt x="9726" y="12735"/>
                    </a:lnTo>
                    <a:lnTo>
                      <a:pt x="10024" y="13033"/>
                    </a:lnTo>
                    <a:lnTo>
                      <a:pt x="10347" y="13332"/>
                    </a:lnTo>
                    <a:lnTo>
                      <a:pt x="10696" y="13580"/>
                    </a:lnTo>
                    <a:lnTo>
                      <a:pt x="11069" y="13829"/>
                    </a:lnTo>
                    <a:lnTo>
                      <a:pt x="11467" y="14028"/>
                    </a:lnTo>
                    <a:lnTo>
                      <a:pt x="11591" y="14128"/>
                    </a:lnTo>
                    <a:lnTo>
                      <a:pt x="11666" y="14252"/>
                    </a:lnTo>
                    <a:lnTo>
                      <a:pt x="11666" y="14376"/>
                    </a:lnTo>
                    <a:lnTo>
                      <a:pt x="11641" y="14526"/>
                    </a:lnTo>
                    <a:lnTo>
                      <a:pt x="11591" y="14600"/>
                    </a:lnTo>
                    <a:lnTo>
                      <a:pt x="11516" y="14675"/>
                    </a:lnTo>
                    <a:lnTo>
                      <a:pt x="11417" y="14700"/>
                    </a:lnTo>
                    <a:lnTo>
                      <a:pt x="11317" y="14725"/>
                    </a:lnTo>
                    <a:lnTo>
                      <a:pt x="11243" y="14700"/>
                    </a:lnTo>
                    <a:lnTo>
                      <a:pt x="11168" y="14675"/>
                    </a:lnTo>
                    <a:lnTo>
                      <a:pt x="10745" y="14451"/>
                    </a:lnTo>
                    <a:lnTo>
                      <a:pt x="10322" y="14202"/>
                    </a:lnTo>
                    <a:lnTo>
                      <a:pt x="9949" y="13904"/>
                    </a:lnTo>
                    <a:lnTo>
                      <a:pt x="9576" y="13605"/>
                    </a:lnTo>
                    <a:lnTo>
                      <a:pt x="9253" y="13257"/>
                    </a:lnTo>
                    <a:lnTo>
                      <a:pt x="8954" y="12909"/>
                    </a:lnTo>
                    <a:lnTo>
                      <a:pt x="8681" y="12536"/>
                    </a:lnTo>
                    <a:lnTo>
                      <a:pt x="8457" y="12138"/>
                    </a:lnTo>
                    <a:lnTo>
                      <a:pt x="8159" y="12337"/>
                    </a:lnTo>
                    <a:lnTo>
                      <a:pt x="7835" y="12511"/>
                    </a:lnTo>
                    <a:lnTo>
                      <a:pt x="7537" y="12660"/>
                    </a:lnTo>
                    <a:lnTo>
                      <a:pt x="7213" y="12785"/>
                    </a:lnTo>
                    <a:lnTo>
                      <a:pt x="6865" y="12909"/>
                    </a:lnTo>
                    <a:lnTo>
                      <a:pt x="6517" y="13008"/>
                    </a:lnTo>
                    <a:lnTo>
                      <a:pt x="6169" y="13083"/>
                    </a:lnTo>
                    <a:lnTo>
                      <a:pt x="5821" y="13133"/>
                    </a:lnTo>
                    <a:lnTo>
                      <a:pt x="5721" y="13307"/>
                    </a:lnTo>
                    <a:lnTo>
                      <a:pt x="5597" y="13481"/>
                    </a:lnTo>
                    <a:lnTo>
                      <a:pt x="5447" y="13655"/>
                    </a:lnTo>
                    <a:lnTo>
                      <a:pt x="5298" y="13804"/>
                    </a:lnTo>
                    <a:lnTo>
                      <a:pt x="5124" y="13954"/>
                    </a:lnTo>
                    <a:lnTo>
                      <a:pt x="4950" y="14103"/>
                    </a:lnTo>
                    <a:lnTo>
                      <a:pt x="4751" y="14227"/>
                    </a:lnTo>
                    <a:lnTo>
                      <a:pt x="4527" y="14327"/>
                    </a:lnTo>
                    <a:lnTo>
                      <a:pt x="4104" y="14501"/>
                    </a:lnTo>
                    <a:lnTo>
                      <a:pt x="3632" y="14625"/>
                    </a:lnTo>
                    <a:lnTo>
                      <a:pt x="3134" y="14700"/>
                    </a:lnTo>
                    <a:lnTo>
                      <a:pt x="2612" y="14725"/>
                    </a:lnTo>
                    <a:lnTo>
                      <a:pt x="2139" y="14725"/>
                    </a:lnTo>
                    <a:lnTo>
                      <a:pt x="1791" y="14700"/>
                    </a:lnTo>
                    <a:lnTo>
                      <a:pt x="1443" y="14650"/>
                    </a:lnTo>
                    <a:lnTo>
                      <a:pt x="1145" y="14575"/>
                    </a:lnTo>
                    <a:lnTo>
                      <a:pt x="821" y="14501"/>
                    </a:lnTo>
                    <a:lnTo>
                      <a:pt x="548" y="14401"/>
                    </a:lnTo>
                    <a:lnTo>
                      <a:pt x="274" y="14277"/>
                    </a:lnTo>
                    <a:lnTo>
                      <a:pt x="0" y="14153"/>
                    </a:lnTo>
                    <a:lnTo>
                      <a:pt x="0" y="14501"/>
                    </a:lnTo>
                    <a:lnTo>
                      <a:pt x="0" y="14849"/>
                    </a:lnTo>
                    <a:lnTo>
                      <a:pt x="25" y="15222"/>
                    </a:lnTo>
                    <a:lnTo>
                      <a:pt x="75" y="15570"/>
                    </a:lnTo>
                    <a:lnTo>
                      <a:pt x="150" y="15918"/>
                    </a:lnTo>
                    <a:lnTo>
                      <a:pt x="175" y="15943"/>
                    </a:lnTo>
                    <a:lnTo>
                      <a:pt x="349" y="16192"/>
                    </a:lnTo>
                    <a:lnTo>
                      <a:pt x="523" y="16441"/>
                    </a:lnTo>
                    <a:lnTo>
                      <a:pt x="722" y="16640"/>
                    </a:lnTo>
                    <a:lnTo>
                      <a:pt x="946" y="16864"/>
                    </a:lnTo>
                    <a:lnTo>
                      <a:pt x="1169" y="17038"/>
                    </a:lnTo>
                    <a:lnTo>
                      <a:pt x="1393" y="17212"/>
                    </a:lnTo>
                    <a:lnTo>
                      <a:pt x="1642" y="17386"/>
                    </a:lnTo>
                    <a:lnTo>
                      <a:pt x="1891" y="17510"/>
                    </a:lnTo>
                    <a:lnTo>
                      <a:pt x="2139" y="17635"/>
                    </a:lnTo>
                    <a:lnTo>
                      <a:pt x="2388" y="17734"/>
                    </a:lnTo>
                    <a:lnTo>
                      <a:pt x="2662" y="17834"/>
                    </a:lnTo>
                    <a:lnTo>
                      <a:pt x="2910" y="17883"/>
                    </a:lnTo>
                    <a:lnTo>
                      <a:pt x="3184" y="17933"/>
                    </a:lnTo>
                    <a:lnTo>
                      <a:pt x="3458" y="17958"/>
                    </a:lnTo>
                    <a:lnTo>
                      <a:pt x="4129" y="17958"/>
                    </a:lnTo>
                    <a:lnTo>
                      <a:pt x="4229" y="18033"/>
                    </a:lnTo>
                    <a:lnTo>
                      <a:pt x="4328" y="18132"/>
                    </a:lnTo>
                    <a:lnTo>
                      <a:pt x="4378" y="18256"/>
                    </a:lnTo>
                    <a:lnTo>
                      <a:pt x="4353" y="18406"/>
                    </a:lnTo>
                    <a:lnTo>
                      <a:pt x="4303" y="18530"/>
                    </a:lnTo>
                    <a:lnTo>
                      <a:pt x="4204" y="18605"/>
                    </a:lnTo>
                    <a:lnTo>
                      <a:pt x="4055" y="18654"/>
                    </a:lnTo>
                    <a:lnTo>
                      <a:pt x="3607" y="18679"/>
                    </a:lnTo>
                    <a:lnTo>
                      <a:pt x="3209" y="18654"/>
                    </a:lnTo>
                    <a:lnTo>
                      <a:pt x="2836" y="18605"/>
                    </a:lnTo>
                    <a:lnTo>
                      <a:pt x="2463" y="18530"/>
                    </a:lnTo>
                    <a:lnTo>
                      <a:pt x="2115" y="18406"/>
                    </a:lnTo>
                    <a:lnTo>
                      <a:pt x="1741" y="18256"/>
                    </a:lnTo>
                    <a:lnTo>
                      <a:pt x="1393" y="18082"/>
                    </a:lnTo>
                    <a:lnTo>
                      <a:pt x="1070" y="17859"/>
                    </a:lnTo>
                    <a:lnTo>
                      <a:pt x="747" y="17610"/>
                    </a:lnTo>
                    <a:lnTo>
                      <a:pt x="995" y="18107"/>
                    </a:lnTo>
                    <a:lnTo>
                      <a:pt x="1294" y="18555"/>
                    </a:lnTo>
                    <a:lnTo>
                      <a:pt x="1617" y="19003"/>
                    </a:lnTo>
                    <a:lnTo>
                      <a:pt x="1965" y="19425"/>
                    </a:lnTo>
                    <a:lnTo>
                      <a:pt x="2363" y="19823"/>
                    </a:lnTo>
                    <a:lnTo>
                      <a:pt x="2786" y="20197"/>
                    </a:lnTo>
                    <a:lnTo>
                      <a:pt x="3234" y="20570"/>
                    </a:lnTo>
                    <a:lnTo>
                      <a:pt x="3706" y="20893"/>
                    </a:lnTo>
                    <a:lnTo>
                      <a:pt x="4179" y="21191"/>
                    </a:lnTo>
                    <a:lnTo>
                      <a:pt x="4701" y="21465"/>
                    </a:lnTo>
                    <a:lnTo>
                      <a:pt x="5248" y="21689"/>
                    </a:lnTo>
                    <a:lnTo>
                      <a:pt x="5796" y="21888"/>
                    </a:lnTo>
                    <a:lnTo>
                      <a:pt x="6368" y="22062"/>
                    </a:lnTo>
                    <a:lnTo>
                      <a:pt x="6940" y="22211"/>
                    </a:lnTo>
                    <a:lnTo>
                      <a:pt x="7562" y="22286"/>
                    </a:lnTo>
                    <a:lnTo>
                      <a:pt x="8159" y="22360"/>
                    </a:lnTo>
                    <a:lnTo>
                      <a:pt x="8208" y="22360"/>
                    </a:lnTo>
                    <a:lnTo>
                      <a:pt x="8034" y="22211"/>
                    </a:lnTo>
                    <a:lnTo>
                      <a:pt x="7885" y="22087"/>
                    </a:lnTo>
                    <a:lnTo>
                      <a:pt x="7711" y="21838"/>
                    </a:lnTo>
                    <a:lnTo>
                      <a:pt x="7562" y="21589"/>
                    </a:lnTo>
                    <a:lnTo>
                      <a:pt x="7462" y="21341"/>
                    </a:lnTo>
                    <a:lnTo>
                      <a:pt x="7388" y="21067"/>
                    </a:lnTo>
                    <a:lnTo>
                      <a:pt x="7338" y="20793"/>
                    </a:lnTo>
                    <a:lnTo>
                      <a:pt x="7338" y="20520"/>
                    </a:lnTo>
                    <a:lnTo>
                      <a:pt x="7363" y="20246"/>
                    </a:lnTo>
                    <a:lnTo>
                      <a:pt x="7437" y="19973"/>
                    </a:lnTo>
                    <a:lnTo>
                      <a:pt x="7512" y="19848"/>
                    </a:lnTo>
                    <a:lnTo>
                      <a:pt x="7611" y="19749"/>
                    </a:lnTo>
                    <a:lnTo>
                      <a:pt x="7736" y="19724"/>
                    </a:lnTo>
                    <a:lnTo>
                      <a:pt x="7810" y="19724"/>
                    </a:lnTo>
                    <a:lnTo>
                      <a:pt x="7885" y="19749"/>
                    </a:lnTo>
                    <a:lnTo>
                      <a:pt x="8009" y="19799"/>
                    </a:lnTo>
                    <a:lnTo>
                      <a:pt x="8084" y="19923"/>
                    </a:lnTo>
                    <a:lnTo>
                      <a:pt x="8134" y="20047"/>
                    </a:lnTo>
                    <a:lnTo>
                      <a:pt x="8109" y="20172"/>
                    </a:lnTo>
                    <a:lnTo>
                      <a:pt x="8059" y="20371"/>
                    </a:lnTo>
                    <a:lnTo>
                      <a:pt x="8059" y="20545"/>
                    </a:lnTo>
                    <a:lnTo>
                      <a:pt x="8059" y="20744"/>
                    </a:lnTo>
                    <a:lnTo>
                      <a:pt x="8084" y="20918"/>
                    </a:lnTo>
                    <a:lnTo>
                      <a:pt x="8134" y="21117"/>
                    </a:lnTo>
                    <a:lnTo>
                      <a:pt x="8208" y="21291"/>
                    </a:lnTo>
                    <a:lnTo>
                      <a:pt x="8308" y="21440"/>
                    </a:lnTo>
                    <a:lnTo>
                      <a:pt x="8432" y="21614"/>
                    </a:lnTo>
                    <a:lnTo>
                      <a:pt x="8606" y="21788"/>
                    </a:lnTo>
                    <a:lnTo>
                      <a:pt x="8780" y="21913"/>
                    </a:lnTo>
                    <a:lnTo>
                      <a:pt x="8954" y="22012"/>
                    </a:lnTo>
                    <a:lnTo>
                      <a:pt x="9153" y="22112"/>
                    </a:lnTo>
                    <a:lnTo>
                      <a:pt x="9352" y="22161"/>
                    </a:lnTo>
                    <a:lnTo>
                      <a:pt x="9551" y="22211"/>
                    </a:lnTo>
                    <a:lnTo>
                      <a:pt x="9900" y="22261"/>
                    </a:lnTo>
                    <a:lnTo>
                      <a:pt x="10621" y="22137"/>
                    </a:lnTo>
                    <a:lnTo>
                      <a:pt x="11292" y="21962"/>
                    </a:lnTo>
                    <a:lnTo>
                      <a:pt x="11989" y="21739"/>
                    </a:lnTo>
                    <a:lnTo>
                      <a:pt x="12636" y="21490"/>
                    </a:lnTo>
                    <a:lnTo>
                      <a:pt x="13282" y="21191"/>
                    </a:lnTo>
                    <a:lnTo>
                      <a:pt x="13879" y="20843"/>
                    </a:lnTo>
                    <a:lnTo>
                      <a:pt x="14476" y="20445"/>
                    </a:lnTo>
                    <a:lnTo>
                      <a:pt x="15023" y="20022"/>
                    </a:lnTo>
                    <a:lnTo>
                      <a:pt x="14650" y="19948"/>
                    </a:lnTo>
                    <a:lnTo>
                      <a:pt x="14277" y="19873"/>
                    </a:lnTo>
                    <a:lnTo>
                      <a:pt x="13904" y="19749"/>
                    </a:lnTo>
                    <a:lnTo>
                      <a:pt x="13556" y="19624"/>
                    </a:lnTo>
                    <a:lnTo>
                      <a:pt x="13232" y="19450"/>
                    </a:lnTo>
                    <a:lnTo>
                      <a:pt x="12909" y="19251"/>
                    </a:lnTo>
                    <a:lnTo>
                      <a:pt x="12611" y="19052"/>
                    </a:lnTo>
                    <a:lnTo>
                      <a:pt x="12337" y="18804"/>
                    </a:lnTo>
                    <a:lnTo>
                      <a:pt x="12262" y="18704"/>
                    </a:lnTo>
                    <a:lnTo>
                      <a:pt x="12238" y="18555"/>
                    </a:lnTo>
                    <a:lnTo>
                      <a:pt x="12262" y="18431"/>
                    </a:lnTo>
                    <a:lnTo>
                      <a:pt x="12337" y="18306"/>
                    </a:lnTo>
                    <a:lnTo>
                      <a:pt x="12437" y="18232"/>
                    </a:lnTo>
                    <a:lnTo>
                      <a:pt x="12586" y="18207"/>
                    </a:lnTo>
                    <a:lnTo>
                      <a:pt x="12710" y="18232"/>
                    </a:lnTo>
                    <a:lnTo>
                      <a:pt x="12835" y="18281"/>
                    </a:lnTo>
                    <a:lnTo>
                      <a:pt x="13133" y="18555"/>
                    </a:lnTo>
                    <a:lnTo>
                      <a:pt x="13481" y="18779"/>
                    </a:lnTo>
                    <a:lnTo>
                      <a:pt x="13854" y="18953"/>
                    </a:lnTo>
                    <a:lnTo>
                      <a:pt x="14252" y="19127"/>
                    </a:lnTo>
                    <a:lnTo>
                      <a:pt x="14650" y="19227"/>
                    </a:lnTo>
                    <a:lnTo>
                      <a:pt x="15073" y="19326"/>
                    </a:lnTo>
                    <a:lnTo>
                      <a:pt x="15521" y="19351"/>
                    </a:lnTo>
                    <a:lnTo>
                      <a:pt x="16068" y="19351"/>
                    </a:lnTo>
                    <a:lnTo>
                      <a:pt x="16416" y="19227"/>
                    </a:lnTo>
                    <a:lnTo>
                      <a:pt x="16789" y="19077"/>
                    </a:lnTo>
                    <a:lnTo>
                      <a:pt x="17137" y="18903"/>
                    </a:lnTo>
                    <a:lnTo>
                      <a:pt x="17461" y="18704"/>
                    </a:lnTo>
                    <a:lnTo>
                      <a:pt x="17784" y="18505"/>
                    </a:lnTo>
                    <a:lnTo>
                      <a:pt x="18083" y="18306"/>
                    </a:lnTo>
                    <a:lnTo>
                      <a:pt x="18381" y="18058"/>
                    </a:lnTo>
                    <a:lnTo>
                      <a:pt x="18655" y="17834"/>
                    </a:lnTo>
                    <a:lnTo>
                      <a:pt x="18903" y="17560"/>
                    </a:lnTo>
                    <a:lnTo>
                      <a:pt x="19152" y="17311"/>
                    </a:lnTo>
                    <a:lnTo>
                      <a:pt x="19351" y="17038"/>
                    </a:lnTo>
                    <a:lnTo>
                      <a:pt x="19575" y="16739"/>
                    </a:lnTo>
                    <a:lnTo>
                      <a:pt x="19749" y="16441"/>
                    </a:lnTo>
                    <a:lnTo>
                      <a:pt x="19923" y="16142"/>
                    </a:lnTo>
                    <a:lnTo>
                      <a:pt x="20048" y="15819"/>
                    </a:lnTo>
                    <a:lnTo>
                      <a:pt x="20172" y="15496"/>
                    </a:lnTo>
                    <a:lnTo>
                      <a:pt x="20246" y="15247"/>
                    </a:lnTo>
                    <a:lnTo>
                      <a:pt x="20321" y="14998"/>
                    </a:lnTo>
                    <a:lnTo>
                      <a:pt x="20396" y="14476"/>
                    </a:lnTo>
                    <a:lnTo>
                      <a:pt x="20147" y="14700"/>
                    </a:lnTo>
                    <a:lnTo>
                      <a:pt x="19849" y="14899"/>
                    </a:lnTo>
                    <a:lnTo>
                      <a:pt x="19525" y="15098"/>
                    </a:lnTo>
                    <a:lnTo>
                      <a:pt x="19202" y="15247"/>
                    </a:lnTo>
                    <a:lnTo>
                      <a:pt x="18754" y="15421"/>
                    </a:lnTo>
                    <a:lnTo>
                      <a:pt x="18306" y="15521"/>
                    </a:lnTo>
                    <a:lnTo>
                      <a:pt x="17859" y="15595"/>
                    </a:lnTo>
                    <a:lnTo>
                      <a:pt x="17386" y="15620"/>
                    </a:lnTo>
                    <a:lnTo>
                      <a:pt x="17113" y="15620"/>
                    </a:lnTo>
                    <a:lnTo>
                      <a:pt x="16814" y="15570"/>
                    </a:lnTo>
                    <a:lnTo>
                      <a:pt x="16516" y="15545"/>
                    </a:lnTo>
                    <a:lnTo>
                      <a:pt x="16242" y="15471"/>
                    </a:lnTo>
                    <a:lnTo>
                      <a:pt x="16118" y="15396"/>
                    </a:lnTo>
                    <a:lnTo>
                      <a:pt x="16018" y="15297"/>
                    </a:lnTo>
                    <a:lnTo>
                      <a:pt x="15968" y="15172"/>
                    </a:lnTo>
                    <a:lnTo>
                      <a:pt x="15993" y="15023"/>
                    </a:lnTo>
                    <a:lnTo>
                      <a:pt x="16043" y="14899"/>
                    </a:lnTo>
                    <a:lnTo>
                      <a:pt x="16143" y="14824"/>
                    </a:lnTo>
                    <a:lnTo>
                      <a:pt x="16267" y="14774"/>
                    </a:lnTo>
                    <a:lnTo>
                      <a:pt x="16416" y="14774"/>
                    </a:lnTo>
                    <a:lnTo>
                      <a:pt x="16739" y="14849"/>
                    </a:lnTo>
                    <a:lnTo>
                      <a:pt x="17038" y="14899"/>
                    </a:lnTo>
                    <a:lnTo>
                      <a:pt x="17685" y="14899"/>
                    </a:lnTo>
                    <a:lnTo>
                      <a:pt x="18008" y="14849"/>
                    </a:lnTo>
                    <a:lnTo>
                      <a:pt x="18306" y="14799"/>
                    </a:lnTo>
                    <a:lnTo>
                      <a:pt x="18605" y="14700"/>
                    </a:lnTo>
                    <a:lnTo>
                      <a:pt x="18903" y="14600"/>
                    </a:lnTo>
                    <a:lnTo>
                      <a:pt x="19177" y="14476"/>
                    </a:lnTo>
                    <a:lnTo>
                      <a:pt x="19426" y="14327"/>
                    </a:lnTo>
                    <a:lnTo>
                      <a:pt x="19650" y="14177"/>
                    </a:lnTo>
                    <a:lnTo>
                      <a:pt x="19849" y="14003"/>
                    </a:lnTo>
                    <a:lnTo>
                      <a:pt x="20023" y="13829"/>
                    </a:lnTo>
                    <a:lnTo>
                      <a:pt x="20172" y="13630"/>
                    </a:lnTo>
                    <a:lnTo>
                      <a:pt x="20321" y="13431"/>
                    </a:lnTo>
                    <a:lnTo>
                      <a:pt x="20421" y="13232"/>
                    </a:lnTo>
                    <a:lnTo>
                      <a:pt x="20371" y="12834"/>
                    </a:lnTo>
                    <a:lnTo>
                      <a:pt x="20271" y="12461"/>
                    </a:lnTo>
                    <a:lnTo>
                      <a:pt x="20172" y="12088"/>
                    </a:lnTo>
                    <a:lnTo>
                      <a:pt x="20023" y="11740"/>
                    </a:lnTo>
                    <a:lnTo>
                      <a:pt x="19873" y="11392"/>
                    </a:lnTo>
                    <a:lnTo>
                      <a:pt x="19674" y="11068"/>
                    </a:lnTo>
                    <a:lnTo>
                      <a:pt x="19475" y="10745"/>
                    </a:lnTo>
                    <a:lnTo>
                      <a:pt x="19227" y="10422"/>
                    </a:lnTo>
                    <a:lnTo>
                      <a:pt x="18729" y="11019"/>
                    </a:lnTo>
                    <a:lnTo>
                      <a:pt x="18456" y="11292"/>
                    </a:lnTo>
                    <a:lnTo>
                      <a:pt x="18157" y="11591"/>
                    </a:lnTo>
                    <a:lnTo>
                      <a:pt x="17834" y="11839"/>
                    </a:lnTo>
                    <a:lnTo>
                      <a:pt x="17511" y="12088"/>
                    </a:lnTo>
                    <a:lnTo>
                      <a:pt x="17162" y="12312"/>
                    </a:lnTo>
                    <a:lnTo>
                      <a:pt x="16764" y="12511"/>
                    </a:lnTo>
                    <a:lnTo>
                      <a:pt x="16317" y="12685"/>
                    </a:lnTo>
                    <a:lnTo>
                      <a:pt x="15819" y="12834"/>
                    </a:lnTo>
                    <a:lnTo>
                      <a:pt x="15297" y="12934"/>
                    </a:lnTo>
                    <a:lnTo>
                      <a:pt x="15048" y="12959"/>
                    </a:lnTo>
                    <a:lnTo>
                      <a:pt x="14675" y="12959"/>
                    </a:lnTo>
                    <a:lnTo>
                      <a:pt x="14650" y="13332"/>
                    </a:lnTo>
                    <a:lnTo>
                      <a:pt x="14600" y="13705"/>
                    </a:lnTo>
                    <a:lnTo>
                      <a:pt x="14501" y="14078"/>
                    </a:lnTo>
                    <a:lnTo>
                      <a:pt x="14377" y="14451"/>
                    </a:lnTo>
                    <a:lnTo>
                      <a:pt x="14203" y="14799"/>
                    </a:lnTo>
                    <a:lnTo>
                      <a:pt x="14004" y="15147"/>
                    </a:lnTo>
                    <a:lnTo>
                      <a:pt x="13780" y="15471"/>
                    </a:lnTo>
                    <a:lnTo>
                      <a:pt x="13531" y="15794"/>
                    </a:lnTo>
                    <a:lnTo>
                      <a:pt x="13730" y="15943"/>
                    </a:lnTo>
                    <a:lnTo>
                      <a:pt x="13979" y="16117"/>
                    </a:lnTo>
                    <a:lnTo>
                      <a:pt x="14227" y="16267"/>
                    </a:lnTo>
                    <a:lnTo>
                      <a:pt x="14501" y="16391"/>
                    </a:lnTo>
                    <a:lnTo>
                      <a:pt x="14775" y="16491"/>
                    </a:lnTo>
                    <a:lnTo>
                      <a:pt x="15048" y="16590"/>
                    </a:lnTo>
                    <a:lnTo>
                      <a:pt x="15347" y="16665"/>
                    </a:lnTo>
                    <a:lnTo>
                      <a:pt x="15645" y="16714"/>
                    </a:lnTo>
                    <a:lnTo>
                      <a:pt x="15769" y="16764"/>
                    </a:lnTo>
                    <a:lnTo>
                      <a:pt x="15869" y="16839"/>
                    </a:lnTo>
                    <a:lnTo>
                      <a:pt x="15919" y="16963"/>
                    </a:lnTo>
                    <a:lnTo>
                      <a:pt x="15944" y="17112"/>
                    </a:lnTo>
                    <a:lnTo>
                      <a:pt x="15894" y="17237"/>
                    </a:lnTo>
                    <a:lnTo>
                      <a:pt x="15819" y="17336"/>
                    </a:lnTo>
                    <a:lnTo>
                      <a:pt x="15720" y="17386"/>
                    </a:lnTo>
                    <a:lnTo>
                      <a:pt x="15595" y="17411"/>
                    </a:lnTo>
                    <a:lnTo>
                      <a:pt x="15546" y="17411"/>
                    </a:lnTo>
                    <a:lnTo>
                      <a:pt x="15173" y="17361"/>
                    </a:lnTo>
                    <a:lnTo>
                      <a:pt x="14824" y="17262"/>
                    </a:lnTo>
                    <a:lnTo>
                      <a:pt x="14476" y="17162"/>
                    </a:lnTo>
                    <a:lnTo>
                      <a:pt x="14153" y="17013"/>
                    </a:lnTo>
                    <a:lnTo>
                      <a:pt x="13854" y="16864"/>
                    </a:lnTo>
                    <a:lnTo>
                      <a:pt x="13556" y="16690"/>
                    </a:lnTo>
                    <a:lnTo>
                      <a:pt x="13257" y="16491"/>
                    </a:lnTo>
                    <a:lnTo>
                      <a:pt x="13009" y="16267"/>
                    </a:lnTo>
                    <a:lnTo>
                      <a:pt x="12611" y="16565"/>
                    </a:lnTo>
                    <a:lnTo>
                      <a:pt x="12213" y="16814"/>
                    </a:lnTo>
                    <a:lnTo>
                      <a:pt x="11790" y="17013"/>
                    </a:lnTo>
                    <a:lnTo>
                      <a:pt x="11342" y="17212"/>
                    </a:lnTo>
                    <a:lnTo>
                      <a:pt x="10870" y="17336"/>
                    </a:lnTo>
                    <a:lnTo>
                      <a:pt x="10397" y="17436"/>
                    </a:lnTo>
                    <a:lnTo>
                      <a:pt x="10273" y="17660"/>
                    </a:lnTo>
                    <a:lnTo>
                      <a:pt x="10173" y="17883"/>
                    </a:lnTo>
                    <a:lnTo>
                      <a:pt x="10123" y="18132"/>
                    </a:lnTo>
                    <a:lnTo>
                      <a:pt x="10099" y="18381"/>
                    </a:lnTo>
                    <a:lnTo>
                      <a:pt x="10123" y="18630"/>
                    </a:lnTo>
                    <a:lnTo>
                      <a:pt x="10198" y="18853"/>
                    </a:lnTo>
                    <a:lnTo>
                      <a:pt x="10298" y="19077"/>
                    </a:lnTo>
                    <a:lnTo>
                      <a:pt x="10447" y="19301"/>
                    </a:lnTo>
                    <a:lnTo>
                      <a:pt x="10521" y="19425"/>
                    </a:lnTo>
                    <a:lnTo>
                      <a:pt x="10521" y="19550"/>
                    </a:lnTo>
                    <a:lnTo>
                      <a:pt x="10497" y="19699"/>
                    </a:lnTo>
                    <a:lnTo>
                      <a:pt x="10397" y="19799"/>
                    </a:lnTo>
                    <a:lnTo>
                      <a:pt x="10298" y="19873"/>
                    </a:lnTo>
                    <a:lnTo>
                      <a:pt x="10099" y="19873"/>
                    </a:lnTo>
                    <a:lnTo>
                      <a:pt x="10024" y="19848"/>
                    </a:lnTo>
                    <a:lnTo>
                      <a:pt x="9974" y="19823"/>
                    </a:lnTo>
                    <a:lnTo>
                      <a:pt x="9900" y="19749"/>
                    </a:lnTo>
                    <a:lnTo>
                      <a:pt x="9726" y="19525"/>
                    </a:lnTo>
                    <a:lnTo>
                      <a:pt x="9601" y="19251"/>
                    </a:lnTo>
                    <a:lnTo>
                      <a:pt x="9477" y="18978"/>
                    </a:lnTo>
                    <a:lnTo>
                      <a:pt x="9427" y="18704"/>
                    </a:lnTo>
                    <a:lnTo>
                      <a:pt x="9402" y="18431"/>
                    </a:lnTo>
                    <a:lnTo>
                      <a:pt x="9402" y="18132"/>
                    </a:lnTo>
                    <a:lnTo>
                      <a:pt x="9452" y="17859"/>
                    </a:lnTo>
                    <a:lnTo>
                      <a:pt x="9527" y="17585"/>
                    </a:lnTo>
                    <a:lnTo>
                      <a:pt x="9527" y="17585"/>
                    </a:lnTo>
                    <a:lnTo>
                      <a:pt x="9352" y="17610"/>
                    </a:lnTo>
                    <a:lnTo>
                      <a:pt x="8581" y="17734"/>
                    </a:lnTo>
                    <a:lnTo>
                      <a:pt x="8208" y="17784"/>
                    </a:lnTo>
                    <a:lnTo>
                      <a:pt x="7835" y="17883"/>
                    </a:lnTo>
                    <a:lnTo>
                      <a:pt x="7487" y="17983"/>
                    </a:lnTo>
                    <a:lnTo>
                      <a:pt x="7114" y="18132"/>
                    </a:lnTo>
                    <a:lnTo>
                      <a:pt x="6766" y="18306"/>
                    </a:lnTo>
                    <a:lnTo>
                      <a:pt x="6467" y="18530"/>
                    </a:lnTo>
                    <a:lnTo>
                      <a:pt x="6194" y="18754"/>
                    </a:lnTo>
                    <a:lnTo>
                      <a:pt x="6094" y="18878"/>
                    </a:lnTo>
                    <a:lnTo>
                      <a:pt x="5995" y="19028"/>
                    </a:lnTo>
                    <a:lnTo>
                      <a:pt x="5920" y="19152"/>
                    </a:lnTo>
                    <a:lnTo>
                      <a:pt x="5845" y="19301"/>
                    </a:lnTo>
                    <a:lnTo>
                      <a:pt x="5821" y="19450"/>
                    </a:lnTo>
                    <a:lnTo>
                      <a:pt x="5796" y="19600"/>
                    </a:lnTo>
                    <a:lnTo>
                      <a:pt x="5771" y="19724"/>
                    </a:lnTo>
                    <a:lnTo>
                      <a:pt x="5696" y="19848"/>
                    </a:lnTo>
                    <a:lnTo>
                      <a:pt x="5572" y="19923"/>
                    </a:lnTo>
                    <a:lnTo>
                      <a:pt x="5447" y="19948"/>
                    </a:lnTo>
                    <a:lnTo>
                      <a:pt x="5423" y="19948"/>
                    </a:lnTo>
                    <a:lnTo>
                      <a:pt x="5298" y="19898"/>
                    </a:lnTo>
                    <a:lnTo>
                      <a:pt x="5174" y="19823"/>
                    </a:lnTo>
                    <a:lnTo>
                      <a:pt x="5099" y="19724"/>
                    </a:lnTo>
                    <a:lnTo>
                      <a:pt x="5099" y="19575"/>
                    </a:lnTo>
                    <a:lnTo>
                      <a:pt x="5099" y="19376"/>
                    </a:lnTo>
                    <a:lnTo>
                      <a:pt x="5149" y="19177"/>
                    </a:lnTo>
                    <a:lnTo>
                      <a:pt x="5199" y="19003"/>
                    </a:lnTo>
                    <a:lnTo>
                      <a:pt x="5273" y="18829"/>
                    </a:lnTo>
                    <a:lnTo>
                      <a:pt x="5373" y="18654"/>
                    </a:lnTo>
                    <a:lnTo>
                      <a:pt x="5497" y="18505"/>
                    </a:lnTo>
                    <a:lnTo>
                      <a:pt x="5622" y="18356"/>
                    </a:lnTo>
                    <a:lnTo>
                      <a:pt x="5746" y="18207"/>
                    </a:lnTo>
                    <a:lnTo>
                      <a:pt x="6044" y="17933"/>
                    </a:lnTo>
                    <a:lnTo>
                      <a:pt x="6393" y="17709"/>
                    </a:lnTo>
                    <a:lnTo>
                      <a:pt x="6766" y="17510"/>
                    </a:lnTo>
                    <a:lnTo>
                      <a:pt x="7139" y="17361"/>
                    </a:lnTo>
                    <a:lnTo>
                      <a:pt x="6865" y="17237"/>
                    </a:lnTo>
                    <a:lnTo>
                      <a:pt x="6517" y="17087"/>
                    </a:lnTo>
                    <a:lnTo>
                      <a:pt x="6268" y="16938"/>
                    </a:lnTo>
                    <a:lnTo>
                      <a:pt x="6020" y="16789"/>
                    </a:lnTo>
                    <a:lnTo>
                      <a:pt x="5796" y="16590"/>
                    </a:lnTo>
                    <a:lnTo>
                      <a:pt x="5572" y="16391"/>
                    </a:lnTo>
                    <a:lnTo>
                      <a:pt x="5373" y="16167"/>
                    </a:lnTo>
                    <a:lnTo>
                      <a:pt x="5199" y="15943"/>
                    </a:lnTo>
                    <a:lnTo>
                      <a:pt x="5050" y="15695"/>
                    </a:lnTo>
                    <a:lnTo>
                      <a:pt x="4950" y="15471"/>
                    </a:lnTo>
                    <a:lnTo>
                      <a:pt x="4925" y="15322"/>
                    </a:lnTo>
                    <a:lnTo>
                      <a:pt x="4950" y="15197"/>
                    </a:lnTo>
                    <a:lnTo>
                      <a:pt x="5025" y="15073"/>
                    </a:lnTo>
                    <a:lnTo>
                      <a:pt x="5149" y="14998"/>
                    </a:lnTo>
                    <a:lnTo>
                      <a:pt x="5298" y="14973"/>
                    </a:lnTo>
                    <a:lnTo>
                      <a:pt x="5423" y="14998"/>
                    </a:lnTo>
                    <a:lnTo>
                      <a:pt x="5547" y="15098"/>
                    </a:lnTo>
                    <a:lnTo>
                      <a:pt x="5622" y="15197"/>
                    </a:lnTo>
                    <a:lnTo>
                      <a:pt x="5696" y="15396"/>
                    </a:lnTo>
                    <a:lnTo>
                      <a:pt x="5796" y="15570"/>
                    </a:lnTo>
                    <a:lnTo>
                      <a:pt x="5945" y="15744"/>
                    </a:lnTo>
                    <a:lnTo>
                      <a:pt x="6094" y="15894"/>
                    </a:lnTo>
                    <a:lnTo>
                      <a:pt x="6268" y="16068"/>
                    </a:lnTo>
                    <a:lnTo>
                      <a:pt x="6442" y="16217"/>
                    </a:lnTo>
                    <a:lnTo>
                      <a:pt x="6641" y="16341"/>
                    </a:lnTo>
                    <a:lnTo>
                      <a:pt x="6840" y="16441"/>
                    </a:lnTo>
                    <a:lnTo>
                      <a:pt x="7213" y="16615"/>
                    </a:lnTo>
                    <a:lnTo>
                      <a:pt x="7537" y="16739"/>
                    </a:lnTo>
                    <a:lnTo>
                      <a:pt x="7910" y="16839"/>
                    </a:lnTo>
                    <a:lnTo>
                      <a:pt x="8457" y="16963"/>
                    </a:lnTo>
                    <a:lnTo>
                      <a:pt x="8557" y="17013"/>
                    </a:lnTo>
                    <a:lnTo>
                      <a:pt x="9253" y="16889"/>
                    </a:lnTo>
                    <a:lnTo>
                      <a:pt x="10198" y="16739"/>
                    </a:lnTo>
                    <a:lnTo>
                      <a:pt x="10671" y="16665"/>
                    </a:lnTo>
                    <a:lnTo>
                      <a:pt x="11118" y="16515"/>
                    </a:lnTo>
                    <a:lnTo>
                      <a:pt x="11417" y="16416"/>
                    </a:lnTo>
                    <a:lnTo>
                      <a:pt x="11715" y="16267"/>
                    </a:lnTo>
                    <a:lnTo>
                      <a:pt x="12014" y="16117"/>
                    </a:lnTo>
                    <a:lnTo>
                      <a:pt x="12287" y="15943"/>
                    </a:lnTo>
                    <a:lnTo>
                      <a:pt x="12536" y="15744"/>
                    </a:lnTo>
                    <a:lnTo>
                      <a:pt x="12785" y="15521"/>
                    </a:lnTo>
                    <a:lnTo>
                      <a:pt x="12984" y="15297"/>
                    </a:lnTo>
                    <a:lnTo>
                      <a:pt x="13183" y="15073"/>
                    </a:lnTo>
                    <a:lnTo>
                      <a:pt x="13382" y="14824"/>
                    </a:lnTo>
                    <a:lnTo>
                      <a:pt x="13531" y="14551"/>
                    </a:lnTo>
                    <a:lnTo>
                      <a:pt x="13655" y="14277"/>
                    </a:lnTo>
                    <a:lnTo>
                      <a:pt x="13780" y="14003"/>
                    </a:lnTo>
                    <a:lnTo>
                      <a:pt x="13854" y="13730"/>
                    </a:lnTo>
                    <a:lnTo>
                      <a:pt x="13929" y="13431"/>
                    </a:lnTo>
                    <a:lnTo>
                      <a:pt x="13954" y="13158"/>
                    </a:lnTo>
                    <a:lnTo>
                      <a:pt x="13954" y="12859"/>
                    </a:lnTo>
                    <a:lnTo>
                      <a:pt x="13630" y="12785"/>
                    </a:lnTo>
                    <a:lnTo>
                      <a:pt x="13282" y="12660"/>
                    </a:lnTo>
                    <a:lnTo>
                      <a:pt x="12984" y="12511"/>
                    </a:lnTo>
                    <a:lnTo>
                      <a:pt x="12685" y="12312"/>
                    </a:lnTo>
                    <a:lnTo>
                      <a:pt x="12586" y="12213"/>
                    </a:lnTo>
                    <a:lnTo>
                      <a:pt x="12536" y="12088"/>
                    </a:lnTo>
                    <a:lnTo>
                      <a:pt x="12561" y="11939"/>
                    </a:lnTo>
                    <a:lnTo>
                      <a:pt x="12611" y="11815"/>
                    </a:lnTo>
                    <a:lnTo>
                      <a:pt x="12735" y="11715"/>
                    </a:lnTo>
                    <a:lnTo>
                      <a:pt x="12859" y="11690"/>
                    </a:lnTo>
                    <a:lnTo>
                      <a:pt x="12984" y="11690"/>
                    </a:lnTo>
                    <a:lnTo>
                      <a:pt x="13108" y="11740"/>
                    </a:lnTo>
                    <a:lnTo>
                      <a:pt x="13282" y="11864"/>
                    </a:lnTo>
                    <a:lnTo>
                      <a:pt x="13481" y="11964"/>
                    </a:lnTo>
                    <a:lnTo>
                      <a:pt x="13680" y="12063"/>
                    </a:lnTo>
                    <a:lnTo>
                      <a:pt x="13879" y="12113"/>
                    </a:lnTo>
                    <a:lnTo>
                      <a:pt x="14103" y="12188"/>
                    </a:lnTo>
                    <a:lnTo>
                      <a:pt x="14327" y="12213"/>
                    </a:lnTo>
                    <a:lnTo>
                      <a:pt x="14775" y="12237"/>
                    </a:lnTo>
                    <a:lnTo>
                      <a:pt x="15222" y="12213"/>
                    </a:lnTo>
                    <a:lnTo>
                      <a:pt x="15670" y="12138"/>
                    </a:lnTo>
                    <a:lnTo>
                      <a:pt x="16093" y="12014"/>
                    </a:lnTo>
                    <a:lnTo>
                      <a:pt x="16466" y="11864"/>
                    </a:lnTo>
                    <a:lnTo>
                      <a:pt x="16814" y="11690"/>
                    </a:lnTo>
                    <a:lnTo>
                      <a:pt x="17113" y="11491"/>
                    </a:lnTo>
                    <a:lnTo>
                      <a:pt x="17411" y="11267"/>
                    </a:lnTo>
                    <a:lnTo>
                      <a:pt x="17685" y="11043"/>
                    </a:lnTo>
                    <a:lnTo>
                      <a:pt x="17958" y="10795"/>
                    </a:lnTo>
                    <a:lnTo>
                      <a:pt x="18207" y="10521"/>
                    </a:lnTo>
                    <a:lnTo>
                      <a:pt x="18655" y="9999"/>
                    </a:lnTo>
                    <a:lnTo>
                      <a:pt x="18306" y="9601"/>
                    </a:lnTo>
                    <a:lnTo>
                      <a:pt x="17933" y="9228"/>
                    </a:lnTo>
                    <a:lnTo>
                      <a:pt x="17511" y="8904"/>
                    </a:lnTo>
                    <a:lnTo>
                      <a:pt x="17063" y="8606"/>
                    </a:lnTo>
                    <a:lnTo>
                      <a:pt x="16590" y="8357"/>
                    </a:lnTo>
                    <a:lnTo>
                      <a:pt x="16068" y="8133"/>
                    </a:lnTo>
                    <a:lnTo>
                      <a:pt x="15546" y="7934"/>
                    </a:lnTo>
                    <a:lnTo>
                      <a:pt x="14998" y="7810"/>
                    </a:lnTo>
                    <a:lnTo>
                      <a:pt x="14874" y="7760"/>
                    </a:lnTo>
                    <a:lnTo>
                      <a:pt x="14775" y="7661"/>
                    </a:lnTo>
                    <a:lnTo>
                      <a:pt x="14725" y="7536"/>
                    </a:lnTo>
                    <a:lnTo>
                      <a:pt x="14725" y="7387"/>
                    </a:lnTo>
                    <a:lnTo>
                      <a:pt x="14775" y="7263"/>
                    </a:lnTo>
                    <a:lnTo>
                      <a:pt x="14874" y="7163"/>
                    </a:lnTo>
                    <a:lnTo>
                      <a:pt x="14998" y="7114"/>
                    </a:lnTo>
                    <a:lnTo>
                      <a:pt x="15148" y="7114"/>
                    </a:lnTo>
                    <a:lnTo>
                      <a:pt x="15720" y="7263"/>
                    </a:lnTo>
                    <a:lnTo>
                      <a:pt x="16267" y="7437"/>
                    </a:lnTo>
                    <a:lnTo>
                      <a:pt x="16814" y="7661"/>
                    </a:lnTo>
                    <a:lnTo>
                      <a:pt x="17336" y="7934"/>
                    </a:lnTo>
                    <a:lnTo>
                      <a:pt x="17809" y="8258"/>
                    </a:lnTo>
                    <a:lnTo>
                      <a:pt x="18257" y="8581"/>
                    </a:lnTo>
                    <a:lnTo>
                      <a:pt x="18680" y="8954"/>
                    </a:lnTo>
                    <a:lnTo>
                      <a:pt x="19053" y="9377"/>
                    </a:lnTo>
                    <a:lnTo>
                      <a:pt x="19202" y="9029"/>
                    </a:lnTo>
                    <a:lnTo>
                      <a:pt x="19351" y="8705"/>
                    </a:lnTo>
                    <a:lnTo>
                      <a:pt x="19451" y="8357"/>
                    </a:lnTo>
                    <a:lnTo>
                      <a:pt x="19550" y="8009"/>
                    </a:lnTo>
                    <a:lnTo>
                      <a:pt x="19625" y="7661"/>
                    </a:lnTo>
                    <a:lnTo>
                      <a:pt x="19674" y="7313"/>
                    </a:lnTo>
                    <a:lnTo>
                      <a:pt x="19724" y="6964"/>
                    </a:lnTo>
                    <a:lnTo>
                      <a:pt x="19724" y="6616"/>
                    </a:lnTo>
                    <a:lnTo>
                      <a:pt x="19724" y="6268"/>
                    </a:lnTo>
                    <a:lnTo>
                      <a:pt x="19699" y="5920"/>
                    </a:lnTo>
                    <a:lnTo>
                      <a:pt x="19674" y="5547"/>
                    </a:lnTo>
                    <a:lnTo>
                      <a:pt x="19600" y="5198"/>
                    </a:lnTo>
                    <a:lnTo>
                      <a:pt x="19525" y="4850"/>
                    </a:lnTo>
                    <a:lnTo>
                      <a:pt x="19426" y="4527"/>
                    </a:lnTo>
                    <a:lnTo>
                      <a:pt x="19301" y="4179"/>
                    </a:lnTo>
                    <a:lnTo>
                      <a:pt x="19152" y="3855"/>
                    </a:lnTo>
                    <a:lnTo>
                      <a:pt x="18978" y="3532"/>
                    </a:lnTo>
                    <a:lnTo>
                      <a:pt x="18804" y="3234"/>
                    </a:lnTo>
                    <a:lnTo>
                      <a:pt x="18630" y="2935"/>
                    </a:lnTo>
                    <a:lnTo>
                      <a:pt x="18406" y="2661"/>
                    </a:lnTo>
                    <a:lnTo>
                      <a:pt x="18182" y="2363"/>
                    </a:lnTo>
                    <a:lnTo>
                      <a:pt x="17958" y="2089"/>
                    </a:lnTo>
                    <a:lnTo>
                      <a:pt x="17685" y="1841"/>
                    </a:lnTo>
                    <a:lnTo>
                      <a:pt x="17436" y="1592"/>
                    </a:lnTo>
                    <a:lnTo>
                      <a:pt x="17137" y="1343"/>
                    </a:lnTo>
                    <a:lnTo>
                      <a:pt x="16864" y="1119"/>
                    </a:lnTo>
                    <a:lnTo>
                      <a:pt x="16541" y="896"/>
                    </a:lnTo>
                    <a:lnTo>
                      <a:pt x="16242" y="697"/>
                    </a:lnTo>
                    <a:lnTo>
                      <a:pt x="15894" y="498"/>
                    </a:lnTo>
                    <a:lnTo>
                      <a:pt x="15570" y="323"/>
                    </a:lnTo>
                    <a:lnTo>
                      <a:pt x="15222" y="149"/>
                    </a:lnTo>
                    <a:lnTo>
                      <a:pt x="1487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2636107" y="2212429"/>
                <a:ext cx="292830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18656" extrusionOk="0">
                    <a:moveTo>
                      <a:pt x="4826" y="1"/>
                    </a:moveTo>
                    <a:lnTo>
                      <a:pt x="4453" y="26"/>
                    </a:lnTo>
                    <a:lnTo>
                      <a:pt x="4104" y="76"/>
                    </a:lnTo>
                    <a:lnTo>
                      <a:pt x="3756" y="125"/>
                    </a:lnTo>
                    <a:lnTo>
                      <a:pt x="3433" y="200"/>
                    </a:lnTo>
                    <a:lnTo>
                      <a:pt x="3109" y="299"/>
                    </a:lnTo>
                    <a:lnTo>
                      <a:pt x="2786" y="399"/>
                    </a:lnTo>
                    <a:lnTo>
                      <a:pt x="2488" y="523"/>
                    </a:lnTo>
                    <a:lnTo>
                      <a:pt x="2115" y="722"/>
                    </a:lnTo>
                    <a:lnTo>
                      <a:pt x="1791" y="971"/>
                    </a:lnTo>
                    <a:lnTo>
                      <a:pt x="1518" y="1220"/>
                    </a:lnTo>
                    <a:lnTo>
                      <a:pt x="1294" y="1493"/>
                    </a:lnTo>
                    <a:lnTo>
                      <a:pt x="1095" y="1792"/>
                    </a:lnTo>
                    <a:lnTo>
                      <a:pt x="946" y="2115"/>
                    </a:lnTo>
                    <a:lnTo>
                      <a:pt x="821" y="2438"/>
                    </a:lnTo>
                    <a:lnTo>
                      <a:pt x="722" y="2762"/>
                    </a:lnTo>
                    <a:lnTo>
                      <a:pt x="1169" y="2538"/>
                    </a:lnTo>
                    <a:lnTo>
                      <a:pt x="1642" y="2339"/>
                    </a:lnTo>
                    <a:lnTo>
                      <a:pt x="2139" y="2190"/>
                    </a:lnTo>
                    <a:lnTo>
                      <a:pt x="2637" y="2040"/>
                    </a:lnTo>
                    <a:lnTo>
                      <a:pt x="3159" y="1916"/>
                    </a:lnTo>
                    <a:lnTo>
                      <a:pt x="3657" y="1841"/>
                    </a:lnTo>
                    <a:lnTo>
                      <a:pt x="4179" y="1767"/>
                    </a:lnTo>
                    <a:lnTo>
                      <a:pt x="4726" y="1742"/>
                    </a:lnTo>
                    <a:lnTo>
                      <a:pt x="5248" y="1717"/>
                    </a:lnTo>
                    <a:lnTo>
                      <a:pt x="5796" y="1742"/>
                    </a:lnTo>
                    <a:lnTo>
                      <a:pt x="6318" y="1792"/>
                    </a:lnTo>
                    <a:lnTo>
                      <a:pt x="6840" y="1866"/>
                    </a:lnTo>
                    <a:lnTo>
                      <a:pt x="7388" y="1966"/>
                    </a:lnTo>
                    <a:lnTo>
                      <a:pt x="7910" y="2090"/>
                    </a:lnTo>
                    <a:lnTo>
                      <a:pt x="8432" y="2264"/>
                    </a:lnTo>
                    <a:lnTo>
                      <a:pt x="8954" y="2438"/>
                    </a:lnTo>
                    <a:lnTo>
                      <a:pt x="9079" y="2513"/>
                    </a:lnTo>
                    <a:lnTo>
                      <a:pt x="9153" y="2637"/>
                    </a:lnTo>
                    <a:lnTo>
                      <a:pt x="9178" y="2762"/>
                    </a:lnTo>
                    <a:lnTo>
                      <a:pt x="9153" y="2911"/>
                    </a:lnTo>
                    <a:lnTo>
                      <a:pt x="9079" y="3010"/>
                    </a:lnTo>
                    <a:lnTo>
                      <a:pt x="8954" y="3110"/>
                    </a:lnTo>
                    <a:lnTo>
                      <a:pt x="8830" y="3135"/>
                    </a:lnTo>
                    <a:lnTo>
                      <a:pt x="8681" y="3110"/>
                    </a:lnTo>
                    <a:lnTo>
                      <a:pt x="8159" y="2911"/>
                    </a:lnTo>
                    <a:lnTo>
                      <a:pt x="7636" y="2762"/>
                    </a:lnTo>
                    <a:lnTo>
                      <a:pt x="7089" y="2637"/>
                    </a:lnTo>
                    <a:lnTo>
                      <a:pt x="6542" y="2538"/>
                    </a:lnTo>
                    <a:lnTo>
                      <a:pt x="6020" y="2463"/>
                    </a:lnTo>
                    <a:lnTo>
                      <a:pt x="5472" y="2438"/>
                    </a:lnTo>
                    <a:lnTo>
                      <a:pt x="4925" y="2438"/>
                    </a:lnTo>
                    <a:lnTo>
                      <a:pt x="4403" y="2463"/>
                    </a:lnTo>
                    <a:lnTo>
                      <a:pt x="3856" y="2513"/>
                    </a:lnTo>
                    <a:lnTo>
                      <a:pt x="3333" y="2612"/>
                    </a:lnTo>
                    <a:lnTo>
                      <a:pt x="2811" y="2712"/>
                    </a:lnTo>
                    <a:lnTo>
                      <a:pt x="2314" y="2861"/>
                    </a:lnTo>
                    <a:lnTo>
                      <a:pt x="1816" y="3035"/>
                    </a:lnTo>
                    <a:lnTo>
                      <a:pt x="1344" y="3234"/>
                    </a:lnTo>
                    <a:lnTo>
                      <a:pt x="871" y="3483"/>
                    </a:lnTo>
                    <a:lnTo>
                      <a:pt x="423" y="3732"/>
                    </a:lnTo>
                    <a:lnTo>
                      <a:pt x="274" y="4378"/>
                    </a:lnTo>
                    <a:lnTo>
                      <a:pt x="125" y="5000"/>
                    </a:lnTo>
                    <a:lnTo>
                      <a:pt x="50" y="5622"/>
                    </a:lnTo>
                    <a:lnTo>
                      <a:pt x="0" y="5945"/>
                    </a:lnTo>
                    <a:lnTo>
                      <a:pt x="0" y="6244"/>
                    </a:lnTo>
                    <a:lnTo>
                      <a:pt x="0" y="7637"/>
                    </a:lnTo>
                    <a:lnTo>
                      <a:pt x="771" y="7438"/>
                    </a:lnTo>
                    <a:lnTo>
                      <a:pt x="1543" y="7313"/>
                    </a:lnTo>
                    <a:lnTo>
                      <a:pt x="2338" y="7214"/>
                    </a:lnTo>
                    <a:lnTo>
                      <a:pt x="3109" y="7189"/>
                    </a:lnTo>
                    <a:lnTo>
                      <a:pt x="3905" y="7214"/>
                    </a:lnTo>
                    <a:lnTo>
                      <a:pt x="4701" y="7264"/>
                    </a:lnTo>
                    <a:lnTo>
                      <a:pt x="5522" y="7388"/>
                    </a:lnTo>
                    <a:lnTo>
                      <a:pt x="6318" y="7562"/>
                    </a:lnTo>
                    <a:lnTo>
                      <a:pt x="6467" y="7637"/>
                    </a:lnTo>
                    <a:lnTo>
                      <a:pt x="6542" y="7736"/>
                    </a:lnTo>
                    <a:lnTo>
                      <a:pt x="6592" y="7861"/>
                    </a:lnTo>
                    <a:lnTo>
                      <a:pt x="6592" y="8010"/>
                    </a:lnTo>
                    <a:lnTo>
                      <a:pt x="6517" y="8134"/>
                    </a:lnTo>
                    <a:lnTo>
                      <a:pt x="6417" y="8234"/>
                    </a:lnTo>
                    <a:lnTo>
                      <a:pt x="6293" y="8259"/>
                    </a:lnTo>
                    <a:lnTo>
                      <a:pt x="6219" y="8283"/>
                    </a:lnTo>
                    <a:lnTo>
                      <a:pt x="6169" y="8259"/>
                    </a:lnTo>
                    <a:lnTo>
                      <a:pt x="5373" y="8084"/>
                    </a:lnTo>
                    <a:lnTo>
                      <a:pt x="4577" y="7985"/>
                    </a:lnTo>
                    <a:lnTo>
                      <a:pt x="3806" y="7910"/>
                    </a:lnTo>
                    <a:lnTo>
                      <a:pt x="3035" y="7885"/>
                    </a:lnTo>
                    <a:lnTo>
                      <a:pt x="2264" y="7935"/>
                    </a:lnTo>
                    <a:lnTo>
                      <a:pt x="1518" y="8035"/>
                    </a:lnTo>
                    <a:lnTo>
                      <a:pt x="747" y="8184"/>
                    </a:lnTo>
                    <a:lnTo>
                      <a:pt x="0" y="8383"/>
                    </a:lnTo>
                    <a:lnTo>
                      <a:pt x="0" y="13905"/>
                    </a:lnTo>
                    <a:lnTo>
                      <a:pt x="299" y="13730"/>
                    </a:lnTo>
                    <a:lnTo>
                      <a:pt x="597" y="13581"/>
                    </a:lnTo>
                    <a:lnTo>
                      <a:pt x="896" y="13432"/>
                    </a:lnTo>
                    <a:lnTo>
                      <a:pt x="1244" y="13332"/>
                    </a:lnTo>
                    <a:lnTo>
                      <a:pt x="1592" y="13233"/>
                    </a:lnTo>
                    <a:lnTo>
                      <a:pt x="1940" y="13134"/>
                    </a:lnTo>
                    <a:lnTo>
                      <a:pt x="2687" y="12984"/>
                    </a:lnTo>
                    <a:lnTo>
                      <a:pt x="3184" y="12910"/>
                    </a:lnTo>
                    <a:lnTo>
                      <a:pt x="3682" y="12860"/>
                    </a:lnTo>
                    <a:lnTo>
                      <a:pt x="4179" y="12885"/>
                    </a:lnTo>
                    <a:lnTo>
                      <a:pt x="4676" y="12910"/>
                    </a:lnTo>
                    <a:lnTo>
                      <a:pt x="5174" y="12984"/>
                    </a:lnTo>
                    <a:lnTo>
                      <a:pt x="5671" y="13109"/>
                    </a:lnTo>
                    <a:lnTo>
                      <a:pt x="6119" y="13258"/>
                    </a:lnTo>
                    <a:lnTo>
                      <a:pt x="6592" y="13432"/>
                    </a:lnTo>
                    <a:lnTo>
                      <a:pt x="6691" y="13531"/>
                    </a:lnTo>
                    <a:lnTo>
                      <a:pt x="6766" y="13631"/>
                    </a:lnTo>
                    <a:lnTo>
                      <a:pt x="6791" y="13780"/>
                    </a:lnTo>
                    <a:lnTo>
                      <a:pt x="6766" y="13905"/>
                    </a:lnTo>
                    <a:lnTo>
                      <a:pt x="6666" y="14029"/>
                    </a:lnTo>
                    <a:lnTo>
                      <a:pt x="6567" y="14104"/>
                    </a:lnTo>
                    <a:lnTo>
                      <a:pt x="6417" y="14128"/>
                    </a:lnTo>
                    <a:lnTo>
                      <a:pt x="6293" y="14079"/>
                    </a:lnTo>
                    <a:lnTo>
                      <a:pt x="5895" y="13929"/>
                    </a:lnTo>
                    <a:lnTo>
                      <a:pt x="5472" y="13780"/>
                    </a:lnTo>
                    <a:lnTo>
                      <a:pt x="5025" y="13681"/>
                    </a:lnTo>
                    <a:lnTo>
                      <a:pt x="4602" y="13631"/>
                    </a:lnTo>
                    <a:lnTo>
                      <a:pt x="4154" y="13581"/>
                    </a:lnTo>
                    <a:lnTo>
                      <a:pt x="3706" y="13581"/>
                    </a:lnTo>
                    <a:lnTo>
                      <a:pt x="3259" y="13606"/>
                    </a:lnTo>
                    <a:lnTo>
                      <a:pt x="2836" y="13681"/>
                    </a:lnTo>
                    <a:lnTo>
                      <a:pt x="1965" y="13855"/>
                    </a:lnTo>
                    <a:lnTo>
                      <a:pt x="1567" y="13979"/>
                    </a:lnTo>
                    <a:lnTo>
                      <a:pt x="1219" y="14079"/>
                    </a:lnTo>
                    <a:lnTo>
                      <a:pt x="871" y="14228"/>
                    </a:lnTo>
                    <a:lnTo>
                      <a:pt x="548" y="14402"/>
                    </a:lnTo>
                    <a:lnTo>
                      <a:pt x="274" y="14601"/>
                    </a:lnTo>
                    <a:lnTo>
                      <a:pt x="0" y="14850"/>
                    </a:lnTo>
                    <a:lnTo>
                      <a:pt x="0" y="17959"/>
                    </a:lnTo>
                    <a:lnTo>
                      <a:pt x="274" y="18108"/>
                    </a:lnTo>
                    <a:lnTo>
                      <a:pt x="548" y="18257"/>
                    </a:lnTo>
                    <a:lnTo>
                      <a:pt x="821" y="18382"/>
                    </a:lnTo>
                    <a:lnTo>
                      <a:pt x="1120" y="18481"/>
                    </a:lnTo>
                    <a:lnTo>
                      <a:pt x="1418" y="18556"/>
                    </a:lnTo>
                    <a:lnTo>
                      <a:pt x="1766" y="18605"/>
                    </a:lnTo>
                    <a:lnTo>
                      <a:pt x="2139" y="18630"/>
                    </a:lnTo>
                    <a:lnTo>
                      <a:pt x="2537" y="18655"/>
                    </a:lnTo>
                    <a:lnTo>
                      <a:pt x="3010" y="18630"/>
                    </a:lnTo>
                    <a:lnTo>
                      <a:pt x="3458" y="18556"/>
                    </a:lnTo>
                    <a:lnTo>
                      <a:pt x="3856" y="18456"/>
                    </a:lnTo>
                    <a:lnTo>
                      <a:pt x="4229" y="18307"/>
                    </a:lnTo>
                    <a:lnTo>
                      <a:pt x="4477" y="18183"/>
                    </a:lnTo>
                    <a:lnTo>
                      <a:pt x="4701" y="18009"/>
                    </a:lnTo>
                    <a:lnTo>
                      <a:pt x="4900" y="17834"/>
                    </a:lnTo>
                    <a:lnTo>
                      <a:pt x="5050" y="17635"/>
                    </a:lnTo>
                    <a:lnTo>
                      <a:pt x="4776" y="17511"/>
                    </a:lnTo>
                    <a:lnTo>
                      <a:pt x="4502" y="17362"/>
                    </a:lnTo>
                    <a:lnTo>
                      <a:pt x="4229" y="17213"/>
                    </a:lnTo>
                    <a:lnTo>
                      <a:pt x="4005" y="17038"/>
                    </a:lnTo>
                    <a:lnTo>
                      <a:pt x="3781" y="16840"/>
                    </a:lnTo>
                    <a:lnTo>
                      <a:pt x="3557" y="16616"/>
                    </a:lnTo>
                    <a:lnTo>
                      <a:pt x="3383" y="16417"/>
                    </a:lnTo>
                    <a:lnTo>
                      <a:pt x="3209" y="16168"/>
                    </a:lnTo>
                    <a:lnTo>
                      <a:pt x="3159" y="16044"/>
                    </a:lnTo>
                    <a:lnTo>
                      <a:pt x="3184" y="15894"/>
                    </a:lnTo>
                    <a:lnTo>
                      <a:pt x="3234" y="15770"/>
                    </a:lnTo>
                    <a:lnTo>
                      <a:pt x="3333" y="15670"/>
                    </a:lnTo>
                    <a:lnTo>
                      <a:pt x="3458" y="15621"/>
                    </a:lnTo>
                    <a:lnTo>
                      <a:pt x="3607" y="15646"/>
                    </a:lnTo>
                    <a:lnTo>
                      <a:pt x="3731" y="15695"/>
                    </a:lnTo>
                    <a:lnTo>
                      <a:pt x="3831" y="15795"/>
                    </a:lnTo>
                    <a:lnTo>
                      <a:pt x="3980" y="15994"/>
                    </a:lnTo>
                    <a:lnTo>
                      <a:pt x="4129" y="16193"/>
                    </a:lnTo>
                    <a:lnTo>
                      <a:pt x="4328" y="16392"/>
                    </a:lnTo>
                    <a:lnTo>
                      <a:pt x="4527" y="16541"/>
                    </a:lnTo>
                    <a:lnTo>
                      <a:pt x="4751" y="16715"/>
                    </a:lnTo>
                    <a:lnTo>
                      <a:pt x="5000" y="16840"/>
                    </a:lnTo>
                    <a:lnTo>
                      <a:pt x="5248" y="16964"/>
                    </a:lnTo>
                    <a:lnTo>
                      <a:pt x="5522" y="17063"/>
                    </a:lnTo>
                    <a:lnTo>
                      <a:pt x="5547" y="17063"/>
                    </a:lnTo>
                    <a:lnTo>
                      <a:pt x="5920" y="17014"/>
                    </a:lnTo>
                    <a:lnTo>
                      <a:pt x="6268" y="16964"/>
                    </a:lnTo>
                    <a:lnTo>
                      <a:pt x="6641" y="16864"/>
                    </a:lnTo>
                    <a:lnTo>
                      <a:pt x="6990" y="16740"/>
                    </a:lnTo>
                    <a:lnTo>
                      <a:pt x="7338" y="16591"/>
                    </a:lnTo>
                    <a:lnTo>
                      <a:pt x="7661" y="16417"/>
                    </a:lnTo>
                    <a:lnTo>
                      <a:pt x="7960" y="16243"/>
                    </a:lnTo>
                    <a:lnTo>
                      <a:pt x="8258" y="16044"/>
                    </a:lnTo>
                    <a:lnTo>
                      <a:pt x="8532" y="15820"/>
                    </a:lnTo>
                    <a:lnTo>
                      <a:pt x="8805" y="15571"/>
                    </a:lnTo>
                    <a:lnTo>
                      <a:pt x="9029" y="15322"/>
                    </a:lnTo>
                    <a:lnTo>
                      <a:pt x="9228" y="15049"/>
                    </a:lnTo>
                    <a:lnTo>
                      <a:pt x="9427" y="14775"/>
                    </a:lnTo>
                    <a:lnTo>
                      <a:pt x="9576" y="14477"/>
                    </a:lnTo>
                    <a:lnTo>
                      <a:pt x="9701" y="14178"/>
                    </a:lnTo>
                    <a:lnTo>
                      <a:pt x="9775" y="13880"/>
                    </a:lnTo>
                    <a:lnTo>
                      <a:pt x="9850" y="13556"/>
                    </a:lnTo>
                    <a:lnTo>
                      <a:pt x="9875" y="13233"/>
                    </a:lnTo>
                    <a:lnTo>
                      <a:pt x="9924" y="12537"/>
                    </a:lnTo>
                    <a:lnTo>
                      <a:pt x="9949" y="12014"/>
                    </a:lnTo>
                    <a:lnTo>
                      <a:pt x="9900" y="11989"/>
                    </a:lnTo>
                    <a:lnTo>
                      <a:pt x="9576" y="11790"/>
                    </a:lnTo>
                    <a:lnTo>
                      <a:pt x="9253" y="11591"/>
                    </a:lnTo>
                    <a:lnTo>
                      <a:pt x="8905" y="11417"/>
                    </a:lnTo>
                    <a:lnTo>
                      <a:pt x="8557" y="11243"/>
                    </a:lnTo>
                    <a:lnTo>
                      <a:pt x="7835" y="10945"/>
                    </a:lnTo>
                    <a:lnTo>
                      <a:pt x="7089" y="10696"/>
                    </a:lnTo>
                    <a:lnTo>
                      <a:pt x="6318" y="10522"/>
                    </a:lnTo>
                    <a:lnTo>
                      <a:pt x="5920" y="10447"/>
                    </a:lnTo>
                    <a:lnTo>
                      <a:pt x="5522" y="10373"/>
                    </a:lnTo>
                    <a:lnTo>
                      <a:pt x="5124" y="10323"/>
                    </a:lnTo>
                    <a:lnTo>
                      <a:pt x="4726" y="10298"/>
                    </a:lnTo>
                    <a:lnTo>
                      <a:pt x="3930" y="10298"/>
                    </a:lnTo>
                    <a:lnTo>
                      <a:pt x="3781" y="10248"/>
                    </a:lnTo>
                    <a:lnTo>
                      <a:pt x="3682" y="10174"/>
                    </a:lnTo>
                    <a:lnTo>
                      <a:pt x="3607" y="10074"/>
                    </a:lnTo>
                    <a:lnTo>
                      <a:pt x="3557" y="9950"/>
                    </a:lnTo>
                    <a:lnTo>
                      <a:pt x="3582" y="9801"/>
                    </a:lnTo>
                    <a:lnTo>
                      <a:pt x="3657" y="9676"/>
                    </a:lnTo>
                    <a:lnTo>
                      <a:pt x="3781" y="9602"/>
                    </a:lnTo>
                    <a:lnTo>
                      <a:pt x="3930" y="9577"/>
                    </a:lnTo>
                    <a:lnTo>
                      <a:pt x="4751" y="9577"/>
                    </a:lnTo>
                    <a:lnTo>
                      <a:pt x="5547" y="9651"/>
                    </a:lnTo>
                    <a:lnTo>
                      <a:pt x="6343" y="9801"/>
                    </a:lnTo>
                    <a:lnTo>
                      <a:pt x="7139" y="9975"/>
                    </a:lnTo>
                    <a:lnTo>
                      <a:pt x="7910" y="10223"/>
                    </a:lnTo>
                    <a:lnTo>
                      <a:pt x="8631" y="10497"/>
                    </a:lnTo>
                    <a:lnTo>
                      <a:pt x="9352" y="10845"/>
                    </a:lnTo>
                    <a:lnTo>
                      <a:pt x="10024" y="11243"/>
                    </a:lnTo>
                    <a:lnTo>
                      <a:pt x="10099" y="10895"/>
                    </a:lnTo>
                    <a:lnTo>
                      <a:pt x="10223" y="10547"/>
                    </a:lnTo>
                    <a:lnTo>
                      <a:pt x="10372" y="10223"/>
                    </a:lnTo>
                    <a:lnTo>
                      <a:pt x="10546" y="9900"/>
                    </a:lnTo>
                    <a:lnTo>
                      <a:pt x="10770" y="9602"/>
                    </a:lnTo>
                    <a:lnTo>
                      <a:pt x="10994" y="9328"/>
                    </a:lnTo>
                    <a:lnTo>
                      <a:pt x="11218" y="9079"/>
                    </a:lnTo>
                    <a:lnTo>
                      <a:pt x="11491" y="8806"/>
                    </a:lnTo>
                    <a:lnTo>
                      <a:pt x="11989" y="8333"/>
                    </a:lnTo>
                    <a:lnTo>
                      <a:pt x="12188" y="8159"/>
                    </a:lnTo>
                    <a:lnTo>
                      <a:pt x="12238" y="8109"/>
                    </a:lnTo>
                    <a:lnTo>
                      <a:pt x="11715" y="7637"/>
                    </a:lnTo>
                    <a:lnTo>
                      <a:pt x="11442" y="7388"/>
                    </a:lnTo>
                    <a:lnTo>
                      <a:pt x="11143" y="7164"/>
                    </a:lnTo>
                    <a:lnTo>
                      <a:pt x="10845" y="6940"/>
                    </a:lnTo>
                    <a:lnTo>
                      <a:pt x="10497" y="6741"/>
                    </a:lnTo>
                    <a:lnTo>
                      <a:pt x="10148" y="6542"/>
                    </a:lnTo>
                    <a:lnTo>
                      <a:pt x="9750" y="6368"/>
                    </a:lnTo>
                    <a:lnTo>
                      <a:pt x="9352" y="6194"/>
                    </a:lnTo>
                    <a:lnTo>
                      <a:pt x="8905" y="6045"/>
                    </a:lnTo>
                    <a:lnTo>
                      <a:pt x="8432" y="5896"/>
                    </a:lnTo>
                    <a:lnTo>
                      <a:pt x="7935" y="5796"/>
                    </a:lnTo>
                    <a:lnTo>
                      <a:pt x="7388" y="5697"/>
                    </a:lnTo>
                    <a:lnTo>
                      <a:pt x="6815" y="5647"/>
                    </a:lnTo>
                    <a:lnTo>
                      <a:pt x="6194" y="5597"/>
                    </a:lnTo>
                    <a:lnTo>
                      <a:pt x="5522" y="5597"/>
                    </a:lnTo>
                    <a:lnTo>
                      <a:pt x="5373" y="5547"/>
                    </a:lnTo>
                    <a:lnTo>
                      <a:pt x="5273" y="5473"/>
                    </a:lnTo>
                    <a:lnTo>
                      <a:pt x="5199" y="5373"/>
                    </a:lnTo>
                    <a:lnTo>
                      <a:pt x="5174" y="5224"/>
                    </a:lnTo>
                    <a:lnTo>
                      <a:pt x="5199" y="5100"/>
                    </a:lnTo>
                    <a:lnTo>
                      <a:pt x="5273" y="4975"/>
                    </a:lnTo>
                    <a:lnTo>
                      <a:pt x="5373" y="4901"/>
                    </a:lnTo>
                    <a:lnTo>
                      <a:pt x="5522" y="4876"/>
                    </a:lnTo>
                    <a:lnTo>
                      <a:pt x="6243" y="4901"/>
                    </a:lnTo>
                    <a:lnTo>
                      <a:pt x="6915" y="4926"/>
                    </a:lnTo>
                    <a:lnTo>
                      <a:pt x="7537" y="5000"/>
                    </a:lnTo>
                    <a:lnTo>
                      <a:pt x="8109" y="5100"/>
                    </a:lnTo>
                    <a:lnTo>
                      <a:pt x="8656" y="5224"/>
                    </a:lnTo>
                    <a:lnTo>
                      <a:pt x="9153" y="5373"/>
                    </a:lnTo>
                    <a:lnTo>
                      <a:pt x="9626" y="5523"/>
                    </a:lnTo>
                    <a:lnTo>
                      <a:pt x="10074" y="5722"/>
                    </a:lnTo>
                    <a:lnTo>
                      <a:pt x="10497" y="5921"/>
                    </a:lnTo>
                    <a:lnTo>
                      <a:pt x="10870" y="6119"/>
                    </a:lnTo>
                    <a:lnTo>
                      <a:pt x="11243" y="6368"/>
                    </a:lnTo>
                    <a:lnTo>
                      <a:pt x="11591" y="6592"/>
                    </a:lnTo>
                    <a:lnTo>
                      <a:pt x="11914" y="6841"/>
                    </a:lnTo>
                    <a:lnTo>
                      <a:pt x="12213" y="7114"/>
                    </a:lnTo>
                    <a:lnTo>
                      <a:pt x="12760" y="7637"/>
                    </a:lnTo>
                    <a:lnTo>
                      <a:pt x="13058" y="7363"/>
                    </a:lnTo>
                    <a:lnTo>
                      <a:pt x="13332" y="7065"/>
                    </a:lnTo>
                    <a:lnTo>
                      <a:pt x="13556" y="6791"/>
                    </a:lnTo>
                    <a:lnTo>
                      <a:pt x="13780" y="6468"/>
                    </a:lnTo>
                    <a:lnTo>
                      <a:pt x="13904" y="6219"/>
                    </a:lnTo>
                    <a:lnTo>
                      <a:pt x="14028" y="5945"/>
                    </a:lnTo>
                    <a:lnTo>
                      <a:pt x="14103" y="5647"/>
                    </a:lnTo>
                    <a:lnTo>
                      <a:pt x="14178" y="5324"/>
                    </a:lnTo>
                    <a:lnTo>
                      <a:pt x="14203" y="5025"/>
                    </a:lnTo>
                    <a:lnTo>
                      <a:pt x="14178" y="4727"/>
                    </a:lnTo>
                    <a:lnTo>
                      <a:pt x="14103" y="4478"/>
                    </a:lnTo>
                    <a:lnTo>
                      <a:pt x="14053" y="4354"/>
                    </a:lnTo>
                    <a:lnTo>
                      <a:pt x="13979" y="4229"/>
                    </a:lnTo>
                    <a:lnTo>
                      <a:pt x="13630" y="3831"/>
                    </a:lnTo>
                    <a:lnTo>
                      <a:pt x="13556" y="3831"/>
                    </a:lnTo>
                    <a:lnTo>
                      <a:pt x="13282" y="3881"/>
                    </a:lnTo>
                    <a:lnTo>
                      <a:pt x="13034" y="3931"/>
                    </a:lnTo>
                    <a:lnTo>
                      <a:pt x="12760" y="4030"/>
                    </a:lnTo>
                    <a:lnTo>
                      <a:pt x="12536" y="4155"/>
                    </a:lnTo>
                    <a:lnTo>
                      <a:pt x="12312" y="4304"/>
                    </a:lnTo>
                    <a:lnTo>
                      <a:pt x="12138" y="4478"/>
                    </a:lnTo>
                    <a:lnTo>
                      <a:pt x="11989" y="4677"/>
                    </a:lnTo>
                    <a:lnTo>
                      <a:pt x="11889" y="4901"/>
                    </a:lnTo>
                    <a:lnTo>
                      <a:pt x="11840" y="4975"/>
                    </a:lnTo>
                    <a:lnTo>
                      <a:pt x="11740" y="5050"/>
                    </a:lnTo>
                    <a:lnTo>
                      <a:pt x="11666" y="5100"/>
                    </a:lnTo>
                    <a:lnTo>
                      <a:pt x="11541" y="5125"/>
                    </a:lnTo>
                    <a:lnTo>
                      <a:pt x="11417" y="5100"/>
                    </a:lnTo>
                    <a:lnTo>
                      <a:pt x="11292" y="5000"/>
                    </a:lnTo>
                    <a:lnTo>
                      <a:pt x="11218" y="4901"/>
                    </a:lnTo>
                    <a:lnTo>
                      <a:pt x="11193" y="4776"/>
                    </a:lnTo>
                    <a:lnTo>
                      <a:pt x="11218" y="4627"/>
                    </a:lnTo>
                    <a:lnTo>
                      <a:pt x="11342" y="4378"/>
                    </a:lnTo>
                    <a:lnTo>
                      <a:pt x="11516" y="4130"/>
                    </a:lnTo>
                    <a:lnTo>
                      <a:pt x="11715" y="3906"/>
                    </a:lnTo>
                    <a:lnTo>
                      <a:pt x="11939" y="3707"/>
                    </a:lnTo>
                    <a:lnTo>
                      <a:pt x="12188" y="3558"/>
                    </a:lnTo>
                    <a:lnTo>
                      <a:pt x="12461" y="3408"/>
                    </a:lnTo>
                    <a:lnTo>
                      <a:pt x="12735" y="3284"/>
                    </a:lnTo>
                    <a:lnTo>
                      <a:pt x="13034" y="3209"/>
                    </a:lnTo>
                    <a:lnTo>
                      <a:pt x="12536" y="2762"/>
                    </a:lnTo>
                    <a:lnTo>
                      <a:pt x="12014" y="2339"/>
                    </a:lnTo>
                    <a:lnTo>
                      <a:pt x="11467" y="1941"/>
                    </a:lnTo>
                    <a:lnTo>
                      <a:pt x="10870" y="1568"/>
                    </a:lnTo>
                    <a:lnTo>
                      <a:pt x="10273" y="1245"/>
                    </a:lnTo>
                    <a:lnTo>
                      <a:pt x="9626" y="946"/>
                    </a:lnTo>
                    <a:lnTo>
                      <a:pt x="8979" y="697"/>
                    </a:lnTo>
                    <a:lnTo>
                      <a:pt x="8308" y="449"/>
                    </a:lnTo>
                    <a:lnTo>
                      <a:pt x="7910" y="349"/>
                    </a:lnTo>
                    <a:lnTo>
                      <a:pt x="7512" y="250"/>
                    </a:lnTo>
                    <a:lnTo>
                      <a:pt x="7114" y="175"/>
                    </a:lnTo>
                    <a:lnTo>
                      <a:pt x="6716" y="100"/>
                    </a:lnTo>
                    <a:lnTo>
                      <a:pt x="6343" y="51"/>
                    </a:lnTo>
                    <a:lnTo>
                      <a:pt x="59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2328927" y="2212429"/>
                <a:ext cx="292336" cy="384640"/>
              </a:xfrm>
              <a:custGeom>
                <a:avLst/>
                <a:gdLst/>
                <a:ahLst/>
                <a:cxnLst/>
                <a:rect l="l" t="t" r="r" b="b"/>
                <a:pathLst>
                  <a:path w="14179" h="18656" extrusionOk="0">
                    <a:moveTo>
                      <a:pt x="8880" y="1"/>
                    </a:moveTo>
                    <a:lnTo>
                      <a:pt x="8159" y="26"/>
                    </a:lnTo>
                    <a:lnTo>
                      <a:pt x="7413" y="100"/>
                    </a:lnTo>
                    <a:lnTo>
                      <a:pt x="6642" y="250"/>
                    </a:lnTo>
                    <a:lnTo>
                      <a:pt x="5871" y="449"/>
                    </a:lnTo>
                    <a:lnTo>
                      <a:pt x="5199" y="697"/>
                    </a:lnTo>
                    <a:lnTo>
                      <a:pt x="4553" y="946"/>
                    </a:lnTo>
                    <a:lnTo>
                      <a:pt x="3931" y="1245"/>
                    </a:lnTo>
                    <a:lnTo>
                      <a:pt x="3309" y="1568"/>
                    </a:lnTo>
                    <a:lnTo>
                      <a:pt x="2737" y="1941"/>
                    </a:lnTo>
                    <a:lnTo>
                      <a:pt x="2165" y="2339"/>
                    </a:lnTo>
                    <a:lnTo>
                      <a:pt x="1642" y="2762"/>
                    </a:lnTo>
                    <a:lnTo>
                      <a:pt x="1145" y="3209"/>
                    </a:lnTo>
                    <a:lnTo>
                      <a:pt x="1444" y="3284"/>
                    </a:lnTo>
                    <a:lnTo>
                      <a:pt x="1742" y="3408"/>
                    </a:lnTo>
                    <a:lnTo>
                      <a:pt x="2016" y="3558"/>
                    </a:lnTo>
                    <a:lnTo>
                      <a:pt x="2264" y="3707"/>
                    </a:lnTo>
                    <a:lnTo>
                      <a:pt x="2488" y="3906"/>
                    </a:lnTo>
                    <a:lnTo>
                      <a:pt x="2687" y="4130"/>
                    </a:lnTo>
                    <a:lnTo>
                      <a:pt x="2836" y="4378"/>
                    </a:lnTo>
                    <a:lnTo>
                      <a:pt x="2961" y="4627"/>
                    </a:lnTo>
                    <a:lnTo>
                      <a:pt x="2986" y="4776"/>
                    </a:lnTo>
                    <a:lnTo>
                      <a:pt x="2961" y="4901"/>
                    </a:lnTo>
                    <a:lnTo>
                      <a:pt x="2886" y="5025"/>
                    </a:lnTo>
                    <a:lnTo>
                      <a:pt x="2762" y="5100"/>
                    </a:lnTo>
                    <a:lnTo>
                      <a:pt x="2637" y="5125"/>
                    </a:lnTo>
                    <a:lnTo>
                      <a:pt x="2538" y="5100"/>
                    </a:lnTo>
                    <a:lnTo>
                      <a:pt x="2438" y="5050"/>
                    </a:lnTo>
                    <a:lnTo>
                      <a:pt x="2364" y="4975"/>
                    </a:lnTo>
                    <a:lnTo>
                      <a:pt x="2314" y="4901"/>
                    </a:lnTo>
                    <a:lnTo>
                      <a:pt x="2190" y="4677"/>
                    </a:lnTo>
                    <a:lnTo>
                      <a:pt x="2040" y="4478"/>
                    </a:lnTo>
                    <a:lnTo>
                      <a:pt x="1866" y="4304"/>
                    </a:lnTo>
                    <a:lnTo>
                      <a:pt x="1642" y="4155"/>
                    </a:lnTo>
                    <a:lnTo>
                      <a:pt x="1419" y="4030"/>
                    </a:lnTo>
                    <a:lnTo>
                      <a:pt x="1170" y="3931"/>
                    </a:lnTo>
                    <a:lnTo>
                      <a:pt x="896" y="3881"/>
                    </a:lnTo>
                    <a:lnTo>
                      <a:pt x="623" y="3831"/>
                    </a:lnTo>
                    <a:lnTo>
                      <a:pt x="548" y="3831"/>
                    </a:lnTo>
                    <a:lnTo>
                      <a:pt x="200" y="4229"/>
                    </a:lnTo>
                    <a:lnTo>
                      <a:pt x="150" y="4354"/>
                    </a:lnTo>
                    <a:lnTo>
                      <a:pt x="76" y="4478"/>
                    </a:lnTo>
                    <a:lnTo>
                      <a:pt x="26" y="4752"/>
                    </a:lnTo>
                    <a:lnTo>
                      <a:pt x="1" y="5025"/>
                    </a:lnTo>
                    <a:lnTo>
                      <a:pt x="26" y="5324"/>
                    </a:lnTo>
                    <a:lnTo>
                      <a:pt x="76" y="5647"/>
                    </a:lnTo>
                    <a:lnTo>
                      <a:pt x="150" y="5945"/>
                    </a:lnTo>
                    <a:lnTo>
                      <a:pt x="275" y="6219"/>
                    </a:lnTo>
                    <a:lnTo>
                      <a:pt x="424" y="6468"/>
                    </a:lnTo>
                    <a:lnTo>
                      <a:pt x="623" y="6791"/>
                    </a:lnTo>
                    <a:lnTo>
                      <a:pt x="871" y="7065"/>
                    </a:lnTo>
                    <a:lnTo>
                      <a:pt x="1120" y="7363"/>
                    </a:lnTo>
                    <a:lnTo>
                      <a:pt x="1419" y="7637"/>
                    </a:lnTo>
                    <a:lnTo>
                      <a:pt x="1991" y="7114"/>
                    </a:lnTo>
                    <a:lnTo>
                      <a:pt x="2289" y="6841"/>
                    </a:lnTo>
                    <a:lnTo>
                      <a:pt x="2613" y="6592"/>
                    </a:lnTo>
                    <a:lnTo>
                      <a:pt x="2936" y="6368"/>
                    </a:lnTo>
                    <a:lnTo>
                      <a:pt x="3309" y="6119"/>
                    </a:lnTo>
                    <a:lnTo>
                      <a:pt x="3682" y="5921"/>
                    </a:lnTo>
                    <a:lnTo>
                      <a:pt x="4105" y="5722"/>
                    </a:lnTo>
                    <a:lnTo>
                      <a:pt x="4553" y="5523"/>
                    </a:lnTo>
                    <a:lnTo>
                      <a:pt x="5025" y="5373"/>
                    </a:lnTo>
                    <a:lnTo>
                      <a:pt x="5523" y="5224"/>
                    </a:lnTo>
                    <a:lnTo>
                      <a:pt x="6070" y="5100"/>
                    </a:lnTo>
                    <a:lnTo>
                      <a:pt x="6667" y="5000"/>
                    </a:lnTo>
                    <a:lnTo>
                      <a:pt x="7289" y="4926"/>
                    </a:lnTo>
                    <a:lnTo>
                      <a:pt x="7960" y="4901"/>
                    </a:lnTo>
                    <a:lnTo>
                      <a:pt x="8656" y="4876"/>
                    </a:lnTo>
                    <a:lnTo>
                      <a:pt x="8806" y="4901"/>
                    </a:lnTo>
                    <a:lnTo>
                      <a:pt x="8905" y="4975"/>
                    </a:lnTo>
                    <a:lnTo>
                      <a:pt x="9005" y="5100"/>
                    </a:lnTo>
                    <a:lnTo>
                      <a:pt x="9030" y="5224"/>
                    </a:lnTo>
                    <a:lnTo>
                      <a:pt x="9005" y="5373"/>
                    </a:lnTo>
                    <a:lnTo>
                      <a:pt x="8905" y="5473"/>
                    </a:lnTo>
                    <a:lnTo>
                      <a:pt x="8806" y="5547"/>
                    </a:lnTo>
                    <a:lnTo>
                      <a:pt x="8656" y="5597"/>
                    </a:lnTo>
                    <a:lnTo>
                      <a:pt x="8010" y="5597"/>
                    </a:lnTo>
                    <a:lnTo>
                      <a:pt x="7388" y="5647"/>
                    </a:lnTo>
                    <a:lnTo>
                      <a:pt x="6791" y="5697"/>
                    </a:lnTo>
                    <a:lnTo>
                      <a:pt x="6269" y="5796"/>
                    </a:lnTo>
                    <a:lnTo>
                      <a:pt x="5746" y="5896"/>
                    </a:lnTo>
                    <a:lnTo>
                      <a:pt x="5274" y="6045"/>
                    </a:lnTo>
                    <a:lnTo>
                      <a:pt x="4851" y="6194"/>
                    </a:lnTo>
                    <a:lnTo>
                      <a:pt x="4428" y="6368"/>
                    </a:lnTo>
                    <a:lnTo>
                      <a:pt x="4055" y="6542"/>
                    </a:lnTo>
                    <a:lnTo>
                      <a:pt x="3682" y="6741"/>
                    </a:lnTo>
                    <a:lnTo>
                      <a:pt x="3359" y="6940"/>
                    </a:lnTo>
                    <a:lnTo>
                      <a:pt x="3035" y="7164"/>
                    </a:lnTo>
                    <a:lnTo>
                      <a:pt x="2737" y="7388"/>
                    </a:lnTo>
                    <a:lnTo>
                      <a:pt x="2463" y="7637"/>
                    </a:lnTo>
                    <a:lnTo>
                      <a:pt x="1941" y="8109"/>
                    </a:lnTo>
                    <a:lnTo>
                      <a:pt x="1991" y="8159"/>
                    </a:lnTo>
                    <a:lnTo>
                      <a:pt x="2190" y="8333"/>
                    </a:lnTo>
                    <a:lnTo>
                      <a:pt x="2712" y="8806"/>
                    </a:lnTo>
                    <a:lnTo>
                      <a:pt x="2961" y="9079"/>
                    </a:lnTo>
                    <a:lnTo>
                      <a:pt x="3209" y="9328"/>
                    </a:lnTo>
                    <a:lnTo>
                      <a:pt x="3433" y="9602"/>
                    </a:lnTo>
                    <a:lnTo>
                      <a:pt x="3632" y="9900"/>
                    </a:lnTo>
                    <a:lnTo>
                      <a:pt x="3806" y="10223"/>
                    </a:lnTo>
                    <a:lnTo>
                      <a:pt x="3956" y="10547"/>
                    </a:lnTo>
                    <a:lnTo>
                      <a:pt x="4080" y="10895"/>
                    </a:lnTo>
                    <a:lnTo>
                      <a:pt x="4155" y="11243"/>
                    </a:lnTo>
                    <a:lnTo>
                      <a:pt x="4478" y="11044"/>
                    </a:lnTo>
                    <a:lnTo>
                      <a:pt x="4826" y="10845"/>
                    </a:lnTo>
                    <a:lnTo>
                      <a:pt x="5547" y="10497"/>
                    </a:lnTo>
                    <a:lnTo>
                      <a:pt x="6294" y="10223"/>
                    </a:lnTo>
                    <a:lnTo>
                      <a:pt x="7065" y="9975"/>
                    </a:lnTo>
                    <a:lnTo>
                      <a:pt x="7836" y="9801"/>
                    </a:lnTo>
                    <a:lnTo>
                      <a:pt x="8632" y="9651"/>
                    </a:lnTo>
                    <a:lnTo>
                      <a:pt x="9452" y="9577"/>
                    </a:lnTo>
                    <a:lnTo>
                      <a:pt x="10273" y="9577"/>
                    </a:lnTo>
                    <a:lnTo>
                      <a:pt x="10398" y="9602"/>
                    </a:lnTo>
                    <a:lnTo>
                      <a:pt x="10522" y="9676"/>
                    </a:lnTo>
                    <a:lnTo>
                      <a:pt x="10597" y="9801"/>
                    </a:lnTo>
                    <a:lnTo>
                      <a:pt x="10621" y="9950"/>
                    </a:lnTo>
                    <a:lnTo>
                      <a:pt x="10621" y="10000"/>
                    </a:lnTo>
                    <a:lnTo>
                      <a:pt x="10597" y="10074"/>
                    </a:lnTo>
                    <a:lnTo>
                      <a:pt x="10497" y="10174"/>
                    </a:lnTo>
                    <a:lnTo>
                      <a:pt x="10398" y="10248"/>
                    </a:lnTo>
                    <a:lnTo>
                      <a:pt x="10248" y="10298"/>
                    </a:lnTo>
                    <a:lnTo>
                      <a:pt x="9452" y="10298"/>
                    </a:lnTo>
                    <a:lnTo>
                      <a:pt x="9054" y="10323"/>
                    </a:lnTo>
                    <a:lnTo>
                      <a:pt x="8656" y="10373"/>
                    </a:lnTo>
                    <a:lnTo>
                      <a:pt x="7861" y="10522"/>
                    </a:lnTo>
                    <a:lnTo>
                      <a:pt x="7090" y="10696"/>
                    </a:lnTo>
                    <a:lnTo>
                      <a:pt x="6343" y="10945"/>
                    </a:lnTo>
                    <a:lnTo>
                      <a:pt x="5970" y="11094"/>
                    </a:lnTo>
                    <a:lnTo>
                      <a:pt x="5622" y="11243"/>
                    </a:lnTo>
                    <a:lnTo>
                      <a:pt x="5274" y="11417"/>
                    </a:lnTo>
                    <a:lnTo>
                      <a:pt x="4926" y="11591"/>
                    </a:lnTo>
                    <a:lnTo>
                      <a:pt x="4602" y="11790"/>
                    </a:lnTo>
                    <a:lnTo>
                      <a:pt x="4279" y="11989"/>
                    </a:lnTo>
                    <a:lnTo>
                      <a:pt x="4254" y="12014"/>
                    </a:lnTo>
                    <a:lnTo>
                      <a:pt x="4279" y="12537"/>
                    </a:lnTo>
                    <a:lnTo>
                      <a:pt x="4304" y="13233"/>
                    </a:lnTo>
                    <a:lnTo>
                      <a:pt x="4354" y="13556"/>
                    </a:lnTo>
                    <a:lnTo>
                      <a:pt x="4403" y="13880"/>
                    </a:lnTo>
                    <a:lnTo>
                      <a:pt x="4503" y="14178"/>
                    </a:lnTo>
                    <a:lnTo>
                      <a:pt x="4627" y="14477"/>
                    </a:lnTo>
                    <a:lnTo>
                      <a:pt x="4776" y="14775"/>
                    </a:lnTo>
                    <a:lnTo>
                      <a:pt x="4951" y="15049"/>
                    </a:lnTo>
                    <a:lnTo>
                      <a:pt x="5149" y="15322"/>
                    </a:lnTo>
                    <a:lnTo>
                      <a:pt x="5398" y="15571"/>
                    </a:lnTo>
                    <a:lnTo>
                      <a:pt x="5647" y="15820"/>
                    </a:lnTo>
                    <a:lnTo>
                      <a:pt x="5921" y="16044"/>
                    </a:lnTo>
                    <a:lnTo>
                      <a:pt x="6219" y="16243"/>
                    </a:lnTo>
                    <a:lnTo>
                      <a:pt x="6517" y="16417"/>
                    </a:lnTo>
                    <a:lnTo>
                      <a:pt x="6866" y="16591"/>
                    </a:lnTo>
                    <a:lnTo>
                      <a:pt x="7189" y="16740"/>
                    </a:lnTo>
                    <a:lnTo>
                      <a:pt x="7537" y="16864"/>
                    </a:lnTo>
                    <a:lnTo>
                      <a:pt x="7910" y="16964"/>
                    </a:lnTo>
                    <a:lnTo>
                      <a:pt x="8283" y="17014"/>
                    </a:lnTo>
                    <a:lnTo>
                      <a:pt x="8656" y="17063"/>
                    </a:lnTo>
                    <a:lnTo>
                      <a:pt x="8681" y="17063"/>
                    </a:lnTo>
                    <a:lnTo>
                      <a:pt x="8930" y="16964"/>
                    </a:lnTo>
                    <a:lnTo>
                      <a:pt x="9179" y="16840"/>
                    </a:lnTo>
                    <a:lnTo>
                      <a:pt x="9428" y="16715"/>
                    </a:lnTo>
                    <a:lnTo>
                      <a:pt x="9651" y="16541"/>
                    </a:lnTo>
                    <a:lnTo>
                      <a:pt x="9850" y="16392"/>
                    </a:lnTo>
                    <a:lnTo>
                      <a:pt x="10049" y="16193"/>
                    </a:lnTo>
                    <a:lnTo>
                      <a:pt x="10223" y="15994"/>
                    </a:lnTo>
                    <a:lnTo>
                      <a:pt x="10373" y="15795"/>
                    </a:lnTo>
                    <a:lnTo>
                      <a:pt x="10472" y="15695"/>
                    </a:lnTo>
                    <a:lnTo>
                      <a:pt x="10597" y="15646"/>
                    </a:lnTo>
                    <a:lnTo>
                      <a:pt x="10721" y="15621"/>
                    </a:lnTo>
                    <a:lnTo>
                      <a:pt x="10870" y="15670"/>
                    </a:lnTo>
                    <a:lnTo>
                      <a:pt x="10970" y="15770"/>
                    </a:lnTo>
                    <a:lnTo>
                      <a:pt x="11019" y="15894"/>
                    </a:lnTo>
                    <a:lnTo>
                      <a:pt x="11019" y="16044"/>
                    </a:lnTo>
                    <a:lnTo>
                      <a:pt x="10970" y="16168"/>
                    </a:lnTo>
                    <a:lnTo>
                      <a:pt x="10796" y="16417"/>
                    </a:lnTo>
                    <a:lnTo>
                      <a:pt x="10621" y="16641"/>
                    </a:lnTo>
                    <a:lnTo>
                      <a:pt x="10422" y="16840"/>
                    </a:lnTo>
                    <a:lnTo>
                      <a:pt x="10199" y="17038"/>
                    </a:lnTo>
                    <a:lnTo>
                      <a:pt x="9950" y="17213"/>
                    </a:lnTo>
                    <a:lnTo>
                      <a:pt x="9701" y="17362"/>
                    </a:lnTo>
                    <a:lnTo>
                      <a:pt x="9428" y="17511"/>
                    </a:lnTo>
                    <a:lnTo>
                      <a:pt x="9129" y="17635"/>
                    </a:lnTo>
                    <a:lnTo>
                      <a:pt x="9303" y="17834"/>
                    </a:lnTo>
                    <a:lnTo>
                      <a:pt x="9477" y="18009"/>
                    </a:lnTo>
                    <a:lnTo>
                      <a:pt x="9701" y="18183"/>
                    </a:lnTo>
                    <a:lnTo>
                      <a:pt x="9975" y="18307"/>
                    </a:lnTo>
                    <a:lnTo>
                      <a:pt x="10323" y="18456"/>
                    </a:lnTo>
                    <a:lnTo>
                      <a:pt x="10746" y="18556"/>
                    </a:lnTo>
                    <a:lnTo>
                      <a:pt x="11169" y="18630"/>
                    </a:lnTo>
                    <a:lnTo>
                      <a:pt x="11641" y="18655"/>
                    </a:lnTo>
                    <a:lnTo>
                      <a:pt x="12039" y="18630"/>
                    </a:lnTo>
                    <a:lnTo>
                      <a:pt x="12412" y="18605"/>
                    </a:lnTo>
                    <a:lnTo>
                      <a:pt x="12760" y="18556"/>
                    </a:lnTo>
                    <a:lnTo>
                      <a:pt x="13084" y="18481"/>
                    </a:lnTo>
                    <a:lnTo>
                      <a:pt x="13382" y="18382"/>
                    </a:lnTo>
                    <a:lnTo>
                      <a:pt x="13656" y="18257"/>
                    </a:lnTo>
                    <a:lnTo>
                      <a:pt x="13929" y="18108"/>
                    </a:lnTo>
                    <a:lnTo>
                      <a:pt x="14178" y="17959"/>
                    </a:lnTo>
                    <a:lnTo>
                      <a:pt x="14178" y="14850"/>
                    </a:lnTo>
                    <a:lnTo>
                      <a:pt x="13929" y="14601"/>
                    </a:lnTo>
                    <a:lnTo>
                      <a:pt x="13631" y="14402"/>
                    </a:lnTo>
                    <a:lnTo>
                      <a:pt x="13308" y="14228"/>
                    </a:lnTo>
                    <a:lnTo>
                      <a:pt x="12984" y="14079"/>
                    </a:lnTo>
                    <a:lnTo>
                      <a:pt x="12611" y="13979"/>
                    </a:lnTo>
                    <a:lnTo>
                      <a:pt x="12213" y="13855"/>
                    </a:lnTo>
                    <a:lnTo>
                      <a:pt x="11368" y="13681"/>
                    </a:lnTo>
                    <a:lnTo>
                      <a:pt x="10920" y="13606"/>
                    </a:lnTo>
                    <a:lnTo>
                      <a:pt x="10472" y="13581"/>
                    </a:lnTo>
                    <a:lnTo>
                      <a:pt x="10024" y="13581"/>
                    </a:lnTo>
                    <a:lnTo>
                      <a:pt x="9602" y="13631"/>
                    </a:lnTo>
                    <a:lnTo>
                      <a:pt x="9154" y="13681"/>
                    </a:lnTo>
                    <a:lnTo>
                      <a:pt x="8731" y="13780"/>
                    </a:lnTo>
                    <a:lnTo>
                      <a:pt x="8308" y="13929"/>
                    </a:lnTo>
                    <a:lnTo>
                      <a:pt x="7910" y="14079"/>
                    </a:lnTo>
                    <a:lnTo>
                      <a:pt x="7761" y="14104"/>
                    </a:lnTo>
                    <a:lnTo>
                      <a:pt x="7637" y="14104"/>
                    </a:lnTo>
                    <a:lnTo>
                      <a:pt x="7512" y="14029"/>
                    </a:lnTo>
                    <a:lnTo>
                      <a:pt x="7438" y="13905"/>
                    </a:lnTo>
                    <a:lnTo>
                      <a:pt x="7388" y="13780"/>
                    </a:lnTo>
                    <a:lnTo>
                      <a:pt x="7413" y="13631"/>
                    </a:lnTo>
                    <a:lnTo>
                      <a:pt x="7487" y="13531"/>
                    </a:lnTo>
                    <a:lnTo>
                      <a:pt x="7612" y="13432"/>
                    </a:lnTo>
                    <a:lnTo>
                      <a:pt x="8060" y="13258"/>
                    </a:lnTo>
                    <a:lnTo>
                      <a:pt x="8532" y="13109"/>
                    </a:lnTo>
                    <a:lnTo>
                      <a:pt x="9005" y="12984"/>
                    </a:lnTo>
                    <a:lnTo>
                      <a:pt x="9502" y="12910"/>
                    </a:lnTo>
                    <a:lnTo>
                      <a:pt x="10000" y="12885"/>
                    </a:lnTo>
                    <a:lnTo>
                      <a:pt x="10497" y="12860"/>
                    </a:lnTo>
                    <a:lnTo>
                      <a:pt x="10994" y="12910"/>
                    </a:lnTo>
                    <a:lnTo>
                      <a:pt x="11492" y="12984"/>
                    </a:lnTo>
                    <a:lnTo>
                      <a:pt x="12238" y="13134"/>
                    </a:lnTo>
                    <a:lnTo>
                      <a:pt x="12611" y="13233"/>
                    </a:lnTo>
                    <a:lnTo>
                      <a:pt x="12959" y="13332"/>
                    </a:lnTo>
                    <a:lnTo>
                      <a:pt x="13283" y="13432"/>
                    </a:lnTo>
                    <a:lnTo>
                      <a:pt x="13606" y="13581"/>
                    </a:lnTo>
                    <a:lnTo>
                      <a:pt x="13905" y="13730"/>
                    </a:lnTo>
                    <a:lnTo>
                      <a:pt x="14178" y="13905"/>
                    </a:lnTo>
                    <a:lnTo>
                      <a:pt x="14178" y="8383"/>
                    </a:lnTo>
                    <a:lnTo>
                      <a:pt x="13432" y="8184"/>
                    </a:lnTo>
                    <a:lnTo>
                      <a:pt x="12686" y="8035"/>
                    </a:lnTo>
                    <a:lnTo>
                      <a:pt x="11915" y="7935"/>
                    </a:lnTo>
                    <a:lnTo>
                      <a:pt x="11169" y="7885"/>
                    </a:lnTo>
                    <a:lnTo>
                      <a:pt x="10398" y="7910"/>
                    </a:lnTo>
                    <a:lnTo>
                      <a:pt x="9602" y="7985"/>
                    </a:lnTo>
                    <a:lnTo>
                      <a:pt x="8831" y="8084"/>
                    </a:lnTo>
                    <a:lnTo>
                      <a:pt x="8035" y="8259"/>
                    </a:lnTo>
                    <a:lnTo>
                      <a:pt x="7960" y="8283"/>
                    </a:lnTo>
                    <a:lnTo>
                      <a:pt x="7885" y="8259"/>
                    </a:lnTo>
                    <a:lnTo>
                      <a:pt x="7761" y="8234"/>
                    </a:lnTo>
                    <a:lnTo>
                      <a:pt x="7662" y="8134"/>
                    </a:lnTo>
                    <a:lnTo>
                      <a:pt x="7587" y="8010"/>
                    </a:lnTo>
                    <a:lnTo>
                      <a:pt x="7587" y="7861"/>
                    </a:lnTo>
                    <a:lnTo>
                      <a:pt x="7637" y="7736"/>
                    </a:lnTo>
                    <a:lnTo>
                      <a:pt x="7736" y="7637"/>
                    </a:lnTo>
                    <a:lnTo>
                      <a:pt x="7861" y="7562"/>
                    </a:lnTo>
                    <a:lnTo>
                      <a:pt x="8681" y="7388"/>
                    </a:lnTo>
                    <a:lnTo>
                      <a:pt x="9477" y="7264"/>
                    </a:lnTo>
                    <a:lnTo>
                      <a:pt x="10273" y="7189"/>
                    </a:lnTo>
                    <a:lnTo>
                      <a:pt x="11069" y="7189"/>
                    </a:lnTo>
                    <a:lnTo>
                      <a:pt x="11865" y="7214"/>
                    </a:lnTo>
                    <a:lnTo>
                      <a:pt x="12636" y="7313"/>
                    </a:lnTo>
                    <a:lnTo>
                      <a:pt x="13407" y="7438"/>
                    </a:lnTo>
                    <a:lnTo>
                      <a:pt x="14178" y="7637"/>
                    </a:lnTo>
                    <a:lnTo>
                      <a:pt x="14178" y="6244"/>
                    </a:lnTo>
                    <a:lnTo>
                      <a:pt x="14178" y="5945"/>
                    </a:lnTo>
                    <a:lnTo>
                      <a:pt x="14153" y="5622"/>
                    </a:lnTo>
                    <a:lnTo>
                      <a:pt x="14054" y="5000"/>
                    </a:lnTo>
                    <a:lnTo>
                      <a:pt x="13929" y="4378"/>
                    </a:lnTo>
                    <a:lnTo>
                      <a:pt x="13755" y="3732"/>
                    </a:lnTo>
                    <a:lnTo>
                      <a:pt x="13308" y="3483"/>
                    </a:lnTo>
                    <a:lnTo>
                      <a:pt x="12860" y="3234"/>
                    </a:lnTo>
                    <a:lnTo>
                      <a:pt x="12362" y="3035"/>
                    </a:lnTo>
                    <a:lnTo>
                      <a:pt x="11865" y="2861"/>
                    </a:lnTo>
                    <a:lnTo>
                      <a:pt x="11368" y="2712"/>
                    </a:lnTo>
                    <a:lnTo>
                      <a:pt x="10845" y="2612"/>
                    </a:lnTo>
                    <a:lnTo>
                      <a:pt x="10323" y="2513"/>
                    </a:lnTo>
                    <a:lnTo>
                      <a:pt x="9801" y="2463"/>
                    </a:lnTo>
                    <a:lnTo>
                      <a:pt x="9253" y="2438"/>
                    </a:lnTo>
                    <a:lnTo>
                      <a:pt x="8706" y="2438"/>
                    </a:lnTo>
                    <a:lnTo>
                      <a:pt x="8184" y="2463"/>
                    </a:lnTo>
                    <a:lnTo>
                      <a:pt x="7637" y="2538"/>
                    </a:lnTo>
                    <a:lnTo>
                      <a:pt x="7090" y="2637"/>
                    </a:lnTo>
                    <a:lnTo>
                      <a:pt x="6567" y="2762"/>
                    </a:lnTo>
                    <a:lnTo>
                      <a:pt x="6020" y="2911"/>
                    </a:lnTo>
                    <a:lnTo>
                      <a:pt x="5498" y="3110"/>
                    </a:lnTo>
                    <a:lnTo>
                      <a:pt x="5348" y="3135"/>
                    </a:lnTo>
                    <a:lnTo>
                      <a:pt x="5224" y="3110"/>
                    </a:lnTo>
                    <a:lnTo>
                      <a:pt x="5125" y="3010"/>
                    </a:lnTo>
                    <a:lnTo>
                      <a:pt x="5025" y="2911"/>
                    </a:lnTo>
                    <a:lnTo>
                      <a:pt x="5000" y="2762"/>
                    </a:lnTo>
                    <a:lnTo>
                      <a:pt x="5050" y="2637"/>
                    </a:lnTo>
                    <a:lnTo>
                      <a:pt x="5125" y="2513"/>
                    </a:lnTo>
                    <a:lnTo>
                      <a:pt x="5249" y="2438"/>
                    </a:lnTo>
                    <a:lnTo>
                      <a:pt x="5746" y="2264"/>
                    </a:lnTo>
                    <a:lnTo>
                      <a:pt x="6269" y="2090"/>
                    </a:lnTo>
                    <a:lnTo>
                      <a:pt x="6816" y="1966"/>
                    </a:lnTo>
                    <a:lnTo>
                      <a:pt x="7338" y="1866"/>
                    </a:lnTo>
                    <a:lnTo>
                      <a:pt x="7861" y="1792"/>
                    </a:lnTo>
                    <a:lnTo>
                      <a:pt x="8408" y="1742"/>
                    </a:lnTo>
                    <a:lnTo>
                      <a:pt x="8930" y="1717"/>
                    </a:lnTo>
                    <a:lnTo>
                      <a:pt x="9477" y="1742"/>
                    </a:lnTo>
                    <a:lnTo>
                      <a:pt x="10000" y="1767"/>
                    </a:lnTo>
                    <a:lnTo>
                      <a:pt x="10522" y="1841"/>
                    </a:lnTo>
                    <a:lnTo>
                      <a:pt x="11044" y="1916"/>
                    </a:lnTo>
                    <a:lnTo>
                      <a:pt x="11542" y="2040"/>
                    </a:lnTo>
                    <a:lnTo>
                      <a:pt x="12039" y="2190"/>
                    </a:lnTo>
                    <a:lnTo>
                      <a:pt x="12537" y="2339"/>
                    </a:lnTo>
                    <a:lnTo>
                      <a:pt x="13009" y="2538"/>
                    </a:lnTo>
                    <a:lnTo>
                      <a:pt x="13482" y="2762"/>
                    </a:lnTo>
                    <a:lnTo>
                      <a:pt x="13482" y="2762"/>
                    </a:lnTo>
                    <a:lnTo>
                      <a:pt x="13357" y="2438"/>
                    </a:lnTo>
                    <a:lnTo>
                      <a:pt x="13233" y="2115"/>
                    </a:lnTo>
                    <a:lnTo>
                      <a:pt x="13084" y="1792"/>
                    </a:lnTo>
                    <a:lnTo>
                      <a:pt x="12885" y="1493"/>
                    </a:lnTo>
                    <a:lnTo>
                      <a:pt x="12661" y="1220"/>
                    </a:lnTo>
                    <a:lnTo>
                      <a:pt x="12387" y="946"/>
                    </a:lnTo>
                    <a:lnTo>
                      <a:pt x="12089" y="722"/>
                    </a:lnTo>
                    <a:lnTo>
                      <a:pt x="11691" y="523"/>
                    </a:lnTo>
                    <a:lnTo>
                      <a:pt x="11392" y="399"/>
                    </a:lnTo>
                    <a:lnTo>
                      <a:pt x="11069" y="299"/>
                    </a:lnTo>
                    <a:lnTo>
                      <a:pt x="10721" y="200"/>
                    </a:lnTo>
                    <a:lnTo>
                      <a:pt x="10373" y="125"/>
                    </a:lnTo>
                    <a:lnTo>
                      <a:pt x="10024" y="76"/>
                    </a:lnTo>
                    <a:lnTo>
                      <a:pt x="9651" y="26"/>
                    </a:lnTo>
                    <a:lnTo>
                      <a:pt x="927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2200212" y="2307826"/>
                <a:ext cx="421051" cy="461028"/>
              </a:xfrm>
              <a:custGeom>
                <a:avLst/>
                <a:gdLst/>
                <a:ahLst/>
                <a:cxnLst/>
                <a:rect l="l" t="t" r="r" b="b"/>
                <a:pathLst>
                  <a:path w="20422" h="22361" extrusionOk="0">
                    <a:moveTo>
                      <a:pt x="5572" y="0"/>
                    </a:moveTo>
                    <a:lnTo>
                      <a:pt x="5199" y="149"/>
                    </a:lnTo>
                    <a:lnTo>
                      <a:pt x="4876" y="323"/>
                    </a:lnTo>
                    <a:lnTo>
                      <a:pt x="4528" y="498"/>
                    </a:lnTo>
                    <a:lnTo>
                      <a:pt x="4204" y="697"/>
                    </a:lnTo>
                    <a:lnTo>
                      <a:pt x="3881" y="896"/>
                    </a:lnTo>
                    <a:lnTo>
                      <a:pt x="3583" y="1119"/>
                    </a:lnTo>
                    <a:lnTo>
                      <a:pt x="3284" y="1343"/>
                    </a:lnTo>
                    <a:lnTo>
                      <a:pt x="3011" y="1592"/>
                    </a:lnTo>
                    <a:lnTo>
                      <a:pt x="2737" y="1841"/>
                    </a:lnTo>
                    <a:lnTo>
                      <a:pt x="2488" y="2089"/>
                    </a:lnTo>
                    <a:lnTo>
                      <a:pt x="2239" y="2363"/>
                    </a:lnTo>
                    <a:lnTo>
                      <a:pt x="2016" y="2661"/>
                    </a:lnTo>
                    <a:lnTo>
                      <a:pt x="1817" y="2935"/>
                    </a:lnTo>
                    <a:lnTo>
                      <a:pt x="1618" y="3234"/>
                    </a:lnTo>
                    <a:lnTo>
                      <a:pt x="1444" y="3532"/>
                    </a:lnTo>
                    <a:lnTo>
                      <a:pt x="1294" y="3855"/>
                    </a:lnTo>
                    <a:lnTo>
                      <a:pt x="1145" y="4179"/>
                    </a:lnTo>
                    <a:lnTo>
                      <a:pt x="1021" y="4527"/>
                    </a:lnTo>
                    <a:lnTo>
                      <a:pt x="921" y="4850"/>
                    </a:lnTo>
                    <a:lnTo>
                      <a:pt x="822" y="5198"/>
                    </a:lnTo>
                    <a:lnTo>
                      <a:pt x="772" y="5547"/>
                    </a:lnTo>
                    <a:lnTo>
                      <a:pt x="722" y="5920"/>
                    </a:lnTo>
                    <a:lnTo>
                      <a:pt x="697" y="6268"/>
                    </a:lnTo>
                    <a:lnTo>
                      <a:pt x="697" y="6616"/>
                    </a:lnTo>
                    <a:lnTo>
                      <a:pt x="722" y="6964"/>
                    </a:lnTo>
                    <a:lnTo>
                      <a:pt x="747" y="7313"/>
                    </a:lnTo>
                    <a:lnTo>
                      <a:pt x="797" y="7661"/>
                    </a:lnTo>
                    <a:lnTo>
                      <a:pt x="871" y="8009"/>
                    </a:lnTo>
                    <a:lnTo>
                      <a:pt x="971" y="8357"/>
                    </a:lnTo>
                    <a:lnTo>
                      <a:pt x="1095" y="8705"/>
                    </a:lnTo>
                    <a:lnTo>
                      <a:pt x="1220" y="9029"/>
                    </a:lnTo>
                    <a:lnTo>
                      <a:pt x="1369" y="9377"/>
                    </a:lnTo>
                    <a:lnTo>
                      <a:pt x="1742" y="8954"/>
                    </a:lnTo>
                    <a:lnTo>
                      <a:pt x="2165" y="8581"/>
                    </a:lnTo>
                    <a:lnTo>
                      <a:pt x="2613" y="8258"/>
                    </a:lnTo>
                    <a:lnTo>
                      <a:pt x="3110" y="7934"/>
                    </a:lnTo>
                    <a:lnTo>
                      <a:pt x="3607" y="7661"/>
                    </a:lnTo>
                    <a:lnTo>
                      <a:pt x="4155" y="7437"/>
                    </a:lnTo>
                    <a:lnTo>
                      <a:pt x="4702" y="7263"/>
                    </a:lnTo>
                    <a:lnTo>
                      <a:pt x="5299" y="7114"/>
                    </a:lnTo>
                    <a:lnTo>
                      <a:pt x="5423" y="7114"/>
                    </a:lnTo>
                    <a:lnTo>
                      <a:pt x="5572" y="7163"/>
                    </a:lnTo>
                    <a:lnTo>
                      <a:pt x="5647" y="7263"/>
                    </a:lnTo>
                    <a:lnTo>
                      <a:pt x="5722" y="7387"/>
                    </a:lnTo>
                    <a:lnTo>
                      <a:pt x="5722" y="7536"/>
                    </a:lnTo>
                    <a:lnTo>
                      <a:pt x="5672" y="7661"/>
                    </a:lnTo>
                    <a:lnTo>
                      <a:pt x="5572" y="7760"/>
                    </a:lnTo>
                    <a:lnTo>
                      <a:pt x="5448" y="7810"/>
                    </a:lnTo>
                    <a:lnTo>
                      <a:pt x="4876" y="7934"/>
                    </a:lnTo>
                    <a:lnTo>
                      <a:pt x="4354" y="8133"/>
                    </a:lnTo>
                    <a:lnTo>
                      <a:pt x="3831" y="8357"/>
                    </a:lnTo>
                    <a:lnTo>
                      <a:pt x="3359" y="8606"/>
                    </a:lnTo>
                    <a:lnTo>
                      <a:pt x="2911" y="8904"/>
                    </a:lnTo>
                    <a:lnTo>
                      <a:pt x="2488" y="9228"/>
                    </a:lnTo>
                    <a:lnTo>
                      <a:pt x="2115" y="9601"/>
                    </a:lnTo>
                    <a:lnTo>
                      <a:pt x="1767" y="9999"/>
                    </a:lnTo>
                    <a:lnTo>
                      <a:pt x="2239" y="10521"/>
                    </a:lnTo>
                    <a:lnTo>
                      <a:pt x="2488" y="10795"/>
                    </a:lnTo>
                    <a:lnTo>
                      <a:pt x="2737" y="11043"/>
                    </a:lnTo>
                    <a:lnTo>
                      <a:pt x="3011" y="11267"/>
                    </a:lnTo>
                    <a:lnTo>
                      <a:pt x="3309" y="11491"/>
                    </a:lnTo>
                    <a:lnTo>
                      <a:pt x="3632" y="11690"/>
                    </a:lnTo>
                    <a:lnTo>
                      <a:pt x="3956" y="11864"/>
                    </a:lnTo>
                    <a:lnTo>
                      <a:pt x="4354" y="12014"/>
                    </a:lnTo>
                    <a:lnTo>
                      <a:pt x="4776" y="12138"/>
                    </a:lnTo>
                    <a:lnTo>
                      <a:pt x="5224" y="12213"/>
                    </a:lnTo>
                    <a:lnTo>
                      <a:pt x="5672" y="12237"/>
                    </a:lnTo>
                    <a:lnTo>
                      <a:pt x="6120" y="12213"/>
                    </a:lnTo>
                    <a:lnTo>
                      <a:pt x="6343" y="12188"/>
                    </a:lnTo>
                    <a:lnTo>
                      <a:pt x="6542" y="12113"/>
                    </a:lnTo>
                    <a:lnTo>
                      <a:pt x="6741" y="12063"/>
                    </a:lnTo>
                    <a:lnTo>
                      <a:pt x="6940" y="11964"/>
                    </a:lnTo>
                    <a:lnTo>
                      <a:pt x="7139" y="11864"/>
                    </a:lnTo>
                    <a:lnTo>
                      <a:pt x="7313" y="11740"/>
                    </a:lnTo>
                    <a:lnTo>
                      <a:pt x="7438" y="11690"/>
                    </a:lnTo>
                    <a:lnTo>
                      <a:pt x="7587" y="11690"/>
                    </a:lnTo>
                    <a:lnTo>
                      <a:pt x="7711" y="11715"/>
                    </a:lnTo>
                    <a:lnTo>
                      <a:pt x="7811" y="11815"/>
                    </a:lnTo>
                    <a:lnTo>
                      <a:pt x="7885" y="11939"/>
                    </a:lnTo>
                    <a:lnTo>
                      <a:pt x="7885" y="12088"/>
                    </a:lnTo>
                    <a:lnTo>
                      <a:pt x="7836" y="12213"/>
                    </a:lnTo>
                    <a:lnTo>
                      <a:pt x="7736" y="12312"/>
                    </a:lnTo>
                    <a:lnTo>
                      <a:pt x="7463" y="12511"/>
                    </a:lnTo>
                    <a:lnTo>
                      <a:pt x="7139" y="12660"/>
                    </a:lnTo>
                    <a:lnTo>
                      <a:pt x="6816" y="12785"/>
                    </a:lnTo>
                    <a:lnTo>
                      <a:pt x="6468" y="12859"/>
                    </a:lnTo>
                    <a:lnTo>
                      <a:pt x="6468" y="13158"/>
                    </a:lnTo>
                    <a:lnTo>
                      <a:pt x="6518" y="13431"/>
                    </a:lnTo>
                    <a:lnTo>
                      <a:pt x="6567" y="13730"/>
                    </a:lnTo>
                    <a:lnTo>
                      <a:pt x="6642" y="14003"/>
                    </a:lnTo>
                    <a:lnTo>
                      <a:pt x="6766" y="14277"/>
                    </a:lnTo>
                    <a:lnTo>
                      <a:pt x="6891" y="14551"/>
                    </a:lnTo>
                    <a:lnTo>
                      <a:pt x="7065" y="14824"/>
                    </a:lnTo>
                    <a:lnTo>
                      <a:pt x="7239" y="15073"/>
                    </a:lnTo>
                    <a:lnTo>
                      <a:pt x="7438" y="15297"/>
                    </a:lnTo>
                    <a:lnTo>
                      <a:pt x="7662" y="15521"/>
                    </a:lnTo>
                    <a:lnTo>
                      <a:pt x="7885" y="15744"/>
                    </a:lnTo>
                    <a:lnTo>
                      <a:pt x="8159" y="15943"/>
                    </a:lnTo>
                    <a:lnTo>
                      <a:pt x="8433" y="16117"/>
                    </a:lnTo>
                    <a:lnTo>
                      <a:pt x="8706" y="16267"/>
                    </a:lnTo>
                    <a:lnTo>
                      <a:pt x="9005" y="16416"/>
                    </a:lnTo>
                    <a:lnTo>
                      <a:pt x="9328" y="16515"/>
                    </a:lnTo>
                    <a:lnTo>
                      <a:pt x="9776" y="16665"/>
                    </a:lnTo>
                    <a:lnTo>
                      <a:pt x="10223" y="16739"/>
                    </a:lnTo>
                    <a:lnTo>
                      <a:pt x="11169" y="16889"/>
                    </a:lnTo>
                    <a:lnTo>
                      <a:pt x="11865" y="17013"/>
                    </a:lnTo>
                    <a:lnTo>
                      <a:pt x="11965" y="16963"/>
                    </a:lnTo>
                    <a:lnTo>
                      <a:pt x="12512" y="16839"/>
                    </a:lnTo>
                    <a:lnTo>
                      <a:pt x="12885" y="16739"/>
                    </a:lnTo>
                    <a:lnTo>
                      <a:pt x="13208" y="16615"/>
                    </a:lnTo>
                    <a:lnTo>
                      <a:pt x="13581" y="16441"/>
                    </a:lnTo>
                    <a:lnTo>
                      <a:pt x="13805" y="16341"/>
                    </a:lnTo>
                    <a:lnTo>
                      <a:pt x="13979" y="16217"/>
                    </a:lnTo>
                    <a:lnTo>
                      <a:pt x="14178" y="16068"/>
                    </a:lnTo>
                    <a:lnTo>
                      <a:pt x="14327" y="15894"/>
                    </a:lnTo>
                    <a:lnTo>
                      <a:pt x="14502" y="15744"/>
                    </a:lnTo>
                    <a:lnTo>
                      <a:pt x="14626" y="15570"/>
                    </a:lnTo>
                    <a:lnTo>
                      <a:pt x="14725" y="15396"/>
                    </a:lnTo>
                    <a:lnTo>
                      <a:pt x="14825" y="15197"/>
                    </a:lnTo>
                    <a:lnTo>
                      <a:pt x="14899" y="15098"/>
                    </a:lnTo>
                    <a:lnTo>
                      <a:pt x="14999" y="14998"/>
                    </a:lnTo>
                    <a:lnTo>
                      <a:pt x="15148" y="14973"/>
                    </a:lnTo>
                    <a:lnTo>
                      <a:pt x="15273" y="14998"/>
                    </a:lnTo>
                    <a:lnTo>
                      <a:pt x="15397" y="15073"/>
                    </a:lnTo>
                    <a:lnTo>
                      <a:pt x="15472" y="15197"/>
                    </a:lnTo>
                    <a:lnTo>
                      <a:pt x="15496" y="15322"/>
                    </a:lnTo>
                    <a:lnTo>
                      <a:pt x="15472" y="15471"/>
                    </a:lnTo>
                    <a:lnTo>
                      <a:pt x="15372" y="15695"/>
                    </a:lnTo>
                    <a:lnTo>
                      <a:pt x="15223" y="15943"/>
                    </a:lnTo>
                    <a:lnTo>
                      <a:pt x="15049" y="16167"/>
                    </a:lnTo>
                    <a:lnTo>
                      <a:pt x="14875" y="16391"/>
                    </a:lnTo>
                    <a:lnTo>
                      <a:pt x="14651" y="16590"/>
                    </a:lnTo>
                    <a:lnTo>
                      <a:pt x="14402" y="16789"/>
                    </a:lnTo>
                    <a:lnTo>
                      <a:pt x="14153" y="16938"/>
                    </a:lnTo>
                    <a:lnTo>
                      <a:pt x="13905" y="17087"/>
                    </a:lnTo>
                    <a:lnTo>
                      <a:pt x="13581" y="17237"/>
                    </a:lnTo>
                    <a:lnTo>
                      <a:pt x="13283" y="17361"/>
                    </a:lnTo>
                    <a:lnTo>
                      <a:pt x="13656" y="17510"/>
                    </a:lnTo>
                    <a:lnTo>
                      <a:pt x="14029" y="17709"/>
                    </a:lnTo>
                    <a:lnTo>
                      <a:pt x="14377" y="17933"/>
                    </a:lnTo>
                    <a:lnTo>
                      <a:pt x="14676" y="18207"/>
                    </a:lnTo>
                    <a:lnTo>
                      <a:pt x="14825" y="18356"/>
                    </a:lnTo>
                    <a:lnTo>
                      <a:pt x="14949" y="18505"/>
                    </a:lnTo>
                    <a:lnTo>
                      <a:pt x="15049" y="18654"/>
                    </a:lnTo>
                    <a:lnTo>
                      <a:pt x="15148" y="18829"/>
                    </a:lnTo>
                    <a:lnTo>
                      <a:pt x="15223" y="19003"/>
                    </a:lnTo>
                    <a:lnTo>
                      <a:pt x="15297" y="19177"/>
                    </a:lnTo>
                    <a:lnTo>
                      <a:pt x="15322" y="19376"/>
                    </a:lnTo>
                    <a:lnTo>
                      <a:pt x="15347" y="19575"/>
                    </a:lnTo>
                    <a:lnTo>
                      <a:pt x="15322" y="19724"/>
                    </a:lnTo>
                    <a:lnTo>
                      <a:pt x="15248" y="19823"/>
                    </a:lnTo>
                    <a:lnTo>
                      <a:pt x="15148" y="19898"/>
                    </a:lnTo>
                    <a:lnTo>
                      <a:pt x="14999" y="19948"/>
                    </a:lnTo>
                    <a:lnTo>
                      <a:pt x="14974" y="19948"/>
                    </a:lnTo>
                    <a:lnTo>
                      <a:pt x="14850" y="19923"/>
                    </a:lnTo>
                    <a:lnTo>
                      <a:pt x="14750" y="19848"/>
                    </a:lnTo>
                    <a:lnTo>
                      <a:pt x="14651" y="19724"/>
                    </a:lnTo>
                    <a:lnTo>
                      <a:pt x="14626" y="19600"/>
                    </a:lnTo>
                    <a:lnTo>
                      <a:pt x="14626" y="19450"/>
                    </a:lnTo>
                    <a:lnTo>
                      <a:pt x="14576" y="19301"/>
                    </a:lnTo>
                    <a:lnTo>
                      <a:pt x="14526" y="19152"/>
                    </a:lnTo>
                    <a:lnTo>
                      <a:pt x="14427" y="19028"/>
                    </a:lnTo>
                    <a:lnTo>
                      <a:pt x="14327" y="18878"/>
                    </a:lnTo>
                    <a:lnTo>
                      <a:pt x="14228" y="18754"/>
                    </a:lnTo>
                    <a:lnTo>
                      <a:pt x="13954" y="18530"/>
                    </a:lnTo>
                    <a:lnTo>
                      <a:pt x="13656" y="18306"/>
                    </a:lnTo>
                    <a:lnTo>
                      <a:pt x="13308" y="18132"/>
                    </a:lnTo>
                    <a:lnTo>
                      <a:pt x="12959" y="17983"/>
                    </a:lnTo>
                    <a:lnTo>
                      <a:pt x="12586" y="17883"/>
                    </a:lnTo>
                    <a:lnTo>
                      <a:pt x="12213" y="17784"/>
                    </a:lnTo>
                    <a:lnTo>
                      <a:pt x="11840" y="17734"/>
                    </a:lnTo>
                    <a:lnTo>
                      <a:pt x="11069" y="17610"/>
                    </a:lnTo>
                    <a:lnTo>
                      <a:pt x="10895" y="17585"/>
                    </a:lnTo>
                    <a:lnTo>
                      <a:pt x="10995" y="17859"/>
                    </a:lnTo>
                    <a:lnTo>
                      <a:pt x="11019" y="18132"/>
                    </a:lnTo>
                    <a:lnTo>
                      <a:pt x="11044" y="18431"/>
                    </a:lnTo>
                    <a:lnTo>
                      <a:pt x="11019" y="18704"/>
                    </a:lnTo>
                    <a:lnTo>
                      <a:pt x="10945" y="18978"/>
                    </a:lnTo>
                    <a:lnTo>
                      <a:pt x="10845" y="19251"/>
                    </a:lnTo>
                    <a:lnTo>
                      <a:pt x="10696" y="19525"/>
                    </a:lnTo>
                    <a:lnTo>
                      <a:pt x="10522" y="19749"/>
                    </a:lnTo>
                    <a:lnTo>
                      <a:pt x="10472" y="19823"/>
                    </a:lnTo>
                    <a:lnTo>
                      <a:pt x="10398" y="19848"/>
                    </a:lnTo>
                    <a:lnTo>
                      <a:pt x="10323" y="19873"/>
                    </a:lnTo>
                    <a:lnTo>
                      <a:pt x="10124" y="19873"/>
                    </a:lnTo>
                    <a:lnTo>
                      <a:pt x="10025" y="19799"/>
                    </a:lnTo>
                    <a:lnTo>
                      <a:pt x="9925" y="19699"/>
                    </a:lnTo>
                    <a:lnTo>
                      <a:pt x="9900" y="19550"/>
                    </a:lnTo>
                    <a:lnTo>
                      <a:pt x="9900" y="19425"/>
                    </a:lnTo>
                    <a:lnTo>
                      <a:pt x="9975" y="19301"/>
                    </a:lnTo>
                    <a:lnTo>
                      <a:pt x="10124" y="19077"/>
                    </a:lnTo>
                    <a:lnTo>
                      <a:pt x="10223" y="18853"/>
                    </a:lnTo>
                    <a:lnTo>
                      <a:pt x="10298" y="18630"/>
                    </a:lnTo>
                    <a:lnTo>
                      <a:pt x="10323" y="18381"/>
                    </a:lnTo>
                    <a:lnTo>
                      <a:pt x="10323" y="18132"/>
                    </a:lnTo>
                    <a:lnTo>
                      <a:pt x="10273" y="17883"/>
                    </a:lnTo>
                    <a:lnTo>
                      <a:pt x="10174" y="17660"/>
                    </a:lnTo>
                    <a:lnTo>
                      <a:pt x="10025" y="17436"/>
                    </a:lnTo>
                    <a:lnTo>
                      <a:pt x="9552" y="17336"/>
                    </a:lnTo>
                    <a:lnTo>
                      <a:pt x="9104" y="17212"/>
                    </a:lnTo>
                    <a:lnTo>
                      <a:pt x="8632" y="17013"/>
                    </a:lnTo>
                    <a:lnTo>
                      <a:pt x="8209" y="16814"/>
                    </a:lnTo>
                    <a:lnTo>
                      <a:pt x="7811" y="16565"/>
                    </a:lnTo>
                    <a:lnTo>
                      <a:pt x="7438" y="16267"/>
                    </a:lnTo>
                    <a:lnTo>
                      <a:pt x="7164" y="16491"/>
                    </a:lnTo>
                    <a:lnTo>
                      <a:pt x="6891" y="16690"/>
                    </a:lnTo>
                    <a:lnTo>
                      <a:pt x="6592" y="16864"/>
                    </a:lnTo>
                    <a:lnTo>
                      <a:pt x="6269" y="17013"/>
                    </a:lnTo>
                    <a:lnTo>
                      <a:pt x="5945" y="17162"/>
                    </a:lnTo>
                    <a:lnTo>
                      <a:pt x="5597" y="17262"/>
                    </a:lnTo>
                    <a:lnTo>
                      <a:pt x="5249" y="17361"/>
                    </a:lnTo>
                    <a:lnTo>
                      <a:pt x="4901" y="17411"/>
                    </a:lnTo>
                    <a:lnTo>
                      <a:pt x="4851" y="17411"/>
                    </a:lnTo>
                    <a:lnTo>
                      <a:pt x="4727" y="17386"/>
                    </a:lnTo>
                    <a:lnTo>
                      <a:pt x="4602" y="17336"/>
                    </a:lnTo>
                    <a:lnTo>
                      <a:pt x="4528" y="17237"/>
                    </a:lnTo>
                    <a:lnTo>
                      <a:pt x="4503" y="17112"/>
                    </a:lnTo>
                    <a:lnTo>
                      <a:pt x="4503" y="16963"/>
                    </a:lnTo>
                    <a:lnTo>
                      <a:pt x="4553" y="16839"/>
                    </a:lnTo>
                    <a:lnTo>
                      <a:pt x="4652" y="16764"/>
                    </a:lnTo>
                    <a:lnTo>
                      <a:pt x="4801" y="16714"/>
                    </a:lnTo>
                    <a:lnTo>
                      <a:pt x="5100" y="16665"/>
                    </a:lnTo>
                    <a:lnTo>
                      <a:pt x="5373" y="16590"/>
                    </a:lnTo>
                    <a:lnTo>
                      <a:pt x="5672" y="16491"/>
                    </a:lnTo>
                    <a:lnTo>
                      <a:pt x="5945" y="16391"/>
                    </a:lnTo>
                    <a:lnTo>
                      <a:pt x="6194" y="16267"/>
                    </a:lnTo>
                    <a:lnTo>
                      <a:pt x="6443" y="16117"/>
                    </a:lnTo>
                    <a:lnTo>
                      <a:pt x="6692" y="15943"/>
                    </a:lnTo>
                    <a:lnTo>
                      <a:pt x="6915" y="15794"/>
                    </a:lnTo>
                    <a:lnTo>
                      <a:pt x="6642" y="15471"/>
                    </a:lnTo>
                    <a:lnTo>
                      <a:pt x="6418" y="15147"/>
                    </a:lnTo>
                    <a:lnTo>
                      <a:pt x="6219" y="14799"/>
                    </a:lnTo>
                    <a:lnTo>
                      <a:pt x="6070" y="14451"/>
                    </a:lnTo>
                    <a:lnTo>
                      <a:pt x="5921" y="14078"/>
                    </a:lnTo>
                    <a:lnTo>
                      <a:pt x="5846" y="13705"/>
                    </a:lnTo>
                    <a:lnTo>
                      <a:pt x="5771" y="13332"/>
                    </a:lnTo>
                    <a:lnTo>
                      <a:pt x="5771" y="12959"/>
                    </a:lnTo>
                    <a:lnTo>
                      <a:pt x="5398" y="12959"/>
                    </a:lnTo>
                    <a:lnTo>
                      <a:pt x="5125" y="12934"/>
                    </a:lnTo>
                    <a:lnTo>
                      <a:pt x="4602" y="12834"/>
                    </a:lnTo>
                    <a:lnTo>
                      <a:pt x="4105" y="12685"/>
                    </a:lnTo>
                    <a:lnTo>
                      <a:pt x="3657" y="12511"/>
                    </a:lnTo>
                    <a:lnTo>
                      <a:pt x="3284" y="12312"/>
                    </a:lnTo>
                    <a:lnTo>
                      <a:pt x="2911" y="12088"/>
                    </a:lnTo>
                    <a:lnTo>
                      <a:pt x="2588" y="11839"/>
                    </a:lnTo>
                    <a:lnTo>
                      <a:pt x="2264" y="11591"/>
                    </a:lnTo>
                    <a:lnTo>
                      <a:pt x="1991" y="11292"/>
                    </a:lnTo>
                    <a:lnTo>
                      <a:pt x="1717" y="11019"/>
                    </a:lnTo>
                    <a:lnTo>
                      <a:pt x="1195" y="10422"/>
                    </a:lnTo>
                    <a:lnTo>
                      <a:pt x="971" y="10745"/>
                    </a:lnTo>
                    <a:lnTo>
                      <a:pt x="747" y="11068"/>
                    </a:lnTo>
                    <a:lnTo>
                      <a:pt x="573" y="11392"/>
                    </a:lnTo>
                    <a:lnTo>
                      <a:pt x="399" y="11740"/>
                    </a:lnTo>
                    <a:lnTo>
                      <a:pt x="250" y="12088"/>
                    </a:lnTo>
                    <a:lnTo>
                      <a:pt x="150" y="12461"/>
                    </a:lnTo>
                    <a:lnTo>
                      <a:pt x="76" y="12834"/>
                    </a:lnTo>
                    <a:lnTo>
                      <a:pt x="1" y="13232"/>
                    </a:lnTo>
                    <a:lnTo>
                      <a:pt x="125" y="13431"/>
                    </a:lnTo>
                    <a:lnTo>
                      <a:pt x="250" y="13630"/>
                    </a:lnTo>
                    <a:lnTo>
                      <a:pt x="399" y="13829"/>
                    </a:lnTo>
                    <a:lnTo>
                      <a:pt x="573" y="14003"/>
                    </a:lnTo>
                    <a:lnTo>
                      <a:pt x="772" y="14177"/>
                    </a:lnTo>
                    <a:lnTo>
                      <a:pt x="996" y="14327"/>
                    </a:lnTo>
                    <a:lnTo>
                      <a:pt x="1245" y="14476"/>
                    </a:lnTo>
                    <a:lnTo>
                      <a:pt x="1518" y="14600"/>
                    </a:lnTo>
                    <a:lnTo>
                      <a:pt x="1817" y="14700"/>
                    </a:lnTo>
                    <a:lnTo>
                      <a:pt x="2115" y="14799"/>
                    </a:lnTo>
                    <a:lnTo>
                      <a:pt x="2438" y="14849"/>
                    </a:lnTo>
                    <a:lnTo>
                      <a:pt x="2737" y="14899"/>
                    </a:lnTo>
                    <a:lnTo>
                      <a:pt x="3384" y="14899"/>
                    </a:lnTo>
                    <a:lnTo>
                      <a:pt x="3707" y="14849"/>
                    </a:lnTo>
                    <a:lnTo>
                      <a:pt x="4005" y="14774"/>
                    </a:lnTo>
                    <a:lnTo>
                      <a:pt x="4155" y="14774"/>
                    </a:lnTo>
                    <a:lnTo>
                      <a:pt x="4279" y="14824"/>
                    </a:lnTo>
                    <a:lnTo>
                      <a:pt x="4378" y="14899"/>
                    </a:lnTo>
                    <a:lnTo>
                      <a:pt x="4453" y="15023"/>
                    </a:lnTo>
                    <a:lnTo>
                      <a:pt x="4453" y="15172"/>
                    </a:lnTo>
                    <a:lnTo>
                      <a:pt x="4403" y="15297"/>
                    </a:lnTo>
                    <a:lnTo>
                      <a:pt x="4329" y="15396"/>
                    </a:lnTo>
                    <a:lnTo>
                      <a:pt x="4204" y="15471"/>
                    </a:lnTo>
                    <a:lnTo>
                      <a:pt x="3906" y="15545"/>
                    </a:lnTo>
                    <a:lnTo>
                      <a:pt x="3607" y="15570"/>
                    </a:lnTo>
                    <a:lnTo>
                      <a:pt x="3334" y="15620"/>
                    </a:lnTo>
                    <a:lnTo>
                      <a:pt x="3035" y="15620"/>
                    </a:lnTo>
                    <a:lnTo>
                      <a:pt x="2563" y="15595"/>
                    </a:lnTo>
                    <a:lnTo>
                      <a:pt x="2115" y="15521"/>
                    </a:lnTo>
                    <a:lnTo>
                      <a:pt x="1667" y="15421"/>
                    </a:lnTo>
                    <a:lnTo>
                      <a:pt x="1245" y="15247"/>
                    </a:lnTo>
                    <a:lnTo>
                      <a:pt x="896" y="15098"/>
                    </a:lnTo>
                    <a:lnTo>
                      <a:pt x="573" y="14899"/>
                    </a:lnTo>
                    <a:lnTo>
                      <a:pt x="299" y="14700"/>
                    </a:lnTo>
                    <a:lnTo>
                      <a:pt x="26" y="14476"/>
                    </a:lnTo>
                    <a:lnTo>
                      <a:pt x="125" y="14998"/>
                    </a:lnTo>
                    <a:lnTo>
                      <a:pt x="175" y="15247"/>
                    </a:lnTo>
                    <a:lnTo>
                      <a:pt x="250" y="15496"/>
                    </a:lnTo>
                    <a:lnTo>
                      <a:pt x="374" y="15819"/>
                    </a:lnTo>
                    <a:lnTo>
                      <a:pt x="523" y="16142"/>
                    </a:lnTo>
                    <a:lnTo>
                      <a:pt x="673" y="16441"/>
                    </a:lnTo>
                    <a:lnTo>
                      <a:pt x="871" y="16739"/>
                    </a:lnTo>
                    <a:lnTo>
                      <a:pt x="1070" y="17038"/>
                    </a:lnTo>
                    <a:lnTo>
                      <a:pt x="1294" y="17311"/>
                    </a:lnTo>
                    <a:lnTo>
                      <a:pt x="1518" y="17560"/>
                    </a:lnTo>
                    <a:lnTo>
                      <a:pt x="1792" y="17834"/>
                    </a:lnTo>
                    <a:lnTo>
                      <a:pt x="2065" y="18058"/>
                    </a:lnTo>
                    <a:lnTo>
                      <a:pt x="2339" y="18306"/>
                    </a:lnTo>
                    <a:lnTo>
                      <a:pt x="2662" y="18505"/>
                    </a:lnTo>
                    <a:lnTo>
                      <a:pt x="2961" y="18704"/>
                    </a:lnTo>
                    <a:lnTo>
                      <a:pt x="3309" y="18903"/>
                    </a:lnTo>
                    <a:lnTo>
                      <a:pt x="3657" y="19077"/>
                    </a:lnTo>
                    <a:lnTo>
                      <a:pt x="4005" y="19227"/>
                    </a:lnTo>
                    <a:lnTo>
                      <a:pt x="4378" y="19351"/>
                    </a:lnTo>
                    <a:lnTo>
                      <a:pt x="4926" y="19351"/>
                    </a:lnTo>
                    <a:lnTo>
                      <a:pt x="5349" y="19326"/>
                    </a:lnTo>
                    <a:lnTo>
                      <a:pt x="5771" y="19227"/>
                    </a:lnTo>
                    <a:lnTo>
                      <a:pt x="6194" y="19127"/>
                    </a:lnTo>
                    <a:lnTo>
                      <a:pt x="6567" y="18953"/>
                    </a:lnTo>
                    <a:lnTo>
                      <a:pt x="6940" y="18779"/>
                    </a:lnTo>
                    <a:lnTo>
                      <a:pt x="7289" y="18555"/>
                    </a:lnTo>
                    <a:lnTo>
                      <a:pt x="7587" y="18281"/>
                    </a:lnTo>
                    <a:lnTo>
                      <a:pt x="7711" y="18232"/>
                    </a:lnTo>
                    <a:lnTo>
                      <a:pt x="7861" y="18207"/>
                    </a:lnTo>
                    <a:lnTo>
                      <a:pt x="7985" y="18232"/>
                    </a:lnTo>
                    <a:lnTo>
                      <a:pt x="8109" y="18306"/>
                    </a:lnTo>
                    <a:lnTo>
                      <a:pt x="8184" y="18431"/>
                    </a:lnTo>
                    <a:lnTo>
                      <a:pt x="8209" y="18555"/>
                    </a:lnTo>
                    <a:lnTo>
                      <a:pt x="8159" y="18704"/>
                    </a:lnTo>
                    <a:lnTo>
                      <a:pt x="8084" y="18804"/>
                    </a:lnTo>
                    <a:lnTo>
                      <a:pt x="7811" y="19052"/>
                    </a:lnTo>
                    <a:lnTo>
                      <a:pt x="7512" y="19251"/>
                    </a:lnTo>
                    <a:lnTo>
                      <a:pt x="7189" y="19450"/>
                    </a:lnTo>
                    <a:lnTo>
                      <a:pt x="6866" y="19624"/>
                    </a:lnTo>
                    <a:lnTo>
                      <a:pt x="6518" y="19749"/>
                    </a:lnTo>
                    <a:lnTo>
                      <a:pt x="6169" y="19873"/>
                    </a:lnTo>
                    <a:lnTo>
                      <a:pt x="5796" y="19948"/>
                    </a:lnTo>
                    <a:lnTo>
                      <a:pt x="5423" y="20022"/>
                    </a:lnTo>
                    <a:lnTo>
                      <a:pt x="5970" y="20445"/>
                    </a:lnTo>
                    <a:lnTo>
                      <a:pt x="6542" y="20843"/>
                    </a:lnTo>
                    <a:lnTo>
                      <a:pt x="7164" y="21191"/>
                    </a:lnTo>
                    <a:lnTo>
                      <a:pt x="7786" y="21490"/>
                    </a:lnTo>
                    <a:lnTo>
                      <a:pt x="8458" y="21739"/>
                    </a:lnTo>
                    <a:lnTo>
                      <a:pt x="9129" y="21962"/>
                    </a:lnTo>
                    <a:lnTo>
                      <a:pt x="9826" y="22137"/>
                    </a:lnTo>
                    <a:lnTo>
                      <a:pt x="10522" y="22261"/>
                    </a:lnTo>
                    <a:lnTo>
                      <a:pt x="10895" y="22211"/>
                    </a:lnTo>
                    <a:lnTo>
                      <a:pt x="11069" y="22161"/>
                    </a:lnTo>
                    <a:lnTo>
                      <a:pt x="11268" y="22112"/>
                    </a:lnTo>
                    <a:lnTo>
                      <a:pt x="11467" y="22012"/>
                    </a:lnTo>
                    <a:lnTo>
                      <a:pt x="11666" y="21913"/>
                    </a:lnTo>
                    <a:lnTo>
                      <a:pt x="11840" y="21788"/>
                    </a:lnTo>
                    <a:lnTo>
                      <a:pt x="11989" y="21614"/>
                    </a:lnTo>
                    <a:lnTo>
                      <a:pt x="12114" y="21440"/>
                    </a:lnTo>
                    <a:lnTo>
                      <a:pt x="12213" y="21291"/>
                    </a:lnTo>
                    <a:lnTo>
                      <a:pt x="12288" y="21117"/>
                    </a:lnTo>
                    <a:lnTo>
                      <a:pt x="12338" y="20918"/>
                    </a:lnTo>
                    <a:lnTo>
                      <a:pt x="12363" y="20744"/>
                    </a:lnTo>
                    <a:lnTo>
                      <a:pt x="12387" y="20545"/>
                    </a:lnTo>
                    <a:lnTo>
                      <a:pt x="12363" y="20371"/>
                    </a:lnTo>
                    <a:lnTo>
                      <a:pt x="12313" y="20172"/>
                    </a:lnTo>
                    <a:lnTo>
                      <a:pt x="12313" y="20047"/>
                    </a:lnTo>
                    <a:lnTo>
                      <a:pt x="12338" y="19923"/>
                    </a:lnTo>
                    <a:lnTo>
                      <a:pt x="12437" y="19799"/>
                    </a:lnTo>
                    <a:lnTo>
                      <a:pt x="12561" y="19749"/>
                    </a:lnTo>
                    <a:lnTo>
                      <a:pt x="12686" y="19724"/>
                    </a:lnTo>
                    <a:lnTo>
                      <a:pt x="12835" y="19774"/>
                    </a:lnTo>
                    <a:lnTo>
                      <a:pt x="12935" y="19848"/>
                    </a:lnTo>
                    <a:lnTo>
                      <a:pt x="13009" y="19973"/>
                    </a:lnTo>
                    <a:lnTo>
                      <a:pt x="13059" y="20246"/>
                    </a:lnTo>
                    <a:lnTo>
                      <a:pt x="13084" y="20520"/>
                    </a:lnTo>
                    <a:lnTo>
                      <a:pt x="13084" y="20793"/>
                    </a:lnTo>
                    <a:lnTo>
                      <a:pt x="13034" y="21067"/>
                    </a:lnTo>
                    <a:lnTo>
                      <a:pt x="12959" y="21341"/>
                    </a:lnTo>
                    <a:lnTo>
                      <a:pt x="12860" y="21589"/>
                    </a:lnTo>
                    <a:lnTo>
                      <a:pt x="12711" y="21838"/>
                    </a:lnTo>
                    <a:lnTo>
                      <a:pt x="12537" y="22087"/>
                    </a:lnTo>
                    <a:lnTo>
                      <a:pt x="12387" y="22211"/>
                    </a:lnTo>
                    <a:lnTo>
                      <a:pt x="12238" y="22360"/>
                    </a:lnTo>
                    <a:lnTo>
                      <a:pt x="12263" y="22360"/>
                    </a:lnTo>
                    <a:lnTo>
                      <a:pt x="12885" y="22286"/>
                    </a:lnTo>
                    <a:lnTo>
                      <a:pt x="13482" y="22211"/>
                    </a:lnTo>
                    <a:lnTo>
                      <a:pt x="14054" y="22062"/>
                    </a:lnTo>
                    <a:lnTo>
                      <a:pt x="14626" y="21888"/>
                    </a:lnTo>
                    <a:lnTo>
                      <a:pt x="15198" y="21689"/>
                    </a:lnTo>
                    <a:lnTo>
                      <a:pt x="15720" y="21465"/>
                    </a:lnTo>
                    <a:lnTo>
                      <a:pt x="16243" y="21191"/>
                    </a:lnTo>
                    <a:lnTo>
                      <a:pt x="16740" y="20893"/>
                    </a:lnTo>
                    <a:lnTo>
                      <a:pt x="17213" y="20570"/>
                    </a:lnTo>
                    <a:lnTo>
                      <a:pt x="17660" y="20197"/>
                    </a:lnTo>
                    <a:lnTo>
                      <a:pt x="18058" y="19823"/>
                    </a:lnTo>
                    <a:lnTo>
                      <a:pt x="18456" y="19425"/>
                    </a:lnTo>
                    <a:lnTo>
                      <a:pt x="18804" y="19003"/>
                    </a:lnTo>
                    <a:lnTo>
                      <a:pt x="19128" y="18555"/>
                    </a:lnTo>
                    <a:lnTo>
                      <a:pt x="19426" y="18107"/>
                    </a:lnTo>
                    <a:lnTo>
                      <a:pt x="19700" y="17610"/>
                    </a:lnTo>
                    <a:lnTo>
                      <a:pt x="19376" y="17859"/>
                    </a:lnTo>
                    <a:lnTo>
                      <a:pt x="19028" y="18082"/>
                    </a:lnTo>
                    <a:lnTo>
                      <a:pt x="18680" y="18256"/>
                    </a:lnTo>
                    <a:lnTo>
                      <a:pt x="18332" y="18406"/>
                    </a:lnTo>
                    <a:lnTo>
                      <a:pt x="17959" y="18530"/>
                    </a:lnTo>
                    <a:lnTo>
                      <a:pt x="17586" y="18605"/>
                    </a:lnTo>
                    <a:lnTo>
                      <a:pt x="17213" y="18654"/>
                    </a:lnTo>
                    <a:lnTo>
                      <a:pt x="16840" y="18679"/>
                    </a:lnTo>
                    <a:lnTo>
                      <a:pt x="16367" y="18654"/>
                    </a:lnTo>
                    <a:lnTo>
                      <a:pt x="16243" y="18605"/>
                    </a:lnTo>
                    <a:lnTo>
                      <a:pt x="16118" y="18530"/>
                    </a:lnTo>
                    <a:lnTo>
                      <a:pt x="16068" y="18406"/>
                    </a:lnTo>
                    <a:lnTo>
                      <a:pt x="16044" y="18256"/>
                    </a:lnTo>
                    <a:lnTo>
                      <a:pt x="16093" y="18132"/>
                    </a:lnTo>
                    <a:lnTo>
                      <a:pt x="16193" y="18033"/>
                    </a:lnTo>
                    <a:lnTo>
                      <a:pt x="16317" y="17958"/>
                    </a:lnTo>
                    <a:lnTo>
                      <a:pt x="16989" y="17958"/>
                    </a:lnTo>
                    <a:lnTo>
                      <a:pt x="17237" y="17933"/>
                    </a:lnTo>
                    <a:lnTo>
                      <a:pt x="17511" y="17908"/>
                    </a:lnTo>
                    <a:lnTo>
                      <a:pt x="17785" y="17834"/>
                    </a:lnTo>
                    <a:lnTo>
                      <a:pt x="18033" y="17759"/>
                    </a:lnTo>
                    <a:lnTo>
                      <a:pt x="18282" y="17635"/>
                    </a:lnTo>
                    <a:lnTo>
                      <a:pt x="18556" y="17510"/>
                    </a:lnTo>
                    <a:lnTo>
                      <a:pt x="18804" y="17386"/>
                    </a:lnTo>
                    <a:lnTo>
                      <a:pt x="19028" y="17212"/>
                    </a:lnTo>
                    <a:lnTo>
                      <a:pt x="19277" y="17038"/>
                    </a:lnTo>
                    <a:lnTo>
                      <a:pt x="19476" y="16864"/>
                    </a:lnTo>
                    <a:lnTo>
                      <a:pt x="19700" y="16665"/>
                    </a:lnTo>
                    <a:lnTo>
                      <a:pt x="19899" y="16441"/>
                    </a:lnTo>
                    <a:lnTo>
                      <a:pt x="20098" y="16192"/>
                    </a:lnTo>
                    <a:lnTo>
                      <a:pt x="20272" y="15943"/>
                    </a:lnTo>
                    <a:lnTo>
                      <a:pt x="20297" y="15918"/>
                    </a:lnTo>
                    <a:lnTo>
                      <a:pt x="20347" y="15570"/>
                    </a:lnTo>
                    <a:lnTo>
                      <a:pt x="20396" y="15222"/>
                    </a:lnTo>
                    <a:lnTo>
                      <a:pt x="20421" y="14849"/>
                    </a:lnTo>
                    <a:lnTo>
                      <a:pt x="20421" y="14501"/>
                    </a:lnTo>
                    <a:lnTo>
                      <a:pt x="20421" y="14153"/>
                    </a:lnTo>
                    <a:lnTo>
                      <a:pt x="20172" y="14277"/>
                    </a:lnTo>
                    <a:lnTo>
                      <a:pt x="19874" y="14401"/>
                    </a:lnTo>
                    <a:lnTo>
                      <a:pt x="19600" y="14501"/>
                    </a:lnTo>
                    <a:lnTo>
                      <a:pt x="19302" y="14575"/>
                    </a:lnTo>
                    <a:lnTo>
                      <a:pt x="18979" y="14650"/>
                    </a:lnTo>
                    <a:lnTo>
                      <a:pt x="18630" y="14700"/>
                    </a:lnTo>
                    <a:lnTo>
                      <a:pt x="18282" y="14725"/>
                    </a:lnTo>
                    <a:lnTo>
                      <a:pt x="17834" y="14725"/>
                    </a:lnTo>
                    <a:lnTo>
                      <a:pt x="17287" y="14700"/>
                    </a:lnTo>
                    <a:lnTo>
                      <a:pt x="16790" y="14625"/>
                    </a:lnTo>
                    <a:lnTo>
                      <a:pt x="16342" y="14501"/>
                    </a:lnTo>
                    <a:lnTo>
                      <a:pt x="15894" y="14327"/>
                    </a:lnTo>
                    <a:lnTo>
                      <a:pt x="15695" y="14227"/>
                    </a:lnTo>
                    <a:lnTo>
                      <a:pt x="15496" y="14103"/>
                    </a:lnTo>
                    <a:lnTo>
                      <a:pt x="15297" y="13954"/>
                    </a:lnTo>
                    <a:lnTo>
                      <a:pt x="15123" y="13804"/>
                    </a:lnTo>
                    <a:lnTo>
                      <a:pt x="14974" y="13655"/>
                    </a:lnTo>
                    <a:lnTo>
                      <a:pt x="14850" y="13481"/>
                    </a:lnTo>
                    <a:lnTo>
                      <a:pt x="14725" y="13307"/>
                    </a:lnTo>
                    <a:lnTo>
                      <a:pt x="14626" y="13133"/>
                    </a:lnTo>
                    <a:lnTo>
                      <a:pt x="14253" y="13083"/>
                    </a:lnTo>
                    <a:lnTo>
                      <a:pt x="13905" y="13008"/>
                    </a:lnTo>
                    <a:lnTo>
                      <a:pt x="13556" y="12909"/>
                    </a:lnTo>
                    <a:lnTo>
                      <a:pt x="13233" y="12785"/>
                    </a:lnTo>
                    <a:lnTo>
                      <a:pt x="12910" y="12660"/>
                    </a:lnTo>
                    <a:lnTo>
                      <a:pt x="12586" y="12511"/>
                    </a:lnTo>
                    <a:lnTo>
                      <a:pt x="12288" y="12337"/>
                    </a:lnTo>
                    <a:lnTo>
                      <a:pt x="11989" y="12138"/>
                    </a:lnTo>
                    <a:lnTo>
                      <a:pt x="11741" y="12536"/>
                    </a:lnTo>
                    <a:lnTo>
                      <a:pt x="11492" y="12909"/>
                    </a:lnTo>
                    <a:lnTo>
                      <a:pt x="11194" y="13257"/>
                    </a:lnTo>
                    <a:lnTo>
                      <a:pt x="10845" y="13605"/>
                    </a:lnTo>
                    <a:lnTo>
                      <a:pt x="10497" y="13904"/>
                    </a:lnTo>
                    <a:lnTo>
                      <a:pt x="10099" y="14202"/>
                    </a:lnTo>
                    <a:lnTo>
                      <a:pt x="9701" y="14451"/>
                    </a:lnTo>
                    <a:lnTo>
                      <a:pt x="9253" y="14675"/>
                    </a:lnTo>
                    <a:lnTo>
                      <a:pt x="9179" y="14700"/>
                    </a:lnTo>
                    <a:lnTo>
                      <a:pt x="9104" y="14725"/>
                    </a:lnTo>
                    <a:lnTo>
                      <a:pt x="9005" y="14700"/>
                    </a:lnTo>
                    <a:lnTo>
                      <a:pt x="8930" y="14675"/>
                    </a:lnTo>
                    <a:lnTo>
                      <a:pt x="8856" y="14600"/>
                    </a:lnTo>
                    <a:lnTo>
                      <a:pt x="8781" y="14526"/>
                    </a:lnTo>
                    <a:lnTo>
                      <a:pt x="8756" y="14376"/>
                    </a:lnTo>
                    <a:lnTo>
                      <a:pt x="8781" y="14252"/>
                    </a:lnTo>
                    <a:lnTo>
                      <a:pt x="8831" y="14128"/>
                    </a:lnTo>
                    <a:lnTo>
                      <a:pt x="8955" y="14028"/>
                    </a:lnTo>
                    <a:lnTo>
                      <a:pt x="9353" y="13829"/>
                    </a:lnTo>
                    <a:lnTo>
                      <a:pt x="9726" y="13580"/>
                    </a:lnTo>
                    <a:lnTo>
                      <a:pt x="10074" y="13332"/>
                    </a:lnTo>
                    <a:lnTo>
                      <a:pt x="10398" y="13033"/>
                    </a:lnTo>
                    <a:lnTo>
                      <a:pt x="10696" y="12735"/>
                    </a:lnTo>
                    <a:lnTo>
                      <a:pt x="10970" y="12411"/>
                    </a:lnTo>
                    <a:lnTo>
                      <a:pt x="11218" y="12063"/>
                    </a:lnTo>
                    <a:lnTo>
                      <a:pt x="11417" y="11715"/>
                    </a:lnTo>
                    <a:lnTo>
                      <a:pt x="11144" y="11466"/>
                    </a:lnTo>
                    <a:lnTo>
                      <a:pt x="10895" y="11193"/>
                    </a:lnTo>
                    <a:lnTo>
                      <a:pt x="10696" y="10919"/>
                    </a:lnTo>
                    <a:lnTo>
                      <a:pt x="10497" y="10646"/>
                    </a:lnTo>
                    <a:lnTo>
                      <a:pt x="10323" y="10347"/>
                    </a:lnTo>
                    <a:lnTo>
                      <a:pt x="10174" y="10049"/>
                    </a:lnTo>
                    <a:lnTo>
                      <a:pt x="10049" y="9750"/>
                    </a:lnTo>
                    <a:lnTo>
                      <a:pt x="9950" y="9427"/>
                    </a:lnTo>
                    <a:lnTo>
                      <a:pt x="9900" y="9054"/>
                    </a:lnTo>
                    <a:lnTo>
                      <a:pt x="9850" y="8705"/>
                    </a:lnTo>
                    <a:lnTo>
                      <a:pt x="9403" y="8755"/>
                    </a:lnTo>
                    <a:lnTo>
                      <a:pt x="8955" y="8855"/>
                    </a:lnTo>
                    <a:lnTo>
                      <a:pt x="8532" y="8979"/>
                    </a:lnTo>
                    <a:lnTo>
                      <a:pt x="8109" y="9153"/>
                    </a:lnTo>
                    <a:lnTo>
                      <a:pt x="7736" y="9377"/>
                    </a:lnTo>
                    <a:lnTo>
                      <a:pt x="7388" y="9651"/>
                    </a:lnTo>
                    <a:lnTo>
                      <a:pt x="7065" y="9949"/>
                    </a:lnTo>
                    <a:lnTo>
                      <a:pt x="6791" y="10272"/>
                    </a:lnTo>
                    <a:lnTo>
                      <a:pt x="6741" y="10347"/>
                    </a:lnTo>
                    <a:lnTo>
                      <a:pt x="6667" y="10397"/>
                    </a:lnTo>
                    <a:lnTo>
                      <a:pt x="6592" y="10422"/>
                    </a:lnTo>
                    <a:lnTo>
                      <a:pt x="6393" y="10422"/>
                    </a:lnTo>
                    <a:lnTo>
                      <a:pt x="6294" y="10372"/>
                    </a:lnTo>
                    <a:lnTo>
                      <a:pt x="6194" y="10272"/>
                    </a:lnTo>
                    <a:lnTo>
                      <a:pt x="6144" y="10123"/>
                    </a:lnTo>
                    <a:lnTo>
                      <a:pt x="6169" y="9999"/>
                    </a:lnTo>
                    <a:lnTo>
                      <a:pt x="6219" y="9874"/>
                    </a:lnTo>
                    <a:lnTo>
                      <a:pt x="6368" y="9651"/>
                    </a:lnTo>
                    <a:lnTo>
                      <a:pt x="6542" y="9477"/>
                    </a:lnTo>
                    <a:lnTo>
                      <a:pt x="6716" y="9278"/>
                    </a:lnTo>
                    <a:lnTo>
                      <a:pt x="6915" y="9103"/>
                    </a:lnTo>
                    <a:lnTo>
                      <a:pt x="7338" y="8805"/>
                    </a:lnTo>
                    <a:lnTo>
                      <a:pt x="7786" y="8531"/>
                    </a:lnTo>
                    <a:lnTo>
                      <a:pt x="8259" y="8332"/>
                    </a:lnTo>
                    <a:lnTo>
                      <a:pt x="8756" y="8158"/>
                    </a:lnTo>
                    <a:lnTo>
                      <a:pt x="9278" y="8059"/>
                    </a:lnTo>
                    <a:lnTo>
                      <a:pt x="9801" y="8009"/>
                    </a:lnTo>
                    <a:lnTo>
                      <a:pt x="9801" y="7934"/>
                    </a:lnTo>
                    <a:lnTo>
                      <a:pt x="9776" y="7462"/>
                    </a:lnTo>
                    <a:lnTo>
                      <a:pt x="9751" y="7014"/>
                    </a:lnTo>
                    <a:lnTo>
                      <a:pt x="9676" y="6591"/>
                    </a:lnTo>
                    <a:lnTo>
                      <a:pt x="9627" y="6367"/>
                    </a:lnTo>
                    <a:lnTo>
                      <a:pt x="9552" y="6169"/>
                    </a:lnTo>
                    <a:lnTo>
                      <a:pt x="9403" y="5895"/>
                    </a:lnTo>
                    <a:lnTo>
                      <a:pt x="9253" y="5646"/>
                    </a:lnTo>
                    <a:lnTo>
                      <a:pt x="9079" y="5373"/>
                    </a:lnTo>
                    <a:lnTo>
                      <a:pt x="8880" y="5149"/>
                    </a:lnTo>
                    <a:lnTo>
                      <a:pt x="8433" y="4676"/>
                    </a:lnTo>
                    <a:lnTo>
                      <a:pt x="7960" y="4253"/>
                    </a:lnTo>
                    <a:lnTo>
                      <a:pt x="7761" y="4054"/>
                    </a:lnTo>
                    <a:lnTo>
                      <a:pt x="7264" y="3607"/>
                    </a:lnTo>
                    <a:lnTo>
                      <a:pt x="6766" y="3134"/>
                    </a:lnTo>
                    <a:lnTo>
                      <a:pt x="6169" y="3308"/>
                    </a:lnTo>
                    <a:lnTo>
                      <a:pt x="5597" y="3507"/>
                    </a:lnTo>
                    <a:lnTo>
                      <a:pt x="5025" y="3781"/>
                    </a:lnTo>
                    <a:lnTo>
                      <a:pt x="4503" y="4079"/>
                    </a:lnTo>
                    <a:lnTo>
                      <a:pt x="4030" y="4403"/>
                    </a:lnTo>
                    <a:lnTo>
                      <a:pt x="3558" y="4776"/>
                    </a:lnTo>
                    <a:lnTo>
                      <a:pt x="3160" y="5198"/>
                    </a:lnTo>
                    <a:lnTo>
                      <a:pt x="2812" y="5621"/>
                    </a:lnTo>
                    <a:lnTo>
                      <a:pt x="2737" y="5696"/>
                    </a:lnTo>
                    <a:lnTo>
                      <a:pt x="2662" y="5746"/>
                    </a:lnTo>
                    <a:lnTo>
                      <a:pt x="2588" y="5771"/>
                    </a:lnTo>
                    <a:lnTo>
                      <a:pt x="2414" y="5771"/>
                    </a:lnTo>
                    <a:lnTo>
                      <a:pt x="2314" y="5721"/>
                    </a:lnTo>
                    <a:lnTo>
                      <a:pt x="2215" y="5596"/>
                    </a:lnTo>
                    <a:lnTo>
                      <a:pt x="2165" y="5472"/>
                    </a:lnTo>
                    <a:lnTo>
                      <a:pt x="2165" y="5348"/>
                    </a:lnTo>
                    <a:lnTo>
                      <a:pt x="2239" y="5223"/>
                    </a:lnTo>
                    <a:lnTo>
                      <a:pt x="2613" y="4751"/>
                    </a:lnTo>
                    <a:lnTo>
                      <a:pt x="3011" y="4328"/>
                    </a:lnTo>
                    <a:lnTo>
                      <a:pt x="3483" y="3930"/>
                    </a:lnTo>
                    <a:lnTo>
                      <a:pt x="3981" y="3582"/>
                    </a:lnTo>
                    <a:lnTo>
                      <a:pt x="4503" y="3258"/>
                    </a:lnTo>
                    <a:lnTo>
                      <a:pt x="5075" y="2960"/>
                    </a:lnTo>
                    <a:lnTo>
                      <a:pt x="5672" y="2736"/>
                    </a:lnTo>
                    <a:lnTo>
                      <a:pt x="6269" y="2537"/>
                    </a:lnTo>
                    <a:lnTo>
                      <a:pt x="6045" y="2214"/>
                    </a:lnTo>
                    <a:lnTo>
                      <a:pt x="5921" y="1965"/>
                    </a:lnTo>
                    <a:lnTo>
                      <a:pt x="5796" y="1716"/>
                    </a:lnTo>
                    <a:lnTo>
                      <a:pt x="5697" y="1443"/>
                    </a:lnTo>
                    <a:lnTo>
                      <a:pt x="5622" y="1144"/>
                    </a:lnTo>
                    <a:lnTo>
                      <a:pt x="5572" y="871"/>
                    </a:lnTo>
                    <a:lnTo>
                      <a:pt x="5547" y="572"/>
                    </a:lnTo>
                    <a:lnTo>
                      <a:pt x="5547" y="274"/>
                    </a:lnTo>
                    <a:lnTo>
                      <a:pt x="55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2256621" y="1553473"/>
                <a:ext cx="11490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3" h="15024" fill="none" extrusionOk="0">
                    <a:moveTo>
                      <a:pt x="5572" y="1"/>
                    </a:moveTo>
                    <a:lnTo>
                      <a:pt x="5572" y="6891"/>
                    </a:lnTo>
                    <a:lnTo>
                      <a:pt x="1" y="10074"/>
                    </a:lnTo>
                    <a:lnTo>
                      <a:pt x="1" y="1502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2224829" y="1863210"/>
                <a:ext cx="63110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61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60" y="1692"/>
                    </a:lnTo>
                    <a:lnTo>
                      <a:pt x="3035" y="1841"/>
                    </a:lnTo>
                    <a:lnTo>
                      <a:pt x="2986" y="1991"/>
                    </a:lnTo>
                    <a:lnTo>
                      <a:pt x="2936" y="2140"/>
                    </a:lnTo>
                    <a:lnTo>
                      <a:pt x="2787" y="2389"/>
                    </a:lnTo>
                    <a:lnTo>
                      <a:pt x="2612" y="2612"/>
                    </a:lnTo>
                    <a:lnTo>
                      <a:pt x="2389" y="2786"/>
                    </a:lnTo>
                    <a:lnTo>
                      <a:pt x="2115" y="2936"/>
                    </a:lnTo>
                    <a:lnTo>
                      <a:pt x="1991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43" y="3060"/>
                    </a:lnTo>
                    <a:lnTo>
                      <a:pt x="1543" y="3060"/>
                    </a:lnTo>
                    <a:lnTo>
                      <a:pt x="1369" y="3060"/>
                    </a:lnTo>
                    <a:lnTo>
                      <a:pt x="1220" y="3035"/>
                    </a:lnTo>
                    <a:lnTo>
                      <a:pt x="1070" y="2985"/>
                    </a:lnTo>
                    <a:lnTo>
                      <a:pt x="946" y="2936"/>
                    </a:lnTo>
                    <a:lnTo>
                      <a:pt x="672" y="2786"/>
                    </a:lnTo>
                    <a:lnTo>
                      <a:pt x="449" y="2612"/>
                    </a:lnTo>
                    <a:lnTo>
                      <a:pt x="274" y="2389"/>
                    </a:lnTo>
                    <a:lnTo>
                      <a:pt x="125" y="2140"/>
                    </a:lnTo>
                    <a:lnTo>
                      <a:pt x="75" y="1991"/>
                    </a:lnTo>
                    <a:lnTo>
                      <a:pt x="26" y="1841"/>
                    </a:lnTo>
                    <a:lnTo>
                      <a:pt x="1" y="1692"/>
                    </a:lnTo>
                    <a:lnTo>
                      <a:pt x="1" y="1543"/>
                    </a:lnTo>
                    <a:lnTo>
                      <a:pt x="1" y="1543"/>
                    </a:lnTo>
                    <a:lnTo>
                      <a:pt x="1" y="1369"/>
                    </a:lnTo>
                    <a:lnTo>
                      <a:pt x="26" y="1220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74" y="672"/>
                    </a:lnTo>
                    <a:lnTo>
                      <a:pt x="449" y="448"/>
                    </a:lnTo>
                    <a:lnTo>
                      <a:pt x="672" y="274"/>
                    </a:lnTo>
                    <a:lnTo>
                      <a:pt x="946" y="125"/>
                    </a:lnTo>
                    <a:lnTo>
                      <a:pt x="1070" y="75"/>
                    </a:lnTo>
                    <a:lnTo>
                      <a:pt x="1220" y="51"/>
                    </a:lnTo>
                    <a:lnTo>
                      <a:pt x="1369" y="26"/>
                    </a:lnTo>
                    <a:lnTo>
                      <a:pt x="1543" y="1"/>
                    </a:lnTo>
                    <a:lnTo>
                      <a:pt x="1543" y="1"/>
                    </a:lnTo>
                    <a:lnTo>
                      <a:pt x="1692" y="26"/>
                    </a:lnTo>
                    <a:lnTo>
                      <a:pt x="1841" y="51"/>
                    </a:lnTo>
                    <a:lnTo>
                      <a:pt x="1991" y="75"/>
                    </a:lnTo>
                    <a:lnTo>
                      <a:pt x="2115" y="125"/>
                    </a:lnTo>
                    <a:lnTo>
                      <a:pt x="2389" y="274"/>
                    </a:lnTo>
                    <a:lnTo>
                      <a:pt x="2612" y="448"/>
                    </a:lnTo>
                    <a:lnTo>
                      <a:pt x="2787" y="672"/>
                    </a:lnTo>
                    <a:lnTo>
                      <a:pt x="2936" y="946"/>
                    </a:lnTo>
                    <a:lnTo>
                      <a:pt x="2986" y="1070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443292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503289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1" y="1"/>
                    </a:moveTo>
                    <a:lnTo>
                      <a:pt x="1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325340" y="1721671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1"/>
                    </a:moveTo>
                    <a:lnTo>
                      <a:pt x="1" y="457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2371502" y="1458097"/>
                <a:ext cx="10783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523" h="4528" fill="none" extrusionOk="0">
                    <a:moveTo>
                      <a:pt x="0" y="4527"/>
                    </a:moveTo>
                    <a:lnTo>
                      <a:pt x="523" y="4179"/>
                    </a:lnTo>
                    <a:lnTo>
                      <a:pt x="523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412016" y="165860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3060" y="1543"/>
                    </a:move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35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4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45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74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5" y="946"/>
                    </a:lnTo>
                    <a:lnTo>
                      <a:pt x="274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45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92" y="26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4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35" y="1219"/>
                    </a:lnTo>
                    <a:lnTo>
                      <a:pt x="3035" y="1394"/>
                    </a:lnTo>
                    <a:lnTo>
                      <a:pt x="3060" y="1543"/>
                    </a:lnTo>
                    <a:lnTo>
                      <a:pt x="3060" y="1543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256622" y="199295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1" y="10347"/>
                    </a:moveTo>
                    <a:lnTo>
                      <a:pt x="1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443292" y="1721671"/>
                <a:ext cx="126674" cy="405670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6" fill="none" extrusionOk="0">
                    <a:moveTo>
                      <a:pt x="6144" y="19675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325340" y="1784760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8804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2443292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443292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523804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889950" y="1846283"/>
                <a:ext cx="63090" cy="62595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36" fill="none" extrusionOk="0">
                    <a:moveTo>
                      <a:pt x="3060" y="1518"/>
                    </a:moveTo>
                    <a:lnTo>
                      <a:pt x="3060" y="1518"/>
                    </a:lnTo>
                    <a:lnTo>
                      <a:pt x="3060" y="1667"/>
                    </a:lnTo>
                    <a:lnTo>
                      <a:pt x="3035" y="1817"/>
                    </a:lnTo>
                    <a:lnTo>
                      <a:pt x="2985" y="1966"/>
                    </a:lnTo>
                    <a:lnTo>
                      <a:pt x="2935" y="2115"/>
                    </a:lnTo>
                    <a:lnTo>
                      <a:pt x="2786" y="2364"/>
                    </a:lnTo>
                    <a:lnTo>
                      <a:pt x="2612" y="2588"/>
                    </a:lnTo>
                    <a:lnTo>
                      <a:pt x="2388" y="2787"/>
                    </a:lnTo>
                    <a:lnTo>
                      <a:pt x="2114" y="2911"/>
                    </a:lnTo>
                    <a:lnTo>
                      <a:pt x="1990" y="2986"/>
                    </a:lnTo>
                    <a:lnTo>
                      <a:pt x="1841" y="3011"/>
                    </a:lnTo>
                    <a:lnTo>
                      <a:pt x="1692" y="3035"/>
                    </a:lnTo>
                    <a:lnTo>
                      <a:pt x="1542" y="3035"/>
                    </a:lnTo>
                    <a:lnTo>
                      <a:pt x="1542" y="3035"/>
                    </a:lnTo>
                    <a:lnTo>
                      <a:pt x="1368" y="3035"/>
                    </a:lnTo>
                    <a:lnTo>
                      <a:pt x="1219" y="3011"/>
                    </a:lnTo>
                    <a:lnTo>
                      <a:pt x="1070" y="2986"/>
                    </a:lnTo>
                    <a:lnTo>
                      <a:pt x="945" y="2911"/>
                    </a:lnTo>
                    <a:lnTo>
                      <a:pt x="672" y="2787"/>
                    </a:lnTo>
                    <a:lnTo>
                      <a:pt x="448" y="2588"/>
                    </a:lnTo>
                    <a:lnTo>
                      <a:pt x="274" y="2364"/>
                    </a:lnTo>
                    <a:lnTo>
                      <a:pt x="125" y="2115"/>
                    </a:lnTo>
                    <a:lnTo>
                      <a:pt x="75" y="1966"/>
                    </a:lnTo>
                    <a:lnTo>
                      <a:pt x="25" y="1817"/>
                    </a:lnTo>
                    <a:lnTo>
                      <a:pt x="0" y="1667"/>
                    </a:lnTo>
                    <a:lnTo>
                      <a:pt x="0" y="1518"/>
                    </a:lnTo>
                    <a:lnTo>
                      <a:pt x="0" y="1518"/>
                    </a:lnTo>
                    <a:lnTo>
                      <a:pt x="0" y="1369"/>
                    </a:lnTo>
                    <a:lnTo>
                      <a:pt x="25" y="1220"/>
                    </a:lnTo>
                    <a:lnTo>
                      <a:pt x="75" y="1071"/>
                    </a:lnTo>
                    <a:lnTo>
                      <a:pt x="125" y="921"/>
                    </a:lnTo>
                    <a:lnTo>
                      <a:pt x="274" y="673"/>
                    </a:lnTo>
                    <a:lnTo>
                      <a:pt x="448" y="449"/>
                    </a:lnTo>
                    <a:lnTo>
                      <a:pt x="672" y="250"/>
                    </a:lnTo>
                    <a:lnTo>
                      <a:pt x="945" y="100"/>
                    </a:lnTo>
                    <a:lnTo>
                      <a:pt x="1070" y="51"/>
                    </a:lnTo>
                    <a:lnTo>
                      <a:pt x="1219" y="26"/>
                    </a:lnTo>
                    <a:lnTo>
                      <a:pt x="1368" y="1"/>
                    </a:lnTo>
                    <a:lnTo>
                      <a:pt x="1542" y="1"/>
                    </a:lnTo>
                    <a:lnTo>
                      <a:pt x="1542" y="1"/>
                    </a:lnTo>
                    <a:lnTo>
                      <a:pt x="1692" y="1"/>
                    </a:lnTo>
                    <a:lnTo>
                      <a:pt x="1841" y="26"/>
                    </a:lnTo>
                    <a:lnTo>
                      <a:pt x="1990" y="51"/>
                    </a:lnTo>
                    <a:lnTo>
                      <a:pt x="2114" y="100"/>
                    </a:lnTo>
                    <a:lnTo>
                      <a:pt x="2388" y="250"/>
                    </a:lnTo>
                    <a:lnTo>
                      <a:pt x="2612" y="449"/>
                    </a:lnTo>
                    <a:lnTo>
                      <a:pt x="2786" y="673"/>
                    </a:lnTo>
                    <a:lnTo>
                      <a:pt x="2935" y="921"/>
                    </a:lnTo>
                    <a:lnTo>
                      <a:pt x="2985" y="1071"/>
                    </a:lnTo>
                    <a:lnTo>
                      <a:pt x="3035" y="1220"/>
                    </a:lnTo>
                    <a:lnTo>
                      <a:pt x="3060" y="1369"/>
                    </a:lnTo>
                    <a:lnTo>
                      <a:pt x="3060" y="1518"/>
                    </a:lnTo>
                    <a:lnTo>
                      <a:pt x="3060" y="1518"/>
                    </a:lnTo>
                    <a:close/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714062" y="1658602"/>
                <a:ext cx="62574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0" fill="none" extrusionOk="0">
                    <a:moveTo>
                      <a:pt x="3034" y="1543"/>
                    </a:moveTo>
                    <a:lnTo>
                      <a:pt x="3034" y="1543"/>
                    </a:lnTo>
                    <a:lnTo>
                      <a:pt x="3034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63" y="2811"/>
                    </a:lnTo>
                    <a:lnTo>
                      <a:pt x="2114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6" y="3060"/>
                    </a:lnTo>
                    <a:lnTo>
                      <a:pt x="1517" y="3060"/>
                    </a:lnTo>
                    <a:lnTo>
                      <a:pt x="1517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0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4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94"/>
                    </a:lnTo>
                    <a:lnTo>
                      <a:pt x="25" y="1219"/>
                    </a:lnTo>
                    <a:lnTo>
                      <a:pt x="75" y="1095"/>
                    </a:lnTo>
                    <a:lnTo>
                      <a:pt x="124" y="946"/>
                    </a:lnTo>
                    <a:lnTo>
                      <a:pt x="249" y="697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0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7" y="1"/>
                    </a:lnTo>
                    <a:lnTo>
                      <a:pt x="1517" y="1"/>
                    </a:lnTo>
                    <a:lnTo>
                      <a:pt x="1666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4" y="125"/>
                    </a:lnTo>
                    <a:lnTo>
                      <a:pt x="2363" y="274"/>
                    </a:lnTo>
                    <a:lnTo>
                      <a:pt x="2612" y="448"/>
                    </a:lnTo>
                    <a:lnTo>
                      <a:pt x="2786" y="697"/>
                    </a:lnTo>
                    <a:lnTo>
                      <a:pt x="2935" y="946"/>
                    </a:lnTo>
                    <a:lnTo>
                      <a:pt x="2985" y="1095"/>
                    </a:lnTo>
                    <a:lnTo>
                      <a:pt x="3010" y="1219"/>
                    </a:lnTo>
                    <a:lnTo>
                      <a:pt x="3034" y="1394"/>
                    </a:lnTo>
                    <a:lnTo>
                      <a:pt x="3034" y="1543"/>
                    </a:lnTo>
                    <a:lnTo>
                      <a:pt x="3034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745339" y="1469890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0" y="1"/>
                    </a:moveTo>
                    <a:lnTo>
                      <a:pt x="0" y="644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2804820" y="1469890"/>
                <a:ext cx="20535" cy="320520"/>
              </a:xfrm>
              <a:custGeom>
                <a:avLst/>
                <a:gdLst/>
                <a:ahLst/>
                <a:cxnLst/>
                <a:rect l="l" t="t" r="r" b="b"/>
                <a:pathLst>
                  <a:path w="996" h="15546" fill="none" extrusionOk="0">
                    <a:moveTo>
                      <a:pt x="0" y="1"/>
                    </a:moveTo>
                    <a:lnTo>
                      <a:pt x="0" y="6443"/>
                    </a:lnTo>
                    <a:lnTo>
                      <a:pt x="995" y="7189"/>
                    </a:lnTo>
                    <a:lnTo>
                      <a:pt x="995" y="15546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2745339" y="1721671"/>
                <a:ext cx="126674" cy="43436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21068" fill="none" extrusionOk="0">
                    <a:moveTo>
                      <a:pt x="6144" y="21068"/>
                    </a:moveTo>
                    <a:lnTo>
                      <a:pt x="6144" y="11194"/>
                    </a:lnTo>
                    <a:lnTo>
                      <a:pt x="0" y="8060"/>
                    </a:lnTo>
                    <a:lnTo>
                      <a:pt x="0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2623799" y="172886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0"/>
                    </a:moveTo>
                    <a:lnTo>
                      <a:pt x="0" y="457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627386" y="1784760"/>
                <a:ext cx="46183" cy="335385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6267" fill="none" extrusionOk="0">
                    <a:moveTo>
                      <a:pt x="2239" y="0"/>
                    </a:moveTo>
                    <a:lnTo>
                      <a:pt x="2239" y="9850"/>
                    </a:lnTo>
                    <a:lnTo>
                      <a:pt x="1" y="11292"/>
                    </a:lnTo>
                    <a:lnTo>
                      <a:pt x="1" y="16267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745339" y="2074498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0" y="256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3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745339" y="193809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0" y="4179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673549" y="1458097"/>
                <a:ext cx="10268" cy="93356"/>
              </a:xfrm>
              <a:custGeom>
                <a:avLst/>
                <a:gdLst/>
                <a:ahLst/>
                <a:cxnLst/>
                <a:rect l="l" t="t" r="r" b="b"/>
                <a:pathLst>
                  <a:path w="498" h="4528" fill="none" extrusionOk="0">
                    <a:moveTo>
                      <a:pt x="0" y="4527"/>
                    </a:moveTo>
                    <a:lnTo>
                      <a:pt x="498" y="4179"/>
                    </a:lnTo>
                    <a:lnTo>
                      <a:pt x="498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2825335" y="1846283"/>
                <a:ext cx="21" cy="31318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9" fill="none" extrusionOk="0">
                    <a:moveTo>
                      <a:pt x="0" y="1"/>
                    </a:moveTo>
                    <a:lnTo>
                      <a:pt x="0" y="1518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2563286" y="1469890"/>
                <a:ext cx="21" cy="52843"/>
              </a:xfrm>
              <a:custGeom>
                <a:avLst/>
                <a:gdLst/>
                <a:ahLst/>
                <a:cxnLst/>
                <a:rect l="l" t="t" r="r" b="b"/>
                <a:pathLst>
                  <a:path w="1" h="2563" fill="none" extrusionOk="0">
                    <a:moveTo>
                      <a:pt x="1" y="1"/>
                    </a:moveTo>
                    <a:lnTo>
                      <a:pt x="1" y="256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2563286" y="1565782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1" y="1"/>
                    </a:moveTo>
                    <a:lnTo>
                      <a:pt x="2811" y="971"/>
                    </a:lnTo>
                    <a:lnTo>
                      <a:pt x="2811" y="4453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569946" y="1553473"/>
                <a:ext cx="103624" cy="352848"/>
              </a:xfrm>
              <a:custGeom>
                <a:avLst/>
                <a:gdLst/>
                <a:ahLst/>
                <a:cxnLst/>
                <a:rect l="l" t="t" r="r" b="b"/>
                <a:pathLst>
                  <a:path w="5026" h="17114" fill="none" extrusionOk="0">
                    <a:moveTo>
                      <a:pt x="1" y="17113"/>
                    </a:moveTo>
                    <a:lnTo>
                      <a:pt x="1" y="10074"/>
                    </a:lnTo>
                    <a:lnTo>
                      <a:pt x="5025" y="6891"/>
                    </a:lnTo>
                    <a:lnTo>
                      <a:pt x="5025" y="1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367399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27912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488424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548936" y="881693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18" y="2538"/>
                    </a:lnTo>
                    <a:lnTo>
                      <a:pt x="1418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608933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2669446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2729958" y="881693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1"/>
                    </a:moveTo>
                    <a:lnTo>
                      <a:pt x="0" y="2538"/>
                    </a:lnTo>
                    <a:lnTo>
                      <a:pt x="1443" y="2538"/>
                    </a:lnTo>
                    <a:lnTo>
                      <a:pt x="144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2790450" y="881693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1"/>
                    </a:moveTo>
                    <a:lnTo>
                      <a:pt x="1" y="2538"/>
                    </a:lnTo>
                    <a:lnTo>
                      <a:pt x="1444" y="2538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2367399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2427912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2488424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2548936" y="1422717"/>
                <a:ext cx="29236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18" y="2537"/>
                    </a:lnTo>
                    <a:lnTo>
                      <a:pt x="1418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608933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2669446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2729958" y="1422717"/>
                <a:ext cx="2975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3" h="2538" extrusionOk="0">
                    <a:moveTo>
                      <a:pt x="0" y="0"/>
                    </a:moveTo>
                    <a:lnTo>
                      <a:pt x="0" y="2537"/>
                    </a:lnTo>
                    <a:lnTo>
                      <a:pt x="1443" y="2537"/>
                    </a:lnTo>
                    <a:lnTo>
                      <a:pt x="144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2790450" y="1422717"/>
                <a:ext cx="29772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444" h="2538" extrusionOk="0">
                    <a:moveTo>
                      <a:pt x="1" y="0"/>
                    </a:moveTo>
                    <a:lnTo>
                      <a:pt x="1" y="2537"/>
                    </a:lnTo>
                    <a:lnTo>
                      <a:pt x="1444" y="2537"/>
                    </a:lnTo>
                    <a:lnTo>
                      <a:pt x="1444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2841746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0" y="1"/>
                    </a:moveTo>
                    <a:lnTo>
                      <a:pt x="0" y="1418"/>
                    </a:lnTo>
                    <a:lnTo>
                      <a:pt x="2512" y="1418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2841746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2841746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1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2841746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15"/>
              <p:cNvSpPr/>
              <p:nvPr/>
            </p:nvSpPr>
            <p:spPr>
              <a:xfrm>
                <a:off x="2841746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5"/>
              <p:cNvSpPr/>
              <p:nvPr/>
            </p:nvSpPr>
            <p:spPr>
              <a:xfrm>
                <a:off x="2841746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841746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2841746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0" y="0"/>
                    </a:moveTo>
                    <a:lnTo>
                      <a:pt x="0" y="1443"/>
                    </a:lnTo>
                    <a:lnTo>
                      <a:pt x="2512" y="1443"/>
                    </a:lnTo>
                    <a:lnTo>
                      <a:pt x="2512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2294063" y="951958"/>
                <a:ext cx="51812" cy="29256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19" extrusionOk="0">
                    <a:moveTo>
                      <a:pt x="1" y="1"/>
                    </a:moveTo>
                    <a:lnTo>
                      <a:pt x="1" y="1418"/>
                    </a:lnTo>
                    <a:lnTo>
                      <a:pt x="2513" y="1418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2294063" y="1011955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2294063" y="1072467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1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1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2294063" y="1132979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2294063" y="1193492"/>
                <a:ext cx="51812" cy="29772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4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2294063" y="1254004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5"/>
              <p:cNvSpPr/>
              <p:nvPr/>
            </p:nvSpPr>
            <p:spPr>
              <a:xfrm>
                <a:off x="2294063" y="1314516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5"/>
              <p:cNvSpPr/>
              <p:nvPr/>
            </p:nvSpPr>
            <p:spPr>
              <a:xfrm>
                <a:off x="2294063" y="1375029"/>
                <a:ext cx="51812" cy="29751"/>
              </a:xfrm>
              <a:custGeom>
                <a:avLst/>
                <a:gdLst/>
                <a:ahLst/>
                <a:cxnLst/>
                <a:rect l="l" t="t" r="r" b="b"/>
                <a:pathLst>
                  <a:path w="2513" h="1443" extrusionOk="0">
                    <a:moveTo>
                      <a:pt x="1" y="0"/>
                    </a:moveTo>
                    <a:lnTo>
                      <a:pt x="1" y="1443"/>
                    </a:lnTo>
                    <a:lnTo>
                      <a:pt x="2513" y="1443"/>
                    </a:lnTo>
                    <a:lnTo>
                      <a:pt x="2513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5"/>
              <p:cNvSpPr/>
              <p:nvPr/>
            </p:nvSpPr>
            <p:spPr>
              <a:xfrm>
                <a:off x="2341751" y="925815"/>
                <a:ext cx="504118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24450" y="24474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8F8F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5"/>
              <p:cNvSpPr/>
              <p:nvPr/>
            </p:nvSpPr>
            <p:spPr>
              <a:xfrm>
                <a:off x="2376636" y="961194"/>
                <a:ext cx="434349" cy="433854"/>
              </a:xfrm>
              <a:custGeom>
                <a:avLst/>
                <a:gdLst/>
                <a:ahLst/>
                <a:cxnLst/>
                <a:rect l="l" t="t" r="r" b="b"/>
                <a:pathLst>
                  <a:path w="21067" h="21043" extrusionOk="0">
                    <a:moveTo>
                      <a:pt x="3084" y="0"/>
                    </a:moveTo>
                    <a:lnTo>
                      <a:pt x="0" y="3234"/>
                    </a:lnTo>
                    <a:lnTo>
                      <a:pt x="0" y="21042"/>
                    </a:lnTo>
                    <a:lnTo>
                      <a:pt x="21067" y="21042"/>
                    </a:lnTo>
                    <a:lnTo>
                      <a:pt x="210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5"/>
              <p:cNvSpPr/>
              <p:nvPr/>
            </p:nvSpPr>
            <p:spPr>
              <a:xfrm>
                <a:off x="2341751" y="1395028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692" y="0"/>
                    </a:moveTo>
                    <a:lnTo>
                      <a:pt x="1" y="1716"/>
                    </a:lnTo>
                    <a:lnTo>
                      <a:pt x="24450" y="1716"/>
                    </a:lnTo>
                    <a:lnTo>
                      <a:pt x="22759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5"/>
              <p:cNvSpPr/>
              <p:nvPr/>
            </p:nvSpPr>
            <p:spPr>
              <a:xfrm>
                <a:off x="2341751" y="925815"/>
                <a:ext cx="504118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4451" h="1717" extrusionOk="0">
                    <a:moveTo>
                      <a:pt x="1" y="0"/>
                    </a:moveTo>
                    <a:lnTo>
                      <a:pt x="1692" y="1716"/>
                    </a:lnTo>
                    <a:lnTo>
                      <a:pt x="22759" y="1716"/>
                    </a:lnTo>
                    <a:lnTo>
                      <a:pt x="24450" y="0"/>
                    </a:lnTo>
                    <a:close/>
                  </a:path>
                </a:pathLst>
              </a:custGeom>
              <a:solidFill>
                <a:srgbClr val="A6A6A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5"/>
              <p:cNvSpPr/>
              <p:nvPr/>
            </p:nvSpPr>
            <p:spPr>
              <a:xfrm>
                <a:off x="2341751" y="925815"/>
                <a:ext cx="34905" cy="504613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24475" extrusionOk="0">
                    <a:moveTo>
                      <a:pt x="1" y="0"/>
                    </a:moveTo>
                    <a:lnTo>
                      <a:pt x="1" y="24474"/>
                    </a:lnTo>
                    <a:lnTo>
                      <a:pt x="1692" y="22758"/>
                    </a:lnTo>
                    <a:lnTo>
                      <a:pt x="1692" y="171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9797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5"/>
              <p:cNvSpPr/>
              <p:nvPr/>
            </p:nvSpPr>
            <p:spPr>
              <a:xfrm>
                <a:off x="2427912" y="1128361"/>
                <a:ext cx="97954" cy="114386"/>
              </a:xfrm>
              <a:custGeom>
                <a:avLst/>
                <a:gdLst/>
                <a:ahLst/>
                <a:cxnLst/>
                <a:rect l="l" t="t" r="r" b="b"/>
                <a:pathLst>
                  <a:path w="4751" h="5548" extrusionOk="0">
                    <a:moveTo>
                      <a:pt x="2537" y="1"/>
                    </a:moveTo>
                    <a:lnTo>
                      <a:pt x="2264" y="50"/>
                    </a:lnTo>
                    <a:lnTo>
                      <a:pt x="1965" y="100"/>
                    </a:lnTo>
                    <a:lnTo>
                      <a:pt x="1716" y="175"/>
                    </a:lnTo>
                    <a:lnTo>
                      <a:pt x="1443" y="299"/>
                    </a:lnTo>
                    <a:lnTo>
                      <a:pt x="1219" y="423"/>
                    </a:lnTo>
                    <a:lnTo>
                      <a:pt x="995" y="573"/>
                    </a:lnTo>
                    <a:lnTo>
                      <a:pt x="796" y="747"/>
                    </a:lnTo>
                    <a:lnTo>
                      <a:pt x="622" y="921"/>
                    </a:lnTo>
                    <a:lnTo>
                      <a:pt x="473" y="1145"/>
                    </a:lnTo>
                    <a:lnTo>
                      <a:pt x="324" y="1369"/>
                    </a:lnTo>
                    <a:lnTo>
                      <a:pt x="199" y="1617"/>
                    </a:lnTo>
                    <a:lnTo>
                      <a:pt x="125" y="1891"/>
                    </a:lnTo>
                    <a:lnTo>
                      <a:pt x="50" y="2165"/>
                    </a:lnTo>
                    <a:lnTo>
                      <a:pt x="0" y="2463"/>
                    </a:lnTo>
                    <a:lnTo>
                      <a:pt x="0" y="2761"/>
                    </a:lnTo>
                    <a:lnTo>
                      <a:pt x="0" y="3085"/>
                    </a:lnTo>
                    <a:lnTo>
                      <a:pt x="50" y="3383"/>
                    </a:lnTo>
                    <a:lnTo>
                      <a:pt x="125" y="3657"/>
                    </a:lnTo>
                    <a:lnTo>
                      <a:pt x="199" y="3930"/>
                    </a:lnTo>
                    <a:lnTo>
                      <a:pt x="324" y="4179"/>
                    </a:lnTo>
                    <a:lnTo>
                      <a:pt x="473" y="4403"/>
                    </a:lnTo>
                    <a:lnTo>
                      <a:pt x="622" y="4602"/>
                    </a:lnTo>
                    <a:lnTo>
                      <a:pt x="796" y="4801"/>
                    </a:lnTo>
                    <a:lnTo>
                      <a:pt x="995" y="4975"/>
                    </a:lnTo>
                    <a:lnTo>
                      <a:pt x="1219" y="5124"/>
                    </a:lnTo>
                    <a:lnTo>
                      <a:pt x="1443" y="5249"/>
                    </a:lnTo>
                    <a:lnTo>
                      <a:pt x="1716" y="5348"/>
                    </a:lnTo>
                    <a:lnTo>
                      <a:pt x="1965" y="5448"/>
                    </a:lnTo>
                    <a:lnTo>
                      <a:pt x="2264" y="5497"/>
                    </a:lnTo>
                    <a:lnTo>
                      <a:pt x="2537" y="5547"/>
                    </a:lnTo>
                    <a:lnTo>
                      <a:pt x="3109" y="5547"/>
                    </a:lnTo>
                    <a:lnTo>
                      <a:pt x="3383" y="5497"/>
                    </a:lnTo>
                    <a:lnTo>
                      <a:pt x="3657" y="5423"/>
                    </a:lnTo>
                    <a:lnTo>
                      <a:pt x="3905" y="5323"/>
                    </a:lnTo>
                    <a:lnTo>
                      <a:pt x="4154" y="5199"/>
                    </a:lnTo>
                    <a:lnTo>
                      <a:pt x="4378" y="5050"/>
                    </a:lnTo>
                    <a:lnTo>
                      <a:pt x="4577" y="4851"/>
                    </a:lnTo>
                    <a:lnTo>
                      <a:pt x="4751" y="4627"/>
                    </a:lnTo>
                    <a:lnTo>
                      <a:pt x="3781" y="3906"/>
                    </a:lnTo>
                    <a:lnTo>
                      <a:pt x="3706" y="4030"/>
                    </a:lnTo>
                    <a:lnTo>
                      <a:pt x="3582" y="4154"/>
                    </a:lnTo>
                    <a:lnTo>
                      <a:pt x="3458" y="4254"/>
                    </a:lnTo>
                    <a:lnTo>
                      <a:pt x="3333" y="4328"/>
                    </a:lnTo>
                    <a:lnTo>
                      <a:pt x="3184" y="4403"/>
                    </a:lnTo>
                    <a:lnTo>
                      <a:pt x="3035" y="4428"/>
                    </a:lnTo>
                    <a:lnTo>
                      <a:pt x="2861" y="4478"/>
                    </a:lnTo>
                    <a:lnTo>
                      <a:pt x="2537" y="4478"/>
                    </a:lnTo>
                    <a:lnTo>
                      <a:pt x="2388" y="4453"/>
                    </a:lnTo>
                    <a:lnTo>
                      <a:pt x="2239" y="4403"/>
                    </a:lnTo>
                    <a:lnTo>
                      <a:pt x="2114" y="4353"/>
                    </a:lnTo>
                    <a:lnTo>
                      <a:pt x="1990" y="4279"/>
                    </a:lnTo>
                    <a:lnTo>
                      <a:pt x="1866" y="4204"/>
                    </a:lnTo>
                    <a:lnTo>
                      <a:pt x="1741" y="4105"/>
                    </a:lnTo>
                    <a:lnTo>
                      <a:pt x="1642" y="3980"/>
                    </a:lnTo>
                    <a:lnTo>
                      <a:pt x="1468" y="3756"/>
                    </a:lnTo>
                    <a:lnTo>
                      <a:pt x="1319" y="3458"/>
                    </a:lnTo>
                    <a:lnTo>
                      <a:pt x="1269" y="3284"/>
                    </a:lnTo>
                    <a:lnTo>
                      <a:pt x="1244" y="3135"/>
                    </a:lnTo>
                    <a:lnTo>
                      <a:pt x="1219" y="2960"/>
                    </a:lnTo>
                    <a:lnTo>
                      <a:pt x="1194" y="2761"/>
                    </a:lnTo>
                    <a:lnTo>
                      <a:pt x="1219" y="2587"/>
                    </a:lnTo>
                    <a:lnTo>
                      <a:pt x="1244" y="2413"/>
                    </a:lnTo>
                    <a:lnTo>
                      <a:pt x="1269" y="2239"/>
                    </a:lnTo>
                    <a:lnTo>
                      <a:pt x="1319" y="2090"/>
                    </a:lnTo>
                    <a:lnTo>
                      <a:pt x="1468" y="1791"/>
                    </a:lnTo>
                    <a:lnTo>
                      <a:pt x="1542" y="1667"/>
                    </a:lnTo>
                    <a:lnTo>
                      <a:pt x="1642" y="1543"/>
                    </a:lnTo>
                    <a:lnTo>
                      <a:pt x="1741" y="1443"/>
                    </a:lnTo>
                    <a:lnTo>
                      <a:pt x="1866" y="1344"/>
                    </a:lnTo>
                    <a:lnTo>
                      <a:pt x="1990" y="1269"/>
                    </a:lnTo>
                    <a:lnTo>
                      <a:pt x="2139" y="1194"/>
                    </a:lnTo>
                    <a:lnTo>
                      <a:pt x="2264" y="1145"/>
                    </a:lnTo>
                    <a:lnTo>
                      <a:pt x="2413" y="1095"/>
                    </a:lnTo>
                    <a:lnTo>
                      <a:pt x="2562" y="1070"/>
                    </a:lnTo>
                    <a:lnTo>
                      <a:pt x="2736" y="1070"/>
                    </a:lnTo>
                    <a:lnTo>
                      <a:pt x="3035" y="1095"/>
                    </a:lnTo>
                    <a:lnTo>
                      <a:pt x="3184" y="1120"/>
                    </a:lnTo>
                    <a:lnTo>
                      <a:pt x="3308" y="1170"/>
                    </a:lnTo>
                    <a:lnTo>
                      <a:pt x="3433" y="1244"/>
                    </a:lnTo>
                    <a:lnTo>
                      <a:pt x="3557" y="1319"/>
                    </a:lnTo>
                    <a:lnTo>
                      <a:pt x="3657" y="1393"/>
                    </a:lnTo>
                    <a:lnTo>
                      <a:pt x="3731" y="1493"/>
                    </a:lnTo>
                    <a:lnTo>
                      <a:pt x="4627" y="772"/>
                    </a:lnTo>
                    <a:lnTo>
                      <a:pt x="4452" y="573"/>
                    </a:lnTo>
                    <a:lnTo>
                      <a:pt x="4253" y="399"/>
                    </a:lnTo>
                    <a:lnTo>
                      <a:pt x="4030" y="274"/>
                    </a:lnTo>
                    <a:lnTo>
                      <a:pt x="3806" y="150"/>
                    </a:lnTo>
                    <a:lnTo>
                      <a:pt x="3557" y="75"/>
                    </a:lnTo>
                    <a:lnTo>
                      <a:pt x="3308" y="25"/>
                    </a:lnTo>
                    <a:lnTo>
                      <a:pt x="30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15"/>
              <p:cNvSpPr/>
              <p:nvPr/>
            </p:nvSpPr>
            <p:spPr>
              <a:xfrm>
                <a:off x="2543287" y="1130918"/>
                <a:ext cx="81563" cy="109252"/>
              </a:xfrm>
              <a:custGeom>
                <a:avLst/>
                <a:gdLst/>
                <a:ahLst/>
                <a:cxnLst/>
                <a:rect l="l" t="t" r="r" b="b"/>
                <a:pathLst>
                  <a:path w="3956" h="5299" extrusionOk="0">
                    <a:moveTo>
                      <a:pt x="2090" y="996"/>
                    </a:moveTo>
                    <a:lnTo>
                      <a:pt x="2264" y="1046"/>
                    </a:lnTo>
                    <a:lnTo>
                      <a:pt x="2413" y="1095"/>
                    </a:lnTo>
                    <a:lnTo>
                      <a:pt x="2562" y="1170"/>
                    </a:lnTo>
                    <a:lnTo>
                      <a:pt x="2662" y="1294"/>
                    </a:lnTo>
                    <a:lnTo>
                      <a:pt x="2736" y="1419"/>
                    </a:lnTo>
                    <a:lnTo>
                      <a:pt x="2761" y="1618"/>
                    </a:lnTo>
                    <a:lnTo>
                      <a:pt x="2736" y="1767"/>
                    </a:lnTo>
                    <a:lnTo>
                      <a:pt x="2687" y="1916"/>
                    </a:lnTo>
                    <a:lnTo>
                      <a:pt x="2612" y="2016"/>
                    </a:lnTo>
                    <a:lnTo>
                      <a:pt x="2488" y="2115"/>
                    </a:lnTo>
                    <a:lnTo>
                      <a:pt x="2363" y="2165"/>
                    </a:lnTo>
                    <a:lnTo>
                      <a:pt x="2239" y="2215"/>
                    </a:lnTo>
                    <a:lnTo>
                      <a:pt x="2090" y="2240"/>
                    </a:lnTo>
                    <a:lnTo>
                      <a:pt x="1145" y="2240"/>
                    </a:lnTo>
                    <a:lnTo>
                      <a:pt x="1145" y="996"/>
                    </a:lnTo>
                    <a:close/>
                    <a:moveTo>
                      <a:pt x="1" y="1"/>
                    </a:moveTo>
                    <a:lnTo>
                      <a:pt x="1" y="5299"/>
                    </a:lnTo>
                    <a:lnTo>
                      <a:pt x="1145" y="5299"/>
                    </a:lnTo>
                    <a:lnTo>
                      <a:pt x="1145" y="3234"/>
                    </a:lnTo>
                    <a:lnTo>
                      <a:pt x="2015" y="3234"/>
                    </a:lnTo>
                    <a:lnTo>
                      <a:pt x="2413" y="3210"/>
                    </a:lnTo>
                    <a:lnTo>
                      <a:pt x="2786" y="3160"/>
                    </a:lnTo>
                    <a:lnTo>
                      <a:pt x="2960" y="3110"/>
                    </a:lnTo>
                    <a:lnTo>
                      <a:pt x="3110" y="3035"/>
                    </a:lnTo>
                    <a:lnTo>
                      <a:pt x="3259" y="2961"/>
                    </a:lnTo>
                    <a:lnTo>
                      <a:pt x="3408" y="2886"/>
                    </a:lnTo>
                    <a:lnTo>
                      <a:pt x="3532" y="2787"/>
                    </a:lnTo>
                    <a:lnTo>
                      <a:pt x="3632" y="2662"/>
                    </a:lnTo>
                    <a:lnTo>
                      <a:pt x="3731" y="2538"/>
                    </a:lnTo>
                    <a:lnTo>
                      <a:pt x="3806" y="2389"/>
                    </a:lnTo>
                    <a:lnTo>
                      <a:pt x="3881" y="2215"/>
                    </a:lnTo>
                    <a:lnTo>
                      <a:pt x="3930" y="2041"/>
                    </a:lnTo>
                    <a:lnTo>
                      <a:pt x="3955" y="1842"/>
                    </a:lnTo>
                    <a:lnTo>
                      <a:pt x="3955" y="1618"/>
                    </a:lnTo>
                    <a:lnTo>
                      <a:pt x="3955" y="1394"/>
                    </a:lnTo>
                    <a:lnTo>
                      <a:pt x="3930" y="1170"/>
                    </a:lnTo>
                    <a:lnTo>
                      <a:pt x="3881" y="996"/>
                    </a:lnTo>
                    <a:lnTo>
                      <a:pt x="3806" y="822"/>
                    </a:lnTo>
                    <a:lnTo>
                      <a:pt x="3707" y="673"/>
                    </a:lnTo>
                    <a:lnTo>
                      <a:pt x="3607" y="548"/>
                    </a:lnTo>
                    <a:lnTo>
                      <a:pt x="3508" y="424"/>
                    </a:lnTo>
                    <a:lnTo>
                      <a:pt x="3383" y="324"/>
                    </a:lnTo>
                    <a:lnTo>
                      <a:pt x="3234" y="250"/>
                    </a:lnTo>
                    <a:lnTo>
                      <a:pt x="3085" y="175"/>
                    </a:lnTo>
                    <a:lnTo>
                      <a:pt x="2911" y="125"/>
                    </a:lnTo>
                    <a:lnTo>
                      <a:pt x="2736" y="76"/>
                    </a:lnTo>
                    <a:lnTo>
                      <a:pt x="2363" y="26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15"/>
              <p:cNvSpPr/>
              <p:nvPr/>
            </p:nvSpPr>
            <p:spPr>
              <a:xfrm>
                <a:off x="2643798" y="1130918"/>
                <a:ext cx="92325" cy="111829"/>
              </a:xfrm>
              <a:custGeom>
                <a:avLst/>
                <a:gdLst/>
                <a:ahLst/>
                <a:cxnLst/>
                <a:rect l="l" t="t" r="r" b="b"/>
                <a:pathLst>
                  <a:path w="4478" h="5424" extrusionOk="0">
                    <a:moveTo>
                      <a:pt x="1" y="1"/>
                    </a:moveTo>
                    <a:lnTo>
                      <a:pt x="1" y="3259"/>
                    </a:lnTo>
                    <a:lnTo>
                      <a:pt x="25" y="3483"/>
                    </a:lnTo>
                    <a:lnTo>
                      <a:pt x="50" y="3707"/>
                    </a:lnTo>
                    <a:lnTo>
                      <a:pt x="100" y="3906"/>
                    </a:lnTo>
                    <a:lnTo>
                      <a:pt x="150" y="4130"/>
                    </a:lnTo>
                    <a:lnTo>
                      <a:pt x="224" y="4304"/>
                    </a:lnTo>
                    <a:lnTo>
                      <a:pt x="324" y="4478"/>
                    </a:lnTo>
                    <a:lnTo>
                      <a:pt x="448" y="4652"/>
                    </a:lnTo>
                    <a:lnTo>
                      <a:pt x="573" y="4801"/>
                    </a:lnTo>
                    <a:lnTo>
                      <a:pt x="722" y="4951"/>
                    </a:lnTo>
                    <a:lnTo>
                      <a:pt x="896" y="5075"/>
                    </a:lnTo>
                    <a:lnTo>
                      <a:pt x="1070" y="5174"/>
                    </a:lnTo>
                    <a:lnTo>
                      <a:pt x="1269" y="5274"/>
                    </a:lnTo>
                    <a:lnTo>
                      <a:pt x="1493" y="5324"/>
                    </a:lnTo>
                    <a:lnTo>
                      <a:pt x="1717" y="5398"/>
                    </a:lnTo>
                    <a:lnTo>
                      <a:pt x="1965" y="5423"/>
                    </a:lnTo>
                    <a:lnTo>
                      <a:pt x="2513" y="5423"/>
                    </a:lnTo>
                    <a:lnTo>
                      <a:pt x="2761" y="5398"/>
                    </a:lnTo>
                    <a:lnTo>
                      <a:pt x="2985" y="5324"/>
                    </a:lnTo>
                    <a:lnTo>
                      <a:pt x="3209" y="5274"/>
                    </a:lnTo>
                    <a:lnTo>
                      <a:pt x="3408" y="5174"/>
                    </a:lnTo>
                    <a:lnTo>
                      <a:pt x="3582" y="5075"/>
                    </a:lnTo>
                    <a:lnTo>
                      <a:pt x="3756" y="4951"/>
                    </a:lnTo>
                    <a:lnTo>
                      <a:pt x="3905" y="4801"/>
                    </a:lnTo>
                    <a:lnTo>
                      <a:pt x="4030" y="4652"/>
                    </a:lnTo>
                    <a:lnTo>
                      <a:pt x="4154" y="4478"/>
                    </a:lnTo>
                    <a:lnTo>
                      <a:pt x="4254" y="4304"/>
                    </a:lnTo>
                    <a:lnTo>
                      <a:pt x="4328" y="4130"/>
                    </a:lnTo>
                    <a:lnTo>
                      <a:pt x="4403" y="3906"/>
                    </a:lnTo>
                    <a:lnTo>
                      <a:pt x="4428" y="3707"/>
                    </a:lnTo>
                    <a:lnTo>
                      <a:pt x="4453" y="3483"/>
                    </a:lnTo>
                    <a:lnTo>
                      <a:pt x="4478" y="3259"/>
                    </a:lnTo>
                    <a:lnTo>
                      <a:pt x="4478" y="1"/>
                    </a:lnTo>
                    <a:lnTo>
                      <a:pt x="3309" y="1"/>
                    </a:lnTo>
                    <a:lnTo>
                      <a:pt x="3309" y="3210"/>
                    </a:lnTo>
                    <a:lnTo>
                      <a:pt x="3284" y="3433"/>
                    </a:lnTo>
                    <a:lnTo>
                      <a:pt x="3234" y="3657"/>
                    </a:lnTo>
                    <a:lnTo>
                      <a:pt x="3134" y="3856"/>
                    </a:lnTo>
                    <a:lnTo>
                      <a:pt x="3010" y="4030"/>
                    </a:lnTo>
                    <a:lnTo>
                      <a:pt x="2861" y="4155"/>
                    </a:lnTo>
                    <a:lnTo>
                      <a:pt x="2662" y="4254"/>
                    </a:lnTo>
                    <a:lnTo>
                      <a:pt x="2463" y="4329"/>
                    </a:lnTo>
                    <a:lnTo>
                      <a:pt x="2239" y="4354"/>
                    </a:lnTo>
                    <a:lnTo>
                      <a:pt x="2015" y="4329"/>
                    </a:lnTo>
                    <a:lnTo>
                      <a:pt x="1816" y="4254"/>
                    </a:lnTo>
                    <a:lnTo>
                      <a:pt x="1642" y="4155"/>
                    </a:lnTo>
                    <a:lnTo>
                      <a:pt x="1468" y="4030"/>
                    </a:lnTo>
                    <a:lnTo>
                      <a:pt x="1344" y="3856"/>
                    </a:lnTo>
                    <a:lnTo>
                      <a:pt x="1244" y="3657"/>
                    </a:lnTo>
                    <a:lnTo>
                      <a:pt x="1194" y="3433"/>
                    </a:lnTo>
                    <a:lnTo>
                      <a:pt x="1170" y="3210"/>
                    </a:lnTo>
                    <a:lnTo>
                      <a:pt x="117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5"/>
              <p:cNvSpPr/>
              <p:nvPr/>
            </p:nvSpPr>
            <p:spPr>
              <a:xfrm>
                <a:off x="2825335" y="1730392"/>
                <a:ext cx="96428" cy="115912"/>
              </a:xfrm>
              <a:custGeom>
                <a:avLst/>
                <a:gdLst/>
                <a:ahLst/>
                <a:cxnLst/>
                <a:rect l="l" t="t" r="r" b="b"/>
                <a:pathLst>
                  <a:path w="4677" h="5622" fill="none" extrusionOk="0">
                    <a:moveTo>
                      <a:pt x="0" y="1"/>
                    </a:moveTo>
                    <a:lnTo>
                      <a:pt x="4676" y="1866"/>
                    </a:lnTo>
                    <a:lnTo>
                      <a:pt x="4676" y="5622"/>
                    </a:lnTo>
                  </a:path>
                </a:pathLst>
              </a:custGeom>
              <a:solidFill>
                <a:schemeClr val="lt2"/>
              </a:solidFill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5"/>
              <p:cNvSpPr/>
              <p:nvPr/>
            </p:nvSpPr>
            <p:spPr>
              <a:xfrm>
                <a:off x="3675669" y="3764185"/>
                <a:ext cx="506160" cy="494882"/>
              </a:xfrm>
              <a:custGeom>
                <a:avLst/>
                <a:gdLst/>
                <a:ahLst/>
                <a:cxnLst/>
                <a:rect l="l" t="t" r="r" b="b"/>
                <a:pathLst>
                  <a:path w="24550" h="24003" extrusionOk="0">
                    <a:moveTo>
                      <a:pt x="12337" y="5100"/>
                    </a:moveTo>
                    <a:lnTo>
                      <a:pt x="12686" y="5124"/>
                    </a:lnTo>
                    <a:lnTo>
                      <a:pt x="13009" y="5149"/>
                    </a:lnTo>
                    <a:lnTo>
                      <a:pt x="13357" y="5199"/>
                    </a:lnTo>
                    <a:lnTo>
                      <a:pt x="13680" y="5249"/>
                    </a:lnTo>
                    <a:lnTo>
                      <a:pt x="14029" y="5323"/>
                    </a:lnTo>
                    <a:lnTo>
                      <a:pt x="14377" y="5423"/>
                    </a:lnTo>
                    <a:lnTo>
                      <a:pt x="14700" y="5547"/>
                    </a:lnTo>
                    <a:lnTo>
                      <a:pt x="15024" y="5672"/>
                    </a:lnTo>
                    <a:lnTo>
                      <a:pt x="15347" y="5821"/>
                    </a:lnTo>
                    <a:lnTo>
                      <a:pt x="15645" y="5995"/>
                    </a:lnTo>
                    <a:lnTo>
                      <a:pt x="15944" y="6169"/>
                    </a:lnTo>
                    <a:lnTo>
                      <a:pt x="16242" y="6368"/>
                    </a:lnTo>
                    <a:lnTo>
                      <a:pt x="16516" y="6567"/>
                    </a:lnTo>
                    <a:lnTo>
                      <a:pt x="16765" y="6766"/>
                    </a:lnTo>
                    <a:lnTo>
                      <a:pt x="17013" y="6990"/>
                    </a:lnTo>
                    <a:lnTo>
                      <a:pt x="17262" y="7239"/>
                    </a:lnTo>
                    <a:lnTo>
                      <a:pt x="17486" y="7487"/>
                    </a:lnTo>
                    <a:lnTo>
                      <a:pt x="17685" y="7736"/>
                    </a:lnTo>
                    <a:lnTo>
                      <a:pt x="17884" y="8010"/>
                    </a:lnTo>
                    <a:lnTo>
                      <a:pt x="18083" y="8283"/>
                    </a:lnTo>
                    <a:lnTo>
                      <a:pt x="18257" y="8557"/>
                    </a:lnTo>
                    <a:lnTo>
                      <a:pt x="18406" y="8855"/>
                    </a:lnTo>
                    <a:lnTo>
                      <a:pt x="18555" y="9154"/>
                    </a:lnTo>
                    <a:lnTo>
                      <a:pt x="18680" y="9452"/>
                    </a:lnTo>
                    <a:lnTo>
                      <a:pt x="18804" y="9776"/>
                    </a:lnTo>
                    <a:lnTo>
                      <a:pt x="18904" y="10074"/>
                    </a:lnTo>
                    <a:lnTo>
                      <a:pt x="18978" y="10397"/>
                    </a:lnTo>
                    <a:lnTo>
                      <a:pt x="19053" y="10721"/>
                    </a:lnTo>
                    <a:lnTo>
                      <a:pt x="19103" y="11044"/>
                    </a:lnTo>
                    <a:lnTo>
                      <a:pt x="19152" y="11392"/>
                    </a:lnTo>
                    <a:lnTo>
                      <a:pt x="19177" y="11716"/>
                    </a:lnTo>
                    <a:lnTo>
                      <a:pt x="19177" y="12064"/>
                    </a:lnTo>
                    <a:lnTo>
                      <a:pt x="19152" y="12387"/>
                    </a:lnTo>
                    <a:lnTo>
                      <a:pt x="19127" y="12735"/>
                    </a:lnTo>
                    <a:lnTo>
                      <a:pt x="19078" y="13084"/>
                    </a:lnTo>
                    <a:lnTo>
                      <a:pt x="19028" y="13407"/>
                    </a:lnTo>
                    <a:lnTo>
                      <a:pt x="18953" y="13755"/>
                    </a:lnTo>
                    <a:lnTo>
                      <a:pt x="18854" y="14079"/>
                    </a:lnTo>
                    <a:lnTo>
                      <a:pt x="18729" y="14427"/>
                    </a:lnTo>
                    <a:lnTo>
                      <a:pt x="18605" y="14750"/>
                    </a:lnTo>
                    <a:lnTo>
                      <a:pt x="18456" y="15073"/>
                    </a:lnTo>
                    <a:lnTo>
                      <a:pt x="18282" y="15372"/>
                    </a:lnTo>
                    <a:lnTo>
                      <a:pt x="18108" y="15670"/>
                    </a:lnTo>
                    <a:lnTo>
                      <a:pt x="17934" y="15969"/>
                    </a:lnTo>
                    <a:lnTo>
                      <a:pt x="17735" y="16242"/>
                    </a:lnTo>
                    <a:lnTo>
                      <a:pt x="17511" y="16491"/>
                    </a:lnTo>
                    <a:lnTo>
                      <a:pt x="17287" y="16740"/>
                    </a:lnTo>
                    <a:lnTo>
                      <a:pt x="17038" y="16989"/>
                    </a:lnTo>
                    <a:lnTo>
                      <a:pt x="16789" y="17212"/>
                    </a:lnTo>
                    <a:lnTo>
                      <a:pt x="16541" y="17411"/>
                    </a:lnTo>
                    <a:lnTo>
                      <a:pt x="16267" y="17610"/>
                    </a:lnTo>
                    <a:lnTo>
                      <a:pt x="15994" y="17809"/>
                    </a:lnTo>
                    <a:lnTo>
                      <a:pt x="15720" y="17984"/>
                    </a:lnTo>
                    <a:lnTo>
                      <a:pt x="15421" y="18133"/>
                    </a:lnTo>
                    <a:lnTo>
                      <a:pt x="15123" y="18282"/>
                    </a:lnTo>
                    <a:lnTo>
                      <a:pt x="14825" y="18406"/>
                    </a:lnTo>
                    <a:lnTo>
                      <a:pt x="14526" y="18531"/>
                    </a:lnTo>
                    <a:lnTo>
                      <a:pt x="14203" y="18630"/>
                    </a:lnTo>
                    <a:lnTo>
                      <a:pt x="13879" y="18705"/>
                    </a:lnTo>
                    <a:lnTo>
                      <a:pt x="13556" y="18779"/>
                    </a:lnTo>
                    <a:lnTo>
                      <a:pt x="13233" y="18829"/>
                    </a:lnTo>
                    <a:lnTo>
                      <a:pt x="12884" y="18879"/>
                    </a:lnTo>
                    <a:lnTo>
                      <a:pt x="12561" y="18879"/>
                    </a:lnTo>
                    <a:lnTo>
                      <a:pt x="12213" y="18904"/>
                    </a:lnTo>
                    <a:lnTo>
                      <a:pt x="11890" y="18879"/>
                    </a:lnTo>
                    <a:lnTo>
                      <a:pt x="11541" y="18854"/>
                    </a:lnTo>
                    <a:lnTo>
                      <a:pt x="11218" y="18804"/>
                    </a:lnTo>
                    <a:lnTo>
                      <a:pt x="10870" y="18755"/>
                    </a:lnTo>
                    <a:lnTo>
                      <a:pt x="10522" y="18680"/>
                    </a:lnTo>
                    <a:lnTo>
                      <a:pt x="10198" y="18580"/>
                    </a:lnTo>
                    <a:lnTo>
                      <a:pt x="9850" y="18456"/>
                    </a:lnTo>
                    <a:lnTo>
                      <a:pt x="9527" y="18332"/>
                    </a:lnTo>
                    <a:lnTo>
                      <a:pt x="9203" y="18183"/>
                    </a:lnTo>
                    <a:lnTo>
                      <a:pt x="8905" y="18008"/>
                    </a:lnTo>
                    <a:lnTo>
                      <a:pt x="8606" y="17834"/>
                    </a:lnTo>
                    <a:lnTo>
                      <a:pt x="8333" y="17635"/>
                    </a:lnTo>
                    <a:lnTo>
                      <a:pt x="8059" y="17436"/>
                    </a:lnTo>
                    <a:lnTo>
                      <a:pt x="7786" y="17237"/>
                    </a:lnTo>
                    <a:lnTo>
                      <a:pt x="7537" y="17014"/>
                    </a:lnTo>
                    <a:lnTo>
                      <a:pt x="7288" y="16765"/>
                    </a:lnTo>
                    <a:lnTo>
                      <a:pt x="7064" y="16516"/>
                    </a:lnTo>
                    <a:lnTo>
                      <a:pt x="6865" y="16267"/>
                    </a:lnTo>
                    <a:lnTo>
                      <a:pt x="6666" y="15994"/>
                    </a:lnTo>
                    <a:lnTo>
                      <a:pt x="6467" y="15720"/>
                    </a:lnTo>
                    <a:lnTo>
                      <a:pt x="6293" y="15447"/>
                    </a:lnTo>
                    <a:lnTo>
                      <a:pt x="6144" y="15148"/>
                    </a:lnTo>
                    <a:lnTo>
                      <a:pt x="5995" y="14850"/>
                    </a:lnTo>
                    <a:lnTo>
                      <a:pt x="5871" y="14551"/>
                    </a:lnTo>
                    <a:lnTo>
                      <a:pt x="5771" y="14228"/>
                    </a:lnTo>
                    <a:lnTo>
                      <a:pt x="5647" y="13929"/>
                    </a:lnTo>
                    <a:lnTo>
                      <a:pt x="5572" y="13606"/>
                    </a:lnTo>
                    <a:lnTo>
                      <a:pt x="5497" y="13283"/>
                    </a:lnTo>
                    <a:lnTo>
                      <a:pt x="5448" y="12959"/>
                    </a:lnTo>
                    <a:lnTo>
                      <a:pt x="5423" y="12611"/>
                    </a:lnTo>
                    <a:lnTo>
                      <a:pt x="5398" y="12288"/>
                    </a:lnTo>
                    <a:lnTo>
                      <a:pt x="5373" y="11940"/>
                    </a:lnTo>
                    <a:lnTo>
                      <a:pt x="5398" y="11616"/>
                    </a:lnTo>
                    <a:lnTo>
                      <a:pt x="5423" y="11268"/>
                    </a:lnTo>
                    <a:lnTo>
                      <a:pt x="5473" y="10920"/>
                    </a:lnTo>
                    <a:lnTo>
                      <a:pt x="5522" y="10596"/>
                    </a:lnTo>
                    <a:lnTo>
                      <a:pt x="5622" y="10248"/>
                    </a:lnTo>
                    <a:lnTo>
                      <a:pt x="5721" y="9925"/>
                    </a:lnTo>
                    <a:lnTo>
                      <a:pt x="5821" y="9577"/>
                    </a:lnTo>
                    <a:lnTo>
                      <a:pt x="5970" y="9253"/>
                    </a:lnTo>
                    <a:lnTo>
                      <a:pt x="6119" y="8930"/>
                    </a:lnTo>
                    <a:lnTo>
                      <a:pt x="6268" y="8632"/>
                    </a:lnTo>
                    <a:lnTo>
                      <a:pt x="6443" y="8333"/>
                    </a:lnTo>
                    <a:lnTo>
                      <a:pt x="6642" y="8035"/>
                    </a:lnTo>
                    <a:lnTo>
                      <a:pt x="6841" y="7761"/>
                    </a:lnTo>
                    <a:lnTo>
                      <a:pt x="7040" y="7512"/>
                    </a:lnTo>
                    <a:lnTo>
                      <a:pt x="7263" y="7264"/>
                    </a:lnTo>
                    <a:lnTo>
                      <a:pt x="7512" y="7015"/>
                    </a:lnTo>
                    <a:lnTo>
                      <a:pt x="7761" y="6791"/>
                    </a:lnTo>
                    <a:lnTo>
                      <a:pt x="8010" y="6592"/>
                    </a:lnTo>
                    <a:lnTo>
                      <a:pt x="8283" y="6393"/>
                    </a:lnTo>
                    <a:lnTo>
                      <a:pt x="8557" y="6194"/>
                    </a:lnTo>
                    <a:lnTo>
                      <a:pt x="8830" y="6020"/>
                    </a:lnTo>
                    <a:lnTo>
                      <a:pt x="9129" y="5871"/>
                    </a:lnTo>
                    <a:lnTo>
                      <a:pt x="9427" y="5721"/>
                    </a:lnTo>
                    <a:lnTo>
                      <a:pt x="9726" y="5597"/>
                    </a:lnTo>
                    <a:lnTo>
                      <a:pt x="10049" y="5473"/>
                    </a:lnTo>
                    <a:lnTo>
                      <a:pt x="10348" y="5373"/>
                    </a:lnTo>
                    <a:lnTo>
                      <a:pt x="10671" y="5299"/>
                    </a:lnTo>
                    <a:lnTo>
                      <a:pt x="10994" y="5224"/>
                    </a:lnTo>
                    <a:lnTo>
                      <a:pt x="11342" y="5174"/>
                    </a:lnTo>
                    <a:lnTo>
                      <a:pt x="11666" y="5124"/>
                    </a:lnTo>
                    <a:lnTo>
                      <a:pt x="11989" y="5124"/>
                    </a:lnTo>
                    <a:lnTo>
                      <a:pt x="12337" y="5100"/>
                    </a:lnTo>
                    <a:close/>
                    <a:moveTo>
                      <a:pt x="14874" y="1"/>
                    </a:moveTo>
                    <a:lnTo>
                      <a:pt x="5945" y="1468"/>
                    </a:lnTo>
                    <a:lnTo>
                      <a:pt x="6542" y="5025"/>
                    </a:lnTo>
                    <a:lnTo>
                      <a:pt x="6542" y="5025"/>
                    </a:lnTo>
                    <a:lnTo>
                      <a:pt x="3184" y="3757"/>
                    </a:lnTo>
                    <a:lnTo>
                      <a:pt x="1" y="12213"/>
                    </a:lnTo>
                    <a:lnTo>
                      <a:pt x="3358" y="13482"/>
                    </a:lnTo>
                    <a:lnTo>
                      <a:pt x="598" y="15770"/>
                    </a:lnTo>
                    <a:lnTo>
                      <a:pt x="6318" y="22734"/>
                    </a:lnTo>
                    <a:lnTo>
                      <a:pt x="9104" y="20471"/>
                    </a:lnTo>
                    <a:lnTo>
                      <a:pt x="9701" y="24003"/>
                    </a:lnTo>
                    <a:lnTo>
                      <a:pt x="18605" y="22535"/>
                    </a:lnTo>
                    <a:lnTo>
                      <a:pt x="18008" y="18978"/>
                    </a:lnTo>
                    <a:lnTo>
                      <a:pt x="21391" y="20247"/>
                    </a:lnTo>
                    <a:lnTo>
                      <a:pt x="24550" y="11790"/>
                    </a:lnTo>
                    <a:lnTo>
                      <a:pt x="21192" y="10522"/>
                    </a:lnTo>
                    <a:lnTo>
                      <a:pt x="23978" y="8234"/>
                    </a:lnTo>
                    <a:lnTo>
                      <a:pt x="18232" y="1269"/>
                    </a:lnTo>
                    <a:lnTo>
                      <a:pt x="15446" y="3533"/>
                    </a:lnTo>
                    <a:lnTo>
                      <a:pt x="1487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5"/>
              <p:cNvSpPr/>
              <p:nvPr/>
            </p:nvSpPr>
            <p:spPr>
              <a:xfrm>
                <a:off x="2947370" y="1410924"/>
                <a:ext cx="392846" cy="384104"/>
              </a:xfrm>
              <a:custGeom>
                <a:avLst/>
                <a:gdLst/>
                <a:ahLst/>
                <a:cxnLst/>
                <a:rect l="l" t="t" r="r" b="b"/>
                <a:pathLst>
                  <a:path w="19054" h="18630" extrusionOk="0">
                    <a:moveTo>
                      <a:pt x="9825" y="3980"/>
                    </a:moveTo>
                    <a:lnTo>
                      <a:pt x="10348" y="4030"/>
                    </a:lnTo>
                    <a:lnTo>
                      <a:pt x="10895" y="4154"/>
                    </a:lnTo>
                    <a:lnTo>
                      <a:pt x="11417" y="4303"/>
                    </a:lnTo>
                    <a:lnTo>
                      <a:pt x="11915" y="4527"/>
                    </a:lnTo>
                    <a:lnTo>
                      <a:pt x="12387" y="4801"/>
                    </a:lnTo>
                    <a:lnTo>
                      <a:pt x="12810" y="5099"/>
                    </a:lnTo>
                    <a:lnTo>
                      <a:pt x="13208" y="5423"/>
                    </a:lnTo>
                    <a:lnTo>
                      <a:pt x="13556" y="5820"/>
                    </a:lnTo>
                    <a:lnTo>
                      <a:pt x="13880" y="6218"/>
                    </a:lnTo>
                    <a:lnTo>
                      <a:pt x="14153" y="6641"/>
                    </a:lnTo>
                    <a:lnTo>
                      <a:pt x="14402" y="7114"/>
                    </a:lnTo>
                    <a:lnTo>
                      <a:pt x="14576" y="7586"/>
                    </a:lnTo>
                    <a:lnTo>
                      <a:pt x="14725" y="8084"/>
                    </a:lnTo>
                    <a:lnTo>
                      <a:pt x="14825" y="8581"/>
                    </a:lnTo>
                    <a:lnTo>
                      <a:pt x="14875" y="9104"/>
                    </a:lnTo>
                    <a:lnTo>
                      <a:pt x="14875" y="9626"/>
                    </a:lnTo>
                    <a:lnTo>
                      <a:pt x="14800" y="10148"/>
                    </a:lnTo>
                    <a:lnTo>
                      <a:pt x="14700" y="10671"/>
                    </a:lnTo>
                    <a:lnTo>
                      <a:pt x="14526" y="11193"/>
                    </a:lnTo>
                    <a:lnTo>
                      <a:pt x="14302" y="11690"/>
                    </a:lnTo>
                    <a:lnTo>
                      <a:pt x="14054" y="12163"/>
                    </a:lnTo>
                    <a:lnTo>
                      <a:pt x="13755" y="12586"/>
                    </a:lnTo>
                    <a:lnTo>
                      <a:pt x="13407" y="12984"/>
                    </a:lnTo>
                    <a:lnTo>
                      <a:pt x="13034" y="13357"/>
                    </a:lnTo>
                    <a:lnTo>
                      <a:pt x="12636" y="13655"/>
                    </a:lnTo>
                    <a:lnTo>
                      <a:pt x="12188" y="13954"/>
                    </a:lnTo>
                    <a:lnTo>
                      <a:pt x="11741" y="14178"/>
                    </a:lnTo>
                    <a:lnTo>
                      <a:pt x="11268" y="14377"/>
                    </a:lnTo>
                    <a:lnTo>
                      <a:pt x="10771" y="14501"/>
                    </a:lnTo>
                    <a:lnTo>
                      <a:pt x="10273" y="14600"/>
                    </a:lnTo>
                    <a:lnTo>
                      <a:pt x="9751" y="14650"/>
                    </a:lnTo>
                    <a:lnTo>
                      <a:pt x="9229" y="14650"/>
                    </a:lnTo>
                    <a:lnTo>
                      <a:pt x="8706" y="14600"/>
                    </a:lnTo>
                    <a:lnTo>
                      <a:pt x="8184" y="14476"/>
                    </a:lnTo>
                    <a:lnTo>
                      <a:pt x="7662" y="14327"/>
                    </a:lnTo>
                    <a:lnTo>
                      <a:pt x="7139" y="14103"/>
                    </a:lnTo>
                    <a:lnTo>
                      <a:pt x="6692" y="13829"/>
                    </a:lnTo>
                    <a:lnTo>
                      <a:pt x="6244" y="13531"/>
                    </a:lnTo>
                    <a:lnTo>
                      <a:pt x="5846" y="13183"/>
                    </a:lnTo>
                    <a:lnTo>
                      <a:pt x="5498" y="12810"/>
                    </a:lnTo>
                    <a:lnTo>
                      <a:pt x="5174" y="12412"/>
                    </a:lnTo>
                    <a:lnTo>
                      <a:pt x="4901" y="11989"/>
                    </a:lnTo>
                    <a:lnTo>
                      <a:pt x="4652" y="11516"/>
                    </a:lnTo>
                    <a:lnTo>
                      <a:pt x="4478" y="11044"/>
                    </a:lnTo>
                    <a:lnTo>
                      <a:pt x="4329" y="10546"/>
                    </a:lnTo>
                    <a:lnTo>
                      <a:pt x="4229" y="10049"/>
                    </a:lnTo>
                    <a:lnTo>
                      <a:pt x="4179" y="9526"/>
                    </a:lnTo>
                    <a:lnTo>
                      <a:pt x="4179" y="9004"/>
                    </a:lnTo>
                    <a:lnTo>
                      <a:pt x="4254" y="8482"/>
                    </a:lnTo>
                    <a:lnTo>
                      <a:pt x="4354" y="7959"/>
                    </a:lnTo>
                    <a:lnTo>
                      <a:pt x="4528" y="7437"/>
                    </a:lnTo>
                    <a:lnTo>
                      <a:pt x="4752" y="6940"/>
                    </a:lnTo>
                    <a:lnTo>
                      <a:pt x="5000" y="6467"/>
                    </a:lnTo>
                    <a:lnTo>
                      <a:pt x="5299" y="6044"/>
                    </a:lnTo>
                    <a:lnTo>
                      <a:pt x="5647" y="5646"/>
                    </a:lnTo>
                    <a:lnTo>
                      <a:pt x="6020" y="5273"/>
                    </a:lnTo>
                    <a:lnTo>
                      <a:pt x="6418" y="4950"/>
                    </a:lnTo>
                    <a:lnTo>
                      <a:pt x="6866" y="4676"/>
                    </a:lnTo>
                    <a:lnTo>
                      <a:pt x="7313" y="4452"/>
                    </a:lnTo>
                    <a:lnTo>
                      <a:pt x="7786" y="4253"/>
                    </a:lnTo>
                    <a:lnTo>
                      <a:pt x="8283" y="4104"/>
                    </a:lnTo>
                    <a:lnTo>
                      <a:pt x="8806" y="4030"/>
                    </a:lnTo>
                    <a:lnTo>
                      <a:pt x="9303" y="3980"/>
                    </a:lnTo>
                    <a:close/>
                    <a:moveTo>
                      <a:pt x="11542" y="0"/>
                    </a:moveTo>
                    <a:lnTo>
                      <a:pt x="4627" y="1144"/>
                    </a:lnTo>
                    <a:lnTo>
                      <a:pt x="5075" y="3905"/>
                    </a:lnTo>
                    <a:lnTo>
                      <a:pt x="2463" y="2935"/>
                    </a:lnTo>
                    <a:lnTo>
                      <a:pt x="1" y="9477"/>
                    </a:lnTo>
                    <a:lnTo>
                      <a:pt x="2613" y="10472"/>
                    </a:lnTo>
                    <a:lnTo>
                      <a:pt x="473" y="12238"/>
                    </a:lnTo>
                    <a:lnTo>
                      <a:pt x="4926" y="17635"/>
                    </a:lnTo>
                    <a:lnTo>
                      <a:pt x="7065" y="15869"/>
                    </a:lnTo>
                    <a:lnTo>
                      <a:pt x="7512" y="18630"/>
                    </a:lnTo>
                    <a:lnTo>
                      <a:pt x="14427" y="17461"/>
                    </a:lnTo>
                    <a:lnTo>
                      <a:pt x="13979" y="14725"/>
                    </a:lnTo>
                    <a:lnTo>
                      <a:pt x="16591" y="15695"/>
                    </a:lnTo>
                    <a:lnTo>
                      <a:pt x="19053" y="9153"/>
                    </a:lnTo>
                    <a:lnTo>
                      <a:pt x="16442" y="8158"/>
                    </a:lnTo>
                    <a:lnTo>
                      <a:pt x="18581" y="6393"/>
                    </a:lnTo>
                    <a:lnTo>
                      <a:pt x="14153" y="995"/>
                    </a:lnTo>
                    <a:lnTo>
                      <a:pt x="11989" y="2761"/>
                    </a:lnTo>
                    <a:lnTo>
                      <a:pt x="1154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5"/>
              <p:cNvSpPr/>
              <p:nvPr/>
            </p:nvSpPr>
            <p:spPr>
              <a:xfrm>
                <a:off x="828468" y="3647263"/>
                <a:ext cx="694356" cy="693861"/>
              </a:xfrm>
              <a:custGeom>
                <a:avLst/>
                <a:gdLst/>
                <a:ahLst/>
                <a:cxnLst/>
                <a:rect l="l" t="t" r="r" b="b"/>
                <a:pathLst>
                  <a:path w="33678" h="33654" extrusionOk="0">
                    <a:moveTo>
                      <a:pt x="16889" y="8482"/>
                    </a:moveTo>
                    <a:lnTo>
                      <a:pt x="17312" y="8507"/>
                    </a:lnTo>
                    <a:lnTo>
                      <a:pt x="17735" y="8532"/>
                    </a:lnTo>
                    <a:lnTo>
                      <a:pt x="18132" y="8607"/>
                    </a:lnTo>
                    <a:lnTo>
                      <a:pt x="18555" y="8681"/>
                    </a:lnTo>
                    <a:lnTo>
                      <a:pt x="18953" y="8756"/>
                    </a:lnTo>
                    <a:lnTo>
                      <a:pt x="19351" y="8880"/>
                    </a:lnTo>
                    <a:lnTo>
                      <a:pt x="19724" y="9005"/>
                    </a:lnTo>
                    <a:lnTo>
                      <a:pt x="20097" y="9154"/>
                    </a:lnTo>
                    <a:lnTo>
                      <a:pt x="20470" y="9328"/>
                    </a:lnTo>
                    <a:lnTo>
                      <a:pt x="20819" y="9502"/>
                    </a:lnTo>
                    <a:lnTo>
                      <a:pt x="21167" y="9701"/>
                    </a:lnTo>
                    <a:lnTo>
                      <a:pt x="21515" y="9925"/>
                    </a:lnTo>
                    <a:lnTo>
                      <a:pt x="21838" y="10174"/>
                    </a:lnTo>
                    <a:lnTo>
                      <a:pt x="22162" y="10422"/>
                    </a:lnTo>
                    <a:lnTo>
                      <a:pt x="22460" y="10671"/>
                    </a:lnTo>
                    <a:lnTo>
                      <a:pt x="22759" y="10945"/>
                    </a:lnTo>
                    <a:lnTo>
                      <a:pt x="23032" y="11243"/>
                    </a:lnTo>
                    <a:lnTo>
                      <a:pt x="23281" y="11542"/>
                    </a:lnTo>
                    <a:lnTo>
                      <a:pt x="23530" y="11865"/>
                    </a:lnTo>
                    <a:lnTo>
                      <a:pt x="23754" y="12188"/>
                    </a:lnTo>
                    <a:lnTo>
                      <a:pt x="23977" y="12537"/>
                    </a:lnTo>
                    <a:lnTo>
                      <a:pt x="24176" y="12885"/>
                    </a:lnTo>
                    <a:lnTo>
                      <a:pt x="24375" y="13233"/>
                    </a:lnTo>
                    <a:lnTo>
                      <a:pt x="24525" y="13606"/>
                    </a:lnTo>
                    <a:lnTo>
                      <a:pt x="24674" y="13979"/>
                    </a:lnTo>
                    <a:lnTo>
                      <a:pt x="24823" y="14377"/>
                    </a:lnTo>
                    <a:lnTo>
                      <a:pt x="24923" y="14775"/>
                    </a:lnTo>
                    <a:lnTo>
                      <a:pt x="25022" y="15198"/>
                    </a:lnTo>
                    <a:lnTo>
                      <a:pt x="25097" y="15596"/>
                    </a:lnTo>
                    <a:lnTo>
                      <a:pt x="25146" y="16019"/>
                    </a:lnTo>
                    <a:lnTo>
                      <a:pt x="25171" y="16442"/>
                    </a:lnTo>
                    <a:lnTo>
                      <a:pt x="25171" y="16864"/>
                    </a:lnTo>
                    <a:lnTo>
                      <a:pt x="25171" y="17312"/>
                    </a:lnTo>
                    <a:lnTo>
                      <a:pt x="25122" y="17710"/>
                    </a:lnTo>
                    <a:lnTo>
                      <a:pt x="25072" y="18133"/>
                    </a:lnTo>
                    <a:lnTo>
                      <a:pt x="24997" y="18531"/>
                    </a:lnTo>
                    <a:lnTo>
                      <a:pt x="24898" y="18929"/>
                    </a:lnTo>
                    <a:lnTo>
                      <a:pt x="24798" y="19327"/>
                    </a:lnTo>
                    <a:lnTo>
                      <a:pt x="24674" y="19725"/>
                    </a:lnTo>
                    <a:lnTo>
                      <a:pt x="24525" y="20098"/>
                    </a:lnTo>
                    <a:lnTo>
                      <a:pt x="24351" y="20471"/>
                    </a:lnTo>
                    <a:lnTo>
                      <a:pt x="24152" y="20819"/>
                    </a:lnTo>
                    <a:lnTo>
                      <a:pt x="23953" y="21167"/>
                    </a:lnTo>
                    <a:lnTo>
                      <a:pt x="23754" y="21516"/>
                    </a:lnTo>
                    <a:lnTo>
                      <a:pt x="23505" y="21839"/>
                    </a:lnTo>
                    <a:lnTo>
                      <a:pt x="23256" y="22137"/>
                    </a:lnTo>
                    <a:lnTo>
                      <a:pt x="23007" y="22436"/>
                    </a:lnTo>
                    <a:lnTo>
                      <a:pt x="22734" y="22734"/>
                    </a:lnTo>
                    <a:lnTo>
                      <a:pt x="22435" y="23008"/>
                    </a:lnTo>
                    <a:lnTo>
                      <a:pt x="22137" y="23281"/>
                    </a:lnTo>
                    <a:lnTo>
                      <a:pt x="21814" y="23530"/>
                    </a:lnTo>
                    <a:lnTo>
                      <a:pt x="21490" y="23754"/>
                    </a:lnTo>
                    <a:lnTo>
                      <a:pt x="21142" y="23978"/>
                    </a:lnTo>
                    <a:lnTo>
                      <a:pt x="20794" y="24177"/>
                    </a:lnTo>
                    <a:lnTo>
                      <a:pt x="20421" y="24351"/>
                    </a:lnTo>
                    <a:lnTo>
                      <a:pt x="20073" y="24525"/>
                    </a:lnTo>
                    <a:lnTo>
                      <a:pt x="19675" y="24674"/>
                    </a:lnTo>
                    <a:lnTo>
                      <a:pt x="19301" y="24799"/>
                    </a:lnTo>
                    <a:lnTo>
                      <a:pt x="18904" y="24923"/>
                    </a:lnTo>
                    <a:lnTo>
                      <a:pt x="18481" y="24998"/>
                    </a:lnTo>
                    <a:lnTo>
                      <a:pt x="18083" y="25072"/>
                    </a:lnTo>
                    <a:lnTo>
                      <a:pt x="17660" y="25122"/>
                    </a:lnTo>
                    <a:lnTo>
                      <a:pt x="17237" y="25147"/>
                    </a:lnTo>
                    <a:lnTo>
                      <a:pt x="16789" y="25172"/>
                    </a:lnTo>
                    <a:lnTo>
                      <a:pt x="16367" y="25147"/>
                    </a:lnTo>
                    <a:lnTo>
                      <a:pt x="15944" y="25122"/>
                    </a:lnTo>
                    <a:lnTo>
                      <a:pt x="15546" y="25072"/>
                    </a:lnTo>
                    <a:lnTo>
                      <a:pt x="15123" y="24998"/>
                    </a:lnTo>
                    <a:lnTo>
                      <a:pt x="14725" y="24898"/>
                    </a:lnTo>
                    <a:lnTo>
                      <a:pt x="14352" y="24774"/>
                    </a:lnTo>
                    <a:lnTo>
                      <a:pt x="13954" y="24649"/>
                    </a:lnTo>
                    <a:lnTo>
                      <a:pt x="13581" y="24500"/>
                    </a:lnTo>
                    <a:lnTo>
                      <a:pt x="13208" y="24326"/>
                    </a:lnTo>
                    <a:lnTo>
                      <a:pt x="12860" y="24152"/>
                    </a:lnTo>
                    <a:lnTo>
                      <a:pt x="12511" y="23953"/>
                    </a:lnTo>
                    <a:lnTo>
                      <a:pt x="12163" y="23729"/>
                    </a:lnTo>
                    <a:lnTo>
                      <a:pt x="11840" y="23505"/>
                    </a:lnTo>
                    <a:lnTo>
                      <a:pt x="11541" y="23257"/>
                    </a:lnTo>
                    <a:lnTo>
                      <a:pt x="11218" y="22983"/>
                    </a:lnTo>
                    <a:lnTo>
                      <a:pt x="10944" y="22709"/>
                    </a:lnTo>
                    <a:lnTo>
                      <a:pt x="10671" y="22411"/>
                    </a:lnTo>
                    <a:lnTo>
                      <a:pt x="10397" y="22112"/>
                    </a:lnTo>
                    <a:lnTo>
                      <a:pt x="10148" y="21789"/>
                    </a:lnTo>
                    <a:lnTo>
                      <a:pt x="9925" y="21466"/>
                    </a:lnTo>
                    <a:lnTo>
                      <a:pt x="9701" y="21142"/>
                    </a:lnTo>
                    <a:lnTo>
                      <a:pt x="9502" y="20794"/>
                    </a:lnTo>
                    <a:lnTo>
                      <a:pt x="9328" y="20421"/>
                    </a:lnTo>
                    <a:lnTo>
                      <a:pt x="9154" y="20048"/>
                    </a:lnTo>
                    <a:lnTo>
                      <a:pt x="9004" y="19675"/>
                    </a:lnTo>
                    <a:lnTo>
                      <a:pt x="8880" y="19277"/>
                    </a:lnTo>
                    <a:lnTo>
                      <a:pt x="8756" y="18879"/>
                    </a:lnTo>
                    <a:lnTo>
                      <a:pt x="8681" y="18481"/>
                    </a:lnTo>
                    <a:lnTo>
                      <a:pt x="8606" y="18058"/>
                    </a:lnTo>
                    <a:lnTo>
                      <a:pt x="8557" y="17635"/>
                    </a:lnTo>
                    <a:lnTo>
                      <a:pt x="8507" y="17213"/>
                    </a:lnTo>
                    <a:lnTo>
                      <a:pt x="8507" y="16790"/>
                    </a:lnTo>
                    <a:lnTo>
                      <a:pt x="8507" y="16367"/>
                    </a:lnTo>
                    <a:lnTo>
                      <a:pt x="8557" y="15944"/>
                    </a:lnTo>
                    <a:lnTo>
                      <a:pt x="8606" y="15521"/>
                    </a:lnTo>
                    <a:lnTo>
                      <a:pt x="8681" y="15123"/>
                    </a:lnTo>
                    <a:lnTo>
                      <a:pt x="8780" y="14725"/>
                    </a:lnTo>
                    <a:lnTo>
                      <a:pt x="8880" y="14327"/>
                    </a:lnTo>
                    <a:lnTo>
                      <a:pt x="9029" y="13954"/>
                    </a:lnTo>
                    <a:lnTo>
                      <a:pt x="9178" y="13556"/>
                    </a:lnTo>
                    <a:lnTo>
                      <a:pt x="9328" y="13208"/>
                    </a:lnTo>
                    <a:lnTo>
                      <a:pt x="9527" y="12835"/>
                    </a:lnTo>
                    <a:lnTo>
                      <a:pt x="9726" y="12487"/>
                    </a:lnTo>
                    <a:lnTo>
                      <a:pt x="9949" y="12163"/>
                    </a:lnTo>
                    <a:lnTo>
                      <a:pt x="10173" y="11840"/>
                    </a:lnTo>
                    <a:lnTo>
                      <a:pt x="10422" y="11517"/>
                    </a:lnTo>
                    <a:lnTo>
                      <a:pt x="10696" y="11218"/>
                    </a:lnTo>
                    <a:lnTo>
                      <a:pt x="10969" y="10920"/>
                    </a:lnTo>
                    <a:lnTo>
                      <a:pt x="11243" y="10646"/>
                    </a:lnTo>
                    <a:lnTo>
                      <a:pt x="11566" y="10398"/>
                    </a:lnTo>
                    <a:lnTo>
                      <a:pt x="11865" y="10149"/>
                    </a:lnTo>
                    <a:lnTo>
                      <a:pt x="12213" y="9900"/>
                    </a:lnTo>
                    <a:lnTo>
                      <a:pt x="12536" y="9701"/>
                    </a:lnTo>
                    <a:lnTo>
                      <a:pt x="12884" y="9502"/>
                    </a:lnTo>
                    <a:lnTo>
                      <a:pt x="13257" y="9303"/>
                    </a:lnTo>
                    <a:lnTo>
                      <a:pt x="13631" y="9129"/>
                    </a:lnTo>
                    <a:lnTo>
                      <a:pt x="14004" y="8980"/>
                    </a:lnTo>
                    <a:lnTo>
                      <a:pt x="14402" y="8855"/>
                    </a:lnTo>
                    <a:lnTo>
                      <a:pt x="14800" y="8756"/>
                    </a:lnTo>
                    <a:lnTo>
                      <a:pt x="15198" y="8656"/>
                    </a:lnTo>
                    <a:lnTo>
                      <a:pt x="15620" y="8582"/>
                    </a:lnTo>
                    <a:lnTo>
                      <a:pt x="16043" y="8532"/>
                    </a:lnTo>
                    <a:lnTo>
                      <a:pt x="16466" y="8507"/>
                    </a:lnTo>
                    <a:lnTo>
                      <a:pt x="16889" y="8482"/>
                    </a:lnTo>
                    <a:close/>
                    <a:moveTo>
                      <a:pt x="20172" y="1"/>
                    </a:moveTo>
                    <a:lnTo>
                      <a:pt x="11989" y="374"/>
                    </a:lnTo>
                    <a:lnTo>
                      <a:pt x="12188" y="4354"/>
                    </a:lnTo>
                    <a:lnTo>
                      <a:pt x="11666" y="4553"/>
                    </a:lnTo>
                    <a:lnTo>
                      <a:pt x="11193" y="4776"/>
                    </a:lnTo>
                    <a:lnTo>
                      <a:pt x="10696" y="5000"/>
                    </a:lnTo>
                    <a:lnTo>
                      <a:pt x="10223" y="5274"/>
                    </a:lnTo>
                    <a:lnTo>
                      <a:pt x="7288" y="2588"/>
                    </a:lnTo>
                    <a:lnTo>
                      <a:pt x="1766" y="8632"/>
                    </a:lnTo>
                    <a:lnTo>
                      <a:pt x="4726" y="11318"/>
                    </a:lnTo>
                    <a:lnTo>
                      <a:pt x="4502" y="11790"/>
                    </a:lnTo>
                    <a:lnTo>
                      <a:pt x="4303" y="12288"/>
                    </a:lnTo>
                    <a:lnTo>
                      <a:pt x="4154" y="12810"/>
                    </a:lnTo>
                    <a:lnTo>
                      <a:pt x="3980" y="13332"/>
                    </a:lnTo>
                    <a:lnTo>
                      <a:pt x="1" y="13507"/>
                    </a:lnTo>
                    <a:lnTo>
                      <a:pt x="374" y="21690"/>
                    </a:lnTo>
                    <a:lnTo>
                      <a:pt x="4353" y="21491"/>
                    </a:lnTo>
                    <a:lnTo>
                      <a:pt x="4552" y="21988"/>
                    </a:lnTo>
                    <a:lnTo>
                      <a:pt x="4776" y="22486"/>
                    </a:lnTo>
                    <a:lnTo>
                      <a:pt x="5025" y="22958"/>
                    </a:lnTo>
                    <a:lnTo>
                      <a:pt x="5273" y="23431"/>
                    </a:lnTo>
                    <a:lnTo>
                      <a:pt x="2587" y="26390"/>
                    </a:lnTo>
                    <a:lnTo>
                      <a:pt x="8631" y="31887"/>
                    </a:lnTo>
                    <a:lnTo>
                      <a:pt x="11317" y="28952"/>
                    </a:lnTo>
                    <a:lnTo>
                      <a:pt x="11815" y="29151"/>
                    </a:lnTo>
                    <a:lnTo>
                      <a:pt x="12312" y="29350"/>
                    </a:lnTo>
                    <a:lnTo>
                      <a:pt x="12810" y="29524"/>
                    </a:lnTo>
                    <a:lnTo>
                      <a:pt x="13332" y="29674"/>
                    </a:lnTo>
                    <a:lnTo>
                      <a:pt x="13531" y="33653"/>
                    </a:lnTo>
                    <a:lnTo>
                      <a:pt x="21689" y="33280"/>
                    </a:lnTo>
                    <a:lnTo>
                      <a:pt x="21515" y="29301"/>
                    </a:lnTo>
                    <a:lnTo>
                      <a:pt x="22013" y="29102"/>
                    </a:lnTo>
                    <a:lnTo>
                      <a:pt x="22510" y="28878"/>
                    </a:lnTo>
                    <a:lnTo>
                      <a:pt x="22983" y="28654"/>
                    </a:lnTo>
                    <a:lnTo>
                      <a:pt x="23455" y="28405"/>
                    </a:lnTo>
                    <a:lnTo>
                      <a:pt x="26390" y="31091"/>
                    </a:lnTo>
                    <a:lnTo>
                      <a:pt x="31912" y="25047"/>
                    </a:lnTo>
                    <a:lnTo>
                      <a:pt x="28952" y="22361"/>
                    </a:lnTo>
                    <a:lnTo>
                      <a:pt x="29176" y="21864"/>
                    </a:lnTo>
                    <a:lnTo>
                      <a:pt x="29375" y="21366"/>
                    </a:lnTo>
                    <a:lnTo>
                      <a:pt x="29549" y="20844"/>
                    </a:lnTo>
                    <a:lnTo>
                      <a:pt x="29698" y="20322"/>
                    </a:lnTo>
                    <a:lnTo>
                      <a:pt x="33678" y="20148"/>
                    </a:lnTo>
                    <a:lnTo>
                      <a:pt x="33305" y="11989"/>
                    </a:lnTo>
                    <a:lnTo>
                      <a:pt x="29325" y="12163"/>
                    </a:lnTo>
                    <a:lnTo>
                      <a:pt x="29126" y="11666"/>
                    </a:lnTo>
                    <a:lnTo>
                      <a:pt x="28902" y="11169"/>
                    </a:lnTo>
                    <a:lnTo>
                      <a:pt x="28653" y="10696"/>
                    </a:lnTo>
                    <a:lnTo>
                      <a:pt x="28405" y="10223"/>
                    </a:lnTo>
                    <a:lnTo>
                      <a:pt x="31091" y="7264"/>
                    </a:lnTo>
                    <a:lnTo>
                      <a:pt x="25047" y="1767"/>
                    </a:lnTo>
                    <a:lnTo>
                      <a:pt x="22361" y="4702"/>
                    </a:lnTo>
                    <a:lnTo>
                      <a:pt x="21863" y="4503"/>
                    </a:lnTo>
                    <a:lnTo>
                      <a:pt x="21366" y="4304"/>
                    </a:lnTo>
                    <a:lnTo>
                      <a:pt x="20868" y="4130"/>
                    </a:lnTo>
                    <a:lnTo>
                      <a:pt x="20346" y="3980"/>
                    </a:lnTo>
                    <a:lnTo>
                      <a:pt x="20172" y="1"/>
                    </a:lnTo>
                    <a:close/>
                  </a:path>
                </a:pathLst>
              </a:custGeom>
              <a:solidFill>
                <a:srgbClr val="6182B4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5"/>
              <p:cNvSpPr/>
              <p:nvPr/>
            </p:nvSpPr>
            <p:spPr>
              <a:xfrm>
                <a:off x="1779203" y="1326825"/>
                <a:ext cx="470265" cy="470780"/>
              </a:xfrm>
              <a:custGeom>
                <a:avLst/>
                <a:gdLst/>
                <a:ahLst/>
                <a:cxnLst/>
                <a:rect l="l" t="t" r="r" b="b"/>
                <a:pathLst>
                  <a:path w="22809" h="22834" extrusionOk="0">
                    <a:moveTo>
                      <a:pt x="11716" y="5771"/>
                    </a:moveTo>
                    <a:lnTo>
                      <a:pt x="12288" y="5845"/>
                    </a:lnTo>
                    <a:lnTo>
                      <a:pt x="12835" y="5945"/>
                    </a:lnTo>
                    <a:lnTo>
                      <a:pt x="13357" y="6119"/>
                    </a:lnTo>
                    <a:lnTo>
                      <a:pt x="13855" y="6343"/>
                    </a:lnTo>
                    <a:lnTo>
                      <a:pt x="14327" y="6591"/>
                    </a:lnTo>
                    <a:lnTo>
                      <a:pt x="14775" y="6890"/>
                    </a:lnTo>
                    <a:lnTo>
                      <a:pt x="15198" y="7238"/>
                    </a:lnTo>
                    <a:lnTo>
                      <a:pt x="15571" y="7636"/>
                    </a:lnTo>
                    <a:lnTo>
                      <a:pt x="15919" y="8059"/>
                    </a:lnTo>
                    <a:lnTo>
                      <a:pt x="16242" y="8507"/>
                    </a:lnTo>
                    <a:lnTo>
                      <a:pt x="16491" y="8979"/>
                    </a:lnTo>
                    <a:lnTo>
                      <a:pt x="16715" y="9502"/>
                    </a:lnTo>
                    <a:lnTo>
                      <a:pt x="16864" y="10024"/>
                    </a:lnTo>
                    <a:lnTo>
                      <a:pt x="16989" y="10571"/>
                    </a:lnTo>
                    <a:lnTo>
                      <a:pt x="17038" y="11168"/>
                    </a:lnTo>
                    <a:lnTo>
                      <a:pt x="17038" y="11740"/>
                    </a:lnTo>
                    <a:lnTo>
                      <a:pt x="16964" y="12287"/>
                    </a:lnTo>
                    <a:lnTo>
                      <a:pt x="16864" y="12834"/>
                    </a:lnTo>
                    <a:lnTo>
                      <a:pt x="16690" y="13382"/>
                    </a:lnTo>
                    <a:lnTo>
                      <a:pt x="16466" y="13879"/>
                    </a:lnTo>
                    <a:lnTo>
                      <a:pt x="16218" y="14352"/>
                    </a:lnTo>
                    <a:lnTo>
                      <a:pt x="15919" y="14799"/>
                    </a:lnTo>
                    <a:lnTo>
                      <a:pt x="15571" y="15222"/>
                    </a:lnTo>
                    <a:lnTo>
                      <a:pt x="15173" y="15595"/>
                    </a:lnTo>
                    <a:lnTo>
                      <a:pt x="14750" y="15943"/>
                    </a:lnTo>
                    <a:lnTo>
                      <a:pt x="14302" y="16242"/>
                    </a:lnTo>
                    <a:lnTo>
                      <a:pt x="13830" y="16516"/>
                    </a:lnTo>
                    <a:lnTo>
                      <a:pt x="13307" y="16739"/>
                    </a:lnTo>
                    <a:lnTo>
                      <a:pt x="12785" y="16889"/>
                    </a:lnTo>
                    <a:lnTo>
                      <a:pt x="12238" y="17013"/>
                    </a:lnTo>
                    <a:lnTo>
                      <a:pt x="11666" y="17063"/>
                    </a:lnTo>
                    <a:lnTo>
                      <a:pt x="11069" y="17063"/>
                    </a:lnTo>
                    <a:lnTo>
                      <a:pt x="10522" y="16988"/>
                    </a:lnTo>
                    <a:lnTo>
                      <a:pt x="9975" y="16889"/>
                    </a:lnTo>
                    <a:lnTo>
                      <a:pt x="9427" y="16714"/>
                    </a:lnTo>
                    <a:lnTo>
                      <a:pt x="8930" y="16491"/>
                    </a:lnTo>
                    <a:lnTo>
                      <a:pt x="8457" y="16242"/>
                    </a:lnTo>
                    <a:lnTo>
                      <a:pt x="8010" y="15943"/>
                    </a:lnTo>
                    <a:lnTo>
                      <a:pt x="7587" y="15595"/>
                    </a:lnTo>
                    <a:lnTo>
                      <a:pt x="7214" y="15197"/>
                    </a:lnTo>
                    <a:lnTo>
                      <a:pt x="6866" y="14774"/>
                    </a:lnTo>
                    <a:lnTo>
                      <a:pt x="6567" y="14327"/>
                    </a:lnTo>
                    <a:lnTo>
                      <a:pt x="6293" y="13854"/>
                    </a:lnTo>
                    <a:lnTo>
                      <a:pt x="6095" y="13332"/>
                    </a:lnTo>
                    <a:lnTo>
                      <a:pt x="5920" y="12810"/>
                    </a:lnTo>
                    <a:lnTo>
                      <a:pt x="5796" y="12262"/>
                    </a:lnTo>
                    <a:lnTo>
                      <a:pt x="5746" y="11665"/>
                    </a:lnTo>
                    <a:lnTo>
                      <a:pt x="5746" y="11093"/>
                    </a:lnTo>
                    <a:lnTo>
                      <a:pt x="5821" y="10546"/>
                    </a:lnTo>
                    <a:lnTo>
                      <a:pt x="5920" y="9999"/>
                    </a:lnTo>
                    <a:lnTo>
                      <a:pt x="6095" y="9452"/>
                    </a:lnTo>
                    <a:lnTo>
                      <a:pt x="6318" y="8954"/>
                    </a:lnTo>
                    <a:lnTo>
                      <a:pt x="6567" y="8482"/>
                    </a:lnTo>
                    <a:lnTo>
                      <a:pt x="6890" y="8034"/>
                    </a:lnTo>
                    <a:lnTo>
                      <a:pt x="7214" y="7611"/>
                    </a:lnTo>
                    <a:lnTo>
                      <a:pt x="7612" y="7238"/>
                    </a:lnTo>
                    <a:lnTo>
                      <a:pt x="8035" y="6890"/>
                    </a:lnTo>
                    <a:lnTo>
                      <a:pt x="8482" y="6591"/>
                    </a:lnTo>
                    <a:lnTo>
                      <a:pt x="8955" y="6318"/>
                    </a:lnTo>
                    <a:lnTo>
                      <a:pt x="9477" y="6094"/>
                    </a:lnTo>
                    <a:lnTo>
                      <a:pt x="9999" y="5945"/>
                    </a:lnTo>
                    <a:lnTo>
                      <a:pt x="10572" y="5820"/>
                    </a:lnTo>
                    <a:lnTo>
                      <a:pt x="11144" y="5771"/>
                    </a:lnTo>
                    <a:close/>
                    <a:moveTo>
                      <a:pt x="13656" y="0"/>
                    </a:moveTo>
                    <a:lnTo>
                      <a:pt x="8109" y="274"/>
                    </a:lnTo>
                    <a:lnTo>
                      <a:pt x="8234" y="2960"/>
                    </a:lnTo>
                    <a:lnTo>
                      <a:pt x="7885" y="3109"/>
                    </a:lnTo>
                    <a:lnTo>
                      <a:pt x="7562" y="3259"/>
                    </a:lnTo>
                    <a:lnTo>
                      <a:pt x="6915" y="3582"/>
                    </a:lnTo>
                    <a:lnTo>
                      <a:pt x="4926" y="1766"/>
                    </a:lnTo>
                    <a:lnTo>
                      <a:pt x="1195" y="5845"/>
                    </a:lnTo>
                    <a:lnTo>
                      <a:pt x="3184" y="7686"/>
                    </a:lnTo>
                    <a:lnTo>
                      <a:pt x="2911" y="8357"/>
                    </a:lnTo>
                    <a:lnTo>
                      <a:pt x="2787" y="8681"/>
                    </a:lnTo>
                    <a:lnTo>
                      <a:pt x="2687" y="9054"/>
                    </a:lnTo>
                    <a:lnTo>
                      <a:pt x="1" y="9178"/>
                    </a:lnTo>
                    <a:lnTo>
                      <a:pt x="250" y="14700"/>
                    </a:lnTo>
                    <a:lnTo>
                      <a:pt x="2936" y="14575"/>
                    </a:lnTo>
                    <a:lnTo>
                      <a:pt x="3085" y="14924"/>
                    </a:lnTo>
                    <a:lnTo>
                      <a:pt x="3234" y="15247"/>
                    </a:lnTo>
                    <a:lnTo>
                      <a:pt x="3558" y="15894"/>
                    </a:lnTo>
                    <a:lnTo>
                      <a:pt x="1742" y="17884"/>
                    </a:lnTo>
                    <a:lnTo>
                      <a:pt x="5821" y="21614"/>
                    </a:lnTo>
                    <a:lnTo>
                      <a:pt x="7661" y="19625"/>
                    </a:lnTo>
                    <a:lnTo>
                      <a:pt x="8333" y="19898"/>
                    </a:lnTo>
                    <a:lnTo>
                      <a:pt x="8681" y="20023"/>
                    </a:lnTo>
                    <a:lnTo>
                      <a:pt x="9029" y="20122"/>
                    </a:lnTo>
                    <a:lnTo>
                      <a:pt x="9154" y="22833"/>
                    </a:lnTo>
                    <a:lnTo>
                      <a:pt x="14675" y="22560"/>
                    </a:lnTo>
                    <a:lnTo>
                      <a:pt x="14551" y="19873"/>
                    </a:lnTo>
                    <a:lnTo>
                      <a:pt x="14899" y="19724"/>
                    </a:lnTo>
                    <a:lnTo>
                      <a:pt x="15223" y="19575"/>
                    </a:lnTo>
                    <a:lnTo>
                      <a:pt x="15869" y="19251"/>
                    </a:lnTo>
                    <a:lnTo>
                      <a:pt x="17859" y="21067"/>
                    </a:lnTo>
                    <a:lnTo>
                      <a:pt x="21615" y="16988"/>
                    </a:lnTo>
                    <a:lnTo>
                      <a:pt x="19600" y="15148"/>
                    </a:lnTo>
                    <a:lnTo>
                      <a:pt x="19874" y="14476"/>
                    </a:lnTo>
                    <a:lnTo>
                      <a:pt x="19998" y="14153"/>
                    </a:lnTo>
                    <a:lnTo>
                      <a:pt x="20098" y="13780"/>
                    </a:lnTo>
                    <a:lnTo>
                      <a:pt x="22809" y="13655"/>
                    </a:lnTo>
                    <a:lnTo>
                      <a:pt x="22535" y="8134"/>
                    </a:lnTo>
                    <a:lnTo>
                      <a:pt x="19849" y="8258"/>
                    </a:lnTo>
                    <a:lnTo>
                      <a:pt x="19725" y="7910"/>
                    </a:lnTo>
                    <a:lnTo>
                      <a:pt x="19575" y="7586"/>
                    </a:lnTo>
                    <a:lnTo>
                      <a:pt x="19227" y="6940"/>
                    </a:lnTo>
                    <a:lnTo>
                      <a:pt x="21043" y="4950"/>
                    </a:lnTo>
                    <a:lnTo>
                      <a:pt x="16964" y="1219"/>
                    </a:lnTo>
                    <a:lnTo>
                      <a:pt x="15148" y="3209"/>
                    </a:lnTo>
                    <a:lnTo>
                      <a:pt x="14476" y="2935"/>
                    </a:lnTo>
                    <a:lnTo>
                      <a:pt x="14128" y="2811"/>
                    </a:lnTo>
                    <a:lnTo>
                      <a:pt x="13780" y="2711"/>
                    </a:lnTo>
                    <a:lnTo>
                      <a:pt x="13656" y="0"/>
                    </a:lnTo>
                    <a:close/>
                  </a:path>
                </a:pathLst>
              </a:custGeom>
              <a:solidFill>
                <a:srgbClr val="666666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5"/>
              <p:cNvSpPr/>
              <p:nvPr/>
            </p:nvSpPr>
            <p:spPr>
              <a:xfrm>
                <a:off x="1070002" y="3153432"/>
                <a:ext cx="62574" cy="63110"/>
              </a:xfrm>
              <a:custGeom>
                <a:avLst/>
                <a:gdLst/>
                <a:ahLst/>
                <a:cxnLst/>
                <a:rect l="l" t="t" r="r" b="b"/>
                <a:pathLst>
                  <a:path w="3035" h="3061" fill="none" extrusionOk="0">
                    <a:moveTo>
                      <a:pt x="3035" y="1543"/>
                    </a:moveTo>
                    <a:lnTo>
                      <a:pt x="3035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60" y="1991"/>
                    </a:lnTo>
                    <a:lnTo>
                      <a:pt x="2910" y="2115"/>
                    </a:lnTo>
                    <a:lnTo>
                      <a:pt x="2786" y="2389"/>
                    </a:lnTo>
                    <a:lnTo>
                      <a:pt x="2587" y="2612"/>
                    </a:lnTo>
                    <a:lnTo>
                      <a:pt x="2363" y="2786"/>
                    </a:lnTo>
                    <a:lnTo>
                      <a:pt x="2115" y="2936"/>
                    </a:lnTo>
                    <a:lnTo>
                      <a:pt x="1965" y="2985"/>
                    </a:lnTo>
                    <a:lnTo>
                      <a:pt x="1816" y="3035"/>
                    </a:lnTo>
                    <a:lnTo>
                      <a:pt x="1667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786"/>
                    </a:lnTo>
                    <a:lnTo>
                      <a:pt x="448" y="2612"/>
                    </a:lnTo>
                    <a:lnTo>
                      <a:pt x="249" y="2389"/>
                    </a:lnTo>
                    <a:lnTo>
                      <a:pt x="100" y="2115"/>
                    </a:lnTo>
                    <a:lnTo>
                      <a:pt x="50" y="1991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50" y="1070"/>
                    </a:lnTo>
                    <a:lnTo>
                      <a:pt x="100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6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67" y="26"/>
                    </a:lnTo>
                    <a:lnTo>
                      <a:pt x="1816" y="50"/>
                    </a:lnTo>
                    <a:lnTo>
                      <a:pt x="1965" y="75"/>
                    </a:lnTo>
                    <a:lnTo>
                      <a:pt x="2115" y="125"/>
                    </a:lnTo>
                    <a:lnTo>
                      <a:pt x="2363" y="274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10" y="946"/>
                    </a:lnTo>
                    <a:lnTo>
                      <a:pt x="2960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35" y="1543"/>
                    </a:lnTo>
                    <a:lnTo>
                      <a:pt x="3035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5"/>
              <p:cNvSpPr/>
              <p:nvPr/>
            </p:nvSpPr>
            <p:spPr>
              <a:xfrm>
                <a:off x="914113" y="3487786"/>
                <a:ext cx="21" cy="2133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0348" fill="none" extrusionOk="0">
                    <a:moveTo>
                      <a:pt x="0" y="10347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5"/>
              <p:cNvSpPr/>
              <p:nvPr/>
            </p:nvSpPr>
            <p:spPr>
              <a:xfrm>
                <a:off x="1088455" y="3216522"/>
                <a:ext cx="126695" cy="484614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23505" fill="none" extrusionOk="0">
                    <a:moveTo>
                      <a:pt x="6144" y="23504"/>
                    </a:moveTo>
                    <a:lnTo>
                      <a:pt x="6144" y="11193"/>
                    </a:lnTo>
                    <a:lnTo>
                      <a:pt x="1" y="8059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5"/>
              <p:cNvSpPr/>
              <p:nvPr/>
            </p:nvSpPr>
            <p:spPr>
              <a:xfrm>
                <a:off x="983326" y="3279591"/>
                <a:ext cx="45668" cy="327695"/>
              </a:xfrm>
              <a:custGeom>
                <a:avLst/>
                <a:gdLst/>
                <a:ahLst/>
                <a:cxnLst/>
                <a:rect l="l" t="t" r="r" b="b"/>
                <a:pathLst>
                  <a:path w="2215" h="15894" fill="none" extrusionOk="0">
                    <a:moveTo>
                      <a:pt x="2215" y="0"/>
                    </a:moveTo>
                    <a:lnTo>
                      <a:pt x="2215" y="9850"/>
                    </a:lnTo>
                    <a:lnTo>
                      <a:pt x="1" y="11292"/>
                    </a:lnTo>
                    <a:lnTo>
                      <a:pt x="1" y="1589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5"/>
              <p:cNvSpPr/>
              <p:nvPr/>
            </p:nvSpPr>
            <p:spPr>
              <a:xfrm>
                <a:off x="1088455" y="3432923"/>
                <a:ext cx="21" cy="86161"/>
              </a:xfrm>
              <a:custGeom>
                <a:avLst/>
                <a:gdLst/>
                <a:ahLst/>
                <a:cxnLst/>
                <a:rect l="l" t="t" r="r" b="b"/>
                <a:pathLst>
                  <a:path w="1" h="4179" fill="none" extrusionOk="0">
                    <a:moveTo>
                      <a:pt x="1" y="4179"/>
                    </a:move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5"/>
              <p:cNvSpPr/>
              <p:nvPr/>
            </p:nvSpPr>
            <p:spPr>
              <a:xfrm>
                <a:off x="1181275" y="3341134"/>
                <a:ext cx="21" cy="31297"/>
              </a:xfrm>
              <a:custGeom>
                <a:avLst/>
                <a:gdLst/>
                <a:ahLst/>
                <a:cxnLst/>
                <a:rect l="l" t="t" r="r" b="b"/>
                <a:pathLst>
                  <a:path w="1" h="1518" fill="none" extrusionOk="0">
                    <a:moveTo>
                      <a:pt x="1" y="0"/>
                    </a:moveTo>
                    <a:lnTo>
                      <a:pt x="1" y="1517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5"/>
              <p:cNvSpPr/>
              <p:nvPr/>
            </p:nvSpPr>
            <p:spPr>
              <a:xfrm>
                <a:off x="3852588" y="3318043"/>
                <a:ext cx="114881" cy="309757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15024" fill="none" extrusionOk="0">
                    <a:moveTo>
                      <a:pt x="1" y="15024"/>
                    </a:moveTo>
                    <a:lnTo>
                      <a:pt x="1" y="8134"/>
                    </a:lnTo>
                    <a:lnTo>
                      <a:pt x="5572" y="4975"/>
                    </a:lnTo>
                    <a:lnTo>
                      <a:pt x="5572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5"/>
              <p:cNvSpPr/>
              <p:nvPr/>
            </p:nvSpPr>
            <p:spPr>
              <a:xfrm>
                <a:off x="3936171" y="3255489"/>
                <a:ext cx="63110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3035" fill="none" extrusionOk="0">
                    <a:moveTo>
                      <a:pt x="1" y="1518"/>
                    </a:moveTo>
                    <a:lnTo>
                      <a:pt x="1" y="1518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75" y="1070"/>
                    </a:lnTo>
                    <a:lnTo>
                      <a:pt x="125" y="921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20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41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6" y="921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60" y="1518"/>
                    </a:lnTo>
                    <a:lnTo>
                      <a:pt x="3060" y="1518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5"/>
                    </a:lnTo>
                    <a:lnTo>
                      <a:pt x="2786" y="2363"/>
                    </a:lnTo>
                    <a:lnTo>
                      <a:pt x="2612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41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20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25" y="2115"/>
                    </a:lnTo>
                    <a:lnTo>
                      <a:pt x="75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8"/>
                    </a:lnTo>
                    <a:lnTo>
                      <a:pt x="1" y="1518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rgbClr val="B1B2B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5"/>
              <p:cNvSpPr/>
              <p:nvPr/>
            </p:nvSpPr>
            <p:spPr>
              <a:xfrm>
                <a:off x="3780282" y="3578545"/>
                <a:ext cx="21" cy="132839"/>
              </a:xfrm>
              <a:custGeom>
                <a:avLst/>
                <a:gdLst/>
                <a:ahLst/>
                <a:cxnLst/>
                <a:rect l="l" t="t" r="r" b="b"/>
                <a:pathLst>
                  <a:path w="1" h="6443" fill="none" extrusionOk="0">
                    <a:moveTo>
                      <a:pt x="1" y="6443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5"/>
              <p:cNvSpPr/>
              <p:nvPr/>
            </p:nvSpPr>
            <p:spPr>
              <a:xfrm>
                <a:off x="3700286" y="3391379"/>
                <a:ext cx="20535" cy="562054"/>
              </a:xfrm>
              <a:custGeom>
                <a:avLst/>
                <a:gdLst/>
                <a:ahLst/>
                <a:cxnLst/>
                <a:rect l="l" t="t" r="r" b="b"/>
                <a:pathLst>
                  <a:path w="996" h="27261" fill="none" extrusionOk="0">
                    <a:moveTo>
                      <a:pt x="995" y="27261"/>
                    </a:moveTo>
                    <a:lnTo>
                      <a:pt x="995" y="9079"/>
                    </a:lnTo>
                    <a:lnTo>
                      <a:pt x="1" y="8333"/>
                    </a:ln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5"/>
              <p:cNvSpPr/>
              <p:nvPr/>
            </p:nvSpPr>
            <p:spPr>
              <a:xfrm>
                <a:off x="3898750" y="3365236"/>
                <a:ext cx="21" cy="94366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7" fill="none" extrusionOk="0">
                    <a:moveTo>
                      <a:pt x="0" y="4577"/>
                    </a:moveTo>
                    <a:lnTo>
                      <a:pt x="0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5"/>
              <p:cNvSpPr/>
              <p:nvPr/>
            </p:nvSpPr>
            <p:spPr>
              <a:xfrm>
                <a:off x="3841825" y="3629841"/>
                <a:ext cx="10783" cy="190258"/>
              </a:xfrm>
              <a:custGeom>
                <a:avLst/>
                <a:gdLst/>
                <a:ahLst/>
                <a:cxnLst/>
                <a:rect l="l" t="t" r="r" b="b"/>
                <a:pathLst>
                  <a:path w="523" h="9228" fill="none" extrusionOk="0">
                    <a:moveTo>
                      <a:pt x="523" y="0"/>
                    </a:moveTo>
                    <a:lnTo>
                      <a:pt x="0" y="373"/>
                    </a:lnTo>
                    <a:lnTo>
                      <a:pt x="0" y="9228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5"/>
              <p:cNvSpPr/>
              <p:nvPr/>
            </p:nvSpPr>
            <p:spPr>
              <a:xfrm>
                <a:off x="3749005" y="3459582"/>
                <a:ext cx="63090" cy="6309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3060" fill="none" extrusionOk="0">
                    <a:moveTo>
                      <a:pt x="0" y="1543"/>
                    </a:moveTo>
                    <a:lnTo>
                      <a:pt x="0" y="1543"/>
                    </a:lnTo>
                    <a:lnTo>
                      <a:pt x="0" y="1369"/>
                    </a:lnTo>
                    <a:lnTo>
                      <a:pt x="25" y="1219"/>
                    </a:lnTo>
                    <a:lnTo>
                      <a:pt x="75" y="1070"/>
                    </a:lnTo>
                    <a:lnTo>
                      <a:pt x="125" y="946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74"/>
                    </a:lnTo>
                    <a:lnTo>
                      <a:pt x="921" y="125"/>
                    </a:lnTo>
                    <a:lnTo>
                      <a:pt x="1070" y="75"/>
                    </a:lnTo>
                    <a:lnTo>
                      <a:pt x="1219" y="50"/>
                    </a:lnTo>
                    <a:lnTo>
                      <a:pt x="1368" y="25"/>
                    </a:lnTo>
                    <a:lnTo>
                      <a:pt x="1518" y="1"/>
                    </a:lnTo>
                    <a:lnTo>
                      <a:pt x="1518" y="1"/>
                    </a:lnTo>
                    <a:lnTo>
                      <a:pt x="1692" y="25"/>
                    </a:lnTo>
                    <a:lnTo>
                      <a:pt x="1841" y="50"/>
                    </a:lnTo>
                    <a:lnTo>
                      <a:pt x="1990" y="75"/>
                    </a:lnTo>
                    <a:lnTo>
                      <a:pt x="2115" y="125"/>
                    </a:lnTo>
                    <a:lnTo>
                      <a:pt x="2388" y="274"/>
                    </a:lnTo>
                    <a:lnTo>
                      <a:pt x="2612" y="448"/>
                    </a:lnTo>
                    <a:lnTo>
                      <a:pt x="2786" y="672"/>
                    </a:lnTo>
                    <a:lnTo>
                      <a:pt x="2935" y="946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9"/>
                    </a:lnTo>
                    <a:lnTo>
                      <a:pt x="3060" y="1543"/>
                    </a:lnTo>
                    <a:lnTo>
                      <a:pt x="3060" y="1543"/>
                    </a:lnTo>
                    <a:lnTo>
                      <a:pt x="3035" y="1692"/>
                    </a:lnTo>
                    <a:lnTo>
                      <a:pt x="3010" y="1841"/>
                    </a:lnTo>
                    <a:lnTo>
                      <a:pt x="2985" y="1990"/>
                    </a:lnTo>
                    <a:lnTo>
                      <a:pt x="2935" y="2140"/>
                    </a:lnTo>
                    <a:lnTo>
                      <a:pt x="2786" y="2388"/>
                    </a:lnTo>
                    <a:lnTo>
                      <a:pt x="2612" y="2612"/>
                    </a:lnTo>
                    <a:lnTo>
                      <a:pt x="2388" y="2811"/>
                    </a:lnTo>
                    <a:lnTo>
                      <a:pt x="2115" y="2936"/>
                    </a:lnTo>
                    <a:lnTo>
                      <a:pt x="1990" y="2985"/>
                    </a:lnTo>
                    <a:lnTo>
                      <a:pt x="1841" y="3035"/>
                    </a:lnTo>
                    <a:lnTo>
                      <a:pt x="1692" y="3060"/>
                    </a:lnTo>
                    <a:lnTo>
                      <a:pt x="1518" y="3060"/>
                    </a:lnTo>
                    <a:lnTo>
                      <a:pt x="1518" y="3060"/>
                    </a:lnTo>
                    <a:lnTo>
                      <a:pt x="1368" y="3060"/>
                    </a:lnTo>
                    <a:lnTo>
                      <a:pt x="1219" y="3035"/>
                    </a:lnTo>
                    <a:lnTo>
                      <a:pt x="1070" y="2985"/>
                    </a:lnTo>
                    <a:lnTo>
                      <a:pt x="921" y="2936"/>
                    </a:lnTo>
                    <a:lnTo>
                      <a:pt x="672" y="2811"/>
                    </a:lnTo>
                    <a:lnTo>
                      <a:pt x="448" y="2612"/>
                    </a:lnTo>
                    <a:lnTo>
                      <a:pt x="249" y="2388"/>
                    </a:lnTo>
                    <a:lnTo>
                      <a:pt x="125" y="2140"/>
                    </a:lnTo>
                    <a:lnTo>
                      <a:pt x="75" y="1990"/>
                    </a:lnTo>
                    <a:lnTo>
                      <a:pt x="25" y="1841"/>
                    </a:lnTo>
                    <a:lnTo>
                      <a:pt x="0" y="1692"/>
                    </a:lnTo>
                    <a:lnTo>
                      <a:pt x="0" y="1543"/>
                    </a:lnTo>
                    <a:lnTo>
                      <a:pt x="0" y="1543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3599776" y="3358556"/>
                <a:ext cx="21" cy="94387"/>
              </a:xfrm>
              <a:custGeom>
                <a:avLst/>
                <a:gdLst/>
                <a:ahLst/>
                <a:cxnLst/>
                <a:rect l="l" t="t" r="r" b="b"/>
                <a:pathLst>
                  <a:path w="1" h="4578" fill="none" extrusionOk="0">
                    <a:moveTo>
                      <a:pt x="1" y="4577"/>
                    </a:moveTo>
                    <a:lnTo>
                      <a:pt x="1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3660288" y="3659056"/>
                <a:ext cx="21" cy="52327"/>
              </a:xfrm>
              <a:custGeom>
                <a:avLst/>
                <a:gdLst/>
                <a:ahLst/>
                <a:cxnLst/>
                <a:rect l="l" t="t" r="r" b="b"/>
                <a:pathLst>
                  <a:path w="1" h="2538" fill="none" extrusionOk="0">
                    <a:moveTo>
                      <a:pt x="0" y="2538"/>
                    </a:moveTo>
                    <a:lnTo>
                      <a:pt x="0" y="1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5"/>
              <p:cNvSpPr/>
              <p:nvPr/>
            </p:nvSpPr>
            <p:spPr>
              <a:xfrm>
                <a:off x="3602333" y="3524197"/>
                <a:ext cx="57976" cy="91810"/>
              </a:xfrm>
              <a:custGeom>
                <a:avLst/>
                <a:gdLst/>
                <a:ahLst/>
                <a:cxnLst/>
                <a:rect l="l" t="t" r="r" b="b"/>
                <a:pathLst>
                  <a:path w="2812" h="4453" fill="none" extrusionOk="0">
                    <a:moveTo>
                      <a:pt x="2811" y="4453"/>
                    </a:moveTo>
                    <a:lnTo>
                      <a:pt x="1" y="3458"/>
                    </a:lnTo>
                    <a:lnTo>
                      <a:pt x="1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5"/>
              <p:cNvSpPr/>
              <p:nvPr/>
            </p:nvSpPr>
            <p:spPr>
              <a:xfrm>
                <a:off x="457209" y="2634985"/>
                <a:ext cx="509232" cy="862574"/>
              </a:xfrm>
              <a:custGeom>
                <a:avLst/>
                <a:gdLst/>
                <a:ahLst/>
                <a:cxnLst/>
                <a:rect l="l" t="t" r="r" b="b"/>
                <a:pathLst>
                  <a:path w="24699" h="41837" extrusionOk="0">
                    <a:moveTo>
                      <a:pt x="1890" y="1"/>
                    </a:moveTo>
                    <a:lnTo>
                      <a:pt x="1666" y="50"/>
                    </a:lnTo>
                    <a:lnTo>
                      <a:pt x="1467" y="100"/>
                    </a:lnTo>
                    <a:lnTo>
                      <a:pt x="1268" y="175"/>
                    </a:lnTo>
                    <a:lnTo>
                      <a:pt x="1094" y="249"/>
                    </a:lnTo>
                    <a:lnTo>
                      <a:pt x="920" y="349"/>
                    </a:lnTo>
                    <a:lnTo>
                      <a:pt x="746" y="473"/>
                    </a:lnTo>
                    <a:lnTo>
                      <a:pt x="597" y="623"/>
                    </a:lnTo>
                    <a:lnTo>
                      <a:pt x="473" y="772"/>
                    </a:lnTo>
                    <a:lnTo>
                      <a:pt x="348" y="921"/>
                    </a:lnTo>
                    <a:lnTo>
                      <a:pt x="249" y="1095"/>
                    </a:lnTo>
                    <a:lnTo>
                      <a:pt x="149" y="1294"/>
                    </a:lnTo>
                    <a:lnTo>
                      <a:pt x="99" y="1468"/>
                    </a:lnTo>
                    <a:lnTo>
                      <a:pt x="25" y="1692"/>
                    </a:lnTo>
                    <a:lnTo>
                      <a:pt x="0" y="1891"/>
                    </a:lnTo>
                    <a:lnTo>
                      <a:pt x="0" y="2115"/>
                    </a:lnTo>
                    <a:lnTo>
                      <a:pt x="0" y="39722"/>
                    </a:lnTo>
                    <a:lnTo>
                      <a:pt x="0" y="39946"/>
                    </a:lnTo>
                    <a:lnTo>
                      <a:pt x="25" y="40145"/>
                    </a:lnTo>
                    <a:lnTo>
                      <a:pt x="99" y="40369"/>
                    </a:lnTo>
                    <a:lnTo>
                      <a:pt x="149" y="40543"/>
                    </a:lnTo>
                    <a:lnTo>
                      <a:pt x="249" y="40742"/>
                    </a:lnTo>
                    <a:lnTo>
                      <a:pt x="348" y="40916"/>
                    </a:lnTo>
                    <a:lnTo>
                      <a:pt x="473" y="41065"/>
                    </a:lnTo>
                    <a:lnTo>
                      <a:pt x="597" y="41214"/>
                    </a:lnTo>
                    <a:lnTo>
                      <a:pt x="746" y="41364"/>
                    </a:lnTo>
                    <a:lnTo>
                      <a:pt x="920" y="41463"/>
                    </a:lnTo>
                    <a:lnTo>
                      <a:pt x="1094" y="41587"/>
                    </a:lnTo>
                    <a:lnTo>
                      <a:pt x="1268" y="41662"/>
                    </a:lnTo>
                    <a:lnTo>
                      <a:pt x="1467" y="41737"/>
                    </a:lnTo>
                    <a:lnTo>
                      <a:pt x="1666" y="41786"/>
                    </a:lnTo>
                    <a:lnTo>
                      <a:pt x="1890" y="41811"/>
                    </a:lnTo>
                    <a:lnTo>
                      <a:pt x="2089" y="41836"/>
                    </a:lnTo>
                    <a:lnTo>
                      <a:pt x="22609" y="41836"/>
                    </a:lnTo>
                    <a:lnTo>
                      <a:pt x="22808" y="41811"/>
                    </a:lnTo>
                    <a:lnTo>
                      <a:pt x="23032" y="41786"/>
                    </a:lnTo>
                    <a:lnTo>
                      <a:pt x="23231" y="41737"/>
                    </a:lnTo>
                    <a:lnTo>
                      <a:pt x="23430" y="41662"/>
                    </a:lnTo>
                    <a:lnTo>
                      <a:pt x="23604" y="41587"/>
                    </a:lnTo>
                    <a:lnTo>
                      <a:pt x="23778" y="41463"/>
                    </a:lnTo>
                    <a:lnTo>
                      <a:pt x="23927" y="41364"/>
                    </a:lnTo>
                    <a:lnTo>
                      <a:pt x="24076" y="41214"/>
                    </a:lnTo>
                    <a:lnTo>
                      <a:pt x="24226" y="41065"/>
                    </a:lnTo>
                    <a:lnTo>
                      <a:pt x="24350" y="40916"/>
                    </a:lnTo>
                    <a:lnTo>
                      <a:pt x="24449" y="40742"/>
                    </a:lnTo>
                    <a:lnTo>
                      <a:pt x="24549" y="40543"/>
                    </a:lnTo>
                    <a:lnTo>
                      <a:pt x="24599" y="40369"/>
                    </a:lnTo>
                    <a:lnTo>
                      <a:pt x="24673" y="40145"/>
                    </a:lnTo>
                    <a:lnTo>
                      <a:pt x="24698" y="39946"/>
                    </a:lnTo>
                    <a:lnTo>
                      <a:pt x="24698" y="39722"/>
                    </a:lnTo>
                    <a:lnTo>
                      <a:pt x="24698" y="2115"/>
                    </a:lnTo>
                    <a:lnTo>
                      <a:pt x="24698" y="1891"/>
                    </a:lnTo>
                    <a:lnTo>
                      <a:pt x="24673" y="1692"/>
                    </a:lnTo>
                    <a:lnTo>
                      <a:pt x="24599" y="1468"/>
                    </a:lnTo>
                    <a:lnTo>
                      <a:pt x="24549" y="1294"/>
                    </a:lnTo>
                    <a:lnTo>
                      <a:pt x="24449" y="1095"/>
                    </a:lnTo>
                    <a:lnTo>
                      <a:pt x="24350" y="921"/>
                    </a:lnTo>
                    <a:lnTo>
                      <a:pt x="24226" y="772"/>
                    </a:lnTo>
                    <a:lnTo>
                      <a:pt x="24076" y="623"/>
                    </a:lnTo>
                    <a:lnTo>
                      <a:pt x="23927" y="473"/>
                    </a:lnTo>
                    <a:lnTo>
                      <a:pt x="23778" y="349"/>
                    </a:lnTo>
                    <a:lnTo>
                      <a:pt x="23604" y="249"/>
                    </a:lnTo>
                    <a:lnTo>
                      <a:pt x="23430" y="175"/>
                    </a:lnTo>
                    <a:lnTo>
                      <a:pt x="23231" y="100"/>
                    </a:lnTo>
                    <a:lnTo>
                      <a:pt x="23032" y="50"/>
                    </a:lnTo>
                    <a:lnTo>
                      <a:pt x="228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5"/>
              <p:cNvSpPr/>
              <p:nvPr/>
            </p:nvSpPr>
            <p:spPr>
              <a:xfrm>
                <a:off x="480795" y="2698569"/>
                <a:ext cx="12824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622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622" y="33405"/>
                    </a:lnTo>
                    <a:lnTo>
                      <a:pt x="622" y="1"/>
                    </a:ln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5"/>
              <p:cNvSpPr/>
              <p:nvPr/>
            </p:nvSpPr>
            <p:spPr>
              <a:xfrm>
                <a:off x="480795" y="2698569"/>
                <a:ext cx="462059" cy="688728"/>
              </a:xfrm>
              <a:custGeom>
                <a:avLst/>
                <a:gdLst/>
                <a:ahLst/>
                <a:cxnLst/>
                <a:rect l="l" t="t" r="r" b="b"/>
                <a:pathLst>
                  <a:path w="22411" h="33405" extrusionOk="0">
                    <a:moveTo>
                      <a:pt x="0" y="1"/>
                    </a:moveTo>
                    <a:lnTo>
                      <a:pt x="0" y="33405"/>
                    </a:lnTo>
                    <a:lnTo>
                      <a:pt x="22410" y="33405"/>
                    </a:lnTo>
                    <a:lnTo>
                      <a:pt x="2241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5"/>
              <p:cNvSpPr/>
              <p:nvPr/>
            </p:nvSpPr>
            <p:spPr>
              <a:xfrm>
                <a:off x="663858" y="2667292"/>
                <a:ext cx="95913" cy="9773"/>
              </a:xfrm>
              <a:custGeom>
                <a:avLst/>
                <a:gdLst/>
                <a:ahLst/>
                <a:cxnLst/>
                <a:rect l="l" t="t" r="r" b="b"/>
                <a:pathLst>
                  <a:path w="4652" h="474" extrusionOk="0">
                    <a:moveTo>
                      <a:pt x="1" y="1"/>
                    </a:moveTo>
                    <a:lnTo>
                      <a:pt x="1" y="473"/>
                    </a:lnTo>
                    <a:lnTo>
                      <a:pt x="4652" y="473"/>
                    </a:lnTo>
                    <a:lnTo>
                      <a:pt x="46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BF1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5"/>
              <p:cNvSpPr/>
              <p:nvPr/>
            </p:nvSpPr>
            <p:spPr>
              <a:xfrm>
                <a:off x="710515" y="3014470"/>
                <a:ext cx="21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664889" y="3122671"/>
                <a:ext cx="93851" cy="138983"/>
              </a:xfrm>
              <a:custGeom>
                <a:avLst/>
                <a:gdLst/>
                <a:ahLst/>
                <a:cxnLst/>
                <a:rect l="l" t="t" r="r" b="b"/>
                <a:pathLst>
                  <a:path w="4552" h="6741" extrusionOk="0">
                    <a:moveTo>
                      <a:pt x="2264" y="697"/>
                    </a:moveTo>
                    <a:lnTo>
                      <a:pt x="2488" y="722"/>
                    </a:lnTo>
                    <a:lnTo>
                      <a:pt x="2662" y="771"/>
                    </a:lnTo>
                    <a:lnTo>
                      <a:pt x="2836" y="871"/>
                    </a:lnTo>
                    <a:lnTo>
                      <a:pt x="2985" y="995"/>
                    </a:lnTo>
                    <a:lnTo>
                      <a:pt x="3109" y="1145"/>
                    </a:lnTo>
                    <a:lnTo>
                      <a:pt x="3209" y="1294"/>
                    </a:lnTo>
                    <a:lnTo>
                      <a:pt x="3259" y="1493"/>
                    </a:lnTo>
                    <a:lnTo>
                      <a:pt x="3283" y="1692"/>
                    </a:lnTo>
                    <a:lnTo>
                      <a:pt x="3283" y="3234"/>
                    </a:lnTo>
                    <a:lnTo>
                      <a:pt x="1269" y="3234"/>
                    </a:lnTo>
                    <a:lnTo>
                      <a:pt x="1269" y="1692"/>
                    </a:lnTo>
                    <a:lnTo>
                      <a:pt x="1294" y="1493"/>
                    </a:lnTo>
                    <a:lnTo>
                      <a:pt x="1343" y="1294"/>
                    </a:lnTo>
                    <a:lnTo>
                      <a:pt x="1443" y="1145"/>
                    </a:lnTo>
                    <a:lnTo>
                      <a:pt x="1567" y="995"/>
                    </a:lnTo>
                    <a:lnTo>
                      <a:pt x="1716" y="871"/>
                    </a:lnTo>
                    <a:lnTo>
                      <a:pt x="1891" y="771"/>
                    </a:lnTo>
                    <a:lnTo>
                      <a:pt x="2065" y="722"/>
                    </a:lnTo>
                    <a:lnTo>
                      <a:pt x="2264" y="697"/>
                    </a:lnTo>
                    <a:close/>
                    <a:moveTo>
                      <a:pt x="2114" y="0"/>
                    </a:moveTo>
                    <a:lnTo>
                      <a:pt x="1940" y="25"/>
                    </a:lnTo>
                    <a:lnTo>
                      <a:pt x="1766" y="75"/>
                    </a:lnTo>
                    <a:lnTo>
                      <a:pt x="1617" y="125"/>
                    </a:lnTo>
                    <a:lnTo>
                      <a:pt x="1468" y="199"/>
                    </a:lnTo>
                    <a:lnTo>
                      <a:pt x="1319" y="299"/>
                    </a:lnTo>
                    <a:lnTo>
                      <a:pt x="1194" y="398"/>
                    </a:lnTo>
                    <a:lnTo>
                      <a:pt x="1070" y="498"/>
                    </a:lnTo>
                    <a:lnTo>
                      <a:pt x="970" y="622"/>
                    </a:lnTo>
                    <a:lnTo>
                      <a:pt x="871" y="747"/>
                    </a:lnTo>
                    <a:lnTo>
                      <a:pt x="796" y="896"/>
                    </a:lnTo>
                    <a:lnTo>
                      <a:pt x="722" y="1045"/>
                    </a:lnTo>
                    <a:lnTo>
                      <a:pt x="672" y="1194"/>
                    </a:lnTo>
                    <a:lnTo>
                      <a:pt x="622" y="1344"/>
                    </a:lnTo>
                    <a:lnTo>
                      <a:pt x="597" y="1518"/>
                    </a:lnTo>
                    <a:lnTo>
                      <a:pt x="572" y="1692"/>
                    </a:lnTo>
                    <a:lnTo>
                      <a:pt x="572" y="3234"/>
                    </a:lnTo>
                    <a:lnTo>
                      <a:pt x="0" y="3234"/>
                    </a:lnTo>
                    <a:lnTo>
                      <a:pt x="0" y="6741"/>
                    </a:lnTo>
                    <a:lnTo>
                      <a:pt x="4552" y="6741"/>
                    </a:lnTo>
                    <a:lnTo>
                      <a:pt x="4552" y="3234"/>
                    </a:lnTo>
                    <a:lnTo>
                      <a:pt x="3955" y="3234"/>
                    </a:lnTo>
                    <a:lnTo>
                      <a:pt x="3955" y="1692"/>
                    </a:lnTo>
                    <a:lnTo>
                      <a:pt x="3955" y="1518"/>
                    </a:lnTo>
                    <a:lnTo>
                      <a:pt x="3930" y="1344"/>
                    </a:lnTo>
                    <a:lnTo>
                      <a:pt x="3880" y="1194"/>
                    </a:lnTo>
                    <a:lnTo>
                      <a:pt x="3831" y="1045"/>
                    </a:lnTo>
                    <a:lnTo>
                      <a:pt x="3756" y="896"/>
                    </a:lnTo>
                    <a:lnTo>
                      <a:pt x="3681" y="747"/>
                    </a:lnTo>
                    <a:lnTo>
                      <a:pt x="3582" y="622"/>
                    </a:lnTo>
                    <a:lnTo>
                      <a:pt x="3482" y="498"/>
                    </a:lnTo>
                    <a:lnTo>
                      <a:pt x="3358" y="398"/>
                    </a:lnTo>
                    <a:lnTo>
                      <a:pt x="3209" y="299"/>
                    </a:lnTo>
                    <a:lnTo>
                      <a:pt x="3084" y="199"/>
                    </a:lnTo>
                    <a:lnTo>
                      <a:pt x="2935" y="125"/>
                    </a:lnTo>
                    <a:lnTo>
                      <a:pt x="2786" y="75"/>
                    </a:lnTo>
                    <a:lnTo>
                      <a:pt x="2612" y="25"/>
                    </a:lnTo>
                    <a:lnTo>
                      <a:pt x="243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3956576" y="1796038"/>
                <a:ext cx="478986" cy="312829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15173" extrusionOk="0">
                    <a:moveTo>
                      <a:pt x="1" y="0"/>
                    </a:moveTo>
                    <a:lnTo>
                      <a:pt x="1" y="15173"/>
                    </a:lnTo>
                    <a:lnTo>
                      <a:pt x="23231" y="15173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3956576" y="1796038"/>
                <a:ext cx="478986" cy="144116"/>
              </a:xfrm>
              <a:custGeom>
                <a:avLst/>
                <a:gdLst/>
                <a:ahLst/>
                <a:cxnLst/>
                <a:rect l="l" t="t" r="r" b="b"/>
                <a:pathLst>
                  <a:path w="23232" h="6990" extrusionOk="0">
                    <a:moveTo>
                      <a:pt x="1" y="0"/>
                    </a:moveTo>
                    <a:lnTo>
                      <a:pt x="11616" y="6990"/>
                    </a:lnTo>
                    <a:lnTo>
                      <a:pt x="232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4100781" y="3340103"/>
                <a:ext cx="241039" cy="227700"/>
              </a:xfrm>
              <a:custGeom>
                <a:avLst/>
                <a:gdLst/>
                <a:ahLst/>
                <a:cxnLst/>
                <a:rect l="l" t="t" r="r" b="b"/>
                <a:pathLst>
                  <a:path w="11691" h="11044" extrusionOk="0">
                    <a:moveTo>
                      <a:pt x="1" y="0"/>
                    </a:moveTo>
                    <a:lnTo>
                      <a:pt x="1" y="11044"/>
                    </a:lnTo>
                    <a:lnTo>
                      <a:pt x="11691" y="11044"/>
                    </a:lnTo>
                    <a:lnTo>
                      <a:pt x="1169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>
                <a:off x="4001302" y="3559061"/>
                <a:ext cx="43999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1021" extrusionOk="0">
                    <a:moveTo>
                      <a:pt x="1" y="1"/>
                    </a:moveTo>
                    <a:lnTo>
                      <a:pt x="1" y="1021"/>
                    </a:lnTo>
                    <a:lnTo>
                      <a:pt x="21341" y="1021"/>
                    </a:lnTo>
                    <a:lnTo>
                      <a:pt x="2134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3599776" y="2531918"/>
                <a:ext cx="1243050" cy="830246"/>
              </a:xfrm>
              <a:custGeom>
                <a:avLst/>
                <a:gdLst/>
                <a:ahLst/>
                <a:cxnLst/>
                <a:rect l="l" t="t" r="r" b="b"/>
                <a:pathLst>
                  <a:path w="60291" h="40269" extrusionOk="0">
                    <a:moveTo>
                      <a:pt x="971" y="0"/>
                    </a:moveTo>
                    <a:lnTo>
                      <a:pt x="772" y="25"/>
                    </a:lnTo>
                    <a:lnTo>
                      <a:pt x="597" y="75"/>
                    </a:lnTo>
                    <a:lnTo>
                      <a:pt x="423" y="174"/>
                    </a:lnTo>
                    <a:lnTo>
                      <a:pt x="299" y="274"/>
                    </a:lnTo>
                    <a:lnTo>
                      <a:pt x="175" y="423"/>
                    </a:lnTo>
                    <a:lnTo>
                      <a:pt x="75" y="597"/>
                    </a:lnTo>
                    <a:lnTo>
                      <a:pt x="25" y="771"/>
                    </a:lnTo>
                    <a:lnTo>
                      <a:pt x="1" y="970"/>
                    </a:lnTo>
                    <a:lnTo>
                      <a:pt x="1" y="39299"/>
                    </a:lnTo>
                    <a:lnTo>
                      <a:pt x="25" y="39498"/>
                    </a:lnTo>
                    <a:lnTo>
                      <a:pt x="75" y="39672"/>
                    </a:lnTo>
                    <a:lnTo>
                      <a:pt x="175" y="39846"/>
                    </a:lnTo>
                    <a:lnTo>
                      <a:pt x="299" y="39995"/>
                    </a:lnTo>
                    <a:lnTo>
                      <a:pt x="423" y="40095"/>
                    </a:lnTo>
                    <a:lnTo>
                      <a:pt x="597" y="40194"/>
                    </a:lnTo>
                    <a:lnTo>
                      <a:pt x="772" y="40244"/>
                    </a:lnTo>
                    <a:lnTo>
                      <a:pt x="971" y="40269"/>
                    </a:lnTo>
                    <a:lnTo>
                      <a:pt x="59321" y="40269"/>
                    </a:lnTo>
                    <a:lnTo>
                      <a:pt x="59520" y="40244"/>
                    </a:lnTo>
                    <a:lnTo>
                      <a:pt x="59719" y="40194"/>
                    </a:lnTo>
                    <a:lnTo>
                      <a:pt x="59868" y="40095"/>
                    </a:lnTo>
                    <a:lnTo>
                      <a:pt x="60017" y="39995"/>
                    </a:lnTo>
                    <a:lnTo>
                      <a:pt x="60142" y="39846"/>
                    </a:lnTo>
                    <a:lnTo>
                      <a:pt x="60216" y="39672"/>
                    </a:lnTo>
                    <a:lnTo>
                      <a:pt x="60266" y="39498"/>
                    </a:lnTo>
                    <a:lnTo>
                      <a:pt x="60291" y="39299"/>
                    </a:lnTo>
                    <a:lnTo>
                      <a:pt x="60291" y="970"/>
                    </a:lnTo>
                    <a:lnTo>
                      <a:pt x="60266" y="771"/>
                    </a:lnTo>
                    <a:lnTo>
                      <a:pt x="60216" y="597"/>
                    </a:lnTo>
                    <a:lnTo>
                      <a:pt x="60142" y="423"/>
                    </a:lnTo>
                    <a:lnTo>
                      <a:pt x="60017" y="274"/>
                    </a:lnTo>
                    <a:lnTo>
                      <a:pt x="59868" y="174"/>
                    </a:lnTo>
                    <a:lnTo>
                      <a:pt x="59719" y="75"/>
                    </a:lnTo>
                    <a:lnTo>
                      <a:pt x="59520" y="25"/>
                    </a:lnTo>
                    <a:lnTo>
                      <a:pt x="5932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3642331" y="2586781"/>
                <a:ext cx="1157941" cy="664626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2236" extrusionOk="0">
                    <a:moveTo>
                      <a:pt x="1" y="1"/>
                    </a:moveTo>
                    <a:lnTo>
                      <a:pt x="1" y="32235"/>
                    </a:lnTo>
                    <a:lnTo>
                      <a:pt x="56163" y="32235"/>
                    </a:lnTo>
                    <a:lnTo>
                      <a:pt x="561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3642331" y="2649871"/>
                <a:ext cx="1157941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3035" extrusionOk="0">
                    <a:moveTo>
                      <a:pt x="1" y="0"/>
                    </a:moveTo>
                    <a:lnTo>
                      <a:pt x="1" y="3034"/>
                    </a:lnTo>
                    <a:lnTo>
                      <a:pt x="56163" y="3034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3642331" y="3130877"/>
                <a:ext cx="1157941" cy="16948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822" extrusionOk="0">
                    <a:moveTo>
                      <a:pt x="1" y="0"/>
                    </a:moveTo>
                    <a:lnTo>
                      <a:pt x="1" y="821"/>
                    </a:lnTo>
                    <a:lnTo>
                      <a:pt x="56163" y="821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3642331" y="3186771"/>
                <a:ext cx="1157941" cy="16432"/>
              </a:xfrm>
              <a:custGeom>
                <a:avLst/>
                <a:gdLst/>
                <a:ahLst/>
                <a:cxnLst/>
                <a:rect l="l" t="t" r="r" b="b"/>
                <a:pathLst>
                  <a:path w="56163" h="797" extrusionOk="0">
                    <a:moveTo>
                      <a:pt x="1" y="0"/>
                    </a:moveTo>
                    <a:lnTo>
                      <a:pt x="1" y="796"/>
                    </a:lnTo>
                    <a:lnTo>
                      <a:pt x="56163" y="796"/>
                    </a:lnTo>
                    <a:lnTo>
                      <a:pt x="56163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3711564" y="2784214"/>
                <a:ext cx="389238" cy="293346"/>
              </a:xfrm>
              <a:custGeom>
                <a:avLst/>
                <a:gdLst/>
                <a:ahLst/>
                <a:cxnLst/>
                <a:rect l="l" t="t" r="r" b="b"/>
                <a:pathLst>
                  <a:path w="18879" h="14228" extrusionOk="0">
                    <a:moveTo>
                      <a:pt x="1" y="1"/>
                    </a:moveTo>
                    <a:lnTo>
                      <a:pt x="1" y="14228"/>
                    </a:lnTo>
                    <a:lnTo>
                      <a:pt x="18879" y="14228"/>
                    </a:lnTo>
                    <a:lnTo>
                      <a:pt x="18879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15"/>
              <p:cNvSpPr/>
              <p:nvPr/>
            </p:nvSpPr>
            <p:spPr>
              <a:xfrm>
                <a:off x="4189498" y="2784214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5"/>
              <p:cNvSpPr/>
              <p:nvPr/>
            </p:nvSpPr>
            <p:spPr>
              <a:xfrm>
                <a:off x="4189498" y="2823181"/>
                <a:ext cx="540014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26191" y="548"/>
                    </a:lnTo>
                    <a:lnTo>
                      <a:pt x="26191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4189498" y="2862169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17536" y="547"/>
                    </a:lnTo>
                    <a:lnTo>
                      <a:pt x="17536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>
                <a:off x="4189498" y="2901136"/>
                <a:ext cx="361548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8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>
                <a:off x="4189498" y="2940103"/>
                <a:ext cx="361548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17536" h="549" extrusionOk="0">
                    <a:moveTo>
                      <a:pt x="1" y="1"/>
                    </a:moveTo>
                    <a:lnTo>
                      <a:pt x="1" y="548"/>
                    </a:lnTo>
                    <a:lnTo>
                      <a:pt x="17536" y="548"/>
                    </a:lnTo>
                    <a:lnTo>
                      <a:pt x="17536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4616672" y="2862169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0"/>
                    </a:moveTo>
                    <a:lnTo>
                      <a:pt x="0" y="547"/>
                    </a:lnTo>
                    <a:lnTo>
                      <a:pt x="5472" y="547"/>
                    </a:lnTo>
                    <a:lnTo>
                      <a:pt x="5472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4616672" y="2901136"/>
                <a:ext cx="112840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8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>
                <a:off x="4616672" y="2940103"/>
                <a:ext cx="112840" cy="11319"/>
              </a:xfrm>
              <a:custGeom>
                <a:avLst/>
                <a:gdLst/>
                <a:ahLst/>
                <a:cxnLst/>
                <a:rect l="l" t="t" r="r" b="b"/>
                <a:pathLst>
                  <a:path w="5473" h="549" extrusionOk="0">
                    <a:moveTo>
                      <a:pt x="0" y="1"/>
                    </a:moveTo>
                    <a:lnTo>
                      <a:pt x="0" y="548"/>
                    </a:lnTo>
                    <a:lnTo>
                      <a:pt x="5472" y="548"/>
                    </a:lnTo>
                    <a:lnTo>
                      <a:pt x="5472" y="1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>
                <a:off x="4189498" y="2979091"/>
                <a:ext cx="540014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6192" h="548" extrusionOk="0">
                    <a:moveTo>
                      <a:pt x="1" y="0"/>
                    </a:moveTo>
                    <a:lnTo>
                      <a:pt x="1" y="547"/>
                    </a:lnTo>
                    <a:lnTo>
                      <a:pt x="26191" y="547"/>
                    </a:lnTo>
                    <a:lnTo>
                      <a:pt x="26191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4189498" y="3018058"/>
                <a:ext cx="427195" cy="10783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23" extrusionOk="0">
                    <a:moveTo>
                      <a:pt x="1" y="0"/>
                    </a:moveTo>
                    <a:lnTo>
                      <a:pt x="1" y="523"/>
                    </a:lnTo>
                    <a:lnTo>
                      <a:pt x="20719" y="523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4189498" y="3066262"/>
                <a:ext cx="427195" cy="11298"/>
              </a:xfrm>
              <a:custGeom>
                <a:avLst/>
                <a:gdLst/>
                <a:ahLst/>
                <a:cxnLst/>
                <a:rect l="l" t="t" r="r" b="b"/>
                <a:pathLst>
                  <a:path w="20720" h="548" extrusionOk="0">
                    <a:moveTo>
                      <a:pt x="1" y="0"/>
                    </a:moveTo>
                    <a:lnTo>
                      <a:pt x="1" y="548"/>
                    </a:lnTo>
                    <a:lnTo>
                      <a:pt x="20719" y="548"/>
                    </a:lnTo>
                    <a:lnTo>
                      <a:pt x="20719" y="0"/>
                    </a:lnTo>
                    <a:close/>
                  </a:path>
                </a:pathLst>
              </a:custGeom>
              <a:solidFill>
                <a:srgbClr val="D1D1D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1268961" y="2030913"/>
                <a:ext cx="410268" cy="256935"/>
              </a:xfrm>
              <a:custGeom>
                <a:avLst/>
                <a:gdLst/>
                <a:ahLst/>
                <a:cxnLst/>
                <a:rect l="l" t="t" r="r" b="b"/>
                <a:pathLst>
                  <a:path w="19899" h="12462" extrusionOk="0">
                    <a:moveTo>
                      <a:pt x="1" y="0"/>
                    </a:moveTo>
                    <a:lnTo>
                      <a:pt x="1" y="12461"/>
                    </a:lnTo>
                    <a:lnTo>
                      <a:pt x="19899" y="12461"/>
                    </a:lnTo>
                    <a:lnTo>
                      <a:pt x="1989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1299743" y="2243211"/>
                <a:ext cx="121045" cy="153848"/>
              </a:xfrm>
              <a:custGeom>
                <a:avLst/>
                <a:gdLst/>
                <a:ahLst/>
                <a:cxnLst/>
                <a:rect l="l" t="t" r="r" b="b"/>
                <a:pathLst>
                  <a:path w="5871" h="7462" extrusionOk="0">
                    <a:moveTo>
                      <a:pt x="5870" y="0"/>
                    </a:moveTo>
                    <a:lnTo>
                      <a:pt x="0" y="722"/>
                    </a:lnTo>
                    <a:lnTo>
                      <a:pt x="0" y="7462"/>
                    </a:lnTo>
                    <a:lnTo>
                      <a:pt x="587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15"/>
              <p:cNvSpPr/>
              <p:nvPr/>
            </p:nvSpPr>
            <p:spPr>
              <a:xfrm>
                <a:off x="1400253" y="2070395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15"/>
              <p:cNvSpPr/>
              <p:nvPr/>
            </p:nvSpPr>
            <p:spPr>
              <a:xfrm>
                <a:off x="1517670" y="2121155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1517670" y="2172431"/>
                <a:ext cx="109252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5299" h="772" extrusionOk="0">
                    <a:moveTo>
                      <a:pt x="1" y="1"/>
                    </a:moveTo>
                    <a:lnTo>
                      <a:pt x="1" y="772"/>
                    </a:lnTo>
                    <a:lnTo>
                      <a:pt x="5299" y="772"/>
                    </a:lnTo>
                    <a:lnTo>
                      <a:pt x="529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>
                <a:off x="1400253" y="2223212"/>
                <a:ext cx="226669" cy="15917"/>
              </a:xfrm>
              <a:custGeom>
                <a:avLst/>
                <a:gdLst/>
                <a:ahLst/>
                <a:cxnLst/>
                <a:rect l="l" t="t" r="r" b="b"/>
                <a:pathLst>
                  <a:path w="10994" h="772" extrusionOk="0">
                    <a:moveTo>
                      <a:pt x="0" y="0"/>
                    </a:moveTo>
                    <a:lnTo>
                      <a:pt x="0" y="771"/>
                    </a:lnTo>
                    <a:lnTo>
                      <a:pt x="10994" y="771"/>
                    </a:lnTo>
                    <a:lnTo>
                      <a:pt x="1099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997696" y="1942196"/>
                <a:ext cx="478470" cy="299490"/>
              </a:xfrm>
              <a:custGeom>
                <a:avLst/>
                <a:gdLst/>
                <a:ahLst/>
                <a:cxnLst/>
                <a:rect l="l" t="t" r="r" b="b"/>
                <a:pathLst>
                  <a:path w="23207" h="14526" extrusionOk="0">
                    <a:moveTo>
                      <a:pt x="0" y="0"/>
                    </a:moveTo>
                    <a:lnTo>
                      <a:pt x="0" y="14526"/>
                    </a:lnTo>
                    <a:lnTo>
                      <a:pt x="23206" y="14526"/>
                    </a:lnTo>
                    <a:lnTo>
                      <a:pt x="2320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1033591" y="2189358"/>
                <a:ext cx="141560" cy="179496"/>
              </a:xfrm>
              <a:custGeom>
                <a:avLst/>
                <a:gdLst/>
                <a:ahLst/>
                <a:cxnLst/>
                <a:rect l="l" t="t" r="r" b="b"/>
                <a:pathLst>
                  <a:path w="6866" h="8706" extrusionOk="0">
                    <a:moveTo>
                      <a:pt x="6865" y="1"/>
                    </a:moveTo>
                    <a:lnTo>
                      <a:pt x="0" y="821"/>
                    </a:lnTo>
                    <a:lnTo>
                      <a:pt x="0" y="8706"/>
                    </a:lnTo>
                    <a:lnTo>
                      <a:pt x="686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1058724" y="1987822"/>
                <a:ext cx="356415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1243333" y="2047304"/>
                <a:ext cx="171806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8332" y="896"/>
                    </a:lnTo>
                    <a:lnTo>
                      <a:pt x="833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1243333" y="2106290"/>
                <a:ext cx="171806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8333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8332" y="921"/>
                    </a:lnTo>
                    <a:lnTo>
                      <a:pt x="833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1058724" y="2047304"/>
                <a:ext cx="134880" cy="18494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897" extrusionOk="0">
                    <a:moveTo>
                      <a:pt x="0" y="1"/>
                    </a:moveTo>
                    <a:lnTo>
                      <a:pt x="0" y="896"/>
                    </a:lnTo>
                    <a:lnTo>
                      <a:pt x="6542" y="896"/>
                    </a:lnTo>
                    <a:lnTo>
                      <a:pt x="65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1058724" y="2106290"/>
                <a:ext cx="134880" cy="18989"/>
              </a:xfrm>
              <a:custGeom>
                <a:avLst/>
                <a:gdLst/>
                <a:ahLst/>
                <a:cxnLst/>
                <a:rect l="l" t="t" r="r" b="b"/>
                <a:pathLst>
                  <a:path w="6542" h="921" extrusionOk="0">
                    <a:moveTo>
                      <a:pt x="0" y="0"/>
                    </a:moveTo>
                    <a:lnTo>
                      <a:pt x="0" y="921"/>
                    </a:lnTo>
                    <a:lnTo>
                      <a:pt x="6542" y="921"/>
                    </a:lnTo>
                    <a:lnTo>
                      <a:pt x="65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1058724" y="2165772"/>
                <a:ext cx="356415" cy="18473"/>
              </a:xfrm>
              <a:custGeom>
                <a:avLst/>
                <a:gdLst/>
                <a:ahLst/>
                <a:cxnLst/>
                <a:rect l="l" t="t" r="r" b="b"/>
                <a:pathLst>
                  <a:path w="17287" h="896" extrusionOk="0">
                    <a:moveTo>
                      <a:pt x="0" y="0"/>
                    </a:moveTo>
                    <a:lnTo>
                      <a:pt x="0" y="896"/>
                    </a:lnTo>
                    <a:lnTo>
                      <a:pt x="17286" y="896"/>
                    </a:lnTo>
                    <a:lnTo>
                      <a:pt x="17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1506392" y="2733969"/>
                <a:ext cx="62595" cy="62574"/>
              </a:xfrm>
              <a:custGeom>
                <a:avLst/>
                <a:gdLst/>
                <a:ahLst/>
                <a:cxnLst/>
                <a:rect l="l" t="t" r="r" b="b"/>
                <a:pathLst>
                  <a:path w="3036" h="3035" fill="none" extrusionOk="0">
                    <a:moveTo>
                      <a:pt x="1" y="1517"/>
                    </a:moveTo>
                    <a:lnTo>
                      <a:pt x="1" y="1517"/>
                    </a:lnTo>
                    <a:lnTo>
                      <a:pt x="1" y="1368"/>
                    </a:lnTo>
                    <a:lnTo>
                      <a:pt x="26" y="1219"/>
                    </a:lnTo>
                    <a:lnTo>
                      <a:pt x="50" y="1070"/>
                    </a:lnTo>
                    <a:lnTo>
                      <a:pt x="100" y="920"/>
                    </a:lnTo>
                    <a:lnTo>
                      <a:pt x="249" y="672"/>
                    </a:lnTo>
                    <a:lnTo>
                      <a:pt x="448" y="448"/>
                    </a:lnTo>
                    <a:lnTo>
                      <a:pt x="672" y="249"/>
                    </a:lnTo>
                    <a:lnTo>
                      <a:pt x="921" y="100"/>
                    </a:lnTo>
                    <a:lnTo>
                      <a:pt x="1070" y="50"/>
                    </a:lnTo>
                    <a:lnTo>
                      <a:pt x="1219" y="25"/>
                    </a:lnTo>
                    <a:lnTo>
                      <a:pt x="1369" y="0"/>
                    </a:lnTo>
                    <a:lnTo>
                      <a:pt x="1518" y="0"/>
                    </a:lnTo>
                    <a:lnTo>
                      <a:pt x="1518" y="0"/>
                    </a:lnTo>
                    <a:lnTo>
                      <a:pt x="1667" y="0"/>
                    </a:lnTo>
                    <a:lnTo>
                      <a:pt x="1816" y="25"/>
                    </a:lnTo>
                    <a:lnTo>
                      <a:pt x="1966" y="50"/>
                    </a:lnTo>
                    <a:lnTo>
                      <a:pt x="2115" y="100"/>
                    </a:lnTo>
                    <a:lnTo>
                      <a:pt x="2364" y="249"/>
                    </a:lnTo>
                    <a:lnTo>
                      <a:pt x="2587" y="448"/>
                    </a:lnTo>
                    <a:lnTo>
                      <a:pt x="2786" y="672"/>
                    </a:lnTo>
                    <a:lnTo>
                      <a:pt x="2936" y="920"/>
                    </a:lnTo>
                    <a:lnTo>
                      <a:pt x="2985" y="1070"/>
                    </a:lnTo>
                    <a:lnTo>
                      <a:pt x="3010" y="1219"/>
                    </a:lnTo>
                    <a:lnTo>
                      <a:pt x="3035" y="1368"/>
                    </a:lnTo>
                    <a:lnTo>
                      <a:pt x="3035" y="1517"/>
                    </a:lnTo>
                    <a:lnTo>
                      <a:pt x="3035" y="1517"/>
                    </a:lnTo>
                    <a:lnTo>
                      <a:pt x="3035" y="1667"/>
                    </a:lnTo>
                    <a:lnTo>
                      <a:pt x="3010" y="1816"/>
                    </a:lnTo>
                    <a:lnTo>
                      <a:pt x="2985" y="1965"/>
                    </a:lnTo>
                    <a:lnTo>
                      <a:pt x="2936" y="2114"/>
                    </a:lnTo>
                    <a:lnTo>
                      <a:pt x="2786" y="2363"/>
                    </a:lnTo>
                    <a:lnTo>
                      <a:pt x="2587" y="2587"/>
                    </a:lnTo>
                    <a:lnTo>
                      <a:pt x="2364" y="2786"/>
                    </a:lnTo>
                    <a:lnTo>
                      <a:pt x="2115" y="2910"/>
                    </a:lnTo>
                    <a:lnTo>
                      <a:pt x="1966" y="2985"/>
                    </a:lnTo>
                    <a:lnTo>
                      <a:pt x="1816" y="3010"/>
                    </a:lnTo>
                    <a:lnTo>
                      <a:pt x="1667" y="3035"/>
                    </a:lnTo>
                    <a:lnTo>
                      <a:pt x="1518" y="3035"/>
                    </a:lnTo>
                    <a:lnTo>
                      <a:pt x="1518" y="3035"/>
                    </a:lnTo>
                    <a:lnTo>
                      <a:pt x="1369" y="3035"/>
                    </a:lnTo>
                    <a:lnTo>
                      <a:pt x="1219" y="3010"/>
                    </a:lnTo>
                    <a:lnTo>
                      <a:pt x="1070" y="2985"/>
                    </a:lnTo>
                    <a:lnTo>
                      <a:pt x="921" y="2910"/>
                    </a:lnTo>
                    <a:lnTo>
                      <a:pt x="672" y="2786"/>
                    </a:lnTo>
                    <a:lnTo>
                      <a:pt x="448" y="2587"/>
                    </a:lnTo>
                    <a:lnTo>
                      <a:pt x="249" y="2363"/>
                    </a:lnTo>
                    <a:lnTo>
                      <a:pt x="100" y="2114"/>
                    </a:lnTo>
                    <a:lnTo>
                      <a:pt x="50" y="1965"/>
                    </a:lnTo>
                    <a:lnTo>
                      <a:pt x="26" y="1816"/>
                    </a:lnTo>
                    <a:lnTo>
                      <a:pt x="1" y="1667"/>
                    </a:lnTo>
                    <a:lnTo>
                      <a:pt x="1" y="1517"/>
                    </a:lnTo>
                    <a:lnTo>
                      <a:pt x="1" y="1517"/>
                    </a:lnTo>
                    <a:close/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5"/>
              <p:cNvSpPr/>
              <p:nvPr/>
            </p:nvSpPr>
            <p:spPr>
              <a:xfrm>
                <a:off x="1411015" y="2328341"/>
                <a:ext cx="126674" cy="405649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19675" fill="none" extrusionOk="0">
                    <a:moveTo>
                      <a:pt x="0" y="0"/>
                    </a:moveTo>
                    <a:lnTo>
                      <a:pt x="0" y="8482"/>
                    </a:lnTo>
                    <a:lnTo>
                      <a:pt x="6144" y="11615"/>
                    </a:lnTo>
                    <a:lnTo>
                      <a:pt x="6144" y="19674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5"/>
              <p:cNvSpPr/>
              <p:nvPr/>
            </p:nvSpPr>
            <p:spPr>
              <a:xfrm>
                <a:off x="1466909" y="2287827"/>
                <a:ext cx="46183" cy="387691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8804" fill="none" extrusionOk="0">
                    <a:moveTo>
                      <a:pt x="1" y="18804"/>
                    </a:moveTo>
                    <a:lnTo>
                      <a:pt x="1" y="8929"/>
                    </a:lnTo>
                    <a:lnTo>
                      <a:pt x="2239" y="7512"/>
                    </a:lnTo>
                    <a:lnTo>
                      <a:pt x="2239" y="0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1466909" y="2749350"/>
                <a:ext cx="21" cy="157456"/>
              </a:xfrm>
              <a:custGeom>
                <a:avLst/>
                <a:gdLst/>
                <a:ahLst/>
                <a:cxnLst/>
                <a:rect l="l" t="t" r="r" b="b"/>
                <a:pathLst>
                  <a:path w="1" h="7637" fill="none" extrusionOk="0">
                    <a:moveTo>
                      <a:pt x="1" y="0"/>
                    </a:moveTo>
                    <a:lnTo>
                      <a:pt x="1" y="7636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5"/>
              <p:cNvSpPr/>
              <p:nvPr/>
            </p:nvSpPr>
            <p:spPr>
              <a:xfrm>
                <a:off x="1466909" y="2983689"/>
                <a:ext cx="21" cy="54904"/>
              </a:xfrm>
              <a:custGeom>
                <a:avLst/>
                <a:gdLst/>
                <a:ahLst/>
                <a:cxnLst/>
                <a:rect l="l" t="t" r="r" b="b"/>
                <a:pathLst>
                  <a:path w="1" h="2663" fill="none" extrusionOk="0">
                    <a:moveTo>
                      <a:pt x="1" y="1"/>
                    </a:moveTo>
                    <a:lnTo>
                      <a:pt x="1" y="2662"/>
                    </a:lnTo>
                  </a:path>
                </a:pathLst>
              </a:custGeom>
              <a:noFill/>
              <a:ln w="23625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5" name="Google Shape;225;p15"/>
            <p:cNvSpPr/>
            <p:nvPr/>
          </p:nvSpPr>
          <p:spPr>
            <a:xfrm>
              <a:off x="2897110" y="1017082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1125181" y="1473122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790781" y="3096605"/>
              <a:ext cx="90300" cy="90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4107158" y="1563464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4739527" y="2628883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3998124" y="4018260"/>
              <a:ext cx="90343" cy="90343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 txBox="1">
            <a:spLocks noGrp="1"/>
          </p:cNvSpPr>
          <p:nvPr>
            <p:ph type="title"/>
          </p:nvPr>
        </p:nvSpPr>
        <p:spPr>
          <a:xfrm>
            <a:off x="457200" y="411474"/>
            <a:ext cx="8229600" cy="687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Subject :</a:t>
            </a:r>
            <a:br>
              <a:rPr lang="en" dirty="0"/>
            </a:br>
            <a:r>
              <a:rPr lang="en" dirty="0"/>
              <a:t>Social Media</a:t>
            </a:r>
            <a:endParaRPr dirty="0"/>
          </a:p>
        </p:txBody>
      </p:sp>
      <p:grpSp>
        <p:nvGrpSpPr>
          <p:cNvPr id="2" name="Google Shape;214;p24">
            <a:extLst>
              <a:ext uri="{FF2B5EF4-FFF2-40B4-BE49-F238E27FC236}">
                <a16:creationId xmlns:a16="http://schemas.microsoft.com/office/drawing/2014/main" id="{08C91E2B-F0D3-74EF-7EEB-45DBD43798A3}"/>
              </a:ext>
            </a:extLst>
          </p:cNvPr>
          <p:cNvGrpSpPr/>
          <p:nvPr/>
        </p:nvGrpSpPr>
        <p:grpSpPr>
          <a:xfrm>
            <a:off x="5395050" y="906012"/>
            <a:ext cx="3514058" cy="3854110"/>
            <a:chOff x="4829618" y="444769"/>
            <a:chExt cx="3865733" cy="4253962"/>
          </a:xfrm>
        </p:grpSpPr>
        <p:grpSp>
          <p:nvGrpSpPr>
            <p:cNvPr id="3" name="Google Shape;215;p24">
              <a:extLst>
                <a:ext uri="{FF2B5EF4-FFF2-40B4-BE49-F238E27FC236}">
                  <a16:creationId xmlns:a16="http://schemas.microsoft.com/office/drawing/2014/main" id="{7CAEA814-DC3F-A12C-08C7-0B9C87CB1A77}"/>
                </a:ext>
              </a:extLst>
            </p:cNvPr>
            <p:cNvGrpSpPr/>
            <p:nvPr/>
          </p:nvGrpSpPr>
          <p:grpSpPr>
            <a:xfrm>
              <a:off x="4829618" y="444769"/>
              <a:ext cx="3301091" cy="4253962"/>
              <a:chOff x="4413163" y="620650"/>
              <a:chExt cx="3232244" cy="4165242"/>
            </a:xfrm>
          </p:grpSpPr>
          <p:sp>
            <p:nvSpPr>
              <p:cNvPr id="9" name="Google Shape;216;p24">
                <a:extLst>
                  <a:ext uri="{FF2B5EF4-FFF2-40B4-BE49-F238E27FC236}">
                    <a16:creationId xmlns:a16="http://schemas.microsoft.com/office/drawing/2014/main" id="{DFD2E93B-4254-D80D-BBFA-DA80547A1950}"/>
                  </a:ext>
                </a:extLst>
              </p:cNvPr>
              <p:cNvSpPr/>
              <p:nvPr/>
            </p:nvSpPr>
            <p:spPr>
              <a:xfrm>
                <a:off x="7199724" y="2781605"/>
                <a:ext cx="342901" cy="626786"/>
              </a:xfrm>
              <a:custGeom>
                <a:avLst/>
                <a:gdLst/>
                <a:ahLst/>
                <a:cxnLst/>
                <a:rect l="l" t="t" r="r" b="b"/>
                <a:pathLst>
                  <a:path w="13143" h="24024" extrusionOk="0">
                    <a:moveTo>
                      <a:pt x="1029" y="1"/>
                    </a:moveTo>
                    <a:cubicBezTo>
                      <a:pt x="777" y="1"/>
                      <a:pt x="532" y="93"/>
                      <a:pt x="300" y="297"/>
                    </a:cubicBezTo>
                    <a:cubicBezTo>
                      <a:pt x="0" y="530"/>
                      <a:pt x="34" y="1498"/>
                      <a:pt x="34" y="1698"/>
                    </a:cubicBezTo>
                    <a:cubicBezTo>
                      <a:pt x="0" y="3299"/>
                      <a:pt x="134" y="4933"/>
                      <a:pt x="467" y="6501"/>
                    </a:cubicBezTo>
                    <a:cubicBezTo>
                      <a:pt x="834" y="8669"/>
                      <a:pt x="1468" y="10771"/>
                      <a:pt x="2369" y="12772"/>
                    </a:cubicBezTo>
                    <a:cubicBezTo>
                      <a:pt x="4737" y="17609"/>
                      <a:pt x="10841" y="18910"/>
                      <a:pt x="12909" y="23947"/>
                    </a:cubicBezTo>
                    <a:cubicBezTo>
                      <a:pt x="12938" y="24003"/>
                      <a:pt x="12972" y="24024"/>
                      <a:pt x="13004" y="24024"/>
                    </a:cubicBezTo>
                    <a:cubicBezTo>
                      <a:pt x="13049" y="24024"/>
                      <a:pt x="13090" y="23985"/>
                      <a:pt x="13110" y="23947"/>
                    </a:cubicBezTo>
                    <a:cubicBezTo>
                      <a:pt x="13143" y="23914"/>
                      <a:pt x="13143" y="23914"/>
                      <a:pt x="13143" y="23880"/>
                    </a:cubicBezTo>
                    <a:cubicBezTo>
                      <a:pt x="13010" y="23346"/>
                      <a:pt x="12843" y="22779"/>
                      <a:pt x="12676" y="22246"/>
                    </a:cubicBezTo>
                    <a:cubicBezTo>
                      <a:pt x="11142" y="17109"/>
                      <a:pt x="8873" y="12639"/>
                      <a:pt x="6438" y="7735"/>
                    </a:cubicBezTo>
                    <a:cubicBezTo>
                      <a:pt x="5871" y="6631"/>
                      <a:pt x="3168" y="1"/>
                      <a:pt x="1029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17;p24">
                <a:extLst>
                  <a:ext uri="{FF2B5EF4-FFF2-40B4-BE49-F238E27FC236}">
                    <a16:creationId xmlns:a16="http://schemas.microsoft.com/office/drawing/2014/main" id="{BE48A72E-0304-0630-9868-A3C6F2A81502}"/>
                  </a:ext>
                </a:extLst>
              </p:cNvPr>
              <p:cNvSpPr/>
              <p:nvPr/>
            </p:nvSpPr>
            <p:spPr>
              <a:xfrm>
                <a:off x="7226700" y="2854602"/>
                <a:ext cx="315924" cy="551777"/>
              </a:xfrm>
              <a:custGeom>
                <a:avLst/>
                <a:gdLst/>
                <a:ahLst/>
                <a:cxnLst/>
                <a:rect l="l" t="t" r="r" b="b"/>
                <a:pathLst>
                  <a:path w="12109" h="21149" extrusionOk="0">
                    <a:moveTo>
                      <a:pt x="1227" y="737"/>
                    </a:moveTo>
                    <a:cubicBezTo>
                      <a:pt x="1576" y="737"/>
                      <a:pt x="1882" y="1426"/>
                      <a:pt x="2002" y="1635"/>
                    </a:cubicBezTo>
                    <a:cubicBezTo>
                      <a:pt x="2235" y="2102"/>
                      <a:pt x="2469" y="2602"/>
                      <a:pt x="2736" y="3103"/>
                    </a:cubicBezTo>
                    <a:cubicBezTo>
                      <a:pt x="3203" y="4070"/>
                      <a:pt x="3636" y="5071"/>
                      <a:pt x="4103" y="6038"/>
                    </a:cubicBezTo>
                    <a:cubicBezTo>
                      <a:pt x="4937" y="7839"/>
                      <a:pt x="5838" y="9607"/>
                      <a:pt x="6872" y="11309"/>
                    </a:cubicBezTo>
                    <a:cubicBezTo>
                      <a:pt x="8306" y="13810"/>
                      <a:pt x="9774" y="16279"/>
                      <a:pt x="11042" y="18881"/>
                    </a:cubicBezTo>
                    <a:cubicBezTo>
                      <a:pt x="9607" y="16812"/>
                      <a:pt x="8006" y="14911"/>
                      <a:pt x="6238" y="13143"/>
                    </a:cubicBezTo>
                    <a:cubicBezTo>
                      <a:pt x="1601" y="8373"/>
                      <a:pt x="100" y="1268"/>
                      <a:pt x="1101" y="768"/>
                    </a:cubicBezTo>
                    <a:cubicBezTo>
                      <a:pt x="1143" y="747"/>
                      <a:pt x="1185" y="737"/>
                      <a:pt x="1227" y="737"/>
                    </a:cubicBezTo>
                    <a:close/>
                    <a:moveTo>
                      <a:pt x="1103" y="0"/>
                    </a:moveTo>
                    <a:cubicBezTo>
                      <a:pt x="1047" y="0"/>
                      <a:pt x="991" y="11"/>
                      <a:pt x="934" y="34"/>
                    </a:cubicBezTo>
                    <a:cubicBezTo>
                      <a:pt x="0" y="434"/>
                      <a:pt x="567" y="2869"/>
                      <a:pt x="667" y="3503"/>
                    </a:cubicBezTo>
                    <a:cubicBezTo>
                      <a:pt x="1368" y="6972"/>
                      <a:pt x="2936" y="9807"/>
                      <a:pt x="5271" y="12476"/>
                    </a:cubicBezTo>
                    <a:cubicBezTo>
                      <a:pt x="7606" y="15145"/>
                      <a:pt x="10141" y="17546"/>
                      <a:pt x="11875" y="20582"/>
                    </a:cubicBezTo>
                    <a:cubicBezTo>
                      <a:pt x="11942" y="20782"/>
                      <a:pt x="12009" y="20949"/>
                      <a:pt x="12109" y="21149"/>
                    </a:cubicBezTo>
                    <a:cubicBezTo>
                      <a:pt x="12109" y="21116"/>
                      <a:pt x="12109" y="21116"/>
                      <a:pt x="12109" y="21082"/>
                    </a:cubicBezTo>
                    <a:cubicBezTo>
                      <a:pt x="11976" y="20548"/>
                      <a:pt x="11809" y="19981"/>
                      <a:pt x="11642" y="19448"/>
                    </a:cubicBezTo>
                    <a:cubicBezTo>
                      <a:pt x="10608" y="17179"/>
                      <a:pt x="9307" y="15011"/>
                      <a:pt x="8039" y="12843"/>
                    </a:cubicBezTo>
                    <a:cubicBezTo>
                      <a:pt x="6038" y="9474"/>
                      <a:pt x="4403" y="5971"/>
                      <a:pt x="2702" y="2436"/>
                    </a:cubicBezTo>
                    <a:cubicBezTo>
                      <a:pt x="2485" y="2000"/>
                      <a:pt x="1861" y="0"/>
                      <a:pt x="11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18;p24">
                <a:extLst>
                  <a:ext uri="{FF2B5EF4-FFF2-40B4-BE49-F238E27FC236}">
                    <a16:creationId xmlns:a16="http://schemas.microsoft.com/office/drawing/2014/main" id="{87A9422E-6D09-E3FB-7F5C-0B0A89AEDB0C}"/>
                  </a:ext>
                </a:extLst>
              </p:cNvPr>
              <p:cNvSpPr/>
              <p:nvPr/>
            </p:nvSpPr>
            <p:spPr>
              <a:xfrm>
                <a:off x="7367685" y="2379416"/>
                <a:ext cx="157531" cy="728485"/>
              </a:xfrm>
              <a:custGeom>
                <a:avLst/>
                <a:gdLst/>
                <a:ahLst/>
                <a:cxnLst/>
                <a:rect l="l" t="t" r="r" b="b"/>
                <a:pathLst>
                  <a:path w="6038" h="27922" extrusionOk="0">
                    <a:moveTo>
                      <a:pt x="3559" y="0"/>
                    </a:moveTo>
                    <a:cubicBezTo>
                      <a:pt x="2124" y="0"/>
                      <a:pt x="1598" y="3213"/>
                      <a:pt x="1268" y="4171"/>
                    </a:cubicBezTo>
                    <a:cubicBezTo>
                      <a:pt x="434" y="6406"/>
                      <a:pt x="34" y="8741"/>
                      <a:pt x="0" y="11143"/>
                    </a:cubicBezTo>
                    <a:cubicBezTo>
                      <a:pt x="100" y="16480"/>
                      <a:pt x="4003" y="20583"/>
                      <a:pt x="4904" y="25753"/>
                    </a:cubicBezTo>
                    <a:cubicBezTo>
                      <a:pt x="4904" y="25753"/>
                      <a:pt x="4904" y="25787"/>
                      <a:pt x="4904" y="25787"/>
                    </a:cubicBezTo>
                    <a:cubicBezTo>
                      <a:pt x="4937" y="25887"/>
                      <a:pt x="4970" y="25987"/>
                      <a:pt x="4970" y="26053"/>
                    </a:cubicBezTo>
                    <a:cubicBezTo>
                      <a:pt x="5037" y="26520"/>
                      <a:pt x="5104" y="27021"/>
                      <a:pt x="5204" y="27488"/>
                    </a:cubicBezTo>
                    <a:lnTo>
                      <a:pt x="5271" y="27888"/>
                    </a:lnTo>
                    <a:cubicBezTo>
                      <a:pt x="5271" y="27921"/>
                      <a:pt x="5337" y="27921"/>
                      <a:pt x="5337" y="27921"/>
                    </a:cubicBezTo>
                    <a:cubicBezTo>
                      <a:pt x="5337" y="27921"/>
                      <a:pt x="5371" y="27888"/>
                      <a:pt x="5371" y="27888"/>
                    </a:cubicBezTo>
                    <a:cubicBezTo>
                      <a:pt x="5304" y="27121"/>
                      <a:pt x="5204" y="26387"/>
                      <a:pt x="5137" y="25620"/>
                    </a:cubicBezTo>
                    <a:cubicBezTo>
                      <a:pt x="4937" y="23285"/>
                      <a:pt x="4870" y="20950"/>
                      <a:pt x="5037" y="18581"/>
                    </a:cubicBezTo>
                    <a:cubicBezTo>
                      <a:pt x="5237" y="16013"/>
                      <a:pt x="5504" y="13511"/>
                      <a:pt x="5671" y="10876"/>
                    </a:cubicBezTo>
                    <a:cubicBezTo>
                      <a:pt x="5804" y="8207"/>
                      <a:pt x="6038" y="5372"/>
                      <a:pt x="5404" y="2803"/>
                    </a:cubicBezTo>
                    <a:cubicBezTo>
                      <a:pt x="5204" y="1969"/>
                      <a:pt x="4737" y="35"/>
                      <a:pt x="3603" y="1"/>
                    </a:cubicBezTo>
                    <a:cubicBezTo>
                      <a:pt x="3588" y="1"/>
                      <a:pt x="3573" y="0"/>
                      <a:pt x="3559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19;p24">
                <a:extLst>
                  <a:ext uri="{FF2B5EF4-FFF2-40B4-BE49-F238E27FC236}">
                    <a16:creationId xmlns:a16="http://schemas.microsoft.com/office/drawing/2014/main" id="{93ED5580-DC66-8469-C2F7-BD4A30013227}"/>
                  </a:ext>
                </a:extLst>
              </p:cNvPr>
              <p:cNvSpPr/>
              <p:nvPr/>
            </p:nvSpPr>
            <p:spPr>
              <a:xfrm>
                <a:off x="7412924" y="2481581"/>
                <a:ext cx="94889" cy="627178"/>
              </a:xfrm>
              <a:custGeom>
                <a:avLst/>
                <a:gdLst/>
                <a:ahLst/>
                <a:cxnLst/>
                <a:rect l="l" t="t" r="r" b="b"/>
                <a:pathLst>
                  <a:path w="3637" h="24039" extrusionOk="0">
                    <a:moveTo>
                      <a:pt x="1928" y="417"/>
                    </a:moveTo>
                    <a:cubicBezTo>
                      <a:pt x="1941" y="417"/>
                      <a:pt x="1955" y="419"/>
                      <a:pt x="1969" y="422"/>
                    </a:cubicBezTo>
                    <a:cubicBezTo>
                      <a:pt x="2402" y="522"/>
                      <a:pt x="2236" y="2623"/>
                      <a:pt x="2236" y="2890"/>
                    </a:cubicBezTo>
                    <a:cubicBezTo>
                      <a:pt x="2236" y="3858"/>
                      <a:pt x="2236" y="4825"/>
                      <a:pt x="2169" y="5792"/>
                    </a:cubicBezTo>
                    <a:cubicBezTo>
                      <a:pt x="2136" y="7727"/>
                      <a:pt x="2036" y="9662"/>
                      <a:pt x="2136" y="11597"/>
                    </a:cubicBezTo>
                    <a:cubicBezTo>
                      <a:pt x="2269" y="13932"/>
                      <a:pt x="2536" y="16267"/>
                      <a:pt x="2803" y="18602"/>
                    </a:cubicBezTo>
                    <a:cubicBezTo>
                      <a:pt x="2402" y="16934"/>
                      <a:pt x="1935" y="15333"/>
                      <a:pt x="1335" y="13731"/>
                    </a:cubicBezTo>
                    <a:cubicBezTo>
                      <a:pt x="635" y="11830"/>
                      <a:pt x="134" y="10029"/>
                      <a:pt x="301" y="7994"/>
                    </a:cubicBezTo>
                    <a:cubicBezTo>
                      <a:pt x="501" y="6059"/>
                      <a:pt x="801" y="4124"/>
                      <a:pt x="1202" y="2223"/>
                    </a:cubicBezTo>
                    <a:cubicBezTo>
                      <a:pt x="1266" y="1836"/>
                      <a:pt x="1518" y="417"/>
                      <a:pt x="1928" y="417"/>
                    </a:cubicBezTo>
                    <a:close/>
                    <a:moveTo>
                      <a:pt x="2025" y="1"/>
                    </a:moveTo>
                    <a:cubicBezTo>
                      <a:pt x="1960" y="1"/>
                      <a:pt x="1886" y="18"/>
                      <a:pt x="1802" y="55"/>
                    </a:cubicBezTo>
                    <a:cubicBezTo>
                      <a:pt x="935" y="489"/>
                      <a:pt x="1" y="6059"/>
                      <a:pt x="1" y="8761"/>
                    </a:cubicBezTo>
                    <a:cubicBezTo>
                      <a:pt x="34" y="10196"/>
                      <a:pt x="301" y="11597"/>
                      <a:pt x="801" y="12964"/>
                    </a:cubicBezTo>
                    <a:cubicBezTo>
                      <a:pt x="1769" y="15699"/>
                      <a:pt x="2569" y="18535"/>
                      <a:pt x="3136" y="21404"/>
                    </a:cubicBezTo>
                    <a:cubicBezTo>
                      <a:pt x="3170" y="21637"/>
                      <a:pt x="3203" y="21904"/>
                      <a:pt x="3236" y="22137"/>
                    </a:cubicBezTo>
                    <a:cubicBezTo>
                      <a:pt x="3303" y="22604"/>
                      <a:pt x="3370" y="23105"/>
                      <a:pt x="3470" y="23572"/>
                    </a:cubicBezTo>
                    <a:cubicBezTo>
                      <a:pt x="3437" y="23305"/>
                      <a:pt x="3403" y="23005"/>
                      <a:pt x="3403" y="22738"/>
                    </a:cubicBezTo>
                    <a:lnTo>
                      <a:pt x="3403" y="22738"/>
                    </a:lnTo>
                    <a:cubicBezTo>
                      <a:pt x="3470" y="23171"/>
                      <a:pt x="3537" y="23605"/>
                      <a:pt x="3603" y="24039"/>
                    </a:cubicBezTo>
                    <a:cubicBezTo>
                      <a:pt x="3637" y="24039"/>
                      <a:pt x="3637" y="24005"/>
                      <a:pt x="3637" y="23972"/>
                    </a:cubicBezTo>
                    <a:cubicBezTo>
                      <a:pt x="3570" y="23205"/>
                      <a:pt x="3470" y="22471"/>
                      <a:pt x="3437" y="21704"/>
                    </a:cubicBezTo>
                    <a:cubicBezTo>
                      <a:pt x="3336" y="21170"/>
                      <a:pt x="3236" y="20636"/>
                      <a:pt x="3136" y="20103"/>
                    </a:cubicBezTo>
                    <a:cubicBezTo>
                      <a:pt x="2936" y="17668"/>
                      <a:pt x="2703" y="15266"/>
                      <a:pt x="2503" y="12831"/>
                    </a:cubicBezTo>
                    <a:cubicBezTo>
                      <a:pt x="2202" y="9228"/>
                      <a:pt x="2603" y="5626"/>
                      <a:pt x="2503" y="2023"/>
                    </a:cubicBezTo>
                    <a:cubicBezTo>
                      <a:pt x="2503" y="1630"/>
                      <a:pt x="2667" y="1"/>
                      <a:pt x="202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20;p24">
                <a:extLst>
                  <a:ext uri="{FF2B5EF4-FFF2-40B4-BE49-F238E27FC236}">
                    <a16:creationId xmlns:a16="http://schemas.microsoft.com/office/drawing/2014/main" id="{87750A50-3B2F-CB71-24AD-FFDD943C2F2D}"/>
                  </a:ext>
                </a:extLst>
              </p:cNvPr>
              <p:cNvSpPr/>
              <p:nvPr/>
            </p:nvSpPr>
            <p:spPr>
              <a:xfrm>
                <a:off x="5432218" y="620650"/>
                <a:ext cx="2213189" cy="4165242"/>
              </a:xfrm>
              <a:custGeom>
                <a:avLst/>
                <a:gdLst/>
                <a:ahLst/>
                <a:cxnLst/>
                <a:rect l="l" t="t" r="r" b="b"/>
                <a:pathLst>
                  <a:path w="84829" h="159649" extrusionOk="0">
                    <a:moveTo>
                      <a:pt x="73954" y="4604"/>
                    </a:moveTo>
                    <a:cubicBezTo>
                      <a:pt x="77490" y="4604"/>
                      <a:pt x="80325" y="5638"/>
                      <a:pt x="80325" y="12776"/>
                    </a:cubicBezTo>
                    <a:lnTo>
                      <a:pt x="80325" y="147873"/>
                    </a:lnTo>
                    <a:cubicBezTo>
                      <a:pt x="80325" y="151709"/>
                      <a:pt x="77456" y="154811"/>
                      <a:pt x="73954" y="154811"/>
                    </a:cubicBezTo>
                    <a:lnTo>
                      <a:pt x="10875" y="154811"/>
                    </a:lnTo>
                    <a:cubicBezTo>
                      <a:pt x="7339" y="154811"/>
                      <a:pt x="4471" y="151709"/>
                      <a:pt x="4471" y="147873"/>
                    </a:cubicBezTo>
                    <a:lnTo>
                      <a:pt x="4471" y="12776"/>
                    </a:lnTo>
                    <a:cubicBezTo>
                      <a:pt x="4471" y="4971"/>
                      <a:pt x="7339" y="4604"/>
                      <a:pt x="10875" y="4604"/>
                    </a:cubicBezTo>
                    <a:lnTo>
                      <a:pt x="23518" y="4604"/>
                    </a:lnTo>
                    <a:cubicBezTo>
                      <a:pt x="24252" y="4604"/>
                      <a:pt x="24852" y="5438"/>
                      <a:pt x="24852" y="6472"/>
                    </a:cubicBezTo>
                    <a:lnTo>
                      <a:pt x="24852" y="6905"/>
                    </a:lnTo>
                    <a:cubicBezTo>
                      <a:pt x="24852" y="9341"/>
                      <a:pt x="26186" y="9341"/>
                      <a:pt x="27821" y="9341"/>
                    </a:cubicBezTo>
                    <a:lnTo>
                      <a:pt x="57008" y="9341"/>
                    </a:lnTo>
                    <a:cubicBezTo>
                      <a:pt x="58676" y="9341"/>
                      <a:pt x="59977" y="9341"/>
                      <a:pt x="59977" y="6905"/>
                    </a:cubicBezTo>
                    <a:lnTo>
                      <a:pt x="59977" y="6472"/>
                    </a:lnTo>
                    <a:cubicBezTo>
                      <a:pt x="59977" y="5438"/>
                      <a:pt x="60577" y="4604"/>
                      <a:pt x="61311" y="4604"/>
                    </a:cubicBezTo>
                    <a:close/>
                    <a:moveTo>
                      <a:pt x="7173" y="0"/>
                    </a:moveTo>
                    <a:cubicBezTo>
                      <a:pt x="3203" y="34"/>
                      <a:pt x="1" y="3303"/>
                      <a:pt x="68" y="7272"/>
                    </a:cubicBezTo>
                    <a:lnTo>
                      <a:pt x="68" y="152376"/>
                    </a:lnTo>
                    <a:cubicBezTo>
                      <a:pt x="1" y="156346"/>
                      <a:pt x="3203" y="159581"/>
                      <a:pt x="7173" y="159648"/>
                    </a:cubicBezTo>
                    <a:lnTo>
                      <a:pt x="77656" y="159648"/>
                    </a:lnTo>
                    <a:cubicBezTo>
                      <a:pt x="81626" y="159581"/>
                      <a:pt x="84828" y="156346"/>
                      <a:pt x="84795" y="152376"/>
                    </a:cubicBezTo>
                    <a:lnTo>
                      <a:pt x="84795" y="7272"/>
                    </a:lnTo>
                    <a:cubicBezTo>
                      <a:pt x="84828" y="3303"/>
                      <a:pt x="81626" y="34"/>
                      <a:pt x="7765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21;p24">
                <a:extLst>
                  <a:ext uri="{FF2B5EF4-FFF2-40B4-BE49-F238E27FC236}">
                    <a16:creationId xmlns:a16="http://schemas.microsoft.com/office/drawing/2014/main" id="{E9541B73-9336-1CB4-AE8C-F4620DD6469D}"/>
                  </a:ext>
                </a:extLst>
              </p:cNvPr>
              <p:cNvSpPr/>
              <p:nvPr/>
            </p:nvSpPr>
            <p:spPr>
              <a:xfrm>
                <a:off x="5548836" y="740738"/>
                <a:ext cx="1979057" cy="3918953"/>
              </a:xfrm>
              <a:custGeom>
                <a:avLst/>
                <a:gdLst/>
                <a:ahLst/>
                <a:cxnLst/>
                <a:rect l="l" t="t" r="r" b="b"/>
                <a:pathLst>
                  <a:path w="75855" h="150209" extrusionOk="0">
                    <a:moveTo>
                      <a:pt x="6405" y="1"/>
                    </a:moveTo>
                    <a:cubicBezTo>
                      <a:pt x="2869" y="1"/>
                      <a:pt x="1" y="1735"/>
                      <a:pt x="1" y="9508"/>
                    </a:cubicBezTo>
                    <a:lnTo>
                      <a:pt x="1" y="143270"/>
                    </a:lnTo>
                    <a:cubicBezTo>
                      <a:pt x="1" y="147106"/>
                      <a:pt x="2869" y="150208"/>
                      <a:pt x="6405" y="150208"/>
                    </a:cubicBezTo>
                    <a:lnTo>
                      <a:pt x="69484" y="150208"/>
                    </a:lnTo>
                    <a:cubicBezTo>
                      <a:pt x="72986" y="150208"/>
                      <a:pt x="75855" y="147106"/>
                      <a:pt x="75855" y="143270"/>
                    </a:cubicBezTo>
                    <a:lnTo>
                      <a:pt x="75855" y="9508"/>
                    </a:lnTo>
                    <a:cubicBezTo>
                      <a:pt x="75855" y="2369"/>
                      <a:pt x="72986" y="34"/>
                      <a:pt x="69484" y="1"/>
                    </a:cubicBezTo>
                    <a:lnTo>
                      <a:pt x="56841" y="1"/>
                    </a:lnTo>
                    <a:cubicBezTo>
                      <a:pt x="56107" y="1"/>
                      <a:pt x="55507" y="835"/>
                      <a:pt x="55507" y="1869"/>
                    </a:cubicBezTo>
                    <a:lnTo>
                      <a:pt x="55507" y="2302"/>
                    </a:lnTo>
                    <a:cubicBezTo>
                      <a:pt x="55507" y="4738"/>
                      <a:pt x="54206" y="4738"/>
                      <a:pt x="52538" y="4738"/>
                    </a:cubicBezTo>
                    <a:lnTo>
                      <a:pt x="23351" y="4738"/>
                    </a:lnTo>
                    <a:cubicBezTo>
                      <a:pt x="21716" y="4738"/>
                      <a:pt x="20382" y="4738"/>
                      <a:pt x="20382" y="2302"/>
                    </a:cubicBezTo>
                    <a:lnTo>
                      <a:pt x="20382" y="1869"/>
                    </a:lnTo>
                    <a:cubicBezTo>
                      <a:pt x="20382" y="835"/>
                      <a:pt x="19782" y="1"/>
                      <a:pt x="190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22;p24">
                <a:extLst>
                  <a:ext uri="{FF2B5EF4-FFF2-40B4-BE49-F238E27FC236}">
                    <a16:creationId xmlns:a16="http://schemas.microsoft.com/office/drawing/2014/main" id="{A5D3B4C4-F86B-0031-AADF-7854B916CC0A}"/>
                  </a:ext>
                </a:extLst>
              </p:cNvPr>
              <p:cNvSpPr/>
              <p:nvPr/>
            </p:nvSpPr>
            <p:spPr>
              <a:xfrm>
                <a:off x="5548836" y="4255714"/>
                <a:ext cx="1979057" cy="403847"/>
              </a:xfrm>
              <a:custGeom>
                <a:avLst/>
                <a:gdLst/>
                <a:ahLst/>
                <a:cxnLst/>
                <a:rect l="l" t="t" r="r" b="b"/>
                <a:pathLst>
                  <a:path w="75855" h="15479" extrusionOk="0">
                    <a:moveTo>
                      <a:pt x="1" y="1"/>
                    </a:moveTo>
                    <a:lnTo>
                      <a:pt x="1" y="8540"/>
                    </a:lnTo>
                    <a:cubicBezTo>
                      <a:pt x="1" y="12376"/>
                      <a:pt x="2869" y="15478"/>
                      <a:pt x="6405" y="15478"/>
                    </a:cubicBezTo>
                    <a:lnTo>
                      <a:pt x="69484" y="15478"/>
                    </a:lnTo>
                    <a:cubicBezTo>
                      <a:pt x="72986" y="15478"/>
                      <a:pt x="75855" y="12376"/>
                      <a:pt x="75855" y="8540"/>
                    </a:cubicBezTo>
                    <a:lnTo>
                      <a:pt x="75855" y="1"/>
                    </a:lnTo>
                    <a:close/>
                  </a:path>
                </a:pathLst>
              </a:custGeom>
              <a:solidFill>
                <a:srgbClr val="DBDBD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23;p24">
                <a:extLst>
                  <a:ext uri="{FF2B5EF4-FFF2-40B4-BE49-F238E27FC236}">
                    <a16:creationId xmlns:a16="http://schemas.microsoft.com/office/drawing/2014/main" id="{7960BF38-B3A9-7058-3BFD-A3877BE00278}"/>
                  </a:ext>
                </a:extLst>
              </p:cNvPr>
              <p:cNvSpPr/>
              <p:nvPr/>
            </p:nvSpPr>
            <p:spPr>
              <a:xfrm>
                <a:off x="6421697" y="759887"/>
                <a:ext cx="233271" cy="26142"/>
              </a:xfrm>
              <a:custGeom>
                <a:avLst/>
                <a:gdLst/>
                <a:ahLst/>
                <a:cxnLst/>
                <a:rect l="l" t="t" r="r" b="b"/>
                <a:pathLst>
                  <a:path w="8941" h="1002" extrusionOk="0">
                    <a:moveTo>
                      <a:pt x="501" y="1"/>
                    </a:moveTo>
                    <a:cubicBezTo>
                      <a:pt x="234" y="1"/>
                      <a:pt x="1" y="234"/>
                      <a:pt x="1" y="501"/>
                    </a:cubicBezTo>
                    <a:cubicBezTo>
                      <a:pt x="1" y="768"/>
                      <a:pt x="234" y="1001"/>
                      <a:pt x="501" y="1001"/>
                    </a:cubicBezTo>
                    <a:lnTo>
                      <a:pt x="8474" y="1001"/>
                    </a:lnTo>
                    <a:cubicBezTo>
                      <a:pt x="8741" y="968"/>
                      <a:pt x="8941" y="768"/>
                      <a:pt x="8941" y="501"/>
                    </a:cubicBezTo>
                    <a:cubicBezTo>
                      <a:pt x="8941" y="234"/>
                      <a:pt x="8741" y="1"/>
                      <a:pt x="847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24;p24">
                <a:extLst>
                  <a:ext uri="{FF2B5EF4-FFF2-40B4-BE49-F238E27FC236}">
                    <a16:creationId xmlns:a16="http://schemas.microsoft.com/office/drawing/2014/main" id="{6A012CF5-3C42-F36B-5D84-7B68238ED027}"/>
                  </a:ext>
                </a:extLst>
              </p:cNvPr>
              <p:cNvSpPr/>
              <p:nvPr/>
            </p:nvSpPr>
            <p:spPr>
              <a:xfrm>
                <a:off x="5930023" y="1144674"/>
                <a:ext cx="1549120" cy="1879289"/>
              </a:xfrm>
              <a:custGeom>
                <a:avLst/>
                <a:gdLst/>
                <a:ahLst/>
                <a:cxnLst/>
                <a:rect l="l" t="t" r="r" b="b"/>
                <a:pathLst>
                  <a:path w="59376" h="72031" extrusionOk="0">
                    <a:moveTo>
                      <a:pt x="27499" y="0"/>
                    </a:moveTo>
                    <a:cubicBezTo>
                      <a:pt x="25758" y="0"/>
                      <a:pt x="23854" y="309"/>
                      <a:pt x="21782" y="1030"/>
                    </a:cubicBezTo>
                    <a:cubicBezTo>
                      <a:pt x="17679" y="2431"/>
                      <a:pt x="14978" y="6267"/>
                      <a:pt x="13410" y="10236"/>
                    </a:cubicBezTo>
                    <a:cubicBezTo>
                      <a:pt x="11575" y="14873"/>
                      <a:pt x="13143" y="20910"/>
                      <a:pt x="10841" y="25380"/>
                    </a:cubicBezTo>
                    <a:cubicBezTo>
                      <a:pt x="8873" y="29216"/>
                      <a:pt x="5871" y="29917"/>
                      <a:pt x="4003" y="33920"/>
                    </a:cubicBezTo>
                    <a:cubicBezTo>
                      <a:pt x="3202" y="35654"/>
                      <a:pt x="2836" y="37656"/>
                      <a:pt x="4770" y="41659"/>
                    </a:cubicBezTo>
                    <a:cubicBezTo>
                      <a:pt x="5471" y="43126"/>
                      <a:pt x="6238" y="45328"/>
                      <a:pt x="5671" y="47096"/>
                    </a:cubicBezTo>
                    <a:cubicBezTo>
                      <a:pt x="4904" y="49531"/>
                      <a:pt x="2102" y="50698"/>
                      <a:pt x="1234" y="53267"/>
                    </a:cubicBezTo>
                    <a:cubicBezTo>
                      <a:pt x="0" y="56769"/>
                      <a:pt x="1401" y="60506"/>
                      <a:pt x="3736" y="63241"/>
                    </a:cubicBezTo>
                    <a:cubicBezTo>
                      <a:pt x="9040" y="69445"/>
                      <a:pt x="17946" y="71680"/>
                      <a:pt x="25752" y="71980"/>
                    </a:cubicBezTo>
                    <a:cubicBezTo>
                      <a:pt x="26608" y="72013"/>
                      <a:pt x="27477" y="72030"/>
                      <a:pt x="28354" y="72030"/>
                    </a:cubicBezTo>
                    <a:cubicBezTo>
                      <a:pt x="35572" y="72030"/>
                      <a:pt x="43363" y="70861"/>
                      <a:pt x="49669" y="67410"/>
                    </a:cubicBezTo>
                    <a:cubicBezTo>
                      <a:pt x="52771" y="65743"/>
                      <a:pt x="55607" y="63308"/>
                      <a:pt x="57341" y="60205"/>
                    </a:cubicBezTo>
                    <a:cubicBezTo>
                      <a:pt x="59209" y="56870"/>
                      <a:pt x="59376" y="53434"/>
                      <a:pt x="57174" y="50398"/>
                    </a:cubicBezTo>
                    <a:cubicBezTo>
                      <a:pt x="55406" y="47963"/>
                      <a:pt x="51637" y="46295"/>
                      <a:pt x="51537" y="44027"/>
                    </a:cubicBezTo>
                    <a:cubicBezTo>
                      <a:pt x="51470" y="41759"/>
                      <a:pt x="53272" y="39924"/>
                      <a:pt x="53739" y="37723"/>
                    </a:cubicBezTo>
                    <a:cubicBezTo>
                      <a:pt x="54506" y="33987"/>
                      <a:pt x="52438" y="31218"/>
                      <a:pt x="49769" y="28883"/>
                    </a:cubicBezTo>
                    <a:cubicBezTo>
                      <a:pt x="43498" y="23312"/>
                      <a:pt x="44966" y="15673"/>
                      <a:pt x="41029" y="8635"/>
                    </a:cubicBezTo>
                    <a:cubicBezTo>
                      <a:pt x="39199" y="5404"/>
                      <a:pt x="34782" y="0"/>
                      <a:pt x="2749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25;p24">
                <a:extLst>
                  <a:ext uri="{FF2B5EF4-FFF2-40B4-BE49-F238E27FC236}">
                    <a16:creationId xmlns:a16="http://schemas.microsoft.com/office/drawing/2014/main" id="{2DBEB526-36E5-54A9-F13E-7C647EF8D5D0}"/>
                  </a:ext>
                </a:extLst>
              </p:cNvPr>
              <p:cNvSpPr/>
              <p:nvPr/>
            </p:nvSpPr>
            <p:spPr>
              <a:xfrm>
                <a:off x="7059600" y="1607076"/>
                <a:ext cx="442147" cy="1142298"/>
              </a:xfrm>
              <a:custGeom>
                <a:avLst/>
                <a:gdLst/>
                <a:ahLst/>
                <a:cxnLst/>
                <a:rect l="l" t="t" r="r" b="b"/>
                <a:pathLst>
                  <a:path w="16947" h="43783" extrusionOk="0">
                    <a:moveTo>
                      <a:pt x="51" y="1"/>
                    </a:moveTo>
                    <a:cubicBezTo>
                      <a:pt x="26" y="1"/>
                      <a:pt x="1" y="18"/>
                      <a:pt x="1" y="51"/>
                    </a:cubicBezTo>
                    <a:cubicBezTo>
                      <a:pt x="334" y="4087"/>
                      <a:pt x="1035" y="7189"/>
                      <a:pt x="4270" y="9858"/>
                    </a:cubicBezTo>
                    <a:cubicBezTo>
                      <a:pt x="8540" y="13327"/>
                      <a:pt x="12576" y="17163"/>
                      <a:pt x="9874" y="23101"/>
                    </a:cubicBezTo>
                    <a:cubicBezTo>
                      <a:pt x="8607" y="25803"/>
                      <a:pt x="6505" y="28338"/>
                      <a:pt x="9041" y="31006"/>
                    </a:cubicBezTo>
                    <a:cubicBezTo>
                      <a:pt x="10575" y="32641"/>
                      <a:pt x="12843" y="33341"/>
                      <a:pt x="14378" y="34976"/>
                    </a:cubicBezTo>
                    <a:cubicBezTo>
                      <a:pt x="16813" y="37578"/>
                      <a:pt x="15345" y="42782"/>
                      <a:pt x="11642" y="43482"/>
                    </a:cubicBezTo>
                    <a:cubicBezTo>
                      <a:pt x="11509" y="43549"/>
                      <a:pt x="11576" y="43749"/>
                      <a:pt x="11709" y="43782"/>
                    </a:cubicBezTo>
                    <a:cubicBezTo>
                      <a:pt x="14578" y="43382"/>
                      <a:pt x="16946" y="39513"/>
                      <a:pt x="16012" y="36710"/>
                    </a:cubicBezTo>
                    <a:cubicBezTo>
                      <a:pt x="15378" y="34876"/>
                      <a:pt x="13677" y="33775"/>
                      <a:pt x="12143" y="32774"/>
                    </a:cubicBezTo>
                    <a:cubicBezTo>
                      <a:pt x="10141" y="31473"/>
                      <a:pt x="8040" y="30072"/>
                      <a:pt x="8473" y="27304"/>
                    </a:cubicBezTo>
                    <a:cubicBezTo>
                      <a:pt x="8674" y="26103"/>
                      <a:pt x="9674" y="24835"/>
                      <a:pt x="10208" y="23768"/>
                    </a:cubicBezTo>
                    <a:cubicBezTo>
                      <a:pt x="12009" y="19932"/>
                      <a:pt x="11576" y="16396"/>
                      <a:pt x="8774" y="13194"/>
                    </a:cubicBezTo>
                    <a:cubicBezTo>
                      <a:pt x="7106" y="11259"/>
                      <a:pt x="4838" y="10025"/>
                      <a:pt x="3103" y="8190"/>
                    </a:cubicBezTo>
                    <a:cubicBezTo>
                      <a:pt x="968" y="5922"/>
                      <a:pt x="468" y="2986"/>
                      <a:pt x="101" y="51"/>
                    </a:cubicBezTo>
                    <a:cubicBezTo>
                      <a:pt x="101" y="18"/>
                      <a:pt x="76" y="1"/>
                      <a:pt x="5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26;p24">
                <a:extLst>
                  <a:ext uri="{FF2B5EF4-FFF2-40B4-BE49-F238E27FC236}">
                    <a16:creationId xmlns:a16="http://schemas.microsoft.com/office/drawing/2014/main" id="{6415F496-D400-20ED-84A1-900BAD8CBCCB}"/>
                  </a:ext>
                </a:extLst>
              </p:cNvPr>
              <p:cNvSpPr/>
              <p:nvPr/>
            </p:nvSpPr>
            <p:spPr>
              <a:xfrm>
                <a:off x="7048669" y="1500633"/>
                <a:ext cx="466124" cy="1327590"/>
              </a:xfrm>
              <a:custGeom>
                <a:avLst/>
                <a:gdLst/>
                <a:ahLst/>
                <a:cxnLst/>
                <a:rect l="l" t="t" r="r" b="b"/>
                <a:pathLst>
                  <a:path w="17866" h="50885" extrusionOk="0">
                    <a:moveTo>
                      <a:pt x="92" y="1"/>
                    </a:moveTo>
                    <a:cubicBezTo>
                      <a:pt x="48" y="1"/>
                      <a:pt x="0" y="37"/>
                      <a:pt x="19" y="95"/>
                    </a:cubicBezTo>
                    <a:cubicBezTo>
                      <a:pt x="1154" y="4798"/>
                      <a:pt x="2188" y="9568"/>
                      <a:pt x="5090" y="13604"/>
                    </a:cubicBezTo>
                    <a:cubicBezTo>
                      <a:pt x="7892" y="17541"/>
                      <a:pt x="13362" y="20676"/>
                      <a:pt x="12862" y="26180"/>
                    </a:cubicBezTo>
                    <a:cubicBezTo>
                      <a:pt x="12662" y="28482"/>
                      <a:pt x="11027" y="30483"/>
                      <a:pt x="11027" y="32785"/>
                    </a:cubicBezTo>
                    <a:cubicBezTo>
                      <a:pt x="11027" y="34353"/>
                      <a:pt x="11895" y="35420"/>
                      <a:pt x="12929" y="36487"/>
                    </a:cubicBezTo>
                    <a:cubicBezTo>
                      <a:pt x="15297" y="38956"/>
                      <a:pt x="17866" y="41591"/>
                      <a:pt x="15998" y="45260"/>
                    </a:cubicBezTo>
                    <a:cubicBezTo>
                      <a:pt x="14697" y="47729"/>
                      <a:pt x="12262" y="49063"/>
                      <a:pt x="10027" y="50531"/>
                    </a:cubicBezTo>
                    <a:cubicBezTo>
                      <a:pt x="9854" y="50646"/>
                      <a:pt x="9979" y="50884"/>
                      <a:pt x="10145" y="50884"/>
                    </a:cubicBezTo>
                    <a:cubicBezTo>
                      <a:pt x="10171" y="50884"/>
                      <a:pt x="10199" y="50878"/>
                      <a:pt x="10227" y="50864"/>
                    </a:cubicBezTo>
                    <a:cubicBezTo>
                      <a:pt x="13562" y="49096"/>
                      <a:pt x="17765" y="46061"/>
                      <a:pt x="17098" y="41724"/>
                    </a:cubicBezTo>
                    <a:cubicBezTo>
                      <a:pt x="16765" y="39490"/>
                      <a:pt x="15030" y="37955"/>
                      <a:pt x="13529" y="36387"/>
                    </a:cubicBezTo>
                    <a:cubicBezTo>
                      <a:pt x="11995" y="34786"/>
                      <a:pt x="11328" y="33318"/>
                      <a:pt x="11861" y="31017"/>
                    </a:cubicBezTo>
                    <a:cubicBezTo>
                      <a:pt x="12161" y="29849"/>
                      <a:pt x="12795" y="28782"/>
                      <a:pt x="13095" y="27614"/>
                    </a:cubicBezTo>
                    <a:cubicBezTo>
                      <a:pt x="14330" y="22844"/>
                      <a:pt x="11061" y="19409"/>
                      <a:pt x="7992" y="16240"/>
                    </a:cubicBezTo>
                    <a:cubicBezTo>
                      <a:pt x="3622" y="11703"/>
                      <a:pt x="1687" y="6066"/>
                      <a:pt x="153" y="61"/>
                    </a:cubicBezTo>
                    <a:cubicBezTo>
                      <a:pt x="153" y="19"/>
                      <a:pt x="124" y="1"/>
                      <a:pt x="9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27;p24">
                <a:extLst>
                  <a:ext uri="{FF2B5EF4-FFF2-40B4-BE49-F238E27FC236}">
                    <a16:creationId xmlns:a16="http://schemas.microsoft.com/office/drawing/2014/main" id="{6C49A433-FE66-7133-AF58-4049F5FC83E6}"/>
                  </a:ext>
                </a:extLst>
              </p:cNvPr>
              <p:cNvSpPr/>
              <p:nvPr/>
            </p:nvSpPr>
            <p:spPr>
              <a:xfrm>
                <a:off x="5833415" y="1553124"/>
                <a:ext cx="475203" cy="1334660"/>
              </a:xfrm>
              <a:custGeom>
                <a:avLst/>
                <a:gdLst/>
                <a:ahLst/>
                <a:cxnLst/>
                <a:rect l="l" t="t" r="r" b="b"/>
                <a:pathLst>
                  <a:path w="18214" h="51156" extrusionOk="0">
                    <a:moveTo>
                      <a:pt x="18164" y="1"/>
                    </a:moveTo>
                    <a:cubicBezTo>
                      <a:pt x="18138" y="1"/>
                      <a:pt x="18113" y="17"/>
                      <a:pt x="18113" y="51"/>
                    </a:cubicBezTo>
                    <a:cubicBezTo>
                      <a:pt x="17413" y="3153"/>
                      <a:pt x="16779" y="6355"/>
                      <a:pt x="15145" y="9124"/>
                    </a:cubicBezTo>
                    <a:cubicBezTo>
                      <a:pt x="13677" y="11692"/>
                      <a:pt x="11342" y="13327"/>
                      <a:pt x="9240" y="15295"/>
                    </a:cubicBezTo>
                    <a:cubicBezTo>
                      <a:pt x="7606" y="16863"/>
                      <a:pt x="6205" y="18697"/>
                      <a:pt x="5871" y="20999"/>
                    </a:cubicBezTo>
                    <a:cubicBezTo>
                      <a:pt x="5471" y="23801"/>
                      <a:pt x="6939" y="25803"/>
                      <a:pt x="7573" y="28371"/>
                    </a:cubicBezTo>
                    <a:cubicBezTo>
                      <a:pt x="8507" y="32140"/>
                      <a:pt x="5605" y="33541"/>
                      <a:pt x="3870" y="36277"/>
                    </a:cubicBezTo>
                    <a:cubicBezTo>
                      <a:pt x="2769" y="38011"/>
                      <a:pt x="2469" y="40146"/>
                      <a:pt x="3036" y="42114"/>
                    </a:cubicBezTo>
                    <a:cubicBezTo>
                      <a:pt x="4270" y="46651"/>
                      <a:pt x="9307" y="50620"/>
                      <a:pt x="13944" y="51154"/>
                    </a:cubicBezTo>
                    <a:cubicBezTo>
                      <a:pt x="13955" y="51155"/>
                      <a:pt x="13966" y="51156"/>
                      <a:pt x="13976" y="51156"/>
                    </a:cubicBezTo>
                    <a:cubicBezTo>
                      <a:pt x="14244" y="51156"/>
                      <a:pt x="14234" y="50752"/>
                      <a:pt x="13977" y="50720"/>
                    </a:cubicBezTo>
                    <a:cubicBezTo>
                      <a:pt x="7773" y="49853"/>
                      <a:pt x="1" y="42348"/>
                      <a:pt x="4570" y="36010"/>
                    </a:cubicBezTo>
                    <a:cubicBezTo>
                      <a:pt x="5671" y="34509"/>
                      <a:pt x="7239" y="33375"/>
                      <a:pt x="7940" y="31607"/>
                    </a:cubicBezTo>
                    <a:cubicBezTo>
                      <a:pt x="8640" y="29872"/>
                      <a:pt x="8073" y="28171"/>
                      <a:pt x="7406" y="26503"/>
                    </a:cubicBezTo>
                    <a:cubicBezTo>
                      <a:pt x="6005" y="22867"/>
                      <a:pt x="5838" y="19598"/>
                      <a:pt x="8640" y="16529"/>
                    </a:cubicBezTo>
                    <a:cubicBezTo>
                      <a:pt x="10174" y="14828"/>
                      <a:pt x="12109" y="13527"/>
                      <a:pt x="13677" y="11826"/>
                    </a:cubicBezTo>
                    <a:cubicBezTo>
                      <a:pt x="16679" y="8590"/>
                      <a:pt x="17546" y="4254"/>
                      <a:pt x="18214" y="51"/>
                    </a:cubicBezTo>
                    <a:cubicBezTo>
                      <a:pt x="18214" y="17"/>
                      <a:pt x="18189" y="1"/>
                      <a:pt x="1816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28;p24">
                <a:extLst>
                  <a:ext uri="{FF2B5EF4-FFF2-40B4-BE49-F238E27FC236}">
                    <a16:creationId xmlns:a16="http://schemas.microsoft.com/office/drawing/2014/main" id="{55A12157-5301-E63A-60AC-F3A14EAF0A1F}"/>
                  </a:ext>
                </a:extLst>
              </p:cNvPr>
              <p:cNvSpPr/>
              <p:nvPr/>
            </p:nvSpPr>
            <p:spPr>
              <a:xfrm>
                <a:off x="5941320" y="1519182"/>
                <a:ext cx="432572" cy="1430358"/>
              </a:xfrm>
              <a:custGeom>
                <a:avLst/>
                <a:gdLst/>
                <a:ahLst/>
                <a:cxnLst/>
                <a:rect l="l" t="t" r="r" b="b"/>
                <a:pathLst>
                  <a:path w="16580" h="54824" extrusionOk="0">
                    <a:moveTo>
                      <a:pt x="12280" y="1"/>
                    </a:moveTo>
                    <a:cubicBezTo>
                      <a:pt x="12260" y="1"/>
                      <a:pt x="12243" y="17"/>
                      <a:pt x="12243" y="51"/>
                    </a:cubicBezTo>
                    <a:cubicBezTo>
                      <a:pt x="12543" y="3520"/>
                      <a:pt x="11876" y="7022"/>
                      <a:pt x="10208" y="10125"/>
                    </a:cubicBezTo>
                    <a:cubicBezTo>
                      <a:pt x="8674" y="13027"/>
                      <a:pt x="6105" y="14895"/>
                      <a:pt x="4170" y="17430"/>
                    </a:cubicBezTo>
                    <a:cubicBezTo>
                      <a:pt x="2669" y="19331"/>
                      <a:pt x="1769" y="21466"/>
                      <a:pt x="2069" y="23968"/>
                    </a:cubicBezTo>
                    <a:cubicBezTo>
                      <a:pt x="2503" y="27537"/>
                      <a:pt x="4771" y="30806"/>
                      <a:pt x="2870" y="34275"/>
                    </a:cubicBezTo>
                    <a:cubicBezTo>
                      <a:pt x="1635" y="36477"/>
                      <a:pt x="1" y="38078"/>
                      <a:pt x="68" y="40847"/>
                    </a:cubicBezTo>
                    <a:cubicBezTo>
                      <a:pt x="134" y="43282"/>
                      <a:pt x="1335" y="45617"/>
                      <a:pt x="2836" y="47451"/>
                    </a:cubicBezTo>
                    <a:cubicBezTo>
                      <a:pt x="6205" y="51621"/>
                      <a:pt x="11075" y="54256"/>
                      <a:pt x="16379" y="54823"/>
                    </a:cubicBezTo>
                    <a:cubicBezTo>
                      <a:pt x="16579" y="54823"/>
                      <a:pt x="16579" y="54490"/>
                      <a:pt x="16379" y="54490"/>
                    </a:cubicBezTo>
                    <a:cubicBezTo>
                      <a:pt x="10575" y="53789"/>
                      <a:pt x="4371" y="50454"/>
                      <a:pt x="1635" y="44783"/>
                    </a:cubicBezTo>
                    <a:cubicBezTo>
                      <a:pt x="768" y="42982"/>
                      <a:pt x="268" y="40847"/>
                      <a:pt x="801" y="38879"/>
                    </a:cubicBezTo>
                    <a:cubicBezTo>
                      <a:pt x="1202" y="37444"/>
                      <a:pt x="2169" y="36343"/>
                      <a:pt x="2970" y="35109"/>
                    </a:cubicBezTo>
                    <a:cubicBezTo>
                      <a:pt x="4037" y="33541"/>
                      <a:pt x="4404" y="31607"/>
                      <a:pt x="4037" y="29739"/>
                    </a:cubicBezTo>
                    <a:cubicBezTo>
                      <a:pt x="3470" y="26603"/>
                      <a:pt x="1735" y="23801"/>
                      <a:pt x="2836" y="20566"/>
                    </a:cubicBezTo>
                    <a:cubicBezTo>
                      <a:pt x="3837" y="17530"/>
                      <a:pt x="6539" y="15562"/>
                      <a:pt x="8507" y="13260"/>
                    </a:cubicBezTo>
                    <a:cubicBezTo>
                      <a:pt x="11609" y="9624"/>
                      <a:pt x="12910" y="4921"/>
                      <a:pt x="12343" y="51"/>
                    </a:cubicBezTo>
                    <a:cubicBezTo>
                      <a:pt x="12326" y="17"/>
                      <a:pt x="12301" y="1"/>
                      <a:pt x="1228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9;p24">
                <a:extLst>
                  <a:ext uri="{FF2B5EF4-FFF2-40B4-BE49-F238E27FC236}">
                    <a16:creationId xmlns:a16="http://schemas.microsoft.com/office/drawing/2014/main" id="{9012FE48-6745-1567-A8B3-89B9C5922606}"/>
                  </a:ext>
                </a:extLst>
              </p:cNvPr>
              <p:cNvSpPr/>
              <p:nvPr/>
            </p:nvSpPr>
            <p:spPr>
              <a:xfrm>
                <a:off x="5058023" y="2056486"/>
                <a:ext cx="1727471" cy="1008822"/>
              </a:xfrm>
              <a:custGeom>
                <a:avLst/>
                <a:gdLst/>
                <a:ahLst/>
                <a:cxnLst/>
                <a:rect l="l" t="t" r="r" b="b"/>
                <a:pathLst>
                  <a:path w="66212" h="38667" extrusionOk="0">
                    <a:moveTo>
                      <a:pt x="10016" y="0"/>
                    </a:moveTo>
                    <a:cubicBezTo>
                      <a:pt x="8960" y="0"/>
                      <a:pt x="8240" y="193"/>
                      <a:pt x="8039" y="638"/>
                    </a:cubicBezTo>
                    <a:cubicBezTo>
                      <a:pt x="4904" y="7609"/>
                      <a:pt x="0" y="33428"/>
                      <a:pt x="5337" y="36397"/>
                    </a:cubicBezTo>
                    <a:cubicBezTo>
                      <a:pt x="7361" y="37523"/>
                      <a:pt x="10574" y="38666"/>
                      <a:pt x="14997" y="38666"/>
                    </a:cubicBezTo>
                    <a:cubicBezTo>
                      <a:pt x="16990" y="38666"/>
                      <a:pt x="19229" y="38434"/>
                      <a:pt x="21716" y="37864"/>
                    </a:cubicBezTo>
                    <a:cubicBezTo>
                      <a:pt x="37794" y="34128"/>
                      <a:pt x="56941" y="19184"/>
                      <a:pt x="62412" y="12079"/>
                    </a:cubicBezTo>
                    <a:cubicBezTo>
                      <a:pt x="66212" y="7129"/>
                      <a:pt x="65721" y="3734"/>
                      <a:pt x="61754" y="3734"/>
                    </a:cubicBezTo>
                    <a:cubicBezTo>
                      <a:pt x="60428" y="3734"/>
                      <a:pt x="58713" y="4113"/>
                      <a:pt x="56641" y="4941"/>
                    </a:cubicBezTo>
                    <a:cubicBezTo>
                      <a:pt x="44481" y="9732"/>
                      <a:pt x="26758" y="18319"/>
                      <a:pt x="25646" y="18319"/>
                    </a:cubicBezTo>
                    <a:cubicBezTo>
                      <a:pt x="25635" y="18319"/>
                      <a:pt x="25626" y="18319"/>
                      <a:pt x="25619" y="18317"/>
                    </a:cubicBezTo>
                    <a:cubicBezTo>
                      <a:pt x="24785" y="18150"/>
                      <a:pt x="26486" y="9010"/>
                      <a:pt x="27620" y="7042"/>
                    </a:cubicBezTo>
                    <a:cubicBezTo>
                      <a:pt x="28927" y="4818"/>
                      <a:pt x="15292" y="0"/>
                      <a:pt x="1001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0;p24">
                <a:extLst>
                  <a:ext uri="{FF2B5EF4-FFF2-40B4-BE49-F238E27FC236}">
                    <a16:creationId xmlns:a16="http://schemas.microsoft.com/office/drawing/2014/main" id="{0EE19BD1-A0BA-410A-14F2-294EE6F3A7A7}"/>
                  </a:ext>
                </a:extLst>
              </p:cNvPr>
              <p:cNvSpPr/>
              <p:nvPr/>
            </p:nvSpPr>
            <p:spPr>
              <a:xfrm>
                <a:off x="5079781" y="2150094"/>
                <a:ext cx="1747273" cy="1029277"/>
              </a:xfrm>
              <a:custGeom>
                <a:avLst/>
                <a:gdLst/>
                <a:ahLst/>
                <a:cxnLst/>
                <a:rect l="l" t="t" r="r" b="b"/>
                <a:pathLst>
                  <a:path w="66971" h="39451" extrusionOk="0">
                    <a:moveTo>
                      <a:pt x="60990" y="1"/>
                    </a:moveTo>
                    <a:cubicBezTo>
                      <a:pt x="59634" y="1"/>
                      <a:pt x="57996" y="250"/>
                      <a:pt x="56174" y="719"/>
                    </a:cubicBezTo>
                    <a:cubicBezTo>
                      <a:pt x="48203" y="2778"/>
                      <a:pt x="25650" y="14063"/>
                      <a:pt x="25025" y="14063"/>
                    </a:cubicBezTo>
                    <a:cubicBezTo>
                      <a:pt x="25022" y="14063"/>
                      <a:pt x="25020" y="14062"/>
                      <a:pt x="25018" y="14062"/>
                    </a:cubicBezTo>
                    <a:cubicBezTo>
                      <a:pt x="24584" y="13962"/>
                      <a:pt x="26019" y="9625"/>
                      <a:pt x="26019" y="9625"/>
                    </a:cubicBezTo>
                    <a:lnTo>
                      <a:pt x="2802" y="3688"/>
                    </a:lnTo>
                    <a:cubicBezTo>
                      <a:pt x="2802" y="3688"/>
                      <a:pt x="0" y="27838"/>
                      <a:pt x="2068" y="31074"/>
                    </a:cubicBezTo>
                    <a:cubicBezTo>
                      <a:pt x="3954" y="34073"/>
                      <a:pt x="11027" y="39451"/>
                      <a:pt x="15372" y="39451"/>
                    </a:cubicBezTo>
                    <a:cubicBezTo>
                      <a:pt x="15715" y="39451"/>
                      <a:pt x="16040" y="39417"/>
                      <a:pt x="16345" y="39347"/>
                    </a:cubicBezTo>
                    <a:cubicBezTo>
                      <a:pt x="34558" y="35044"/>
                      <a:pt x="53839" y="18899"/>
                      <a:pt x="61244" y="9892"/>
                    </a:cubicBezTo>
                    <a:cubicBezTo>
                      <a:pt x="66970" y="2902"/>
                      <a:pt x="65616" y="1"/>
                      <a:pt x="60990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31;p24">
                <a:extLst>
                  <a:ext uri="{FF2B5EF4-FFF2-40B4-BE49-F238E27FC236}">
                    <a16:creationId xmlns:a16="http://schemas.microsoft.com/office/drawing/2014/main" id="{38217D5C-1EAB-E2D3-CBF5-BB094517B84F}"/>
                  </a:ext>
                </a:extLst>
              </p:cNvPr>
              <p:cNvSpPr/>
              <p:nvPr/>
            </p:nvSpPr>
            <p:spPr>
              <a:xfrm>
                <a:off x="5079781" y="2150041"/>
                <a:ext cx="1713617" cy="1030216"/>
              </a:xfrm>
              <a:custGeom>
                <a:avLst/>
                <a:gdLst/>
                <a:ahLst/>
                <a:cxnLst/>
                <a:rect l="l" t="t" r="r" b="b"/>
                <a:pathLst>
                  <a:path w="65681" h="39487" extrusionOk="0">
                    <a:moveTo>
                      <a:pt x="60988" y="1"/>
                    </a:moveTo>
                    <a:cubicBezTo>
                      <a:pt x="59630" y="1"/>
                      <a:pt x="57994" y="250"/>
                      <a:pt x="56174" y="721"/>
                    </a:cubicBezTo>
                    <a:cubicBezTo>
                      <a:pt x="48203" y="2780"/>
                      <a:pt x="25650" y="14065"/>
                      <a:pt x="25025" y="14065"/>
                    </a:cubicBezTo>
                    <a:cubicBezTo>
                      <a:pt x="25022" y="14065"/>
                      <a:pt x="25020" y="14064"/>
                      <a:pt x="25018" y="14064"/>
                    </a:cubicBezTo>
                    <a:cubicBezTo>
                      <a:pt x="24584" y="13964"/>
                      <a:pt x="26019" y="9627"/>
                      <a:pt x="26019" y="9627"/>
                    </a:cubicBezTo>
                    <a:lnTo>
                      <a:pt x="2769" y="3690"/>
                    </a:lnTo>
                    <a:cubicBezTo>
                      <a:pt x="2769" y="3690"/>
                      <a:pt x="0" y="27874"/>
                      <a:pt x="2035" y="31109"/>
                    </a:cubicBezTo>
                    <a:cubicBezTo>
                      <a:pt x="3952" y="34108"/>
                      <a:pt x="11027" y="39486"/>
                      <a:pt x="15372" y="39486"/>
                    </a:cubicBezTo>
                    <a:cubicBezTo>
                      <a:pt x="15715" y="39486"/>
                      <a:pt x="16040" y="39453"/>
                      <a:pt x="16345" y="39382"/>
                    </a:cubicBezTo>
                    <a:cubicBezTo>
                      <a:pt x="34558" y="35079"/>
                      <a:pt x="53839" y="18934"/>
                      <a:pt x="61244" y="9894"/>
                    </a:cubicBezTo>
                    <a:cubicBezTo>
                      <a:pt x="64913" y="5458"/>
                      <a:pt x="65680" y="2656"/>
                      <a:pt x="64546" y="1221"/>
                    </a:cubicBezTo>
                    <a:cubicBezTo>
                      <a:pt x="64480" y="1121"/>
                      <a:pt x="64413" y="1055"/>
                      <a:pt x="64380" y="988"/>
                    </a:cubicBezTo>
                    <a:cubicBezTo>
                      <a:pt x="63691" y="317"/>
                      <a:pt x="62515" y="1"/>
                      <a:pt x="60988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32;p24">
                <a:extLst>
                  <a:ext uri="{FF2B5EF4-FFF2-40B4-BE49-F238E27FC236}">
                    <a16:creationId xmlns:a16="http://schemas.microsoft.com/office/drawing/2014/main" id="{43E51BF2-AD99-DDF0-80AC-00023F6752E2}"/>
                  </a:ext>
                </a:extLst>
              </p:cNvPr>
              <p:cNvSpPr/>
              <p:nvPr/>
            </p:nvSpPr>
            <p:spPr>
              <a:xfrm>
                <a:off x="5224236" y="2176678"/>
                <a:ext cx="1539571" cy="937309"/>
              </a:xfrm>
              <a:custGeom>
                <a:avLst/>
                <a:gdLst/>
                <a:ahLst/>
                <a:cxnLst/>
                <a:rect l="l" t="t" r="r" b="b"/>
                <a:pathLst>
                  <a:path w="59010" h="35926" extrusionOk="0">
                    <a:moveTo>
                      <a:pt x="58809" y="0"/>
                    </a:moveTo>
                    <a:lnTo>
                      <a:pt x="58809" y="200"/>
                    </a:lnTo>
                    <a:lnTo>
                      <a:pt x="59009" y="200"/>
                    </a:lnTo>
                    <a:cubicBezTo>
                      <a:pt x="58943" y="134"/>
                      <a:pt x="58876" y="34"/>
                      <a:pt x="58809" y="0"/>
                    </a:cubicBezTo>
                    <a:close/>
                    <a:moveTo>
                      <a:pt x="49436" y="67"/>
                    </a:moveTo>
                    <a:lnTo>
                      <a:pt x="49436" y="701"/>
                    </a:lnTo>
                    <a:cubicBezTo>
                      <a:pt x="49436" y="1168"/>
                      <a:pt x="49069" y="1568"/>
                      <a:pt x="48602" y="1568"/>
                    </a:cubicBezTo>
                    <a:cubicBezTo>
                      <a:pt x="48001" y="1568"/>
                      <a:pt x="47534" y="2035"/>
                      <a:pt x="47534" y="2635"/>
                    </a:cubicBezTo>
                    <a:lnTo>
                      <a:pt x="47534" y="3303"/>
                    </a:lnTo>
                    <a:lnTo>
                      <a:pt x="47735" y="3303"/>
                    </a:lnTo>
                    <a:lnTo>
                      <a:pt x="47768" y="2635"/>
                    </a:lnTo>
                    <a:cubicBezTo>
                      <a:pt x="47735" y="2168"/>
                      <a:pt x="48135" y="1768"/>
                      <a:pt x="48602" y="1768"/>
                    </a:cubicBezTo>
                    <a:cubicBezTo>
                      <a:pt x="49169" y="1768"/>
                      <a:pt x="49669" y="1301"/>
                      <a:pt x="49669" y="701"/>
                    </a:cubicBezTo>
                    <a:lnTo>
                      <a:pt x="49669" y="67"/>
                    </a:lnTo>
                    <a:close/>
                    <a:moveTo>
                      <a:pt x="55440" y="6505"/>
                    </a:moveTo>
                    <a:lnTo>
                      <a:pt x="54973" y="6972"/>
                    </a:lnTo>
                    <a:cubicBezTo>
                      <a:pt x="54840" y="7139"/>
                      <a:pt x="54606" y="7205"/>
                      <a:pt x="54373" y="7205"/>
                    </a:cubicBezTo>
                    <a:cubicBezTo>
                      <a:pt x="54139" y="7205"/>
                      <a:pt x="53939" y="7139"/>
                      <a:pt x="53772" y="6972"/>
                    </a:cubicBezTo>
                    <a:cubicBezTo>
                      <a:pt x="53555" y="6755"/>
                      <a:pt x="53280" y="6647"/>
                      <a:pt x="53009" y="6647"/>
                    </a:cubicBezTo>
                    <a:cubicBezTo>
                      <a:pt x="52738" y="6647"/>
                      <a:pt x="52471" y="6755"/>
                      <a:pt x="52271" y="6972"/>
                    </a:cubicBezTo>
                    <a:lnTo>
                      <a:pt x="51804" y="7405"/>
                    </a:lnTo>
                    <a:lnTo>
                      <a:pt x="51971" y="7539"/>
                    </a:lnTo>
                    <a:lnTo>
                      <a:pt x="52405" y="7105"/>
                    </a:lnTo>
                    <a:cubicBezTo>
                      <a:pt x="52571" y="6938"/>
                      <a:pt x="52788" y="6855"/>
                      <a:pt x="53009" y="6855"/>
                    </a:cubicBezTo>
                    <a:cubicBezTo>
                      <a:pt x="53230" y="6855"/>
                      <a:pt x="53455" y="6938"/>
                      <a:pt x="53639" y="7105"/>
                    </a:cubicBezTo>
                    <a:cubicBezTo>
                      <a:pt x="53788" y="7285"/>
                      <a:pt x="54045" y="7411"/>
                      <a:pt x="54289" y="7411"/>
                    </a:cubicBezTo>
                    <a:cubicBezTo>
                      <a:pt x="54317" y="7411"/>
                      <a:pt x="54345" y="7409"/>
                      <a:pt x="54373" y="7405"/>
                    </a:cubicBezTo>
                    <a:cubicBezTo>
                      <a:pt x="54404" y="7409"/>
                      <a:pt x="54434" y="7411"/>
                      <a:pt x="54465" y="7411"/>
                    </a:cubicBezTo>
                    <a:cubicBezTo>
                      <a:pt x="54727" y="7411"/>
                      <a:pt x="54960" y="7285"/>
                      <a:pt x="55140" y="7105"/>
                    </a:cubicBezTo>
                    <a:lnTo>
                      <a:pt x="55607" y="6638"/>
                    </a:lnTo>
                    <a:lnTo>
                      <a:pt x="55440" y="6505"/>
                    </a:lnTo>
                    <a:close/>
                    <a:moveTo>
                      <a:pt x="39462" y="6305"/>
                    </a:moveTo>
                    <a:lnTo>
                      <a:pt x="39462" y="6538"/>
                    </a:lnTo>
                    <a:lnTo>
                      <a:pt x="40129" y="6538"/>
                    </a:lnTo>
                    <a:cubicBezTo>
                      <a:pt x="40596" y="6538"/>
                      <a:pt x="40996" y="6905"/>
                      <a:pt x="40996" y="7372"/>
                    </a:cubicBezTo>
                    <a:cubicBezTo>
                      <a:pt x="40996" y="7973"/>
                      <a:pt x="41463" y="8440"/>
                      <a:pt x="42064" y="8440"/>
                    </a:cubicBezTo>
                    <a:lnTo>
                      <a:pt x="42698" y="8440"/>
                    </a:lnTo>
                    <a:lnTo>
                      <a:pt x="42698" y="8239"/>
                    </a:lnTo>
                    <a:lnTo>
                      <a:pt x="42064" y="8239"/>
                    </a:lnTo>
                    <a:cubicBezTo>
                      <a:pt x="41597" y="8239"/>
                      <a:pt x="41197" y="7872"/>
                      <a:pt x="41197" y="7372"/>
                    </a:cubicBezTo>
                    <a:cubicBezTo>
                      <a:pt x="41197" y="6805"/>
                      <a:pt x="40730" y="6305"/>
                      <a:pt x="40129" y="6305"/>
                    </a:cubicBezTo>
                    <a:close/>
                    <a:moveTo>
                      <a:pt x="12009" y="9007"/>
                    </a:moveTo>
                    <a:lnTo>
                      <a:pt x="12009" y="9207"/>
                    </a:lnTo>
                    <a:lnTo>
                      <a:pt x="12676" y="9207"/>
                    </a:lnTo>
                    <a:cubicBezTo>
                      <a:pt x="13143" y="9207"/>
                      <a:pt x="13544" y="9574"/>
                      <a:pt x="13544" y="10074"/>
                    </a:cubicBezTo>
                    <a:cubicBezTo>
                      <a:pt x="13544" y="10641"/>
                      <a:pt x="14011" y="11141"/>
                      <a:pt x="14611" y="11141"/>
                    </a:cubicBezTo>
                    <a:lnTo>
                      <a:pt x="15245" y="11141"/>
                    </a:lnTo>
                    <a:lnTo>
                      <a:pt x="15245" y="10908"/>
                    </a:lnTo>
                    <a:lnTo>
                      <a:pt x="14611" y="10908"/>
                    </a:lnTo>
                    <a:cubicBezTo>
                      <a:pt x="14111" y="10908"/>
                      <a:pt x="13744" y="10541"/>
                      <a:pt x="13744" y="10074"/>
                    </a:cubicBezTo>
                    <a:cubicBezTo>
                      <a:pt x="13744" y="9474"/>
                      <a:pt x="13277" y="9007"/>
                      <a:pt x="12676" y="9007"/>
                    </a:cubicBezTo>
                    <a:close/>
                    <a:moveTo>
                      <a:pt x="31290" y="10074"/>
                    </a:moveTo>
                    <a:lnTo>
                      <a:pt x="30823" y="10541"/>
                    </a:lnTo>
                    <a:cubicBezTo>
                      <a:pt x="30656" y="10708"/>
                      <a:pt x="30439" y="10791"/>
                      <a:pt x="30222" y="10791"/>
                    </a:cubicBezTo>
                    <a:cubicBezTo>
                      <a:pt x="30005" y="10791"/>
                      <a:pt x="29788" y="10708"/>
                      <a:pt x="29622" y="10541"/>
                    </a:cubicBezTo>
                    <a:cubicBezTo>
                      <a:pt x="29405" y="10341"/>
                      <a:pt x="29130" y="10241"/>
                      <a:pt x="28854" y="10241"/>
                    </a:cubicBezTo>
                    <a:cubicBezTo>
                      <a:pt x="28579" y="10241"/>
                      <a:pt x="28304" y="10341"/>
                      <a:pt x="28087" y="10541"/>
                    </a:cubicBezTo>
                    <a:lnTo>
                      <a:pt x="27654" y="10975"/>
                    </a:lnTo>
                    <a:lnTo>
                      <a:pt x="27787" y="11141"/>
                    </a:lnTo>
                    <a:lnTo>
                      <a:pt x="28254" y="10708"/>
                    </a:lnTo>
                    <a:cubicBezTo>
                      <a:pt x="28421" y="10541"/>
                      <a:pt x="28638" y="10458"/>
                      <a:pt x="28854" y="10458"/>
                    </a:cubicBezTo>
                    <a:cubicBezTo>
                      <a:pt x="29071" y="10458"/>
                      <a:pt x="29288" y="10541"/>
                      <a:pt x="29455" y="10708"/>
                    </a:cubicBezTo>
                    <a:cubicBezTo>
                      <a:pt x="29672" y="10908"/>
                      <a:pt x="29947" y="11008"/>
                      <a:pt x="30222" y="11008"/>
                    </a:cubicBezTo>
                    <a:cubicBezTo>
                      <a:pt x="30497" y="11008"/>
                      <a:pt x="30773" y="10908"/>
                      <a:pt x="30989" y="10708"/>
                    </a:cubicBezTo>
                    <a:lnTo>
                      <a:pt x="31456" y="10241"/>
                    </a:lnTo>
                    <a:lnTo>
                      <a:pt x="31290" y="10074"/>
                    </a:lnTo>
                    <a:close/>
                    <a:moveTo>
                      <a:pt x="167" y="7772"/>
                    </a:moveTo>
                    <a:lnTo>
                      <a:pt x="34" y="7906"/>
                    </a:lnTo>
                    <a:lnTo>
                      <a:pt x="501" y="8406"/>
                    </a:lnTo>
                    <a:cubicBezTo>
                      <a:pt x="834" y="8740"/>
                      <a:pt x="834" y="9273"/>
                      <a:pt x="501" y="9607"/>
                    </a:cubicBezTo>
                    <a:cubicBezTo>
                      <a:pt x="67" y="10007"/>
                      <a:pt x="67" y="10708"/>
                      <a:pt x="501" y="11108"/>
                    </a:cubicBezTo>
                    <a:lnTo>
                      <a:pt x="935" y="11575"/>
                    </a:lnTo>
                    <a:lnTo>
                      <a:pt x="1101" y="11375"/>
                    </a:lnTo>
                    <a:lnTo>
                      <a:pt x="634" y="10975"/>
                    </a:lnTo>
                    <a:cubicBezTo>
                      <a:pt x="301" y="10641"/>
                      <a:pt x="301" y="10074"/>
                      <a:pt x="634" y="9740"/>
                    </a:cubicBezTo>
                    <a:cubicBezTo>
                      <a:pt x="1035" y="9340"/>
                      <a:pt x="1035" y="8673"/>
                      <a:pt x="634" y="8239"/>
                    </a:cubicBezTo>
                    <a:lnTo>
                      <a:pt x="167" y="7772"/>
                    </a:lnTo>
                    <a:close/>
                    <a:moveTo>
                      <a:pt x="47334" y="10608"/>
                    </a:moveTo>
                    <a:lnTo>
                      <a:pt x="47168" y="10775"/>
                    </a:lnTo>
                    <a:lnTo>
                      <a:pt x="47635" y="11242"/>
                    </a:lnTo>
                    <a:cubicBezTo>
                      <a:pt x="47968" y="11575"/>
                      <a:pt x="47968" y="12109"/>
                      <a:pt x="47635" y="12442"/>
                    </a:cubicBezTo>
                    <a:cubicBezTo>
                      <a:pt x="47234" y="12876"/>
                      <a:pt x="47234" y="13543"/>
                      <a:pt x="47635" y="13943"/>
                    </a:cubicBezTo>
                    <a:lnTo>
                      <a:pt x="48102" y="14410"/>
                    </a:lnTo>
                    <a:lnTo>
                      <a:pt x="48235" y="14244"/>
                    </a:lnTo>
                    <a:lnTo>
                      <a:pt x="47801" y="13810"/>
                    </a:lnTo>
                    <a:cubicBezTo>
                      <a:pt x="47468" y="13476"/>
                      <a:pt x="47468" y="12943"/>
                      <a:pt x="47801" y="12609"/>
                    </a:cubicBezTo>
                    <a:cubicBezTo>
                      <a:pt x="48001" y="12409"/>
                      <a:pt x="48102" y="12109"/>
                      <a:pt x="48102" y="11842"/>
                    </a:cubicBezTo>
                    <a:cubicBezTo>
                      <a:pt x="48102" y="11575"/>
                      <a:pt x="48001" y="11275"/>
                      <a:pt x="47801" y="11075"/>
                    </a:cubicBezTo>
                    <a:lnTo>
                      <a:pt x="47334" y="10608"/>
                    </a:lnTo>
                    <a:close/>
                    <a:moveTo>
                      <a:pt x="8373" y="16345"/>
                    </a:moveTo>
                    <a:lnTo>
                      <a:pt x="7906" y="16812"/>
                    </a:lnTo>
                    <a:cubicBezTo>
                      <a:pt x="7739" y="16979"/>
                      <a:pt x="7514" y="17062"/>
                      <a:pt x="7289" y="17062"/>
                    </a:cubicBezTo>
                    <a:cubicBezTo>
                      <a:pt x="7064" y="17062"/>
                      <a:pt x="6839" y="16979"/>
                      <a:pt x="6672" y="16812"/>
                    </a:cubicBezTo>
                    <a:cubicBezTo>
                      <a:pt x="6472" y="16595"/>
                      <a:pt x="6197" y="16487"/>
                      <a:pt x="5921" y="16487"/>
                    </a:cubicBezTo>
                    <a:cubicBezTo>
                      <a:pt x="5646" y="16487"/>
                      <a:pt x="5371" y="16595"/>
                      <a:pt x="5171" y="16812"/>
                    </a:cubicBezTo>
                    <a:lnTo>
                      <a:pt x="4737" y="17246"/>
                    </a:lnTo>
                    <a:lnTo>
                      <a:pt x="4871" y="17379"/>
                    </a:lnTo>
                    <a:lnTo>
                      <a:pt x="5304" y="16946"/>
                    </a:lnTo>
                    <a:cubicBezTo>
                      <a:pt x="5471" y="16779"/>
                      <a:pt x="5696" y="16695"/>
                      <a:pt x="5921" y="16695"/>
                    </a:cubicBezTo>
                    <a:cubicBezTo>
                      <a:pt x="6147" y="16695"/>
                      <a:pt x="6372" y="16779"/>
                      <a:pt x="6539" y="16946"/>
                    </a:cubicBezTo>
                    <a:cubicBezTo>
                      <a:pt x="6739" y="17146"/>
                      <a:pt x="7014" y="17246"/>
                      <a:pt x="7289" y="17246"/>
                    </a:cubicBezTo>
                    <a:cubicBezTo>
                      <a:pt x="7564" y="17246"/>
                      <a:pt x="7839" y="17146"/>
                      <a:pt x="8040" y="16946"/>
                    </a:cubicBezTo>
                    <a:lnTo>
                      <a:pt x="8507" y="16479"/>
                    </a:lnTo>
                    <a:lnTo>
                      <a:pt x="8373" y="16345"/>
                    </a:lnTo>
                    <a:close/>
                    <a:moveTo>
                      <a:pt x="40329" y="14344"/>
                    </a:moveTo>
                    <a:lnTo>
                      <a:pt x="40329" y="14978"/>
                    </a:lnTo>
                    <a:cubicBezTo>
                      <a:pt x="40329" y="15445"/>
                      <a:pt x="39929" y="15845"/>
                      <a:pt x="39462" y="15845"/>
                    </a:cubicBezTo>
                    <a:cubicBezTo>
                      <a:pt x="38895" y="15845"/>
                      <a:pt x="38395" y="16312"/>
                      <a:pt x="38395" y="16912"/>
                    </a:cubicBezTo>
                    <a:lnTo>
                      <a:pt x="38395" y="17579"/>
                    </a:lnTo>
                    <a:lnTo>
                      <a:pt x="38628" y="17579"/>
                    </a:lnTo>
                    <a:lnTo>
                      <a:pt x="38628" y="16912"/>
                    </a:lnTo>
                    <a:cubicBezTo>
                      <a:pt x="38628" y="16445"/>
                      <a:pt x="38995" y="16045"/>
                      <a:pt x="39462" y="16045"/>
                    </a:cubicBezTo>
                    <a:cubicBezTo>
                      <a:pt x="40062" y="16045"/>
                      <a:pt x="40529" y="15578"/>
                      <a:pt x="40529" y="14978"/>
                    </a:cubicBezTo>
                    <a:lnTo>
                      <a:pt x="40529" y="14344"/>
                    </a:lnTo>
                    <a:close/>
                    <a:moveTo>
                      <a:pt x="22984" y="15811"/>
                    </a:moveTo>
                    <a:lnTo>
                      <a:pt x="22984" y="16445"/>
                    </a:lnTo>
                    <a:cubicBezTo>
                      <a:pt x="22984" y="16912"/>
                      <a:pt x="22583" y="17313"/>
                      <a:pt x="22116" y="17313"/>
                    </a:cubicBezTo>
                    <a:cubicBezTo>
                      <a:pt x="21516" y="17313"/>
                      <a:pt x="21049" y="17780"/>
                      <a:pt x="21049" y="18380"/>
                    </a:cubicBezTo>
                    <a:lnTo>
                      <a:pt x="21049" y="19047"/>
                    </a:lnTo>
                    <a:lnTo>
                      <a:pt x="21249" y="19047"/>
                    </a:lnTo>
                    <a:lnTo>
                      <a:pt x="21249" y="18380"/>
                    </a:lnTo>
                    <a:cubicBezTo>
                      <a:pt x="21249" y="17880"/>
                      <a:pt x="21649" y="17513"/>
                      <a:pt x="22116" y="17513"/>
                    </a:cubicBezTo>
                    <a:cubicBezTo>
                      <a:pt x="22683" y="17513"/>
                      <a:pt x="23184" y="17012"/>
                      <a:pt x="23184" y="16445"/>
                    </a:cubicBezTo>
                    <a:lnTo>
                      <a:pt x="23184" y="15811"/>
                    </a:lnTo>
                    <a:close/>
                    <a:moveTo>
                      <a:pt x="30856" y="16312"/>
                    </a:moveTo>
                    <a:lnTo>
                      <a:pt x="30722" y="16445"/>
                    </a:lnTo>
                    <a:lnTo>
                      <a:pt x="31189" y="16912"/>
                    </a:lnTo>
                    <a:cubicBezTo>
                      <a:pt x="31523" y="17246"/>
                      <a:pt x="31523" y="17780"/>
                      <a:pt x="31189" y="18113"/>
                    </a:cubicBezTo>
                    <a:cubicBezTo>
                      <a:pt x="30756" y="18547"/>
                      <a:pt x="30756" y="19214"/>
                      <a:pt x="31189" y="19648"/>
                    </a:cubicBezTo>
                    <a:lnTo>
                      <a:pt x="31623" y="20081"/>
                    </a:lnTo>
                    <a:lnTo>
                      <a:pt x="31757" y="19948"/>
                    </a:lnTo>
                    <a:lnTo>
                      <a:pt x="31323" y="19481"/>
                    </a:lnTo>
                    <a:cubicBezTo>
                      <a:pt x="30989" y="19147"/>
                      <a:pt x="30989" y="18614"/>
                      <a:pt x="31323" y="18280"/>
                    </a:cubicBezTo>
                    <a:cubicBezTo>
                      <a:pt x="31723" y="17846"/>
                      <a:pt x="31723" y="17179"/>
                      <a:pt x="31323" y="16779"/>
                    </a:cubicBezTo>
                    <a:lnTo>
                      <a:pt x="30856" y="16312"/>
                    </a:lnTo>
                    <a:close/>
                    <a:moveTo>
                      <a:pt x="9874" y="23183"/>
                    </a:moveTo>
                    <a:lnTo>
                      <a:pt x="9874" y="23384"/>
                    </a:lnTo>
                    <a:lnTo>
                      <a:pt x="10541" y="23384"/>
                    </a:lnTo>
                    <a:cubicBezTo>
                      <a:pt x="11008" y="23384"/>
                      <a:pt x="11409" y="23751"/>
                      <a:pt x="11409" y="24251"/>
                    </a:cubicBezTo>
                    <a:cubicBezTo>
                      <a:pt x="11409" y="24818"/>
                      <a:pt x="11876" y="25318"/>
                      <a:pt x="12476" y="25318"/>
                    </a:cubicBezTo>
                    <a:lnTo>
                      <a:pt x="13110" y="25318"/>
                    </a:lnTo>
                    <a:lnTo>
                      <a:pt x="13110" y="25085"/>
                    </a:lnTo>
                    <a:lnTo>
                      <a:pt x="12476" y="25085"/>
                    </a:lnTo>
                    <a:cubicBezTo>
                      <a:pt x="12009" y="25085"/>
                      <a:pt x="11609" y="24718"/>
                      <a:pt x="11609" y="24251"/>
                    </a:cubicBezTo>
                    <a:cubicBezTo>
                      <a:pt x="11609" y="23650"/>
                      <a:pt x="11142" y="23183"/>
                      <a:pt x="10541" y="23183"/>
                    </a:cubicBezTo>
                    <a:close/>
                    <a:moveTo>
                      <a:pt x="24518" y="24818"/>
                    </a:moveTo>
                    <a:lnTo>
                      <a:pt x="24518" y="25018"/>
                    </a:lnTo>
                    <a:lnTo>
                      <a:pt x="25185" y="25018"/>
                    </a:lnTo>
                    <a:cubicBezTo>
                      <a:pt x="25652" y="25018"/>
                      <a:pt x="26019" y="25385"/>
                      <a:pt x="26019" y="25885"/>
                    </a:cubicBezTo>
                    <a:cubicBezTo>
                      <a:pt x="26019" y="26452"/>
                      <a:pt x="26519" y="26953"/>
                      <a:pt x="27087" y="26953"/>
                    </a:cubicBezTo>
                    <a:lnTo>
                      <a:pt x="27754" y="26953"/>
                    </a:lnTo>
                    <a:lnTo>
                      <a:pt x="27754" y="26719"/>
                    </a:lnTo>
                    <a:lnTo>
                      <a:pt x="27120" y="26719"/>
                    </a:lnTo>
                    <a:cubicBezTo>
                      <a:pt x="26620" y="26719"/>
                      <a:pt x="26253" y="26352"/>
                      <a:pt x="26253" y="25885"/>
                    </a:cubicBezTo>
                    <a:cubicBezTo>
                      <a:pt x="26219" y="25285"/>
                      <a:pt x="25752" y="24818"/>
                      <a:pt x="25185" y="24818"/>
                    </a:cubicBezTo>
                    <a:close/>
                    <a:moveTo>
                      <a:pt x="1935" y="24651"/>
                    </a:moveTo>
                    <a:lnTo>
                      <a:pt x="1935" y="25285"/>
                    </a:lnTo>
                    <a:cubicBezTo>
                      <a:pt x="1935" y="25752"/>
                      <a:pt x="1535" y="26119"/>
                      <a:pt x="1068" y="26119"/>
                    </a:cubicBezTo>
                    <a:cubicBezTo>
                      <a:pt x="501" y="26119"/>
                      <a:pt x="1" y="26619"/>
                      <a:pt x="1" y="27186"/>
                    </a:cubicBezTo>
                    <a:lnTo>
                      <a:pt x="1" y="27853"/>
                    </a:lnTo>
                    <a:lnTo>
                      <a:pt x="234" y="27853"/>
                    </a:lnTo>
                    <a:lnTo>
                      <a:pt x="234" y="27186"/>
                    </a:lnTo>
                    <a:cubicBezTo>
                      <a:pt x="201" y="26719"/>
                      <a:pt x="601" y="26352"/>
                      <a:pt x="1068" y="26352"/>
                    </a:cubicBezTo>
                    <a:cubicBezTo>
                      <a:pt x="1668" y="26352"/>
                      <a:pt x="2135" y="25852"/>
                      <a:pt x="2135" y="25285"/>
                    </a:cubicBezTo>
                    <a:lnTo>
                      <a:pt x="2135" y="24651"/>
                    </a:lnTo>
                    <a:close/>
                    <a:moveTo>
                      <a:pt x="22116" y="30789"/>
                    </a:moveTo>
                    <a:lnTo>
                      <a:pt x="21649" y="31289"/>
                    </a:lnTo>
                    <a:cubicBezTo>
                      <a:pt x="21483" y="31456"/>
                      <a:pt x="21257" y="31539"/>
                      <a:pt x="21032" y="31539"/>
                    </a:cubicBezTo>
                    <a:cubicBezTo>
                      <a:pt x="20807" y="31539"/>
                      <a:pt x="20582" y="31456"/>
                      <a:pt x="20415" y="31289"/>
                    </a:cubicBezTo>
                    <a:cubicBezTo>
                      <a:pt x="20215" y="31072"/>
                      <a:pt x="19940" y="30964"/>
                      <a:pt x="19665" y="30964"/>
                    </a:cubicBezTo>
                    <a:cubicBezTo>
                      <a:pt x="19389" y="30964"/>
                      <a:pt x="19114" y="31072"/>
                      <a:pt x="18914" y="31289"/>
                    </a:cubicBezTo>
                    <a:lnTo>
                      <a:pt x="18480" y="31723"/>
                    </a:lnTo>
                    <a:lnTo>
                      <a:pt x="18614" y="31890"/>
                    </a:lnTo>
                    <a:lnTo>
                      <a:pt x="19081" y="31389"/>
                    </a:lnTo>
                    <a:cubicBezTo>
                      <a:pt x="19248" y="31223"/>
                      <a:pt x="19464" y="31139"/>
                      <a:pt x="19681" y="31139"/>
                    </a:cubicBezTo>
                    <a:cubicBezTo>
                      <a:pt x="19898" y="31139"/>
                      <a:pt x="20115" y="31223"/>
                      <a:pt x="20282" y="31389"/>
                    </a:cubicBezTo>
                    <a:cubicBezTo>
                      <a:pt x="20482" y="31623"/>
                      <a:pt x="20749" y="31723"/>
                      <a:pt x="21049" y="31723"/>
                    </a:cubicBezTo>
                    <a:cubicBezTo>
                      <a:pt x="21316" y="31723"/>
                      <a:pt x="21616" y="31623"/>
                      <a:pt x="21783" y="31389"/>
                    </a:cubicBezTo>
                    <a:lnTo>
                      <a:pt x="22283" y="30922"/>
                    </a:lnTo>
                    <a:lnTo>
                      <a:pt x="22116" y="30789"/>
                    </a:lnTo>
                    <a:close/>
                    <a:moveTo>
                      <a:pt x="9941" y="32123"/>
                    </a:moveTo>
                    <a:lnTo>
                      <a:pt x="9808" y="32290"/>
                    </a:lnTo>
                    <a:lnTo>
                      <a:pt x="10275" y="32757"/>
                    </a:lnTo>
                    <a:cubicBezTo>
                      <a:pt x="10608" y="33091"/>
                      <a:pt x="10608" y="33658"/>
                      <a:pt x="10275" y="33958"/>
                    </a:cubicBezTo>
                    <a:cubicBezTo>
                      <a:pt x="9841" y="34391"/>
                      <a:pt x="9841" y="35059"/>
                      <a:pt x="10275" y="35492"/>
                    </a:cubicBezTo>
                    <a:lnTo>
                      <a:pt x="10708" y="35926"/>
                    </a:lnTo>
                    <a:lnTo>
                      <a:pt x="10875" y="35792"/>
                    </a:lnTo>
                    <a:lnTo>
                      <a:pt x="10408" y="35325"/>
                    </a:lnTo>
                    <a:cubicBezTo>
                      <a:pt x="10074" y="34992"/>
                      <a:pt x="10074" y="34458"/>
                      <a:pt x="10408" y="34125"/>
                    </a:cubicBezTo>
                    <a:cubicBezTo>
                      <a:pt x="10608" y="33924"/>
                      <a:pt x="10742" y="33658"/>
                      <a:pt x="10742" y="33357"/>
                    </a:cubicBezTo>
                    <a:cubicBezTo>
                      <a:pt x="10742" y="33091"/>
                      <a:pt x="10608" y="32824"/>
                      <a:pt x="10408" y="32590"/>
                    </a:cubicBezTo>
                    <a:lnTo>
                      <a:pt x="9941" y="321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33;p24">
                <a:extLst>
                  <a:ext uri="{FF2B5EF4-FFF2-40B4-BE49-F238E27FC236}">
                    <a16:creationId xmlns:a16="http://schemas.microsoft.com/office/drawing/2014/main" id="{31550E8D-4F2B-F2EE-FCE3-7D0C2DEDD06D}"/>
                  </a:ext>
                </a:extLst>
              </p:cNvPr>
              <p:cNvSpPr/>
              <p:nvPr/>
            </p:nvSpPr>
            <p:spPr>
              <a:xfrm>
                <a:off x="5158101" y="2379442"/>
                <a:ext cx="550916" cy="120118"/>
              </a:xfrm>
              <a:custGeom>
                <a:avLst/>
                <a:gdLst/>
                <a:ahLst/>
                <a:cxnLst/>
                <a:rect l="l" t="t" r="r" b="b"/>
                <a:pathLst>
                  <a:path w="21116" h="4604" extrusionOk="0">
                    <a:moveTo>
                      <a:pt x="34" y="0"/>
                    </a:moveTo>
                    <a:cubicBezTo>
                      <a:pt x="0" y="0"/>
                      <a:pt x="0" y="67"/>
                      <a:pt x="34" y="67"/>
                    </a:cubicBezTo>
                    <a:cubicBezTo>
                      <a:pt x="2736" y="834"/>
                      <a:pt x="5471" y="1435"/>
                      <a:pt x="8206" y="2035"/>
                    </a:cubicBezTo>
                    <a:cubicBezTo>
                      <a:pt x="10942" y="2636"/>
                      <a:pt x="13643" y="3236"/>
                      <a:pt x="16345" y="3770"/>
                    </a:cubicBezTo>
                    <a:cubicBezTo>
                      <a:pt x="17880" y="4070"/>
                      <a:pt x="19448" y="4370"/>
                      <a:pt x="21015" y="4604"/>
                    </a:cubicBezTo>
                    <a:cubicBezTo>
                      <a:pt x="21115" y="4570"/>
                      <a:pt x="21115" y="4470"/>
                      <a:pt x="21049" y="4470"/>
                    </a:cubicBezTo>
                    <a:cubicBezTo>
                      <a:pt x="18347" y="3670"/>
                      <a:pt x="15612" y="3103"/>
                      <a:pt x="12843" y="2502"/>
                    </a:cubicBezTo>
                    <a:cubicBezTo>
                      <a:pt x="10108" y="1935"/>
                      <a:pt x="7439" y="1368"/>
                      <a:pt x="4737" y="834"/>
                    </a:cubicBezTo>
                    <a:cubicBezTo>
                      <a:pt x="3169" y="534"/>
                      <a:pt x="1602" y="234"/>
                      <a:pt x="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34;p24">
                <a:extLst>
                  <a:ext uri="{FF2B5EF4-FFF2-40B4-BE49-F238E27FC236}">
                    <a16:creationId xmlns:a16="http://schemas.microsoft.com/office/drawing/2014/main" id="{DED39AD4-F0B0-530C-16DE-AD2C2084C25E}"/>
                  </a:ext>
                </a:extLst>
              </p:cNvPr>
              <p:cNvSpPr/>
              <p:nvPr/>
            </p:nvSpPr>
            <p:spPr>
              <a:xfrm>
                <a:off x="5641948" y="2441952"/>
                <a:ext cx="100133" cy="420310"/>
              </a:xfrm>
              <a:custGeom>
                <a:avLst/>
                <a:gdLst/>
                <a:ahLst/>
                <a:cxnLst/>
                <a:rect l="l" t="t" r="r" b="b"/>
                <a:pathLst>
                  <a:path w="3838" h="16110" extrusionOk="0">
                    <a:moveTo>
                      <a:pt x="3796" y="1"/>
                    </a:moveTo>
                    <a:cubicBezTo>
                      <a:pt x="3782" y="1"/>
                      <a:pt x="3770" y="11"/>
                      <a:pt x="3770" y="39"/>
                    </a:cubicBezTo>
                    <a:cubicBezTo>
                      <a:pt x="3270" y="2108"/>
                      <a:pt x="2736" y="4176"/>
                      <a:pt x="2269" y="6244"/>
                    </a:cubicBezTo>
                    <a:cubicBezTo>
                      <a:pt x="1802" y="8345"/>
                      <a:pt x="1302" y="10414"/>
                      <a:pt x="835" y="12515"/>
                    </a:cubicBezTo>
                    <a:cubicBezTo>
                      <a:pt x="568" y="13716"/>
                      <a:pt x="301" y="14883"/>
                      <a:pt x="1" y="16084"/>
                    </a:cubicBezTo>
                    <a:cubicBezTo>
                      <a:pt x="1" y="16101"/>
                      <a:pt x="18" y="16109"/>
                      <a:pt x="34" y="16109"/>
                    </a:cubicBezTo>
                    <a:cubicBezTo>
                      <a:pt x="51" y="16109"/>
                      <a:pt x="68" y="16101"/>
                      <a:pt x="68" y="16084"/>
                    </a:cubicBezTo>
                    <a:cubicBezTo>
                      <a:pt x="701" y="14116"/>
                      <a:pt x="1335" y="12148"/>
                      <a:pt x="1869" y="10180"/>
                    </a:cubicBezTo>
                    <a:lnTo>
                      <a:pt x="1869" y="11314"/>
                    </a:lnTo>
                    <a:cubicBezTo>
                      <a:pt x="1869" y="12081"/>
                      <a:pt x="1836" y="12882"/>
                      <a:pt x="1836" y="13683"/>
                    </a:cubicBezTo>
                    <a:cubicBezTo>
                      <a:pt x="1836" y="13699"/>
                      <a:pt x="1852" y="13708"/>
                      <a:pt x="1869" y="13708"/>
                    </a:cubicBezTo>
                    <a:cubicBezTo>
                      <a:pt x="1886" y="13708"/>
                      <a:pt x="1902" y="13699"/>
                      <a:pt x="1902" y="13683"/>
                    </a:cubicBezTo>
                    <a:cubicBezTo>
                      <a:pt x="2036" y="12915"/>
                      <a:pt x="2069" y="12115"/>
                      <a:pt x="2102" y="11348"/>
                    </a:cubicBezTo>
                    <a:lnTo>
                      <a:pt x="2102" y="10180"/>
                    </a:lnTo>
                    <a:cubicBezTo>
                      <a:pt x="2102" y="9913"/>
                      <a:pt x="2102" y="9646"/>
                      <a:pt x="2069" y="9380"/>
                    </a:cubicBezTo>
                    <a:cubicBezTo>
                      <a:pt x="2569" y="7478"/>
                      <a:pt x="3003" y="5577"/>
                      <a:pt x="3303" y="3675"/>
                    </a:cubicBezTo>
                    <a:cubicBezTo>
                      <a:pt x="3503" y="2475"/>
                      <a:pt x="3704" y="1240"/>
                      <a:pt x="3837" y="39"/>
                    </a:cubicBezTo>
                    <a:cubicBezTo>
                      <a:pt x="3837" y="20"/>
                      <a:pt x="3815" y="1"/>
                      <a:pt x="37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35;p24">
                <a:extLst>
                  <a:ext uri="{FF2B5EF4-FFF2-40B4-BE49-F238E27FC236}">
                    <a16:creationId xmlns:a16="http://schemas.microsoft.com/office/drawing/2014/main" id="{F80D98C3-1886-CDE2-67E6-FE6BE3A2BB7B}"/>
                  </a:ext>
                </a:extLst>
              </p:cNvPr>
              <p:cNvSpPr/>
              <p:nvPr/>
            </p:nvSpPr>
            <p:spPr>
              <a:xfrm>
                <a:off x="5914344" y="2150224"/>
                <a:ext cx="885103" cy="866292"/>
              </a:xfrm>
              <a:custGeom>
                <a:avLst/>
                <a:gdLst/>
                <a:ahLst/>
                <a:cxnLst/>
                <a:rect l="l" t="t" r="r" b="b"/>
                <a:pathLst>
                  <a:path w="33925" h="33204" extrusionOk="0">
                    <a:moveTo>
                      <a:pt x="28896" y="1"/>
                    </a:moveTo>
                    <a:cubicBezTo>
                      <a:pt x="28738" y="1"/>
                      <a:pt x="28579" y="5"/>
                      <a:pt x="28421" y="13"/>
                    </a:cubicBezTo>
                    <a:cubicBezTo>
                      <a:pt x="28254" y="13"/>
                      <a:pt x="28087" y="47"/>
                      <a:pt x="27887" y="47"/>
                    </a:cubicBezTo>
                    <a:lnTo>
                      <a:pt x="1" y="33204"/>
                    </a:lnTo>
                    <a:cubicBezTo>
                      <a:pt x="8407" y="28567"/>
                      <a:pt x="16179" y="22930"/>
                      <a:pt x="23184" y="16325"/>
                    </a:cubicBezTo>
                    <a:cubicBezTo>
                      <a:pt x="25586" y="13990"/>
                      <a:pt x="27554" y="11922"/>
                      <a:pt x="28821" y="10454"/>
                    </a:cubicBezTo>
                    <a:lnTo>
                      <a:pt x="29055" y="10154"/>
                    </a:lnTo>
                    <a:lnTo>
                      <a:pt x="29255" y="9887"/>
                    </a:lnTo>
                    <a:cubicBezTo>
                      <a:pt x="33925" y="4216"/>
                      <a:pt x="33892" y="1214"/>
                      <a:pt x="31223" y="314"/>
                    </a:cubicBezTo>
                    <a:cubicBezTo>
                      <a:pt x="31156" y="280"/>
                      <a:pt x="31123" y="280"/>
                      <a:pt x="31090" y="280"/>
                    </a:cubicBezTo>
                    <a:cubicBezTo>
                      <a:pt x="30923" y="214"/>
                      <a:pt x="30789" y="180"/>
                      <a:pt x="30623" y="147"/>
                    </a:cubicBezTo>
                    <a:cubicBezTo>
                      <a:pt x="30523" y="147"/>
                      <a:pt x="30422" y="114"/>
                      <a:pt x="30322" y="114"/>
                    </a:cubicBezTo>
                    <a:cubicBezTo>
                      <a:pt x="29847" y="38"/>
                      <a:pt x="29372" y="1"/>
                      <a:pt x="288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36;p24">
                <a:extLst>
                  <a:ext uri="{FF2B5EF4-FFF2-40B4-BE49-F238E27FC236}">
                    <a16:creationId xmlns:a16="http://schemas.microsoft.com/office/drawing/2014/main" id="{25438EFF-F42B-0620-40B3-F9DAA0B55798}"/>
                  </a:ext>
                </a:extLst>
              </p:cNvPr>
              <p:cNvSpPr/>
              <p:nvPr/>
            </p:nvSpPr>
            <p:spPr>
              <a:xfrm>
                <a:off x="6138005" y="3482930"/>
                <a:ext cx="978218" cy="772838"/>
              </a:xfrm>
              <a:custGeom>
                <a:avLst/>
                <a:gdLst/>
                <a:ahLst/>
                <a:cxnLst/>
                <a:rect l="l" t="t" r="r" b="b"/>
                <a:pathLst>
                  <a:path w="37494" h="29622" extrusionOk="0">
                    <a:moveTo>
                      <a:pt x="4137" y="0"/>
                    </a:moveTo>
                    <a:cubicBezTo>
                      <a:pt x="4137" y="0"/>
                      <a:pt x="2002" y="14010"/>
                      <a:pt x="1" y="29622"/>
                    </a:cubicBezTo>
                    <a:lnTo>
                      <a:pt x="34425" y="29622"/>
                    </a:lnTo>
                    <a:cubicBezTo>
                      <a:pt x="35826" y="14044"/>
                      <a:pt x="37494" y="0"/>
                      <a:pt x="37494" y="0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37;p24">
                <a:extLst>
                  <a:ext uri="{FF2B5EF4-FFF2-40B4-BE49-F238E27FC236}">
                    <a16:creationId xmlns:a16="http://schemas.microsoft.com/office/drawing/2014/main" id="{2088AADC-EC16-9DF4-C320-2E3DF7BEA04D}"/>
                  </a:ext>
                </a:extLst>
              </p:cNvPr>
              <p:cNvSpPr/>
              <p:nvPr/>
            </p:nvSpPr>
            <p:spPr>
              <a:xfrm>
                <a:off x="6245048" y="3482043"/>
                <a:ext cx="1296751" cy="773725"/>
              </a:xfrm>
              <a:custGeom>
                <a:avLst/>
                <a:gdLst/>
                <a:ahLst/>
                <a:cxnLst/>
                <a:rect l="l" t="t" r="r" b="b"/>
                <a:pathLst>
                  <a:path w="49703" h="29656" extrusionOk="0">
                    <a:moveTo>
                      <a:pt x="0" y="1"/>
                    </a:moveTo>
                    <a:cubicBezTo>
                      <a:pt x="0" y="1"/>
                      <a:pt x="1635" y="17313"/>
                      <a:pt x="5571" y="29656"/>
                    </a:cubicBezTo>
                    <a:lnTo>
                      <a:pt x="49136" y="29656"/>
                    </a:lnTo>
                    <a:cubicBezTo>
                      <a:pt x="49102" y="29255"/>
                      <a:pt x="49102" y="28955"/>
                      <a:pt x="49136" y="28755"/>
                    </a:cubicBezTo>
                    <a:cubicBezTo>
                      <a:pt x="49703" y="11276"/>
                      <a:pt x="45800" y="1"/>
                      <a:pt x="45800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38;p24">
                <a:extLst>
                  <a:ext uri="{FF2B5EF4-FFF2-40B4-BE49-F238E27FC236}">
                    <a16:creationId xmlns:a16="http://schemas.microsoft.com/office/drawing/2014/main" id="{96B7E621-1EE5-AF58-DD49-CC4C35A28F7F}"/>
                  </a:ext>
                </a:extLst>
              </p:cNvPr>
              <p:cNvSpPr/>
              <p:nvPr/>
            </p:nvSpPr>
            <p:spPr>
              <a:xfrm>
                <a:off x="6876246" y="3590965"/>
                <a:ext cx="439251" cy="268283"/>
              </a:xfrm>
              <a:custGeom>
                <a:avLst/>
                <a:gdLst/>
                <a:ahLst/>
                <a:cxnLst/>
                <a:rect l="l" t="t" r="r" b="b"/>
                <a:pathLst>
                  <a:path w="16836" h="10283" extrusionOk="0">
                    <a:moveTo>
                      <a:pt x="80" y="0"/>
                    </a:moveTo>
                    <a:cubicBezTo>
                      <a:pt x="41" y="0"/>
                      <a:pt x="1" y="39"/>
                      <a:pt x="24" y="62"/>
                    </a:cubicBezTo>
                    <a:cubicBezTo>
                      <a:pt x="524" y="1363"/>
                      <a:pt x="1125" y="2631"/>
                      <a:pt x="1858" y="3798"/>
                    </a:cubicBezTo>
                    <a:cubicBezTo>
                      <a:pt x="2526" y="4999"/>
                      <a:pt x="3393" y="6100"/>
                      <a:pt x="4394" y="7067"/>
                    </a:cubicBezTo>
                    <a:cubicBezTo>
                      <a:pt x="6428" y="8935"/>
                      <a:pt x="9164" y="9903"/>
                      <a:pt x="11899" y="10136"/>
                    </a:cubicBezTo>
                    <a:cubicBezTo>
                      <a:pt x="12699" y="10236"/>
                      <a:pt x="13467" y="10270"/>
                      <a:pt x="14267" y="10270"/>
                    </a:cubicBezTo>
                    <a:cubicBezTo>
                      <a:pt x="14459" y="10278"/>
                      <a:pt x="14653" y="10282"/>
                      <a:pt x="14848" y="10282"/>
                    </a:cubicBezTo>
                    <a:cubicBezTo>
                      <a:pt x="15433" y="10282"/>
                      <a:pt x="16027" y="10245"/>
                      <a:pt x="16602" y="10170"/>
                    </a:cubicBezTo>
                    <a:cubicBezTo>
                      <a:pt x="16836" y="10103"/>
                      <a:pt x="16802" y="9769"/>
                      <a:pt x="16569" y="9769"/>
                    </a:cubicBezTo>
                    <a:cubicBezTo>
                      <a:pt x="15235" y="9669"/>
                      <a:pt x="13900" y="9736"/>
                      <a:pt x="12533" y="9569"/>
                    </a:cubicBezTo>
                    <a:cubicBezTo>
                      <a:pt x="11232" y="9369"/>
                      <a:pt x="9931" y="9069"/>
                      <a:pt x="8697" y="8602"/>
                    </a:cubicBezTo>
                    <a:cubicBezTo>
                      <a:pt x="7462" y="8168"/>
                      <a:pt x="6328" y="7568"/>
                      <a:pt x="5294" y="6767"/>
                    </a:cubicBezTo>
                    <a:cubicBezTo>
                      <a:pt x="4260" y="5933"/>
                      <a:pt x="3359" y="4933"/>
                      <a:pt x="2592" y="3865"/>
                    </a:cubicBezTo>
                    <a:cubicBezTo>
                      <a:pt x="2159" y="3231"/>
                      <a:pt x="1725" y="2598"/>
                      <a:pt x="1325" y="1964"/>
                    </a:cubicBezTo>
                    <a:cubicBezTo>
                      <a:pt x="924" y="1330"/>
                      <a:pt x="557" y="663"/>
                      <a:pt x="124" y="29"/>
                    </a:cubicBezTo>
                    <a:cubicBezTo>
                      <a:pt x="113" y="8"/>
                      <a:pt x="97" y="0"/>
                      <a:pt x="8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39;p24">
                <a:extLst>
                  <a:ext uri="{FF2B5EF4-FFF2-40B4-BE49-F238E27FC236}">
                    <a16:creationId xmlns:a16="http://schemas.microsoft.com/office/drawing/2014/main" id="{02856D18-F943-C357-6676-BEBF6DBF9050}"/>
                  </a:ext>
                </a:extLst>
              </p:cNvPr>
              <p:cNvSpPr/>
              <p:nvPr/>
            </p:nvSpPr>
            <p:spPr>
              <a:xfrm>
                <a:off x="7329648" y="3525221"/>
                <a:ext cx="105951" cy="730546"/>
              </a:xfrm>
              <a:custGeom>
                <a:avLst/>
                <a:gdLst/>
                <a:ahLst/>
                <a:cxnLst/>
                <a:rect l="l" t="t" r="r" b="b"/>
                <a:pathLst>
                  <a:path w="4061" h="28001" extrusionOk="0">
                    <a:moveTo>
                      <a:pt x="56" y="0"/>
                    </a:moveTo>
                    <a:cubicBezTo>
                      <a:pt x="27" y="0"/>
                      <a:pt x="0" y="24"/>
                      <a:pt x="24" y="47"/>
                    </a:cubicBezTo>
                    <a:cubicBezTo>
                      <a:pt x="1125" y="1515"/>
                      <a:pt x="1492" y="3383"/>
                      <a:pt x="1792" y="5118"/>
                    </a:cubicBezTo>
                    <a:cubicBezTo>
                      <a:pt x="2159" y="7186"/>
                      <a:pt x="2492" y="9287"/>
                      <a:pt x="2759" y="11355"/>
                    </a:cubicBezTo>
                    <a:cubicBezTo>
                      <a:pt x="3326" y="15492"/>
                      <a:pt x="3059" y="21763"/>
                      <a:pt x="3193" y="25932"/>
                    </a:cubicBezTo>
                    <a:cubicBezTo>
                      <a:pt x="3193" y="26600"/>
                      <a:pt x="3226" y="27300"/>
                      <a:pt x="3226" y="28001"/>
                    </a:cubicBezTo>
                    <a:lnTo>
                      <a:pt x="3560" y="28001"/>
                    </a:lnTo>
                    <a:lnTo>
                      <a:pt x="3560" y="26633"/>
                    </a:lnTo>
                    <a:cubicBezTo>
                      <a:pt x="3560" y="24531"/>
                      <a:pt x="4060" y="20295"/>
                      <a:pt x="3893" y="18160"/>
                    </a:cubicBezTo>
                    <a:cubicBezTo>
                      <a:pt x="3626" y="13957"/>
                      <a:pt x="3059" y="9788"/>
                      <a:pt x="2225" y="5651"/>
                    </a:cubicBezTo>
                    <a:cubicBezTo>
                      <a:pt x="1825" y="3650"/>
                      <a:pt x="1391" y="1648"/>
                      <a:pt x="91" y="14"/>
                    </a:cubicBezTo>
                    <a:cubicBezTo>
                      <a:pt x="81" y="4"/>
                      <a:pt x="68" y="0"/>
                      <a:pt x="5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40;p24">
                <a:extLst>
                  <a:ext uri="{FF2B5EF4-FFF2-40B4-BE49-F238E27FC236}">
                    <a16:creationId xmlns:a16="http://schemas.microsoft.com/office/drawing/2014/main" id="{2F35CCCE-0177-5B7B-5CDA-C2169FE8E587}"/>
                  </a:ext>
                </a:extLst>
              </p:cNvPr>
              <p:cNvSpPr/>
              <p:nvPr/>
            </p:nvSpPr>
            <p:spPr>
              <a:xfrm>
                <a:off x="6173695" y="2101046"/>
                <a:ext cx="1341130" cy="1521204"/>
              </a:xfrm>
              <a:custGeom>
                <a:avLst/>
                <a:gdLst/>
                <a:ahLst/>
                <a:cxnLst/>
                <a:rect l="l" t="t" r="r" b="b"/>
                <a:pathLst>
                  <a:path w="51404" h="58306" extrusionOk="0">
                    <a:moveTo>
                      <a:pt x="21784" y="1"/>
                    </a:moveTo>
                    <a:cubicBezTo>
                      <a:pt x="20129" y="1"/>
                      <a:pt x="18502" y="442"/>
                      <a:pt x="17146" y="1565"/>
                    </a:cubicBezTo>
                    <a:cubicBezTo>
                      <a:pt x="12809" y="5167"/>
                      <a:pt x="3136" y="22413"/>
                      <a:pt x="2068" y="25182"/>
                    </a:cubicBezTo>
                    <a:cubicBezTo>
                      <a:pt x="0" y="30586"/>
                      <a:pt x="4670" y="37624"/>
                      <a:pt x="4670" y="37624"/>
                    </a:cubicBezTo>
                    <a:lnTo>
                      <a:pt x="267" y="58306"/>
                    </a:lnTo>
                    <a:lnTo>
                      <a:pt x="51404" y="58306"/>
                    </a:lnTo>
                    <a:cubicBezTo>
                      <a:pt x="46700" y="31686"/>
                      <a:pt x="43031" y="16642"/>
                      <a:pt x="30088" y="3366"/>
                    </a:cubicBezTo>
                    <a:cubicBezTo>
                      <a:pt x="28509" y="1765"/>
                      <a:pt x="25092" y="1"/>
                      <a:pt x="21784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41;p24">
                <a:extLst>
                  <a:ext uri="{FF2B5EF4-FFF2-40B4-BE49-F238E27FC236}">
                    <a16:creationId xmlns:a16="http://schemas.microsoft.com/office/drawing/2014/main" id="{4D3CCB6F-6979-7D60-0BF6-25840F6814A9}"/>
                  </a:ext>
                </a:extLst>
              </p:cNvPr>
              <p:cNvSpPr/>
              <p:nvPr/>
            </p:nvSpPr>
            <p:spPr>
              <a:xfrm>
                <a:off x="6217211" y="2176678"/>
                <a:ext cx="1234083" cy="1380291"/>
              </a:xfrm>
              <a:custGeom>
                <a:avLst/>
                <a:gdLst/>
                <a:ahLst/>
                <a:cxnLst/>
                <a:rect l="l" t="t" r="r" b="b"/>
                <a:pathLst>
                  <a:path w="47301" h="52905" extrusionOk="0">
                    <a:moveTo>
                      <a:pt x="20782" y="0"/>
                    </a:moveTo>
                    <a:lnTo>
                      <a:pt x="20782" y="200"/>
                    </a:lnTo>
                    <a:lnTo>
                      <a:pt x="21449" y="200"/>
                    </a:lnTo>
                    <a:cubicBezTo>
                      <a:pt x="21916" y="200"/>
                      <a:pt x="22316" y="567"/>
                      <a:pt x="22316" y="1068"/>
                    </a:cubicBezTo>
                    <a:cubicBezTo>
                      <a:pt x="22316" y="1635"/>
                      <a:pt x="22783" y="2135"/>
                      <a:pt x="23383" y="2135"/>
                    </a:cubicBezTo>
                    <a:lnTo>
                      <a:pt x="24017" y="2135"/>
                    </a:lnTo>
                    <a:lnTo>
                      <a:pt x="24017" y="1902"/>
                    </a:lnTo>
                    <a:lnTo>
                      <a:pt x="23383" y="1902"/>
                    </a:lnTo>
                    <a:cubicBezTo>
                      <a:pt x="22916" y="1902"/>
                      <a:pt x="22516" y="1535"/>
                      <a:pt x="22516" y="1068"/>
                    </a:cubicBezTo>
                    <a:cubicBezTo>
                      <a:pt x="22516" y="467"/>
                      <a:pt x="22049" y="0"/>
                      <a:pt x="21449" y="0"/>
                    </a:cubicBezTo>
                    <a:close/>
                    <a:moveTo>
                      <a:pt x="31956" y="5171"/>
                    </a:moveTo>
                    <a:lnTo>
                      <a:pt x="31489" y="5638"/>
                    </a:lnTo>
                    <a:cubicBezTo>
                      <a:pt x="31322" y="5804"/>
                      <a:pt x="31106" y="5888"/>
                      <a:pt x="30889" y="5888"/>
                    </a:cubicBezTo>
                    <a:cubicBezTo>
                      <a:pt x="30672" y="5888"/>
                      <a:pt x="30455" y="5804"/>
                      <a:pt x="30288" y="5638"/>
                    </a:cubicBezTo>
                    <a:cubicBezTo>
                      <a:pt x="30072" y="5437"/>
                      <a:pt x="29796" y="5337"/>
                      <a:pt x="29521" y="5337"/>
                    </a:cubicBezTo>
                    <a:cubicBezTo>
                      <a:pt x="29246" y="5337"/>
                      <a:pt x="28971" y="5437"/>
                      <a:pt x="28754" y="5638"/>
                    </a:cubicBezTo>
                    <a:lnTo>
                      <a:pt x="28320" y="6071"/>
                    </a:lnTo>
                    <a:lnTo>
                      <a:pt x="28454" y="6238"/>
                    </a:lnTo>
                    <a:lnTo>
                      <a:pt x="28921" y="5771"/>
                    </a:lnTo>
                    <a:cubicBezTo>
                      <a:pt x="29087" y="5604"/>
                      <a:pt x="29304" y="5521"/>
                      <a:pt x="29521" y="5521"/>
                    </a:cubicBezTo>
                    <a:cubicBezTo>
                      <a:pt x="29738" y="5521"/>
                      <a:pt x="29955" y="5604"/>
                      <a:pt x="30122" y="5771"/>
                    </a:cubicBezTo>
                    <a:cubicBezTo>
                      <a:pt x="30338" y="5988"/>
                      <a:pt x="30614" y="6096"/>
                      <a:pt x="30885" y="6096"/>
                    </a:cubicBezTo>
                    <a:cubicBezTo>
                      <a:pt x="31156" y="6096"/>
                      <a:pt x="31422" y="5988"/>
                      <a:pt x="31623" y="5771"/>
                    </a:cubicBezTo>
                    <a:lnTo>
                      <a:pt x="32123" y="5304"/>
                    </a:lnTo>
                    <a:lnTo>
                      <a:pt x="31956" y="5171"/>
                    </a:lnTo>
                    <a:close/>
                    <a:moveTo>
                      <a:pt x="17379" y="6505"/>
                    </a:moveTo>
                    <a:lnTo>
                      <a:pt x="16912" y="6972"/>
                    </a:lnTo>
                    <a:cubicBezTo>
                      <a:pt x="16745" y="7139"/>
                      <a:pt x="16545" y="7239"/>
                      <a:pt x="16312" y="7239"/>
                    </a:cubicBezTo>
                    <a:cubicBezTo>
                      <a:pt x="16078" y="7239"/>
                      <a:pt x="15845" y="7139"/>
                      <a:pt x="15711" y="6972"/>
                    </a:cubicBezTo>
                    <a:cubicBezTo>
                      <a:pt x="15494" y="6772"/>
                      <a:pt x="15219" y="6672"/>
                      <a:pt x="14944" y="6672"/>
                    </a:cubicBezTo>
                    <a:cubicBezTo>
                      <a:pt x="14669" y="6672"/>
                      <a:pt x="14394" y="6772"/>
                      <a:pt x="14177" y="6972"/>
                    </a:cubicBezTo>
                    <a:lnTo>
                      <a:pt x="13743" y="7439"/>
                    </a:lnTo>
                    <a:lnTo>
                      <a:pt x="13910" y="7572"/>
                    </a:lnTo>
                    <a:lnTo>
                      <a:pt x="14344" y="7139"/>
                    </a:lnTo>
                    <a:cubicBezTo>
                      <a:pt x="14510" y="6972"/>
                      <a:pt x="14727" y="6888"/>
                      <a:pt x="14944" y="6888"/>
                    </a:cubicBezTo>
                    <a:cubicBezTo>
                      <a:pt x="15161" y="6888"/>
                      <a:pt x="15378" y="6972"/>
                      <a:pt x="15544" y="7139"/>
                    </a:cubicBezTo>
                    <a:cubicBezTo>
                      <a:pt x="15745" y="7339"/>
                      <a:pt x="16011" y="7439"/>
                      <a:pt x="16312" y="7439"/>
                    </a:cubicBezTo>
                    <a:cubicBezTo>
                      <a:pt x="16579" y="7439"/>
                      <a:pt x="16879" y="7339"/>
                      <a:pt x="17079" y="7139"/>
                    </a:cubicBezTo>
                    <a:lnTo>
                      <a:pt x="17546" y="6672"/>
                    </a:lnTo>
                    <a:lnTo>
                      <a:pt x="17379" y="6505"/>
                    </a:lnTo>
                    <a:close/>
                    <a:moveTo>
                      <a:pt x="22816" y="8573"/>
                    </a:moveTo>
                    <a:lnTo>
                      <a:pt x="22683" y="8706"/>
                    </a:lnTo>
                    <a:lnTo>
                      <a:pt x="23150" y="9207"/>
                    </a:lnTo>
                    <a:cubicBezTo>
                      <a:pt x="23483" y="9540"/>
                      <a:pt x="23483" y="10074"/>
                      <a:pt x="23150" y="10408"/>
                    </a:cubicBezTo>
                    <a:cubicBezTo>
                      <a:pt x="22716" y="10808"/>
                      <a:pt x="22716" y="11508"/>
                      <a:pt x="23150" y="11909"/>
                    </a:cubicBezTo>
                    <a:lnTo>
                      <a:pt x="23584" y="12376"/>
                    </a:lnTo>
                    <a:lnTo>
                      <a:pt x="23750" y="12209"/>
                    </a:lnTo>
                    <a:lnTo>
                      <a:pt x="23283" y="11775"/>
                    </a:lnTo>
                    <a:cubicBezTo>
                      <a:pt x="22950" y="11442"/>
                      <a:pt x="22950" y="10875"/>
                      <a:pt x="23283" y="10541"/>
                    </a:cubicBezTo>
                    <a:cubicBezTo>
                      <a:pt x="23483" y="10341"/>
                      <a:pt x="23617" y="10074"/>
                      <a:pt x="23617" y="9807"/>
                    </a:cubicBezTo>
                    <a:cubicBezTo>
                      <a:pt x="23617" y="9507"/>
                      <a:pt x="23483" y="9240"/>
                      <a:pt x="23283" y="9040"/>
                    </a:cubicBezTo>
                    <a:lnTo>
                      <a:pt x="22816" y="8573"/>
                    </a:lnTo>
                    <a:close/>
                    <a:moveTo>
                      <a:pt x="9240" y="10641"/>
                    </a:moveTo>
                    <a:lnTo>
                      <a:pt x="9107" y="10775"/>
                    </a:lnTo>
                    <a:lnTo>
                      <a:pt x="9574" y="11242"/>
                    </a:lnTo>
                    <a:cubicBezTo>
                      <a:pt x="9907" y="11575"/>
                      <a:pt x="9907" y="12142"/>
                      <a:pt x="9574" y="12476"/>
                    </a:cubicBezTo>
                    <a:cubicBezTo>
                      <a:pt x="9173" y="12876"/>
                      <a:pt x="9173" y="13543"/>
                      <a:pt x="9574" y="13977"/>
                    </a:cubicBezTo>
                    <a:lnTo>
                      <a:pt x="10041" y="14410"/>
                    </a:lnTo>
                    <a:lnTo>
                      <a:pt x="10174" y="14277"/>
                    </a:lnTo>
                    <a:lnTo>
                      <a:pt x="9740" y="13843"/>
                    </a:lnTo>
                    <a:cubicBezTo>
                      <a:pt x="9373" y="13476"/>
                      <a:pt x="9373" y="12943"/>
                      <a:pt x="9740" y="12609"/>
                    </a:cubicBezTo>
                    <a:cubicBezTo>
                      <a:pt x="9907" y="12409"/>
                      <a:pt x="10041" y="12142"/>
                      <a:pt x="10041" y="11875"/>
                    </a:cubicBezTo>
                    <a:cubicBezTo>
                      <a:pt x="10041" y="11575"/>
                      <a:pt x="9940" y="11308"/>
                      <a:pt x="9740" y="11108"/>
                    </a:cubicBezTo>
                    <a:lnTo>
                      <a:pt x="9240" y="10641"/>
                    </a:lnTo>
                    <a:close/>
                    <a:moveTo>
                      <a:pt x="31422" y="13376"/>
                    </a:moveTo>
                    <a:lnTo>
                      <a:pt x="31422" y="14010"/>
                    </a:lnTo>
                    <a:cubicBezTo>
                      <a:pt x="31422" y="14477"/>
                      <a:pt x="31022" y="14877"/>
                      <a:pt x="30555" y="14877"/>
                    </a:cubicBezTo>
                    <a:cubicBezTo>
                      <a:pt x="29988" y="14877"/>
                      <a:pt x="29488" y="15344"/>
                      <a:pt x="29488" y="15945"/>
                    </a:cubicBezTo>
                    <a:lnTo>
                      <a:pt x="29488" y="16612"/>
                    </a:lnTo>
                    <a:lnTo>
                      <a:pt x="29721" y="16612"/>
                    </a:lnTo>
                    <a:lnTo>
                      <a:pt x="29721" y="15945"/>
                    </a:lnTo>
                    <a:cubicBezTo>
                      <a:pt x="29721" y="15478"/>
                      <a:pt x="30088" y="15078"/>
                      <a:pt x="30555" y="15078"/>
                    </a:cubicBezTo>
                    <a:cubicBezTo>
                      <a:pt x="31156" y="15078"/>
                      <a:pt x="31623" y="14611"/>
                      <a:pt x="31623" y="14010"/>
                    </a:cubicBezTo>
                    <a:lnTo>
                      <a:pt x="31623" y="13376"/>
                    </a:lnTo>
                    <a:close/>
                    <a:moveTo>
                      <a:pt x="16745" y="16245"/>
                    </a:moveTo>
                    <a:lnTo>
                      <a:pt x="16745" y="16879"/>
                    </a:lnTo>
                    <a:cubicBezTo>
                      <a:pt x="16745" y="17346"/>
                      <a:pt x="16345" y="17746"/>
                      <a:pt x="15878" y="17746"/>
                    </a:cubicBezTo>
                    <a:cubicBezTo>
                      <a:pt x="15278" y="17746"/>
                      <a:pt x="14811" y="18213"/>
                      <a:pt x="14811" y="18814"/>
                    </a:cubicBezTo>
                    <a:lnTo>
                      <a:pt x="14811" y="19481"/>
                    </a:lnTo>
                    <a:lnTo>
                      <a:pt x="15011" y="19481"/>
                    </a:lnTo>
                    <a:lnTo>
                      <a:pt x="15011" y="18814"/>
                    </a:lnTo>
                    <a:cubicBezTo>
                      <a:pt x="15011" y="18313"/>
                      <a:pt x="15411" y="17946"/>
                      <a:pt x="15878" y="17946"/>
                    </a:cubicBezTo>
                    <a:cubicBezTo>
                      <a:pt x="16478" y="17946"/>
                      <a:pt x="16945" y="17479"/>
                      <a:pt x="16945" y="16879"/>
                    </a:cubicBezTo>
                    <a:lnTo>
                      <a:pt x="16945" y="16245"/>
                    </a:lnTo>
                    <a:close/>
                    <a:moveTo>
                      <a:pt x="38661" y="17846"/>
                    </a:moveTo>
                    <a:lnTo>
                      <a:pt x="38661" y="18480"/>
                    </a:lnTo>
                    <a:cubicBezTo>
                      <a:pt x="38661" y="18947"/>
                      <a:pt x="38294" y="19347"/>
                      <a:pt x="37827" y="19347"/>
                    </a:cubicBezTo>
                    <a:cubicBezTo>
                      <a:pt x="37227" y="19347"/>
                      <a:pt x="36760" y="19814"/>
                      <a:pt x="36760" y="20415"/>
                    </a:cubicBezTo>
                    <a:lnTo>
                      <a:pt x="36760" y="21082"/>
                    </a:lnTo>
                    <a:lnTo>
                      <a:pt x="36960" y="21082"/>
                    </a:lnTo>
                    <a:lnTo>
                      <a:pt x="36960" y="20415"/>
                    </a:lnTo>
                    <a:cubicBezTo>
                      <a:pt x="36960" y="19948"/>
                      <a:pt x="37327" y="19548"/>
                      <a:pt x="37827" y="19548"/>
                    </a:cubicBezTo>
                    <a:cubicBezTo>
                      <a:pt x="38394" y="19548"/>
                      <a:pt x="38894" y="19081"/>
                      <a:pt x="38894" y="18480"/>
                    </a:cubicBezTo>
                    <a:lnTo>
                      <a:pt x="38894" y="17846"/>
                    </a:lnTo>
                    <a:close/>
                    <a:moveTo>
                      <a:pt x="21916" y="19814"/>
                    </a:moveTo>
                    <a:lnTo>
                      <a:pt x="21916" y="20015"/>
                    </a:lnTo>
                    <a:lnTo>
                      <a:pt x="22583" y="20015"/>
                    </a:lnTo>
                    <a:cubicBezTo>
                      <a:pt x="23050" y="20015"/>
                      <a:pt x="23450" y="20381"/>
                      <a:pt x="23450" y="20882"/>
                    </a:cubicBezTo>
                    <a:cubicBezTo>
                      <a:pt x="23450" y="21449"/>
                      <a:pt x="23917" y="21949"/>
                      <a:pt x="24518" y="21949"/>
                    </a:cubicBezTo>
                    <a:lnTo>
                      <a:pt x="25151" y="21949"/>
                    </a:lnTo>
                    <a:lnTo>
                      <a:pt x="25151" y="21716"/>
                    </a:lnTo>
                    <a:lnTo>
                      <a:pt x="24518" y="21716"/>
                    </a:lnTo>
                    <a:cubicBezTo>
                      <a:pt x="24051" y="21716"/>
                      <a:pt x="23650" y="21349"/>
                      <a:pt x="23650" y="20882"/>
                    </a:cubicBezTo>
                    <a:cubicBezTo>
                      <a:pt x="23650" y="20281"/>
                      <a:pt x="23183" y="19814"/>
                      <a:pt x="22583" y="19814"/>
                    </a:cubicBezTo>
                    <a:close/>
                    <a:moveTo>
                      <a:pt x="6004" y="22683"/>
                    </a:moveTo>
                    <a:lnTo>
                      <a:pt x="6004" y="22917"/>
                    </a:lnTo>
                    <a:lnTo>
                      <a:pt x="6671" y="22917"/>
                    </a:lnTo>
                    <a:cubicBezTo>
                      <a:pt x="7138" y="22917"/>
                      <a:pt x="7539" y="23284"/>
                      <a:pt x="7539" y="23751"/>
                    </a:cubicBezTo>
                    <a:cubicBezTo>
                      <a:pt x="7539" y="24351"/>
                      <a:pt x="8006" y="24818"/>
                      <a:pt x="8606" y="24818"/>
                    </a:cubicBezTo>
                    <a:lnTo>
                      <a:pt x="9240" y="24818"/>
                    </a:lnTo>
                    <a:lnTo>
                      <a:pt x="9240" y="24618"/>
                    </a:lnTo>
                    <a:lnTo>
                      <a:pt x="8606" y="24618"/>
                    </a:lnTo>
                    <a:cubicBezTo>
                      <a:pt x="8139" y="24618"/>
                      <a:pt x="7739" y="24218"/>
                      <a:pt x="7739" y="23751"/>
                    </a:cubicBezTo>
                    <a:cubicBezTo>
                      <a:pt x="7739" y="23183"/>
                      <a:pt x="7272" y="22683"/>
                      <a:pt x="6671" y="22683"/>
                    </a:cubicBezTo>
                    <a:close/>
                    <a:moveTo>
                      <a:pt x="31589" y="22850"/>
                    </a:moveTo>
                    <a:lnTo>
                      <a:pt x="31456" y="22983"/>
                    </a:lnTo>
                    <a:lnTo>
                      <a:pt x="31923" y="23450"/>
                    </a:lnTo>
                    <a:cubicBezTo>
                      <a:pt x="32256" y="23784"/>
                      <a:pt x="32256" y="24351"/>
                      <a:pt x="31923" y="24685"/>
                    </a:cubicBezTo>
                    <a:cubicBezTo>
                      <a:pt x="31523" y="25085"/>
                      <a:pt x="31523" y="25752"/>
                      <a:pt x="31923" y="26186"/>
                    </a:cubicBezTo>
                    <a:lnTo>
                      <a:pt x="32356" y="26619"/>
                    </a:lnTo>
                    <a:lnTo>
                      <a:pt x="32523" y="26486"/>
                    </a:lnTo>
                    <a:lnTo>
                      <a:pt x="32090" y="26052"/>
                    </a:lnTo>
                    <a:cubicBezTo>
                      <a:pt x="31723" y="25719"/>
                      <a:pt x="31723" y="25152"/>
                      <a:pt x="32090" y="24818"/>
                    </a:cubicBezTo>
                    <a:cubicBezTo>
                      <a:pt x="32490" y="24418"/>
                      <a:pt x="32490" y="23717"/>
                      <a:pt x="32090" y="23317"/>
                    </a:cubicBezTo>
                    <a:lnTo>
                      <a:pt x="31589" y="22850"/>
                    </a:lnTo>
                    <a:close/>
                    <a:moveTo>
                      <a:pt x="1201" y="26186"/>
                    </a:moveTo>
                    <a:lnTo>
                      <a:pt x="734" y="26653"/>
                    </a:lnTo>
                    <a:cubicBezTo>
                      <a:pt x="566" y="26820"/>
                      <a:pt x="352" y="26894"/>
                      <a:pt x="130" y="26894"/>
                    </a:cubicBezTo>
                    <a:cubicBezTo>
                      <a:pt x="87" y="26894"/>
                      <a:pt x="43" y="26892"/>
                      <a:pt x="0" y="26886"/>
                    </a:cubicBezTo>
                    <a:cubicBezTo>
                      <a:pt x="0" y="26953"/>
                      <a:pt x="0" y="27020"/>
                      <a:pt x="0" y="27086"/>
                    </a:cubicBezTo>
                    <a:lnTo>
                      <a:pt x="100" y="27086"/>
                    </a:lnTo>
                    <a:cubicBezTo>
                      <a:pt x="128" y="27090"/>
                      <a:pt x="156" y="27091"/>
                      <a:pt x="184" y="27091"/>
                    </a:cubicBezTo>
                    <a:cubicBezTo>
                      <a:pt x="428" y="27091"/>
                      <a:pt x="688" y="26966"/>
                      <a:pt x="867" y="26786"/>
                    </a:cubicBezTo>
                    <a:lnTo>
                      <a:pt x="1334" y="26319"/>
                    </a:lnTo>
                    <a:lnTo>
                      <a:pt x="1201" y="26186"/>
                    </a:lnTo>
                    <a:close/>
                    <a:moveTo>
                      <a:pt x="17613" y="27386"/>
                    </a:moveTo>
                    <a:lnTo>
                      <a:pt x="17146" y="27853"/>
                    </a:lnTo>
                    <a:cubicBezTo>
                      <a:pt x="16979" y="28020"/>
                      <a:pt x="16762" y="28104"/>
                      <a:pt x="16545" y="28104"/>
                    </a:cubicBezTo>
                    <a:cubicBezTo>
                      <a:pt x="16328" y="28104"/>
                      <a:pt x="16112" y="28020"/>
                      <a:pt x="15945" y="27853"/>
                    </a:cubicBezTo>
                    <a:cubicBezTo>
                      <a:pt x="15728" y="27653"/>
                      <a:pt x="15453" y="27553"/>
                      <a:pt x="15178" y="27553"/>
                    </a:cubicBezTo>
                    <a:cubicBezTo>
                      <a:pt x="14902" y="27553"/>
                      <a:pt x="14627" y="27653"/>
                      <a:pt x="14410" y="27853"/>
                    </a:cubicBezTo>
                    <a:lnTo>
                      <a:pt x="13977" y="28287"/>
                    </a:lnTo>
                    <a:lnTo>
                      <a:pt x="14143" y="28454"/>
                    </a:lnTo>
                    <a:lnTo>
                      <a:pt x="14577" y="27987"/>
                    </a:lnTo>
                    <a:cubicBezTo>
                      <a:pt x="14744" y="27820"/>
                      <a:pt x="14961" y="27737"/>
                      <a:pt x="15178" y="27737"/>
                    </a:cubicBezTo>
                    <a:cubicBezTo>
                      <a:pt x="15394" y="27737"/>
                      <a:pt x="15611" y="27820"/>
                      <a:pt x="15778" y="27987"/>
                    </a:cubicBezTo>
                    <a:cubicBezTo>
                      <a:pt x="15995" y="28204"/>
                      <a:pt x="16270" y="28312"/>
                      <a:pt x="16545" y="28312"/>
                    </a:cubicBezTo>
                    <a:cubicBezTo>
                      <a:pt x="16820" y="28312"/>
                      <a:pt x="17096" y="28204"/>
                      <a:pt x="17312" y="27987"/>
                    </a:cubicBezTo>
                    <a:lnTo>
                      <a:pt x="17779" y="27520"/>
                    </a:lnTo>
                    <a:lnTo>
                      <a:pt x="17613" y="27386"/>
                    </a:lnTo>
                    <a:close/>
                    <a:moveTo>
                      <a:pt x="40796" y="28754"/>
                    </a:moveTo>
                    <a:lnTo>
                      <a:pt x="40329" y="29221"/>
                    </a:lnTo>
                    <a:cubicBezTo>
                      <a:pt x="40162" y="29405"/>
                      <a:pt x="39945" y="29496"/>
                      <a:pt x="39728" y="29496"/>
                    </a:cubicBezTo>
                    <a:cubicBezTo>
                      <a:pt x="39512" y="29496"/>
                      <a:pt x="39295" y="29405"/>
                      <a:pt x="39128" y="29221"/>
                    </a:cubicBezTo>
                    <a:cubicBezTo>
                      <a:pt x="38911" y="29021"/>
                      <a:pt x="38636" y="28921"/>
                      <a:pt x="38365" y="28921"/>
                    </a:cubicBezTo>
                    <a:cubicBezTo>
                      <a:pt x="38094" y="28921"/>
                      <a:pt x="37827" y="29021"/>
                      <a:pt x="37627" y="29221"/>
                    </a:cubicBezTo>
                    <a:lnTo>
                      <a:pt x="37160" y="29688"/>
                    </a:lnTo>
                    <a:lnTo>
                      <a:pt x="37327" y="29822"/>
                    </a:lnTo>
                    <a:lnTo>
                      <a:pt x="37760" y="29388"/>
                    </a:lnTo>
                    <a:cubicBezTo>
                      <a:pt x="37927" y="29221"/>
                      <a:pt x="38144" y="29138"/>
                      <a:pt x="38361" y="29138"/>
                    </a:cubicBezTo>
                    <a:cubicBezTo>
                      <a:pt x="38578" y="29138"/>
                      <a:pt x="38794" y="29221"/>
                      <a:pt x="38961" y="29388"/>
                    </a:cubicBezTo>
                    <a:cubicBezTo>
                      <a:pt x="39161" y="29588"/>
                      <a:pt x="39428" y="29688"/>
                      <a:pt x="39728" y="29688"/>
                    </a:cubicBezTo>
                    <a:cubicBezTo>
                      <a:pt x="39995" y="29688"/>
                      <a:pt x="40295" y="29588"/>
                      <a:pt x="40496" y="29388"/>
                    </a:cubicBezTo>
                    <a:lnTo>
                      <a:pt x="40963" y="28921"/>
                    </a:lnTo>
                    <a:lnTo>
                      <a:pt x="40796" y="28754"/>
                    </a:lnTo>
                    <a:close/>
                    <a:moveTo>
                      <a:pt x="24417" y="29288"/>
                    </a:moveTo>
                    <a:lnTo>
                      <a:pt x="24417" y="29922"/>
                    </a:lnTo>
                    <a:cubicBezTo>
                      <a:pt x="24417" y="30389"/>
                      <a:pt x="24017" y="30789"/>
                      <a:pt x="23550" y="30789"/>
                    </a:cubicBezTo>
                    <a:cubicBezTo>
                      <a:pt x="22950" y="30789"/>
                      <a:pt x="22483" y="31256"/>
                      <a:pt x="22483" y="31856"/>
                    </a:cubicBezTo>
                    <a:lnTo>
                      <a:pt x="22483" y="32557"/>
                    </a:lnTo>
                    <a:lnTo>
                      <a:pt x="22683" y="32557"/>
                    </a:lnTo>
                    <a:lnTo>
                      <a:pt x="22683" y="31856"/>
                    </a:lnTo>
                    <a:cubicBezTo>
                      <a:pt x="22683" y="31389"/>
                      <a:pt x="23083" y="30989"/>
                      <a:pt x="23550" y="30989"/>
                    </a:cubicBezTo>
                    <a:cubicBezTo>
                      <a:pt x="24151" y="30989"/>
                      <a:pt x="24618" y="30522"/>
                      <a:pt x="24618" y="29922"/>
                    </a:cubicBezTo>
                    <a:lnTo>
                      <a:pt x="24618" y="29288"/>
                    </a:lnTo>
                    <a:close/>
                    <a:moveTo>
                      <a:pt x="8039" y="31356"/>
                    </a:moveTo>
                    <a:lnTo>
                      <a:pt x="7872" y="31489"/>
                    </a:lnTo>
                    <a:lnTo>
                      <a:pt x="8339" y="31956"/>
                    </a:lnTo>
                    <a:cubicBezTo>
                      <a:pt x="8673" y="32290"/>
                      <a:pt x="8673" y="32857"/>
                      <a:pt x="8339" y="33191"/>
                    </a:cubicBezTo>
                    <a:cubicBezTo>
                      <a:pt x="7939" y="33591"/>
                      <a:pt x="7939" y="34258"/>
                      <a:pt x="8339" y="34692"/>
                    </a:cubicBezTo>
                    <a:lnTo>
                      <a:pt x="8806" y="35125"/>
                    </a:lnTo>
                    <a:lnTo>
                      <a:pt x="8940" y="34992"/>
                    </a:lnTo>
                    <a:lnTo>
                      <a:pt x="8473" y="34558"/>
                    </a:lnTo>
                    <a:cubicBezTo>
                      <a:pt x="8139" y="34191"/>
                      <a:pt x="8139" y="33658"/>
                      <a:pt x="8473" y="33324"/>
                    </a:cubicBezTo>
                    <a:cubicBezTo>
                      <a:pt x="8673" y="33124"/>
                      <a:pt x="8806" y="32857"/>
                      <a:pt x="8806" y="32590"/>
                    </a:cubicBezTo>
                    <a:cubicBezTo>
                      <a:pt x="8806" y="32290"/>
                      <a:pt x="8673" y="32023"/>
                      <a:pt x="8473" y="31823"/>
                    </a:cubicBezTo>
                    <a:lnTo>
                      <a:pt x="8039" y="31356"/>
                    </a:lnTo>
                    <a:close/>
                    <a:moveTo>
                      <a:pt x="31056" y="33491"/>
                    </a:moveTo>
                    <a:lnTo>
                      <a:pt x="31056" y="33691"/>
                    </a:lnTo>
                    <a:lnTo>
                      <a:pt x="31723" y="33691"/>
                    </a:lnTo>
                    <a:cubicBezTo>
                      <a:pt x="32223" y="33691"/>
                      <a:pt x="32590" y="34058"/>
                      <a:pt x="32590" y="34558"/>
                    </a:cubicBezTo>
                    <a:cubicBezTo>
                      <a:pt x="32590" y="35125"/>
                      <a:pt x="33057" y="35626"/>
                      <a:pt x="33657" y="35626"/>
                    </a:cubicBezTo>
                    <a:lnTo>
                      <a:pt x="34291" y="35626"/>
                    </a:lnTo>
                    <a:lnTo>
                      <a:pt x="34291" y="35392"/>
                    </a:lnTo>
                    <a:lnTo>
                      <a:pt x="33657" y="35392"/>
                    </a:lnTo>
                    <a:cubicBezTo>
                      <a:pt x="33190" y="35392"/>
                      <a:pt x="32790" y="35025"/>
                      <a:pt x="32790" y="34558"/>
                    </a:cubicBezTo>
                    <a:cubicBezTo>
                      <a:pt x="32790" y="33958"/>
                      <a:pt x="32323" y="33491"/>
                      <a:pt x="31723" y="33491"/>
                    </a:cubicBezTo>
                    <a:close/>
                    <a:moveTo>
                      <a:pt x="43698" y="33257"/>
                    </a:moveTo>
                    <a:lnTo>
                      <a:pt x="43564" y="33391"/>
                    </a:lnTo>
                    <a:lnTo>
                      <a:pt x="44031" y="33858"/>
                    </a:lnTo>
                    <a:cubicBezTo>
                      <a:pt x="44365" y="34191"/>
                      <a:pt x="44365" y="34758"/>
                      <a:pt x="44031" y="35092"/>
                    </a:cubicBezTo>
                    <a:cubicBezTo>
                      <a:pt x="43598" y="35492"/>
                      <a:pt x="43598" y="36159"/>
                      <a:pt x="44031" y="36593"/>
                    </a:cubicBezTo>
                    <a:lnTo>
                      <a:pt x="44465" y="37027"/>
                    </a:lnTo>
                    <a:lnTo>
                      <a:pt x="44632" y="36893"/>
                    </a:lnTo>
                    <a:lnTo>
                      <a:pt x="44165" y="36460"/>
                    </a:lnTo>
                    <a:cubicBezTo>
                      <a:pt x="43831" y="36126"/>
                      <a:pt x="43831" y="35559"/>
                      <a:pt x="44165" y="35225"/>
                    </a:cubicBezTo>
                    <a:cubicBezTo>
                      <a:pt x="44599" y="34825"/>
                      <a:pt x="44599" y="34125"/>
                      <a:pt x="44165" y="33724"/>
                    </a:cubicBezTo>
                    <a:lnTo>
                      <a:pt x="43698" y="33257"/>
                    </a:lnTo>
                    <a:close/>
                    <a:moveTo>
                      <a:pt x="13910" y="36593"/>
                    </a:moveTo>
                    <a:lnTo>
                      <a:pt x="13910" y="36793"/>
                    </a:lnTo>
                    <a:lnTo>
                      <a:pt x="14577" y="36793"/>
                    </a:lnTo>
                    <a:cubicBezTo>
                      <a:pt x="15044" y="36793"/>
                      <a:pt x="15444" y="37193"/>
                      <a:pt x="15444" y="37660"/>
                    </a:cubicBezTo>
                    <a:cubicBezTo>
                      <a:pt x="15444" y="38261"/>
                      <a:pt x="15911" y="38728"/>
                      <a:pt x="16512" y="38728"/>
                    </a:cubicBezTo>
                    <a:lnTo>
                      <a:pt x="17112" y="38728"/>
                    </a:lnTo>
                    <a:lnTo>
                      <a:pt x="17112" y="38528"/>
                    </a:lnTo>
                    <a:lnTo>
                      <a:pt x="16512" y="38528"/>
                    </a:lnTo>
                    <a:cubicBezTo>
                      <a:pt x="16011" y="38528"/>
                      <a:pt x="15645" y="38127"/>
                      <a:pt x="15645" y="37660"/>
                    </a:cubicBezTo>
                    <a:cubicBezTo>
                      <a:pt x="15645" y="37060"/>
                      <a:pt x="15144" y="36593"/>
                      <a:pt x="14577" y="36593"/>
                    </a:cubicBezTo>
                    <a:close/>
                    <a:moveTo>
                      <a:pt x="1935" y="39695"/>
                    </a:moveTo>
                    <a:lnTo>
                      <a:pt x="1901" y="39929"/>
                    </a:lnTo>
                    <a:cubicBezTo>
                      <a:pt x="2035" y="39995"/>
                      <a:pt x="2202" y="40029"/>
                      <a:pt x="2368" y="40029"/>
                    </a:cubicBezTo>
                    <a:lnTo>
                      <a:pt x="3036" y="40029"/>
                    </a:lnTo>
                    <a:lnTo>
                      <a:pt x="3036" y="39829"/>
                    </a:lnTo>
                    <a:lnTo>
                      <a:pt x="2368" y="39829"/>
                    </a:lnTo>
                    <a:cubicBezTo>
                      <a:pt x="2235" y="39829"/>
                      <a:pt x="2068" y="39795"/>
                      <a:pt x="1935" y="39695"/>
                    </a:cubicBezTo>
                    <a:close/>
                    <a:moveTo>
                      <a:pt x="25385" y="38061"/>
                    </a:moveTo>
                    <a:lnTo>
                      <a:pt x="25251" y="38228"/>
                    </a:lnTo>
                    <a:lnTo>
                      <a:pt x="25718" y="38695"/>
                    </a:lnTo>
                    <a:cubicBezTo>
                      <a:pt x="26052" y="39028"/>
                      <a:pt x="26052" y="39562"/>
                      <a:pt x="25718" y="39895"/>
                    </a:cubicBezTo>
                    <a:cubicBezTo>
                      <a:pt x="25285" y="40329"/>
                      <a:pt x="25285" y="40996"/>
                      <a:pt x="25718" y="41430"/>
                    </a:cubicBezTo>
                    <a:lnTo>
                      <a:pt x="26152" y="41863"/>
                    </a:lnTo>
                    <a:lnTo>
                      <a:pt x="26319" y="41730"/>
                    </a:lnTo>
                    <a:lnTo>
                      <a:pt x="25852" y="41263"/>
                    </a:lnTo>
                    <a:cubicBezTo>
                      <a:pt x="25518" y="40929"/>
                      <a:pt x="25518" y="40396"/>
                      <a:pt x="25852" y="40062"/>
                    </a:cubicBezTo>
                    <a:cubicBezTo>
                      <a:pt x="26052" y="39862"/>
                      <a:pt x="26185" y="39562"/>
                      <a:pt x="26185" y="39295"/>
                    </a:cubicBezTo>
                    <a:cubicBezTo>
                      <a:pt x="26185" y="39028"/>
                      <a:pt x="26052" y="38728"/>
                      <a:pt x="25852" y="38528"/>
                    </a:cubicBezTo>
                    <a:lnTo>
                      <a:pt x="25385" y="38061"/>
                    </a:lnTo>
                    <a:close/>
                    <a:moveTo>
                      <a:pt x="39728" y="38961"/>
                    </a:moveTo>
                    <a:lnTo>
                      <a:pt x="39728" y="39629"/>
                    </a:lnTo>
                    <a:cubicBezTo>
                      <a:pt x="39695" y="40096"/>
                      <a:pt x="39328" y="40462"/>
                      <a:pt x="38894" y="40462"/>
                    </a:cubicBezTo>
                    <a:cubicBezTo>
                      <a:pt x="38294" y="40462"/>
                      <a:pt x="37827" y="40929"/>
                      <a:pt x="37827" y="41530"/>
                    </a:cubicBezTo>
                    <a:lnTo>
                      <a:pt x="37827" y="42197"/>
                    </a:lnTo>
                    <a:lnTo>
                      <a:pt x="38027" y="42197"/>
                    </a:lnTo>
                    <a:lnTo>
                      <a:pt x="37994" y="41530"/>
                    </a:lnTo>
                    <a:cubicBezTo>
                      <a:pt x="37994" y="41063"/>
                      <a:pt x="38394" y="40663"/>
                      <a:pt x="38861" y="40663"/>
                    </a:cubicBezTo>
                    <a:cubicBezTo>
                      <a:pt x="38880" y="40664"/>
                      <a:pt x="38899" y="40664"/>
                      <a:pt x="38918" y="40664"/>
                    </a:cubicBezTo>
                    <a:cubicBezTo>
                      <a:pt x="39491" y="40664"/>
                      <a:pt x="39929" y="40177"/>
                      <a:pt x="39929" y="39595"/>
                    </a:cubicBezTo>
                    <a:lnTo>
                      <a:pt x="39929" y="38961"/>
                    </a:lnTo>
                    <a:close/>
                    <a:moveTo>
                      <a:pt x="11075" y="42697"/>
                    </a:moveTo>
                    <a:lnTo>
                      <a:pt x="10608" y="43164"/>
                    </a:lnTo>
                    <a:cubicBezTo>
                      <a:pt x="10424" y="43331"/>
                      <a:pt x="10199" y="43415"/>
                      <a:pt x="9978" y="43415"/>
                    </a:cubicBezTo>
                    <a:cubicBezTo>
                      <a:pt x="9757" y="43415"/>
                      <a:pt x="9540" y="43331"/>
                      <a:pt x="9373" y="43164"/>
                    </a:cubicBezTo>
                    <a:cubicBezTo>
                      <a:pt x="9157" y="42964"/>
                      <a:pt x="8881" y="42864"/>
                      <a:pt x="8610" y="42864"/>
                    </a:cubicBezTo>
                    <a:cubicBezTo>
                      <a:pt x="8339" y="42864"/>
                      <a:pt x="8072" y="42964"/>
                      <a:pt x="7872" y="43164"/>
                    </a:cubicBezTo>
                    <a:lnTo>
                      <a:pt x="7405" y="43598"/>
                    </a:lnTo>
                    <a:lnTo>
                      <a:pt x="7572" y="43765"/>
                    </a:lnTo>
                    <a:lnTo>
                      <a:pt x="8006" y="43298"/>
                    </a:lnTo>
                    <a:cubicBezTo>
                      <a:pt x="8173" y="43148"/>
                      <a:pt x="8398" y="43073"/>
                      <a:pt x="8623" y="43073"/>
                    </a:cubicBezTo>
                    <a:cubicBezTo>
                      <a:pt x="8848" y="43073"/>
                      <a:pt x="9073" y="43148"/>
                      <a:pt x="9240" y="43298"/>
                    </a:cubicBezTo>
                    <a:cubicBezTo>
                      <a:pt x="9440" y="43515"/>
                      <a:pt x="9707" y="43623"/>
                      <a:pt x="9978" y="43623"/>
                    </a:cubicBezTo>
                    <a:cubicBezTo>
                      <a:pt x="10249" y="43623"/>
                      <a:pt x="10524" y="43515"/>
                      <a:pt x="10741" y="43298"/>
                    </a:cubicBezTo>
                    <a:lnTo>
                      <a:pt x="11208" y="42831"/>
                    </a:lnTo>
                    <a:lnTo>
                      <a:pt x="11075" y="42697"/>
                    </a:lnTo>
                    <a:close/>
                    <a:moveTo>
                      <a:pt x="33157" y="44699"/>
                    </a:moveTo>
                    <a:lnTo>
                      <a:pt x="32690" y="45166"/>
                    </a:lnTo>
                    <a:cubicBezTo>
                      <a:pt x="32523" y="45333"/>
                      <a:pt x="32306" y="45416"/>
                      <a:pt x="32090" y="45416"/>
                    </a:cubicBezTo>
                    <a:cubicBezTo>
                      <a:pt x="31873" y="45416"/>
                      <a:pt x="31656" y="45333"/>
                      <a:pt x="31489" y="45166"/>
                    </a:cubicBezTo>
                    <a:cubicBezTo>
                      <a:pt x="31272" y="44966"/>
                      <a:pt x="30997" y="44866"/>
                      <a:pt x="30726" y="44866"/>
                    </a:cubicBezTo>
                    <a:cubicBezTo>
                      <a:pt x="30455" y="44866"/>
                      <a:pt x="30188" y="44966"/>
                      <a:pt x="29988" y="45166"/>
                    </a:cubicBezTo>
                    <a:lnTo>
                      <a:pt x="29521" y="45599"/>
                    </a:lnTo>
                    <a:lnTo>
                      <a:pt x="29688" y="45766"/>
                    </a:lnTo>
                    <a:lnTo>
                      <a:pt x="30122" y="45333"/>
                    </a:lnTo>
                    <a:cubicBezTo>
                      <a:pt x="30288" y="45149"/>
                      <a:pt x="30505" y="45057"/>
                      <a:pt x="30722" y="45057"/>
                    </a:cubicBezTo>
                    <a:cubicBezTo>
                      <a:pt x="30939" y="45057"/>
                      <a:pt x="31156" y="45149"/>
                      <a:pt x="31322" y="45333"/>
                    </a:cubicBezTo>
                    <a:cubicBezTo>
                      <a:pt x="31539" y="45533"/>
                      <a:pt x="31814" y="45633"/>
                      <a:pt x="32090" y="45633"/>
                    </a:cubicBezTo>
                    <a:cubicBezTo>
                      <a:pt x="32365" y="45633"/>
                      <a:pt x="32640" y="45533"/>
                      <a:pt x="32857" y="45333"/>
                    </a:cubicBezTo>
                    <a:lnTo>
                      <a:pt x="33324" y="44832"/>
                    </a:lnTo>
                    <a:lnTo>
                      <a:pt x="33157" y="44699"/>
                    </a:lnTo>
                    <a:close/>
                    <a:moveTo>
                      <a:pt x="44065" y="44332"/>
                    </a:moveTo>
                    <a:lnTo>
                      <a:pt x="44065" y="44532"/>
                    </a:lnTo>
                    <a:lnTo>
                      <a:pt x="44765" y="44532"/>
                    </a:lnTo>
                    <a:cubicBezTo>
                      <a:pt x="45232" y="44532"/>
                      <a:pt x="45599" y="44932"/>
                      <a:pt x="45599" y="45399"/>
                    </a:cubicBezTo>
                    <a:cubicBezTo>
                      <a:pt x="45599" y="46000"/>
                      <a:pt x="46100" y="46467"/>
                      <a:pt x="46667" y="46467"/>
                    </a:cubicBezTo>
                    <a:lnTo>
                      <a:pt x="47300" y="46467"/>
                    </a:lnTo>
                    <a:lnTo>
                      <a:pt x="47300" y="46267"/>
                    </a:lnTo>
                    <a:lnTo>
                      <a:pt x="46667" y="46267"/>
                    </a:lnTo>
                    <a:cubicBezTo>
                      <a:pt x="46200" y="46267"/>
                      <a:pt x="45833" y="45866"/>
                      <a:pt x="45833" y="45399"/>
                    </a:cubicBezTo>
                    <a:cubicBezTo>
                      <a:pt x="45833" y="44799"/>
                      <a:pt x="45332" y="44332"/>
                      <a:pt x="44765" y="44332"/>
                    </a:cubicBezTo>
                    <a:close/>
                    <a:moveTo>
                      <a:pt x="19447" y="44499"/>
                    </a:moveTo>
                    <a:lnTo>
                      <a:pt x="19447" y="45132"/>
                    </a:lnTo>
                    <a:cubicBezTo>
                      <a:pt x="19447" y="45599"/>
                      <a:pt x="19047" y="46000"/>
                      <a:pt x="18580" y="46000"/>
                    </a:cubicBezTo>
                    <a:cubicBezTo>
                      <a:pt x="18013" y="46000"/>
                      <a:pt x="17513" y="46467"/>
                      <a:pt x="17513" y="47067"/>
                    </a:cubicBezTo>
                    <a:lnTo>
                      <a:pt x="17513" y="47734"/>
                    </a:lnTo>
                    <a:lnTo>
                      <a:pt x="17746" y="47734"/>
                    </a:lnTo>
                    <a:lnTo>
                      <a:pt x="17746" y="47067"/>
                    </a:lnTo>
                    <a:cubicBezTo>
                      <a:pt x="17746" y="46600"/>
                      <a:pt x="18113" y="46200"/>
                      <a:pt x="18580" y="46200"/>
                    </a:cubicBezTo>
                    <a:cubicBezTo>
                      <a:pt x="19180" y="46200"/>
                      <a:pt x="19647" y="45733"/>
                      <a:pt x="19647" y="45132"/>
                    </a:cubicBezTo>
                    <a:lnTo>
                      <a:pt x="19647" y="44499"/>
                    </a:lnTo>
                    <a:close/>
                    <a:moveTo>
                      <a:pt x="2202" y="49736"/>
                    </a:moveTo>
                    <a:lnTo>
                      <a:pt x="2202" y="49936"/>
                    </a:lnTo>
                    <a:lnTo>
                      <a:pt x="2835" y="49936"/>
                    </a:lnTo>
                    <a:cubicBezTo>
                      <a:pt x="3336" y="49936"/>
                      <a:pt x="3703" y="50336"/>
                      <a:pt x="3703" y="50803"/>
                    </a:cubicBezTo>
                    <a:cubicBezTo>
                      <a:pt x="3703" y="51404"/>
                      <a:pt x="4170" y="51871"/>
                      <a:pt x="4770" y="51871"/>
                    </a:cubicBezTo>
                    <a:lnTo>
                      <a:pt x="5404" y="51871"/>
                    </a:lnTo>
                    <a:lnTo>
                      <a:pt x="5404" y="51671"/>
                    </a:lnTo>
                    <a:lnTo>
                      <a:pt x="4770" y="51671"/>
                    </a:lnTo>
                    <a:cubicBezTo>
                      <a:pt x="4303" y="51671"/>
                      <a:pt x="3903" y="51270"/>
                      <a:pt x="3903" y="50803"/>
                    </a:cubicBezTo>
                    <a:cubicBezTo>
                      <a:pt x="3903" y="50203"/>
                      <a:pt x="3436" y="49736"/>
                      <a:pt x="2835" y="49736"/>
                    </a:cubicBezTo>
                    <a:close/>
                    <a:moveTo>
                      <a:pt x="37960" y="48535"/>
                    </a:moveTo>
                    <a:lnTo>
                      <a:pt x="37794" y="48668"/>
                    </a:lnTo>
                    <a:lnTo>
                      <a:pt x="38294" y="49135"/>
                    </a:lnTo>
                    <a:cubicBezTo>
                      <a:pt x="38628" y="49469"/>
                      <a:pt x="38628" y="50036"/>
                      <a:pt x="38294" y="50370"/>
                    </a:cubicBezTo>
                    <a:cubicBezTo>
                      <a:pt x="37860" y="50770"/>
                      <a:pt x="37860" y="51437"/>
                      <a:pt x="38294" y="51871"/>
                    </a:cubicBezTo>
                    <a:lnTo>
                      <a:pt x="38728" y="52304"/>
                    </a:lnTo>
                    <a:lnTo>
                      <a:pt x="38894" y="52171"/>
                    </a:lnTo>
                    <a:lnTo>
                      <a:pt x="38427" y="51737"/>
                    </a:lnTo>
                    <a:cubicBezTo>
                      <a:pt x="38094" y="51370"/>
                      <a:pt x="38094" y="50837"/>
                      <a:pt x="38427" y="50503"/>
                    </a:cubicBezTo>
                    <a:cubicBezTo>
                      <a:pt x="38828" y="50103"/>
                      <a:pt x="38828" y="49402"/>
                      <a:pt x="38427" y="49002"/>
                    </a:cubicBezTo>
                    <a:lnTo>
                      <a:pt x="37960" y="48535"/>
                    </a:lnTo>
                    <a:close/>
                    <a:moveTo>
                      <a:pt x="15011" y="51704"/>
                    </a:moveTo>
                    <a:lnTo>
                      <a:pt x="14544" y="52171"/>
                    </a:lnTo>
                    <a:cubicBezTo>
                      <a:pt x="14377" y="52338"/>
                      <a:pt x="14160" y="52421"/>
                      <a:pt x="13943" y="52421"/>
                    </a:cubicBezTo>
                    <a:cubicBezTo>
                      <a:pt x="13727" y="52421"/>
                      <a:pt x="13510" y="52338"/>
                      <a:pt x="13343" y="52171"/>
                    </a:cubicBezTo>
                    <a:cubicBezTo>
                      <a:pt x="13126" y="51971"/>
                      <a:pt x="12851" y="51871"/>
                      <a:pt x="12576" y="51871"/>
                    </a:cubicBezTo>
                    <a:cubicBezTo>
                      <a:pt x="12300" y="51871"/>
                      <a:pt x="12025" y="51971"/>
                      <a:pt x="11808" y="52171"/>
                    </a:cubicBezTo>
                    <a:lnTo>
                      <a:pt x="11375" y="52605"/>
                    </a:lnTo>
                    <a:lnTo>
                      <a:pt x="11508" y="52771"/>
                    </a:lnTo>
                    <a:lnTo>
                      <a:pt x="11975" y="52304"/>
                    </a:lnTo>
                    <a:cubicBezTo>
                      <a:pt x="12142" y="52154"/>
                      <a:pt x="12359" y="52079"/>
                      <a:pt x="12576" y="52079"/>
                    </a:cubicBezTo>
                    <a:cubicBezTo>
                      <a:pt x="12793" y="52079"/>
                      <a:pt x="13009" y="52154"/>
                      <a:pt x="13176" y="52304"/>
                    </a:cubicBezTo>
                    <a:cubicBezTo>
                      <a:pt x="13376" y="52504"/>
                      <a:pt x="13643" y="52638"/>
                      <a:pt x="13943" y="52638"/>
                    </a:cubicBezTo>
                    <a:cubicBezTo>
                      <a:pt x="14210" y="52638"/>
                      <a:pt x="14477" y="52504"/>
                      <a:pt x="14711" y="52304"/>
                    </a:cubicBezTo>
                    <a:lnTo>
                      <a:pt x="15178" y="51837"/>
                    </a:lnTo>
                    <a:lnTo>
                      <a:pt x="15011" y="51704"/>
                    </a:lnTo>
                    <a:close/>
                    <a:moveTo>
                      <a:pt x="23884" y="50770"/>
                    </a:moveTo>
                    <a:lnTo>
                      <a:pt x="23884" y="50970"/>
                    </a:lnTo>
                    <a:lnTo>
                      <a:pt x="24551" y="50970"/>
                    </a:lnTo>
                    <a:cubicBezTo>
                      <a:pt x="25018" y="50970"/>
                      <a:pt x="25418" y="51337"/>
                      <a:pt x="25418" y="51837"/>
                    </a:cubicBezTo>
                    <a:cubicBezTo>
                      <a:pt x="25418" y="52404"/>
                      <a:pt x="25885" y="52905"/>
                      <a:pt x="26486" y="52905"/>
                    </a:cubicBezTo>
                    <a:lnTo>
                      <a:pt x="27119" y="52905"/>
                    </a:lnTo>
                    <a:lnTo>
                      <a:pt x="27119" y="52671"/>
                    </a:lnTo>
                    <a:lnTo>
                      <a:pt x="26486" y="52671"/>
                    </a:lnTo>
                    <a:cubicBezTo>
                      <a:pt x="26019" y="52671"/>
                      <a:pt x="25618" y="52304"/>
                      <a:pt x="25618" y="51837"/>
                    </a:cubicBezTo>
                    <a:cubicBezTo>
                      <a:pt x="25618" y="51237"/>
                      <a:pt x="25151" y="50770"/>
                      <a:pt x="24551" y="507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42;p24">
                <a:extLst>
                  <a:ext uri="{FF2B5EF4-FFF2-40B4-BE49-F238E27FC236}">
                    <a16:creationId xmlns:a16="http://schemas.microsoft.com/office/drawing/2014/main" id="{AF83AA17-5ED1-59B9-026D-33E1D1D7C393}"/>
                  </a:ext>
                </a:extLst>
              </p:cNvPr>
              <p:cNvSpPr/>
              <p:nvPr/>
            </p:nvSpPr>
            <p:spPr>
              <a:xfrm>
                <a:off x="6492190" y="1724138"/>
                <a:ext cx="362077" cy="636309"/>
              </a:xfrm>
              <a:custGeom>
                <a:avLst/>
                <a:gdLst/>
                <a:ahLst/>
                <a:cxnLst/>
                <a:rect l="l" t="t" r="r" b="b"/>
                <a:pathLst>
                  <a:path w="13878" h="24389" extrusionOk="0">
                    <a:moveTo>
                      <a:pt x="9341" y="0"/>
                    </a:moveTo>
                    <a:lnTo>
                      <a:pt x="8140" y="1035"/>
                    </a:lnTo>
                    <a:lnTo>
                      <a:pt x="1" y="8607"/>
                    </a:lnTo>
                    <a:lnTo>
                      <a:pt x="3170" y="16145"/>
                    </a:lnTo>
                    <a:lnTo>
                      <a:pt x="3403" y="16712"/>
                    </a:lnTo>
                    <a:cubicBezTo>
                      <a:pt x="3403" y="16712"/>
                      <a:pt x="2363" y="24388"/>
                      <a:pt x="3685" y="24388"/>
                    </a:cubicBezTo>
                    <a:cubicBezTo>
                      <a:pt x="3702" y="24388"/>
                      <a:pt x="3719" y="24387"/>
                      <a:pt x="3737" y="24385"/>
                    </a:cubicBezTo>
                    <a:cubicBezTo>
                      <a:pt x="8040" y="23817"/>
                      <a:pt x="13811" y="16679"/>
                      <a:pt x="13844" y="15712"/>
                    </a:cubicBezTo>
                    <a:cubicBezTo>
                      <a:pt x="13877" y="15311"/>
                      <a:pt x="13177" y="11909"/>
                      <a:pt x="12243" y="8673"/>
                    </a:cubicBezTo>
                    <a:cubicBezTo>
                      <a:pt x="12143" y="8340"/>
                      <a:pt x="12043" y="8040"/>
                      <a:pt x="11943" y="7706"/>
                    </a:cubicBezTo>
                    <a:cubicBezTo>
                      <a:pt x="11843" y="7372"/>
                      <a:pt x="11743" y="7072"/>
                      <a:pt x="11643" y="6772"/>
                    </a:cubicBezTo>
                    <a:cubicBezTo>
                      <a:pt x="11509" y="6372"/>
                      <a:pt x="11376" y="5971"/>
                      <a:pt x="11242" y="5571"/>
                    </a:cubicBezTo>
                    <a:cubicBezTo>
                      <a:pt x="11176" y="5438"/>
                      <a:pt x="11142" y="5304"/>
                      <a:pt x="11075" y="5137"/>
                    </a:cubicBezTo>
                    <a:lnTo>
                      <a:pt x="10942" y="4771"/>
                    </a:lnTo>
                    <a:cubicBezTo>
                      <a:pt x="10075" y="2135"/>
                      <a:pt x="9341" y="0"/>
                      <a:pt x="9341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43;p24">
                <a:extLst>
                  <a:ext uri="{FF2B5EF4-FFF2-40B4-BE49-F238E27FC236}">
                    <a16:creationId xmlns:a16="http://schemas.microsoft.com/office/drawing/2014/main" id="{B03C8282-DE44-D52E-90BB-934F40FA986C}"/>
                  </a:ext>
                </a:extLst>
              </p:cNvPr>
              <p:cNvSpPr/>
              <p:nvPr/>
            </p:nvSpPr>
            <p:spPr>
              <a:xfrm>
                <a:off x="6492190" y="1724138"/>
                <a:ext cx="286364" cy="421249"/>
              </a:xfrm>
              <a:custGeom>
                <a:avLst/>
                <a:gdLst/>
                <a:ahLst/>
                <a:cxnLst/>
                <a:rect l="l" t="t" r="r" b="b"/>
                <a:pathLst>
                  <a:path w="10976" h="16146" extrusionOk="0">
                    <a:moveTo>
                      <a:pt x="9341" y="0"/>
                    </a:moveTo>
                    <a:lnTo>
                      <a:pt x="8140" y="1035"/>
                    </a:lnTo>
                    <a:lnTo>
                      <a:pt x="1" y="8607"/>
                    </a:lnTo>
                    <a:lnTo>
                      <a:pt x="3170" y="16145"/>
                    </a:lnTo>
                    <a:cubicBezTo>
                      <a:pt x="7306" y="13710"/>
                      <a:pt x="10175" y="9541"/>
                      <a:pt x="10975" y="4771"/>
                    </a:cubicBezTo>
                    <a:cubicBezTo>
                      <a:pt x="10075" y="2135"/>
                      <a:pt x="9341" y="0"/>
                      <a:pt x="934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44;p24">
                <a:extLst>
                  <a:ext uri="{FF2B5EF4-FFF2-40B4-BE49-F238E27FC236}">
                    <a16:creationId xmlns:a16="http://schemas.microsoft.com/office/drawing/2014/main" id="{836AA0C5-9481-44AE-E43B-92E43BE7B4F0}"/>
                  </a:ext>
                </a:extLst>
              </p:cNvPr>
              <p:cNvSpPr/>
              <p:nvPr/>
            </p:nvSpPr>
            <p:spPr>
              <a:xfrm>
                <a:off x="6123212" y="1218376"/>
                <a:ext cx="721493" cy="881946"/>
              </a:xfrm>
              <a:custGeom>
                <a:avLst/>
                <a:gdLst/>
                <a:ahLst/>
                <a:cxnLst/>
                <a:rect l="l" t="t" r="r" b="b"/>
                <a:pathLst>
                  <a:path w="27654" h="33804" extrusionOk="0">
                    <a:moveTo>
                      <a:pt x="13608" y="0"/>
                    </a:moveTo>
                    <a:cubicBezTo>
                      <a:pt x="7430" y="0"/>
                      <a:pt x="649" y="3962"/>
                      <a:pt x="334" y="17518"/>
                    </a:cubicBezTo>
                    <a:cubicBezTo>
                      <a:pt x="0" y="31895"/>
                      <a:pt x="8573" y="33697"/>
                      <a:pt x="11642" y="33797"/>
                    </a:cubicBezTo>
                    <a:cubicBezTo>
                      <a:pt x="11797" y="33800"/>
                      <a:pt x="11972" y="33803"/>
                      <a:pt x="12164" y="33803"/>
                    </a:cubicBezTo>
                    <a:cubicBezTo>
                      <a:pt x="15499" y="33803"/>
                      <a:pt x="24149" y="32919"/>
                      <a:pt x="25852" y="19453"/>
                    </a:cubicBezTo>
                    <a:cubicBezTo>
                      <a:pt x="27654" y="5210"/>
                      <a:pt x="21082" y="540"/>
                      <a:pt x="14678" y="39"/>
                    </a:cubicBezTo>
                    <a:cubicBezTo>
                      <a:pt x="14324" y="14"/>
                      <a:pt x="13967" y="0"/>
                      <a:pt x="13608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45;p24">
                <a:extLst>
                  <a:ext uri="{FF2B5EF4-FFF2-40B4-BE49-F238E27FC236}">
                    <a16:creationId xmlns:a16="http://schemas.microsoft.com/office/drawing/2014/main" id="{FB12F691-E494-2034-B78E-F3F743759371}"/>
                  </a:ext>
                </a:extLst>
              </p:cNvPr>
              <p:cNvSpPr/>
              <p:nvPr/>
            </p:nvSpPr>
            <p:spPr>
              <a:xfrm>
                <a:off x="6181913" y="1577961"/>
                <a:ext cx="72739" cy="42788"/>
              </a:xfrm>
              <a:custGeom>
                <a:avLst/>
                <a:gdLst/>
                <a:ahLst/>
                <a:cxnLst/>
                <a:rect l="l" t="t" r="r" b="b"/>
                <a:pathLst>
                  <a:path w="2788" h="1640" extrusionOk="0">
                    <a:moveTo>
                      <a:pt x="1813" y="1"/>
                    </a:moveTo>
                    <a:cubicBezTo>
                      <a:pt x="1671" y="1"/>
                      <a:pt x="1527" y="23"/>
                      <a:pt x="1386" y="66"/>
                    </a:cubicBezTo>
                    <a:cubicBezTo>
                      <a:pt x="919" y="166"/>
                      <a:pt x="519" y="433"/>
                      <a:pt x="252" y="800"/>
                    </a:cubicBezTo>
                    <a:cubicBezTo>
                      <a:pt x="1" y="1146"/>
                      <a:pt x="282" y="1640"/>
                      <a:pt x="707" y="1640"/>
                    </a:cubicBezTo>
                    <a:cubicBezTo>
                      <a:pt x="733" y="1640"/>
                      <a:pt x="759" y="1638"/>
                      <a:pt x="786" y="1634"/>
                    </a:cubicBezTo>
                    <a:cubicBezTo>
                      <a:pt x="1120" y="1567"/>
                      <a:pt x="1420" y="1467"/>
                      <a:pt x="1720" y="1367"/>
                    </a:cubicBezTo>
                    <a:cubicBezTo>
                      <a:pt x="2087" y="1334"/>
                      <a:pt x="2420" y="1167"/>
                      <a:pt x="2654" y="933"/>
                    </a:cubicBezTo>
                    <a:cubicBezTo>
                      <a:pt x="2787" y="733"/>
                      <a:pt x="2787" y="500"/>
                      <a:pt x="2621" y="300"/>
                    </a:cubicBezTo>
                    <a:cubicBezTo>
                      <a:pt x="2395" y="97"/>
                      <a:pt x="2109" y="1"/>
                      <a:pt x="181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46;p24">
                <a:extLst>
                  <a:ext uri="{FF2B5EF4-FFF2-40B4-BE49-F238E27FC236}">
                    <a16:creationId xmlns:a16="http://schemas.microsoft.com/office/drawing/2014/main" id="{6F5F8C79-90E9-D84D-8C8A-77FDA83ECC3C}"/>
                  </a:ext>
                </a:extLst>
              </p:cNvPr>
              <p:cNvSpPr/>
              <p:nvPr/>
            </p:nvSpPr>
            <p:spPr>
              <a:xfrm>
                <a:off x="6406044" y="1576213"/>
                <a:ext cx="74643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2861" h="1536" extrusionOk="0">
                    <a:moveTo>
                      <a:pt x="1082" y="1"/>
                    </a:moveTo>
                    <a:cubicBezTo>
                      <a:pt x="738" y="1"/>
                      <a:pt x="395" y="139"/>
                      <a:pt x="134" y="400"/>
                    </a:cubicBezTo>
                    <a:cubicBezTo>
                      <a:pt x="1" y="600"/>
                      <a:pt x="34" y="834"/>
                      <a:pt x="167" y="1034"/>
                    </a:cubicBezTo>
                    <a:cubicBezTo>
                      <a:pt x="434" y="1234"/>
                      <a:pt x="801" y="1367"/>
                      <a:pt x="1135" y="1367"/>
                    </a:cubicBezTo>
                    <a:cubicBezTo>
                      <a:pt x="1468" y="1434"/>
                      <a:pt x="1768" y="1501"/>
                      <a:pt x="2135" y="1534"/>
                    </a:cubicBezTo>
                    <a:cubicBezTo>
                      <a:pt x="2149" y="1535"/>
                      <a:pt x="2162" y="1536"/>
                      <a:pt x="2175" y="1536"/>
                    </a:cubicBezTo>
                    <a:cubicBezTo>
                      <a:pt x="2617" y="1536"/>
                      <a:pt x="2861" y="990"/>
                      <a:pt x="2569" y="633"/>
                    </a:cubicBezTo>
                    <a:cubicBezTo>
                      <a:pt x="2269" y="300"/>
                      <a:pt x="1835" y="100"/>
                      <a:pt x="1368" y="33"/>
                    </a:cubicBezTo>
                    <a:cubicBezTo>
                      <a:pt x="1274" y="11"/>
                      <a:pt x="1178" y="1"/>
                      <a:pt x="108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47;p24">
                <a:extLst>
                  <a:ext uri="{FF2B5EF4-FFF2-40B4-BE49-F238E27FC236}">
                    <a16:creationId xmlns:a16="http://schemas.microsoft.com/office/drawing/2014/main" id="{304281E3-0398-781F-AD8A-601D6A27C5FD}"/>
                  </a:ext>
                </a:extLst>
              </p:cNvPr>
              <p:cNvSpPr/>
              <p:nvPr/>
            </p:nvSpPr>
            <p:spPr>
              <a:xfrm>
                <a:off x="6412148" y="1712659"/>
                <a:ext cx="33082" cy="66321"/>
              </a:xfrm>
              <a:custGeom>
                <a:avLst/>
                <a:gdLst/>
                <a:ahLst/>
                <a:cxnLst/>
                <a:rect l="l" t="t" r="r" b="b"/>
                <a:pathLst>
                  <a:path w="1268" h="2542" extrusionOk="0">
                    <a:moveTo>
                      <a:pt x="137" y="0"/>
                    </a:moveTo>
                    <a:cubicBezTo>
                      <a:pt x="135" y="0"/>
                      <a:pt x="133" y="2"/>
                      <a:pt x="133" y="7"/>
                    </a:cubicBezTo>
                    <a:cubicBezTo>
                      <a:pt x="0" y="941"/>
                      <a:pt x="167" y="2442"/>
                      <a:pt x="1268" y="2542"/>
                    </a:cubicBezTo>
                    <a:cubicBezTo>
                      <a:pt x="1268" y="2529"/>
                      <a:pt x="1268" y="2509"/>
                      <a:pt x="1268" y="2509"/>
                    </a:cubicBezTo>
                    <a:cubicBezTo>
                      <a:pt x="367" y="2175"/>
                      <a:pt x="200" y="1074"/>
                      <a:pt x="200" y="107"/>
                    </a:cubicBezTo>
                    <a:cubicBezTo>
                      <a:pt x="200" y="78"/>
                      <a:pt x="151" y="0"/>
                      <a:pt x="13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48;p24">
                <a:extLst>
                  <a:ext uri="{FF2B5EF4-FFF2-40B4-BE49-F238E27FC236}">
                    <a16:creationId xmlns:a16="http://schemas.microsoft.com/office/drawing/2014/main" id="{1E036CF2-F5CB-B433-14CB-06F65C1A845B}"/>
                  </a:ext>
                </a:extLst>
              </p:cNvPr>
              <p:cNvSpPr/>
              <p:nvPr/>
            </p:nvSpPr>
            <p:spPr>
              <a:xfrm>
                <a:off x="6404165" y="1685683"/>
                <a:ext cx="79261" cy="82105"/>
              </a:xfrm>
              <a:custGeom>
                <a:avLst/>
                <a:gdLst/>
                <a:ahLst/>
                <a:cxnLst/>
                <a:rect l="l" t="t" r="r" b="b"/>
                <a:pathLst>
                  <a:path w="3038" h="3147" extrusionOk="0">
                    <a:moveTo>
                      <a:pt x="1425" y="0"/>
                    </a:moveTo>
                    <a:cubicBezTo>
                      <a:pt x="1386" y="0"/>
                      <a:pt x="1347" y="2"/>
                      <a:pt x="1307" y="7"/>
                    </a:cubicBezTo>
                    <a:cubicBezTo>
                      <a:pt x="0" y="137"/>
                      <a:pt x="165" y="3146"/>
                      <a:pt x="1519" y="3146"/>
                    </a:cubicBezTo>
                    <a:cubicBezTo>
                      <a:pt x="1548" y="3146"/>
                      <a:pt x="1577" y="3145"/>
                      <a:pt x="1607" y="3142"/>
                    </a:cubicBezTo>
                    <a:cubicBezTo>
                      <a:pt x="3037" y="3012"/>
                      <a:pt x="2884" y="0"/>
                      <a:pt x="142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49;p24">
                <a:extLst>
                  <a:ext uri="{FF2B5EF4-FFF2-40B4-BE49-F238E27FC236}">
                    <a16:creationId xmlns:a16="http://schemas.microsoft.com/office/drawing/2014/main" id="{B337DF21-FD49-446C-BD59-8A9A845D6D6F}"/>
                  </a:ext>
                </a:extLst>
              </p:cNvPr>
              <p:cNvSpPr/>
              <p:nvPr/>
            </p:nvSpPr>
            <p:spPr>
              <a:xfrm>
                <a:off x="6449560" y="1683752"/>
                <a:ext cx="54841" cy="37257"/>
              </a:xfrm>
              <a:custGeom>
                <a:avLst/>
                <a:gdLst/>
                <a:ahLst/>
                <a:cxnLst/>
                <a:rect l="l" t="t" r="r" b="b"/>
                <a:pathLst>
                  <a:path w="2102" h="1428" extrusionOk="0">
                    <a:moveTo>
                      <a:pt x="2009" y="0"/>
                    </a:moveTo>
                    <a:cubicBezTo>
                      <a:pt x="2005" y="0"/>
                      <a:pt x="2002" y="4"/>
                      <a:pt x="2002" y="14"/>
                    </a:cubicBezTo>
                    <a:cubicBezTo>
                      <a:pt x="1768" y="348"/>
                      <a:pt x="1435" y="681"/>
                      <a:pt x="1101" y="681"/>
                    </a:cubicBezTo>
                    <a:cubicBezTo>
                      <a:pt x="768" y="648"/>
                      <a:pt x="467" y="381"/>
                      <a:pt x="201" y="214"/>
                    </a:cubicBezTo>
                    <a:cubicBezTo>
                      <a:pt x="179" y="204"/>
                      <a:pt x="160" y="199"/>
                      <a:pt x="142" y="199"/>
                    </a:cubicBezTo>
                    <a:cubicBezTo>
                      <a:pt x="48" y="199"/>
                      <a:pt x="0" y="330"/>
                      <a:pt x="0" y="414"/>
                    </a:cubicBezTo>
                    <a:cubicBezTo>
                      <a:pt x="183" y="963"/>
                      <a:pt x="533" y="1428"/>
                      <a:pt x="1101" y="1428"/>
                    </a:cubicBezTo>
                    <a:cubicBezTo>
                      <a:pt x="1155" y="1428"/>
                      <a:pt x="1210" y="1424"/>
                      <a:pt x="1268" y="1415"/>
                    </a:cubicBezTo>
                    <a:cubicBezTo>
                      <a:pt x="1902" y="1282"/>
                      <a:pt x="2102" y="648"/>
                      <a:pt x="2035" y="47"/>
                    </a:cubicBezTo>
                    <a:cubicBezTo>
                      <a:pt x="2035" y="24"/>
                      <a:pt x="2019" y="0"/>
                      <a:pt x="200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250;p24">
                <a:extLst>
                  <a:ext uri="{FF2B5EF4-FFF2-40B4-BE49-F238E27FC236}">
                    <a16:creationId xmlns:a16="http://schemas.microsoft.com/office/drawing/2014/main" id="{7E2612E9-0262-A815-3BF3-9A12AC63AD5C}"/>
                  </a:ext>
                </a:extLst>
              </p:cNvPr>
              <p:cNvSpPr/>
              <p:nvPr/>
            </p:nvSpPr>
            <p:spPr>
              <a:xfrm>
                <a:off x="6232004" y="1710911"/>
                <a:ext cx="30473" cy="69817"/>
              </a:xfrm>
              <a:custGeom>
                <a:avLst/>
                <a:gdLst/>
                <a:ahLst/>
                <a:cxnLst/>
                <a:rect l="l" t="t" r="r" b="b"/>
                <a:pathLst>
                  <a:path w="1168" h="2676" extrusionOk="0">
                    <a:moveTo>
                      <a:pt x="897" y="0"/>
                    </a:moveTo>
                    <a:cubicBezTo>
                      <a:pt x="883" y="0"/>
                      <a:pt x="834" y="78"/>
                      <a:pt x="834" y="107"/>
                    </a:cubicBezTo>
                    <a:cubicBezTo>
                      <a:pt x="934" y="1075"/>
                      <a:pt x="901" y="2209"/>
                      <a:pt x="33" y="2609"/>
                    </a:cubicBezTo>
                    <a:cubicBezTo>
                      <a:pt x="0" y="2609"/>
                      <a:pt x="0" y="2642"/>
                      <a:pt x="33" y="2676"/>
                    </a:cubicBezTo>
                    <a:cubicBezTo>
                      <a:pt x="1101" y="2442"/>
                      <a:pt x="1168" y="941"/>
                      <a:pt x="901" y="7"/>
                    </a:cubicBezTo>
                    <a:cubicBezTo>
                      <a:pt x="901" y="2"/>
                      <a:pt x="899" y="0"/>
                      <a:pt x="89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251;p24">
                <a:extLst>
                  <a:ext uri="{FF2B5EF4-FFF2-40B4-BE49-F238E27FC236}">
                    <a16:creationId xmlns:a16="http://schemas.microsoft.com/office/drawing/2014/main" id="{A913D591-4BC9-F905-459F-DB81231904F1}"/>
                  </a:ext>
                </a:extLst>
              </p:cNvPr>
              <p:cNvSpPr/>
              <p:nvPr/>
            </p:nvSpPr>
            <p:spPr>
              <a:xfrm>
                <a:off x="6189348" y="1686726"/>
                <a:ext cx="80096" cy="8181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136" extrusionOk="0">
                    <a:moveTo>
                      <a:pt x="1602" y="0"/>
                    </a:moveTo>
                    <a:cubicBezTo>
                      <a:pt x="1" y="0"/>
                      <a:pt x="101" y="3136"/>
                      <a:pt x="1602" y="3136"/>
                    </a:cubicBezTo>
                    <a:cubicBezTo>
                      <a:pt x="3069" y="3136"/>
                      <a:pt x="2936" y="0"/>
                      <a:pt x="16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252;p24">
                <a:extLst>
                  <a:ext uri="{FF2B5EF4-FFF2-40B4-BE49-F238E27FC236}">
                    <a16:creationId xmlns:a16="http://schemas.microsoft.com/office/drawing/2014/main" id="{66512455-ABD2-582E-52B0-4365F1C263D3}"/>
                  </a:ext>
                </a:extLst>
              </p:cNvPr>
              <p:cNvSpPr/>
              <p:nvPr/>
            </p:nvSpPr>
            <p:spPr>
              <a:xfrm>
                <a:off x="6171086" y="1688970"/>
                <a:ext cx="47875" cy="36369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394" extrusionOk="0">
                    <a:moveTo>
                      <a:pt x="12" y="0"/>
                    </a:moveTo>
                    <a:cubicBezTo>
                      <a:pt x="0" y="0"/>
                      <a:pt x="0" y="24"/>
                      <a:pt x="0" y="47"/>
                    </a:cubicBezTo>
                    <a:cubicBezTo>
                      <a:pt x="0" y="681"/>
                      <a:pt x="200" y="1282"/>
                      <a:pt x="801" y="1382"/>
                    </a:cubicBezTo>
                    <a:cubicBezTo>
                      <a:pt x="847" y="1390"/>
                      <a:pt x="892" y="1394"/>
                      <a:pt x="935" y="1394"/>
                    </a:cubicBezTo>
                    <a:cubicBezTo>
                      <a:pt x="1421" y="1394"/>
                      <a:pt x="1712" y="899"/>
                      <a:pt x="1835" y="348"/>
                    </a:cubicBezTo>
                    <a:cubicBezTo>
                      <a:pt x="1835" y="243"/>
                      <a:pt x="1793" y="117"/>
                      <a:pt x="1727" y="117"/>
                    </a:cubicBezTo>
                    <a:cubicBezTo>
                      <a:pt x="1709" y="117"/>
                      <a:pt x="1689" y="126"/>
                      <a:pt x="1668" y="148"/>
                    </a:cubicBezTo>
                    <a:cubicBezTo>
                      <a:pt x="1401" y="314"/>
                      <a:pt x="1168" y="615"/>
                      <a:pt x="867" y="648"/>
                    </a:cubicBezTo>
                    <a:cubicBezTo>
                      <a:pt x="853" y="649"/>
                      <a:pt x="839" y="650"/>
                      <a:pt x="825" y="650"/>
                    </a:cubicBezTo>
                    <a:cubicBezTo>
                      <a:pt x="539" y="650"/>
                      <a:pt x="256" y="332"/>
                      <a:pt x="33" y="14"/>
                    </a:cubicBezTo>
                    <a:cubicBezTo>
                      <a:pt x="24" y="4"/>
                      <a:pt x="17" y="0"/>
                      <a:pt x="1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253;p24">
                <a:extLst>
                  <a:ext uri="{FF2B5EF4-FFF2-40B4-BE49-F238E27FC236}">
                    <a16:creationId xmlns:a16="http://schemas.microsoft.com/office/drawing/2014/main" id="{1FD5ACB3-1CFA-8A3A-509C-434A080AE383}"/>
                  </a:ext>
                </a:extLst>
              </p:cNvPr>
              <p:cNvSpPr/>
              <p:nvPr/>
            </p:nvSpPr>
            <p:spPr>
              <a:xfrm>
                <a:off x="6366023" y="1908561"/>
                <a:ext cx="52232" cy="27055"/>
              </a:xfrm>
              <a:custGeom>
                <a:avLst/>
                <a:gdLst/>
                <a:ahLst/>
                <a:cxnLst/>
                <a:rect l="l" t="t" r="r" b="b"/>
                <a:pathLst>
                  <a:path w="2002" h="1037" extrusionOk="0">
                    <a:moveTo>
                      <a:pt x="1949" y="0"/>
                    </a:moveTo>
                    <a:cubicBezTo>
                      <a:pt x="1932" y="0"/>
                      <a:pt x="1914" y="11"/>
                      <a:pt x="1901" y="37"/>
                    </a:cubicBezTo>
                    <a:cubicBezTo>
                      <a:pt x="1701" y="270"/>
                      <a:pt x="1501" y="604"/>
                      <a:pt x="1134" y="670"/>
                    </a:cubicBezTo>
                    <a:cubicBezTo>
                      <a:pt x="1048" y="678"/>
                      <a:pt x="961" y="682"/>
                      <a:pt x="875" y="682"/>
                    </a:cubicBezTo>
                    <a:cubicBezTo>
                      <a:pt x="596" y="682"/>
                      <a:pt x="322" y="639"/>
                      <a:pt x="67" y="537"/>
                    </a:cubicBezTo>
                    <a:cubicBezTo>
                      <a:pt x="33" y="537"/>
                      <a:pt x="0" y="570"/>
                      <a:pt x="33" y="604"/>
                    </a:cubicBezTo>
                    <a:cubicBezTo>
                      <a:pt x="296" y="892"/>
                      <a:pt x="661" y="1036"/>
                      <a:pt x="1032" y="1036"/>
                    </a:cubicBezTo>
                    <a:cubicBezTo>
                      <a:pt x="1133" y="1036"/>
                      <a:pt x="1234" y="1025"/>
                      <a:pt x="1334" y="1004"/>
                    </a:cubicBezTo>
                    <a:cubicBezTo>
                      <a:pt x="1735" y="837"/>
                      <a:pt x="2002" y="470"/>
                      <a:pt x="2002" y="70"/>
                    </a:cubicBezTo>
                    <a:cubicBezTo>
                      <a:pt x="2002" y="29"/>
                      <a:pt x="1976" y="0"/>
                      <a:pt x="194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254;p24">
                <a:extLst>
                  <a:ext uri="{FF2B5EF4-FFF2-40B4-BE49-F238E27FC236}">
                    <a16:creationId xmlns:a16="http://schemas.microsoft.com/office/drawing/2014/main" id="{D79C5213-9AF5-678B-DD6E-0B8EBFE93432}"/>
                  </a:ext>
                </a:extLst>
              </p:cNvPr>
              <p:cNvSpPr/>
              <p:nvPr/>
            </p:nvSpPr>
            <p:spPr>
              <a:xfrm>
                <a:off x="6262241" y="1573474"/>
                <a:ext cx="133868" cy="308123"/>
              </a:xfrm>
              <a:custGeom>
                <a:avLst/>
                <a:gdLst/>
                <a:ahLst/>
                <a:cxnLst/>
                <a:rect l="l" t="t" r="r" b="b"/>
                <a:pathLst>
                  <a:path w="5131" h="11810" extrusionOk="0">
                    <a:moveTo>
                      <a:pt x="1564" y="0"/>
                    </a:moveTo>
                    <a:cubicBezTo>
                      <a:pt x="1529" y="0"/>
                      <a:pt x="1492" y="25"/>
                      <a:pt x="1476" y="71"/>
                    </a:cubicBezTo>
                    <a:cubicBezTo>
                      <a:pt x="542" y="3174"/>
                      <a:pt x="275" y="6709"/>
                      <a:pt x="9" y="9845"/>
                    </a:cubicBezTo>
                    <a:cubicBezTo>
                      <a:pt x="0" y="9957"/>
                      <a:pt x="85" y="10000"/>
                      <a:pt x="220" y="10000"/>
                    </a:cubicBezTo>
                    <a:cubicBezTo>
                      <a:pt x="608" y="10000"/>
                      <a:pt x="1412" y="9644"/>
                      <a:pt x="1610" y="9545"/>
                    </a:cubicBezTo>
                    <a:lnTo>
                      <a:pt x="1610" y="9545"/>
                    </a:lnTo>
                    <a:cubicBezTo>
                      <a:pt x="1610" y="9545"/>
                      <a:pt x="1510" y="11013"/>
                      <a:pt x="1543" y="11680"/>
                    </a:cubicBezTo>
                    <a:cubicBezTo>
                      <a:pt x="1543" y="11746"/>
                      <a:pt x="1710" y="11780"/>
                      <a:pt x="1943" y="11780"/>
                    </a:cubicBezTo>
                    <a:lnTo>
                      <a:pt x="1977" y="11780"/>
                    </a:lnTo>
                    <a:cubicBezTo>
                      <a:pt x="2123" y="11800"/>
                      <a:pt x="2269" y="11810"/>
                      <a:pt x="2414" y="11810"/>
                    </a:cubicBezTo>
                    <a:cubicBezTo>
                      <a:pt x="3462" y="11810"/>
                      <a:pt x="4464" y="11291"/>
                      <a:pt x="5079" y="10412"/>
                    </a:cubicBezTo>
                    <a:cubicBezTo>
                      <a:pt x="5130" y="10361"/>
                      <a:pt x="5083" y="10290"/>
                      <a:pt x="5028" y="10290"/>
                    </a:cubicBezTo>
                    <a:cubicBezTo>
                      <a:pt x="5012" y="10290"/>
                      <a:pt x="4994" y="10297"/>
                      <a:pt x="4979" y="10312"/>
                    </a:cubicBezTo>
                    <a:cubicBezTo>
                      <a:pt x="4112" y="10946"/>
                      <a:pt x="3111" y="11313"/>
                      <a:pt x="2043" y="11313"/>
                    </a:cubicBezTo>
                    <a:cubicBezTo>
                      <a:pt x="1977" y="11146"/>
                      <a:pt x="2344" y="8811"/>
                      <a:pt x="2210" y="8811"/>
                    </a:cubicBezTo>
                    <a:cubicBezTo>
                      <a:pt x="1676" y="8878"/>
                      <a:pt x="1176" y="9044"/>
                      <a:pt x="676" y="9245"/>
                    </a:cubicBezTo>
                    <a:cubicBezTo>
                      <a:pt x="843" y="6176"/>
                      <a:pt x="1510" y="3140"/>
                      <a:pt x="1643" y="105"/>
                    </a:cubicBezTo>
                    <a:cubicBezTo>
                      <a:pt x="1643" y="33"/>
                      <a:pt x="1605" y="0"/>
                      <a:pt x="156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255;p24">
                <a:extLst>
                  <a:ext uri="{FF2B5EF4-FFF2-40B4-BE49-F238E27FC236}">
                    <a16:creationId xmlns:a16="http://schemas.microsoft.com/office/drawing/2014/main" id="{D10C6B0E-6714-7CE8-05FA-B2755FA4CCDB}"/>
                  </a:ext>
                </a:extLst>
              </p:cNvPr>
              <p:cNvSpPr/>
              <p:nvPr/>
            </p:nvSpPr>
            <p:spPr>
              <a:xfrm>
                <a:off x="6313793" y="1840756"/>
                <a:ext cx="90532" cy="65982"/>
              </a:xfrm>
              <a:custGeom>
                <a:avLst/>
                <a:gdLst/>
                <a:ahLst/>
                <a:cxnLst/>
                <a:rect l="l" t="t" r="r" b="b"/>
                <a:pathLst>
                  <a:path w="3470" h="2529" extrusionOk="0">
                    <a:moveTo>
                      <a:pt x="3070" y="0"/>
                    </a:moveTo>
                    <a:cubicBezTo>
                      <a:pt x="2169" y="667"/>
                      <a:pt x="1101" y="1001"/>
                      <a:pt x="1" y="1001"/>
                    </a:cubicBezTo>
                    <a:cubicBezTo>
                      <a:pt x="368" y="1568"/>
                      <a:pt x="901" y="2035"/>
                      <a:pt x="1502" y="2369"/>
                    </a:cubicBezTo>
                    <a:cubicBezTo>
                      <a:pt x="1746" y="2466"/>
                      <a:pt x="2026" y="2528"/>
                      <a:pt x="2302" y="2528"/>
                    </a:cubicBezTo>
                    <a:cubicBezTo>
                      <a:pt x="2404" y="2528"/>
                      <a:pt x="2504" y="2520"/>
                      <a:pt x="2603" y="2502"/>
                    </a:cubicBezTo>
                    <a:cubicBezTo>
                      <a:pt x="3403" y="2335"/>
                      <a:pt x="3470" y="1601"/>
                      <a:pt x="3370" y="968"/>
                    </a:cubicBezTo>
                    <a:cubicBezTo>
                      <a:pt x="3303" y="634"/>
                      <a:pt x="3203" y="301"/>
                      <a:pt x="307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256;p24">
                <a:extLst>
                  <a:ext uri="{FF2B5EF4-FFF2-40B4-BE49-F238E27FC236}">
                    <a16:creationId xmlns:a16="http://schemas.microsoft.com/office/drawing/2014/main" id="{FD1367FA-B96E-E991-DB3F-967DF4A3AC29}"/>
                  </a:ext>
                </a:extLst>
              </p:cNvPr>
              <p:cNvSpPr/>
              <p:nvPr/>
            </p:nvSpPr>
            <p:spPr>
              <a:xfrm>
                <a:off x="6352952" y="1865984"/>
                <a:ext cx="51371" cy="40753"/>
              </a:xfrm>
              <a:custGeom>
                <a:avLst/>
                <a:gdLst/>
                <a:ahLst/>
                <a:cxnLst/>
                <a:rect l="l" t="t" r="r" b="b"/>
                <a:pathLst>
                  <a:path w="1969" h="1562" extrusionOk="0">
                    <a:moveTo>
                      <a:pt x="1869" y="1"/>
                    </a:moveTo>
                    <a:lnTo>
                      <a:pt x="1869" y="1"/>
                    </a:lnTo>
                    <a:cubicBezTo>
                      <a:pt x="1001" y="34"/>
                      <a:pt x="134" y="568"/>
                      <a:pt x="1" y="1402"/>
                    </a:cubicBezTo>
                    <a:cubicBezTo>
                      <a:pt x="245" y="1499"/>
                      <a:pt x="525" y="1561"/>
                      <a:pt x="801" y="1561"/>
                    </a:cubicBezTo>
                    <a:cubicBezTo>
                      <a:pt x="903" y="1561"/>
                      <a:pt x="1003" y="1553"/>
                      <a:pt x="1102" y="1535"/>
                    </a:cubicBezTo>
                    <a:cubicBezTo>
                      <a:pt x="1902" y="1368"/>
                      <a:pt x="1969" y="634"/>
                      <a:pt x="1869" y="1"/>
                    </a:cubicBezTo>
                    <a:close/>
                  </a:path>
                </a:pathLst>
              </a:custGeom>
              <a:solidFill>
                <a:srgbClr val="F291B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257;p24">
                <a:extLst>
                  <a:ext uri="{FF2B5EF4-FFF2-40B4-BE49-F238E27FC236}">
                    <a16:creationId xmlns:a16="http://schemas.microsoft.com/office/drawing/2014/main" id="{6BA38354-4AC6-1E6A-5AB7-2FE502CF3619}"/>
                  </a:ext>
                </a:extLst>
              </p:cNvPr>
              <p:cNvSpPr/>
              <p:nvPr/>
            </p:nvSpPr>
            <p:spPr>
              <a:xfrm>
                <a:off x="6115386" y="1170555"/>
                <a:ext cx="785022" cy="529444"/>
              </a:xfrm>
              <a:custGeom>
                <a:avLst/>
                <a:gdLst/>
                <a:ahLst/>
                <a:cxnLst/>
                <a:rect l="l" t="t" r="r" b="b"/>
                <a:pathLst>
                  <a:path w="30089" h="20293" extrusionOk="0">
                    <a:moveTo>
                      <a:pt x="14265" y="1"/>
                    </a:moveTo>
                    <a:cubicBezTo>
                      <a:pt x="11955" y="1"/>
                      <a:pt x="9506" y="603"/>
                      <a:pt x="7005" y="1939"/>
                    </a:cubicBezTo>
                    <a:cubicBezTo>
                      <a:pt x="701" y="5341"/>
                      <a:pt x="0" y="14148"/>
                      <a:pt x="601" y="14248"/>
                    </a:cubicBezTo>
                    <a:cubicBezTo>
                      <a:pt x="1467" y="14351"/>
                      <a:pt x="2288" y="14398"/>
                      <a:pt x="3065" y="14398"/>
                    </a:cubicBezTo>
                    <a:cubicBezTo>
                      <a:pt x="8536" y="14398"/>
                      <a:pt x="11792" y="12096"/>
                      <a:pt x="12821" y="11233"/>
                    </a:cubicBezTo>
                    <a:lnTo>
                      <a:pt x="12821" y="11233"/>
                    </a:lnTo>
                    <a:cubicBezTo>
                      <a:pt x="11991" y="11991"/>
                      <a:pt x="10045" y="13827"/>
                      <a:pt x="10640" y="13827"/>
                    </a:cubicBezTo>
                    <a:cubicBezTo>
                      <a:pt x="10668" y="13827"/>
                      <a:pt x="10702" y="13823"/>
                      <a:pt x="10741" y="13814"/>
                    </a:cubicBezTo>
                    <a:cubicBezTo>
                      <a:pt x="15945" y="12713"/>
                      <a:pt x="17546" y="8811"/>
                      <a:pt x="17546" y="8811"/>
                    </a:cubicBezTo>
                    <a:cubicBezTo>
                      <a:pt x="18247" y="15048"/>
                      <a:pt x="22149" y="15148"/>
                      <a:pt x="22149" y="15148"/>
                    </a:cubicBezTo>
                    <a:cubicBezTo>
                      <a:pt x="22149" y="15148"/>
                      <a:pt x="22437" y="20293"/>
                      <a:pt x="25639" y="20293"/>
                    </a:cubicBezTo>
                    <a:cubicBezTo>
                      <a:pt x="25709" y="20293"/>
                      <a:pt x="25780" y="20290"/>
                      <a:pt x="25852" y="20285"/>
                    </a:cubicBezTo>
                    <a:cubicBezTo>
                      <a:pt x="27186" y="20185"/>
                      <a:pt x="30088" y="14581"/>
                      <a:pt x="29288" y="10078"/>
                    </a:cubicBezTo>
                    <a:cubicBezTo>
                      <a:pt x="28454" y="5608"/>
                      <a:pt x="23550" y="3707"/>
                      <a:pt x="23550" y="3707"/>
                    </a:cubicBezTo>
                    <a:cubicBezTo>
                      <a:pt x="20974" y="1393"/>
                      <a:pt x="17779" y="1"/>
                      <a:pt x="1426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258;p24">
                <a:extLst>
                  <a:ext uri="{FF2B5EF4-FFF2-40B4-BE49-F238E27FC236}">
                    <a16:creationId xmlns:a16="http://schemas.microsoft.com/office/drawing/2014/main" id="{E6631610-A339-E63F-D6D9-B2C712A6B81B}"/>
                  </a:ext>
                </a:extLst>
              </p:cNvPr>
              <p:cNvSpPr/>
              <p:nvPr/>
            </p:nvSpPr>
            <p:spPr>
              <a:xfrm>
                <a:off x="6371241" y="1167711"/>
                <a:ext cx="578754" cy="530358"/>
              </a:xfrm>
              <a:custGeom>
                <a:avLst/>
                <a:gdLst/>
                <a:ahLst/>
                <a:cxnLst/>
                <a:rect l="l" t="t" r="r" b="b"/>
                <a:pathLst>
                  <a:path w="22183" h="20328" extrusionOk="0">
                    <a:moveTo>
                      <a:pt x="6237" y="1"/>
                    </a:moveTo>
                    <a:cubicBezTo>
                      <a:pt x="2760" y="1"/>
                      <a:pt x="0" y="847"/>
                      <a:pt x="0" y="847"/>
                    </a:cubicBezTo>
                    <a:cubicBezTo>
                      <a:pt x="0" y="847"/>
                      <a:pt x="10408" y="914"/>
                      <a:pt x="14244" y="5717"/>
                    </a:cubicBezTo>
                    <a:cubicBezTo>
                      <a:pt x="18113" y="10487"/>
                      <a:pt x="16212" y="20328"/>
                      <a:pt x="16212" y="20328"/>
                    </a:cubicBezTo>
                    <a:cubicBezTo>
                      <a:pt x="16212" y="20328"/>
                      <a:pt x="22183" y="10387"/>
                      <a:pt x="16645" y="4083"/>
                    </a:cubicBezTo>
                    <a:cubicBezTo>
                      <a:pt x="13782" y="822"/>
                      <a:pt x="9662" y="1"/>
                      <a:pt x="6237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259;p24">
                <a:extLst>
                  <a:ext uri="{FF2B5EF4-FFF2-40B4-BE49-F238E27FC236}">
                    <a16:creationId xmlns:a16="http://schemas.microsoft.com/office/drawing/2014/main" id="{6F8B5061-BF97-3201-17EA-8A7D8F9091A9}"/>
                  </a:ext>
                </a:extLst>
              </p:cNvPr>
              <p:cNvSpPr/>
              <p:nvPr/>
            </p:nvSpPr>
            <p:spPr>
              <a:xfrm>
                <a:off x="6719347" y="1627582"/>
                <a:ext cx="198441" cy="236923"/>
              </a:xfrm>
              <a:custGeom>
                <a:avLst/>
                <a:gdLst/>
                <a:ahLst/>
                <a:cxnLst/>
                <a:rect l="l" t="t" r="r" b="b"/>
                <a:pathLst>
                  <a:path w="7606" h="9081" extrusionOk="0">
                    <a:moveTo>
                      <a:pt x="4896" y="0"/>
                    </a:moveTo>
                    <a:cubicBezTo>
                      <a:pt x="2895" y="0"/>
                      <a:pt x="567" y="3835"/>
                      <a:pt x="567" y="3835"/>
                    </a:cubicBezTo>
                    <a:lnTo>
                      <a:pt x="0" y="7704"/>
                    </a:lnTo>
                    <a:cubicBezTo>
                      <a:pt x="424" y="8575"/>
                      <a:pt x="1312" y="9080"/>
                      <a:pt x="2220" y="9080"/>
                    </a:cubicBezTo>
                    <a:cubicBezTo>
                      <a:pt x="2599" y="9080"/>
                      <a:pt x="2982" y="8992"/>
                      <a:pt x="3336" y="8805"/>
                    </a:cubicBezTo>
                    <a:cubicBezTo>
                      <a:pt x="5671" y="7771"/>
                      <a:pt x="7606" y="1133"/>
                      <a:pt x="5504" y="132"/>
                    </a:cubicBezTo>
                    <a:cubicBezTo>
                      <a:pt x="5307" y="41"/>
                      <a:pt x="5103" y="0"/>
                      <a:pt x="4896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260;p24">
                <a:extLst>
                  <a:ext uri="{FF2B5EF4-FFF2-40B4-BE49-F238E27FC236}">
                    <a16:creationId xmlns:a16="http://schemas.microsoft.com/office/drawing/2014/main" id="{4DD5432E-CA22-5890-0F72-5B75E0660E94}"/>
                  </a:ext>
                </a:extLst>
              </p:cNvPr>
              <p:cNvSpPr/>
              <p:nvPr/>
            </p:nvSpPr>
            <p:spPr>
              <a:xfrm>
                <a:off x="6749793" y="1680621"/>
                <a:ext cx="98359" cy="150696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5776" extrusionOk="0">
                    <a:moveTo>
                      <a:pt x="3737" y="1"/>
                    </a:moveTo>
                    <a:cubicBezTo>
                      <a:pt x="1468" y="367"/>
                      <a:pt x="1" y="3436"/>
                      <a:pt x="134" y="5571"/>
                    </a:cubicBezTo>
                    <a:cubicBezTo>
                      <a:pt x="134" y="5571"/>
                      <a:pt x="134" y="5605"/>
                      <a:pt x="134" y="5605"/>
                    </a:cubicBezTo>
                    <a:cubicBezTo>
                      <a:pt x="113" y="5710"/>
                      <a:pt x="212" y="5776"/>
                      <a:pt x="305" y="5776"/>
                    </a:cubicBezTo>
                    <a:cubicBezTo>
                      <a:pt x="358" y="5776"/>
                      <a:pt x="410" y="5754"/>
                      <a:pt x="434" y="5705"/>
                    </a:cubicBezTo>
                    <a:cubicBezTo>
                      <a:pt x="634" y="5204"/>
                      <a:pt x="868" y="4737"/>
                      <a:pt x="1135" y="4304"/>
                    </a:cubicBezTo>
                    <a:cubicBezTo>
                      <a:pt x="1428" y="3904"/>
                      <a:pt x="1891" y="3654"/>
                      <a:pt x="2388" y="3654"/>
                    </a:cubicBezTo>
                    <a:cubicBezTo>
                      <a:pt x="2514" y="3654"/>
                      <a:pt x="2641" y="3670"/>
                      <a:pt x="2769" y="3703"/>
                    </a:cubicBezTo>
                    <a:cubicBezTo>
                      <a:pt x="2803" y="3703"/>
                      <a:pt x="2836" y="3637"/>
                      <a:pt x="2803" y="3603"/>
                    </a:cubicBezTo>
                    <a:cubicBezTo>
                      <a:pt x="2514" y="3425"/>
                      <a:pt x="2247" y="3347"/>
                      <a:pt x="2002" y="3347"/>
                    </a:cubicBezTo>
                    <a:cubicBezTo>
                      <a:pt x="1513" y="3347"/>
                      <a:pt x="1113" y="3659"/>
                      <a:pt x="801" y="4104"/>
                    </a:cubicBezTo>
                    <a:cubicBezTo>
                      <a:pt x="1335" y="2436"/>
                      <a:pt x="2102" y="834"/>
                      <a:pt x="3737" y="67"/>
                    </a:cubicBezTo>
                    <a:cubicBezTo>
                      <a:pt x="3770" y="34"/>
                      <a:pt x="3770" y="1"/>
                      <a:pt x="373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261;p24">
                <a:extLst>
                  <a:ext uri="{FF2B5EF4-FFF2-40B4-BE49-F238E27FC236}">
                    <a16:creationId xmlns:a16="http://schemas.microsoft.com/office/drawing/2014/main" id="{4514792F-B591-A01C-0923-7FD4E68CE187}"/>
                  </a:ext>
                </a:extLst>
              </p:cNvPr>
              <p:cNvSpPr/>
              <p:nvPr/>
            </p:nvSpPr>
            <p:spPr>
              <a:xfrm>
                <a:off x="6417366" y="2119361"/>
                <a:ext cx="576145" cy="297426"/>
              </a:xfrm>
              <a:custGeom>
                <a:avLst/>
                <a:gdLst/>
                <a:ahLst/>
                <a:cxnLst/>
                <a:rect l="l" t="t" r="r" b="b"/>
                <a:pathLst>
                  <a:path w="22083" h="11400" extrusionOk="0">
                    <a:moveTo>
                      <a:pt x="14565" y="1"/>
                    </a:moveTo>
                    <a:cubicBezTo>
                      <a:pt x="13641" y="1"/>
                      <a:pt x="12661" y="103"/>
                      <a:pt x="11542" y="196"/>
                    </a:cubicBezTo>
                    <a:cubicBezTo>
                      <a:pt x="7539" y="529"/>
                      <a:pt x="2335" y="2698"/>
                      <a:pt x="2335" y="2698"/>
                    </a:cubicBezTo>
                    <a:cubicBezTo>
                      <a:pt x="2335" y="2698"/>
                      <a:pt x="0" y="10770"/>
                      <a:pt x="6004" y="11370"/>
                    </a:cubicBezTo>
                    <a:cubicBezTo>
                      <a:pt x="6215" y="11390"/>
                      <a:pt x="6431" y="11400"/>
                      <a:pt x="6651" y="11400"/>
                    </a:cubicBezTo>
                    <a:cubicBezTo>
                      <a:pt x="12731" y="11400"/>
                      <a:pt x="22083" y="4099"/>
                      <a:pt x="22083" y="4099"/>
                    </a:cubicBezTo>
                    <a:cubicBezTo>
                      <a:pt x="18996" y="699"/>
                      <a:pt x="16973" y="1"/>
                      <a:pt x="14565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262;p24">
                <a:extLst>
                  <a:ext uri="{FF2B5EF4-FFF2-40B4-BE49-F238E27FC236}">
                    <a16:creationId xmlns:a16="http://schemas.microsoft.com/office/drawing/2014/main" id="{FF2A3490-27B3-C429-B9FA-E2D12C15D9C8}"/>
                  </a:ext>
                </a:extLst>
              </p:cNvPr>
              <p:cNvSpPr/>
              <p:nvPr/>
            </p:nvSpPr>
            <p:spPr>
              <a:xfrm>
                <a:off x="5224236" y="1641592"/>
                <a:ext cx="715414" cy="733546"/>
              </a:xfrm>
              <a:custGeom>
                <a:avLst/>
                <a:gdLst/>
                <a:ahLst/>
                <a:cxnLst/>
                <a:rect l="l" t="t" r="r" b="b"/>
                <a:pathLst>
                  <a:path w="27421" h="28116" extrusionOk="0">
                    <a:moveTo>
                      <a:pt x="21980" y="0"/>
                    </a:moveTo>
                    <a:cubicBezTo>
                      <a:pt x="18991" y="0"/>
                      <a:pt x="14906" y="477"/>
                      <a:pt x="13577" y="1096"/>
                    </a:cubicBezTo>
                    <a:cubicBezTo>
                      <a:pt x="11676" y="2030"/>
                      <a:pt x="4871" y="7568"/>
                      <a:pt x="3636" y="9736"/>
                    </a:cubicBezTo>
                    <a:cubicBezTo>
                      <a:pt x="2436" y="11871"/>
                      <a:pt x="501" y="20143"/>
                      <a:pt x="1" y="21377"/>
                    </a:cubicBezTo>
                    <a:lnTo>
                      <a:pt x="19715" y="28116"/>
                    </a:lnTo>
                    <a:cubicBezTo>
                      <a:pt x="19715" y="28116"/>
                      <a:pt x="21082" y="23346"/>
                      <a:pt x="22116" y="21511"/>
                    </a:cubicBezTo>
                    <a:cubicBezTo>
                      <a:pt x="24218" y="17875"/>
                      <a:pt x="24118" y="14439"/>
                      <a:pt x="25018" y="12338"/>
                    </a:cubicBezTo>
                    <a:cubicBezTo>
                      <a:pt x="26353" y="9102"/>
                      <a:pt x="27420" y="8568"/>
                      <a:pt x="27120" y="7668"/>
                    </a:cubicBezTo>
                    <a:cubicBezTo>
                      <a:pt x="27007" y="7342"/>
                      <a:pt x="26467" y="7167"/>
                      <a:pt x="25745" y="7167"/>
                    </a:cubicBezTo>
                    <a:cubicBezTo>
                      <a:pt x="24545" y="7167"/>
                      <a:pt x="22845" y="7652"/>
                      <a:pt x="21783" y="8735"/>
                    </a:cubicBezTo>
                    <a:cubicBezTo>
                      <a:pt x="20048" y="10503"/>
                      <a:pt x="19681" y="12538"/>
                      <a:pt x="18113" y="13438"/>
                    </a:cubicBezTo>
                    <a:cubicBezTo>
                      <a:pt x="17606" y="13741"/>
                      <a:pt x="16968" y="13865"/>
                      <a:pt x="16322" y="13865"/>
                    </a:cubicBezTo>
                    <a:cubicBezTo>
                      <a:pt x="14972" y="13865"/>
                      <a:pt x="13582" y="13324"/>
                      <a:pt x="13243" y="12738"/>
                    </a:cubicBezTo>
                    <a:cubicBezTo>
                      <a:pt x="12343" y="11270"/>
                      <a:pt x="14578" y="7501"/>
                      <a:pt x="15578" y="6900"/>
                    </a:cubicBezTo>
                    <a:cubicBezTo>
                      <a:pt x="16612" y="6333"/>
                      <a:pt x="17580" y="6267"/>
                      <a:pt x="21416" y="5166"/>
                    </a:cubicBezTo>
                    <a:cubicBezTo>
                      <a:pt x="25552" y="3965"/>
                      <a:pt x="26386" y="963"/>
                      <a:pt x="25018" y="329"/>
                    </a:cubicBezTo>
                    <a:cubicBezTo>
                      <a:pt x="24476" y="99"/>
                      <a:pt x="23341" y="0"/>
                      <a:pt x="2198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263;p24">
                <a:extLst>
                  <a:ext uri="{FF2B5EF4-FFF2-40B4-BE49-F238E27FC236}">
                    <a16:creationId xmlns:a16="http://schemas.microsoft.com/office/drawing/2014/main" id="{2A755531-68E4-02AC-4C9C-C56D580A726B}"/>
                  </a:ext>
                </a:extLst>
              </p:cNvPr>
              <p:cNvSpPr/>
              <p:nvPr/>
            </p:nvSpPr>
            <p:spPr>
              <a:xfrm>
                <a:off x="5625434" y="1744148"/>
                <a:ext cx="302018" cy="163636"/>
              </a:xfrm>
              <a:custGeom>
                <a:avLst/>
                <a:gdLst/>
                <a:ahLst/>
                <a:cxnLst/>
                <a:rect l="l" t="t" r="r" b="b"/>
                <a:pathLst>
                  <a:path w="11576" h="6272" extrusionOk="0">
                    <a:moveTo>
                      <a:pt x="10674" y="1"/>
                    </a:moveTo>
                    <a:lnTo>
                      <a:pt x="0" y="2769"/>
                    </a:lnTo>
                    <a:lnTo>
                      <a:pt x="934" y="6272"/>
                    </a:lnTo>
                    <a:lnTo>
                      <a:pt x="11575" y="3537"/>
                    </a:lnTo>
                    <a:lnTo>
                      <a:pt x="10674" y="1"/>
                    </a:ln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264;p24">
                <a:extLst>
                  <a:ext uri="{FF2B5EF4-FFF2-40B4-BE49-F238E27FC236}">
                    <a16:creationId xmlns:a16="http://schemas.microsoft.com/office/drawing/2014/main" id="{831835F5-7C6A-571B-34EA-03DD377A0021}"/>
                  </a:ext>
                </a:extLst>
              </p:cNvPr>
              <p:cNvSpPr/>
              <p:nvPr/>
            </p:nvSpPr>
            <p:spPr>
              <a:xfrm>
                <a:off x="5910874" y="1700632"/>
                <a:ext cx="303740" cy="92280"/>
              </a:xfrm>
              <a:custGeom>
                <a:avLst/>
                <a:gdLst/>
                <a:ahLst/>
                <a:cxnLst/>
                <a:rect l="l" t="t" r="r" b="b"/>
                <a:pathLst>
                  <a:path w="11642" h="3537" extrusionOk="0">
                    <a:moveTo>
                      <a:pt x="11509" y="1"/>
                    </a:moveTo>
                    <a:lnTo>
                      <a:pt x="0" y="3003"/>
                    </a:lnTo>
                    <a:lnTo>
                      <a:pt x="134" y="3537"/>
                    </a:lnTo>
                    <a:lnTo>
                      <a:pt x="11642" y="568"/>
                    </a:lnTo>
                    <a:lnTo>
                      <a:pt x="11509" y="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265;p24">
                <a:extLst>
                  <a:ext uri="{FF2B5EF4-FFF2-40B4-BE49-F238E27FC236}">
                    <a16:creationId xmlns:a16="http://schemas.microsoft.com/office/drawing/2014/main" id="{D66DE99F-16EA-BAD0-EAC5-376D617F476E}"/>
                  </a:ext>
                </a:extLst>
              </p:cNvPr>
              <p:cNvSpPr/>
              <p:nvPr/>
            </p:nvSpPr>
            <p:spPr>
              <a:xfrm>
                <a:off x="6094488" y="1704128"/>
                <a:ext cx="17428" cy="65277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2" extrusionOk="0">
                    <a:moveTo>
                      <a:pt x="1" y="0"/>
                    </a:moveTo>
                    <a:cubicBezTo>
                      <a:pt x="1" y="434"/>
                      <a:pt x="67" y="868"/>
                      <a:pt x="167" y="1268"/>
                    </a:cubicBezTo>
                    <a:cubicBezTo>
                      <a:pt x="268" y="1701"/>
                      <a:pt x="434" y="2102"/>
                      <a:pt x="668" y="2502"/>
                    </a:cubicBezTo>
                    <a:cubicBezTo>
                      <a:pt x="668" y="1601"/>
                      <a:pt x="434" y="767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266;p24">
                <a:extLst>
                  <a:ext uri="{FF2B5EF4-FFF2-40B4-BE49-F238E27FC236}">
                    <a16:creationId xmlns:a16="http://schemas.microsoft.com/office/drawing/2014/main" id="{2FDA0598-02D5-51BC-AFF8-42674D971DE2}"/>
                  </a:ext>
                </a:extLst>
              </p:cNvPr>
              <p:cNvSpPr/>
              <p:nvPr/>
            </p:nvSpPr>
            <p:spPr>
              <a:xfrm>
                <a:off x="6104063" y="1701519"/>
                <a:ext cx="17428" cy="65277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2" extrusionOk="0">
                    <a:moveTo>
                      <a:pt x="34" y="0"/>
                    </a:moveTo>
                    <a:lnTo>
                      <a:pt x="34" y="0"/>
                    </a:lnTo>
                    <a:cubicBezTo>
                      <a:pt x="1" y="434"/>
                      <a:pt x="67" y="867"/>
                      <a:pt x="167" y="1301"/>
                    </a:cubicBezTo>
                    <a:cubicBezTo>
                      <a:pt x="267" y="1701"/>
                      <a:pt x="434" y="2135"/>
                      <a:pt x="668" y="2502"/>
                    </a:cubicBezTo>
                    <a:cubicBezTo>
                      <a:pt x="668" y="2068"/>
                      <a:pt x="601" y="1635"/>
                      <a:pt x="501" y="1201"/>
                    </a:cubicBezTo>
                    <a:cubicBezTo>
                      <a:pt x="401" y="767"/>
                      <a:pt x="234" y="367"/>
                      <a:pt x="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267;p24">
                <a:extLst>
                  <a:ext uri="{FF2B5EF4-FFF2-40B4-BE49-F238E27FC236}">
                    <a16:creationId xmlns:a16="http://schemas.microsoft.com/office/drawing/2014/main" id="{1D12551A-C8CB-FAF4-F87E-C239C814ECE0}"/>
                  </a:ext>
                </a:extLst>
              </p:cNvPr>
              <p:cNvSpPr/>
              <p:nvPr/>
            </p:nvSpPr>
            <p:spPr>
              <a:xfrm>
                <a:off x="6114499" y="1698910"/>
                <a:ext cx="17454" cy="65277"/>
              </a:xfrm>
              <a:custGeom>
                <a:avLst/>
                <a:gdLst/>
                <a:ahLst/>
                <a:cxnLst/>
                <a:rect l="l" t="t" r="r" b="b"/>
                <a:pathLst>
                  <a:path w="669" h="2502" extrusionOk="0">
                    <a:moveTo>
                      <a:pt x="1" y="0"/>
                    </a:moveTo>
                    <a:cubicBezTo>
                      <a:pt x="1" y="867"/>
                      <a:pt x="234" y="1735"/>
                      <a:pt x="635" y="2502"/>
                    </a:cubicBezTo>
                    <a:cubicBezTo>
                      <a:pt x="668" y="2068"/>
                      <a:pt x="601" y="1635"/>
                      <a:pt x="501" y="1201"/>
                    </a:cubicBezTo>
                    <a:cubicBezTo>
                      <a:pt x="368" y="767"/>
                      <a:pt x="201" y="367"/>
                      <a:pt x="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268;p24">
                <a:extLst>
                  <a:ext uri="{FF2B5EF4-FFF2-40B4-BE49-F238E27FC236}">
                    <a16:creationId xmlns:a16="http://schemas.microsoft.com/office/drawing/2014/main" id="{CC2F7798-6EA2-9391-9A29-A6E65A9AD51A}"/>
                  </a:ext>
                </a:extLst>
              </p:cNvPr>
              <p:cNvSpPr/>
              <p:nvPr/>
            </p:nvSpPr>
            <p:spPr>
              <a:xfrm>
                <a:off x="6124073" y="1696275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1" y="1"/>
                    </a:moveTo>
                    <a:cubicBezTo>
                      <a:pt x="1" y="435"/>
                      <a:pt x="68" y="868"/>
                      <a:pt x="168" y="1269"/>
                    </a:cubicBezTo>
                    <a:cubicBezTo>
                      <a:pt x="268" y="1702"/>
                      <a:pt x="434" y="2103"/>
                      <a:pt x="668" y="2503"/>
                    </a:cubicBezTo>
                    <a:cubicBezTo>
                      <a:pt x="668" y="1636"/>
                      <a:pt x="434" y="768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269;p24">
                <a:extLst>
                  <a:ext uri="{FF2B5EF4-FFF2-40B4-BE49-F238E27FC236}">
                    <a16:creationId xmlns:a16="http://schemas.microsoft.com/office/drawing/2014/main" id="{432C0503-0ABE-DA1B-7E22-D3BD91DC742B}"/>
                  </a:ext>
                </a:extLst>
              </p:cNvPr>
              <p:cNvSpPr/>
              <p:nvPr/>
            </p:nvSpPr>
            <p:spPr>
              <a:xfrm>
                <a:off x="6134535" y="1693666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868"/>
                      <a:pt x="234" y="1736"/>
                      <a:pt x="634" y="2503"/>
                    </a:cubicBezTo>
                    <a:cubicBezTo>
                      <a:pt x="667" y="2069"/>
                      <a:pt x="601" y="1635"/>
                      <a:pt x="467" y="1202"/>
                    </a:cubicBezTo>
                    <a:cubicBezTo>
                      <a:pt x="367" y="768"/>
                      <a:pt x="200" y="3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270;p24">
                <a:extLst>
                  <a:ext uri="{FF2B5EF4-FFF2-40B4-BE49-F238E27FC236}">
                    <a16:creationId xmlns:a16="http://schemas.microsoft.com/office/drawing/2014/main" id="{BE93E334-130E-254B-7078-6F8C034493E5}"/>
                  </a:ext>
                </a:extLst>
              </p:cNvPr>
              <p:cNvSpPr/>
              <p:nvPr/>
            </p:nvSpPr>
            <p:spPr>
              <a:xfrm>
                <a:off x="6144110" y="1691057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434"/>
                      <a:pt x="67" y="868"/>
                      <a:pt x="167" y="1302"/>
                    </a:cubicBezTo>
                    <a:cubicBezTo>
                      <a:pt x="267" y="1702"/>
                      <a:pt x="434" y="2136"/>
                      <a:pt x="667" y="2503"/>
                    </a:cubicBezTo>
                    <a:cubicBezTo>
                      <a:pt x="667" y="1635"/>
                      <a:pt x="434" y="7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271;p24">
                <a:extLst>
                  <a:ext uri="{FF2B5EF4-FFF2-40B4-BE49-F238E27FC236}">
                    <a16:creationId xmlns:a16="http://schemas.microsoft.com/office/drawing/2014/main" id="{08FD2349-0616-F5AF-8D92-6A4F28645EFC}"/>
                  </a:ext>
                </a:extLst>
              </p:cNvPr>
              <p:cNvSpPr/>
              <p:nvPr/>
            </p:nvSpPr>
            <p:spPr>
              <a:xfrm>
                <a:off x="6154545" y="1688448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434"/>
                      <a:pt x="67" y="868"/>
                      <a:pt x="167" y="1302"/>
                    </a:cubicBezTo>
                    <a:cubicBezTo>
                      <a:pt x="267" y="1735"/>
                      <a:pt x="434" y="2136"/>
                      <a:pt x="634" y="2503"/>
                    </a:cubicBezTo>
                    <a:cubicBezTo>
                      <a:pt x="667" y="2069"/>
                      <a:pt x="601" y="1635"/>
                      <a:pt x="501" y="1202"/>
                    </a:cubicBezTo>
                    <a:cubicBezTo>
                      <a:pt x="367" y="768"/>
                      <a:pt x="234" y="3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272;p24">
                <a:extLst>
                  <a:ext uri="{FF2B5EF4-FFF2-40B4-BE49-F238E27FC236}">
                    <a16:creationId xmlns:a16="http://schemas.microsoft.com/office/drawing/2014/main" id="{6335D51B-3C57-4337-E4E0-B17BB0D41CD7}"/>
                  </a:ext>
                </a:extLst>
              </p:cNvPr>
              <p:cNvSpPr/>
              <p:nvPr/>
            </p:nvSpPr>
            <p:spPr>
              <a:xfrm>
                <a:off x="6164120" y="1685839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434"/>
                      <a:pt x="67" y="868"/>
                      <a:pt x="167" y="1302"/>
                    </a:cubicBezTo>
                    <a:cubicBezTo>
                      <a:pt x="267" y="1702"/>
                      <a:pt x="434" y="2136"/>
                      <a:pt x="667" y="2503"/>
                    </a:cubicBezTo>
                    <a:cubicBezTo>
                      <a:pt x="667" y="1635"/>
                      <a:pt x="434" y="7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273;p24">
                <a:extLst>
                  <a:ext uri="{FF2B5EF4-FFF2-40B4-BE49-F238E27FC236}">
                    <a16:creationId xmlns:a16="http://schemas.microsoft.com/office/drawing/2014/main" id="{55285C84-D6F7-75B5-5A2F-BC105B0CAEAB}"/>
                  </a:ext>
                </a:extLst>
              </p:cNvPr>
              <p:cNvSpPr/>
              <p:nvPr/>
            </p:nvSpPr>
            <p:spPr>
              <a:xfrm>
                <a:off x="6174556" y="1683230"/>
                <a:ext cx="16567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503" extrusionOk="0">
                    <a:moveTo>
                      <a:pt x="1" y="1"/>
                    </a:moveTo>
                    <a:cubicBezTo>
                      <a:pt x="1" y="868"/>
                      <a:pt x="201" y="1735"/>
                      <a:pt x="634" y="2502"/>
                    </a:cubicBezTo>
                    <a:cubicBezTo>
                      <a:pt x="634" y="2069"/>
                      <a:pt x="601" y="1635"/>
                      <a:pt x="468" y="1201"/>
                    </a:cubicBezTo>
                    <a:cubicBezTo>
                      <a:pt x="367" y="801"/>
                      <a:pt x="201" y="368"/>
                      <a:pt x="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274;p24">
                <a:extLst>
                  <a:ext uri="{FF2B5EF4-FFF2-40B4-BE49-F238E27FC236}">
                    <a16:creationId xmlns:a16="http://schemas.microsoft.com/office/drawing/2014/main" id="{20FFF03C-7CA3-8316-C47A-707BEC926AD2}"/>
                  </a:ext>
                </a:extLst>
              </p:cNvPr>
              <p:cNvSpPr/>
              <p:nvPr/>
            </p:nvSpPr>
            <p:spPr>
              <a:xfrm>
                <a:off x="6184130" y="1680621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1"/>
                    </a:moveTo>
                    <a:cubicBezTo>
                      <a:pt x="0" y="434"/>
                      <a:pt x="67" y="868"/>
                      <a:pt x="167" y="1301"/>
                    </a:cubicBezTo>
                    <a:cubicBezTo>
                      <a:pt x="267" y="1702"/>
                      <a:pt x="434" y="2135"/>
                      <a:pt x="668" y="2502"/>
                    </a:cubicBezTo>
                    <a:cubicBezTo>
                      <a:pt x="634" y="1635"/>
                      <a:pt x="434" y="768"/>
                      <a:pt x="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275;p24">
                <a:extLst>
                  <a:ext uri="{FF2B5EF4-FFF2-40B4-BE49-F238E27FC236}">
                    <a16:creationId xmlns:a16="http://schemas.microsoft.com/office/drawing/2014/main" id="{0D2B42D6-E55C-F363-6118-1C6DAB29F192}"/>
                  </a:ext>
                </a:extLst>
              </p:cNvPr>
              <p:cNvSpPr/>
              <p:nvPr/>
            </p:nvSpPr>
            <p:spPr>
              <a:xfrm>
                <a:off x="6193705" y="1678013"/>
                <a:ext cx="17428" cy="65303"/>
              </a:xfrm>
              <a:custGeom>
                <a:avLst/>
                <a:gdLst/>
                <a:ahLst/>
                <a:cxnLst/>
                <a:rect l="l" t="t" r="r" b="b"/>
                <a:pathLst>
                  <a:path w="668" h="2503" extrusionOk="0">
                    <a:moveTo>
                      <a:pt x="0" y="0"/>
                    </a:moveTo>
                    <a:cubicBezTo>
                      <a:pt x="0" y="868"/>
                      <a:pt x="234" y="1735"/>
                      <a:pt x="668" y="2502"/>
                    </a:cubicBezTo>
                    <a:cubicBezTo>
                      <a:pt x="668" y="2069"/>
                      <a:pt x="634" y="1635"/>
                      <a:pt x="501" y="1201"/>
                    </a:cubicBezTo>
                    <a:cubicBezTo>
                      <a:pt x="401" y="768"/>
                      <a:pt x="234" y="367"/>
                      <a:pt x="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276;p24">
                <a:extLst>
                  <a:ext uri="{FF2B5EF4-FFF2-40B4-BE49-F238E27FC236}">
                    <a16:creationId xmlns:a16="http://schemas.microsoft.com/office/drawing/2014/main" id="{AFD47F96-1BBB-D728-43D0-59ADD85E9D1F}"/>
                  </a:ext>
                </a:extLst>
              </p:cNvPr>
              <p:cNvSpPr/>
              <p:nvPr/>
            </p:nvSpPr>
            <p:spPr>
              <a:xfrm>
                <a:off x="6204141" y="1679760"/>
                <a:ext cx="16567" cy="574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202" extrusionOk="0">
                    <a:moveTo>
                      <a:pt x="34" y="0"/>
                    </a:moveTo>
                    <a:lnTo>
                      <a:pt x="34" y="0"/>
                    </a:lnTo>
                    <a:cubicBezTo>
                      <a:pt x="1" y="767"/>
                      <a:pt x="201" y="1535"/>
                      <a:pt x="601" y="2202"/>
                    </a:cubicBezTo>
                    <a:cubicBezTo>
                      <a:pt x="634" y="1802"/>
                      <a:pt x="568" y="1435"/>
                      <a:pt x="468" y="1068"/>
                    </a:cubicBezTo>
                    <a:cubicBezTo>
                      <a:pt x="401" y="667"/>
                      <a:pt x="234" y="334"/>
                      <a:pt x="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277;p24">
                <a:extLst>
                  <a:ext uri="{FF2B5EF4-FFF2-40B4-BE49-F238E27FC236}">
                    <a16:creationId xmlns:a16="http://schemas.microsoft.com/office/drawing/2014/main" id="{66073CE5-3618-6AD4-C2DF-1EFAF70C3F30}"/>
                  </a:ext>
                </a:extLst>
              </p:cNvPr>
              <p:cNvSpPr/>
              <p:nvPr/>
            </p:nvSpPr>
            <p:spPr>
              <a:xfrm>
                <a:off x="6084914" y="1710206"/>
                <a:ext cx="16567" cy="57476"/>
              </a:xfrm>
              <a:custGeom>
                <a:avLst/>
                <a:gdLst/>
                <a:ahLst/>
                <a:cxnLst/>
                <a:rect l="l" t="t" r="r" b="b"/>
                <a:pathLst>
                  <a:path w="635" h="2203" extrusionOk="0">
                    <a:moveTo>
                      <a:pt x="34" y="1"/>
                    </a:moveTo>
                    <a:cubicBezTo>
                      <a:pt x="1" y="768"/>
                      <a:pt x="201" y="1535"/>
                      <a:pt x="601" y="2202"/>
                    </a:cubicBezTo>
                    <a:cubicBezTo>
                      <a:pt x="635" y="1435"/>
                      <a:pt x="434" y="668"/>
                      <a:pt x="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278;p24">
                <a:extLst>
                  <a:ext uri="{FF2B5EF4-FFF2-40B4-BE49-F238E27FC236}">
                    <a16:creationId xmlns:a16="http://schemas.microsoft.com/office/drawing/2014/main" id="{696F4E59-14ED-D12B-7055-81BC5BC5D368}"/>
                  </a:ext>
                </a:extLst>
              </p:cNvPr>
              <p:cNvSpPr/>
              <p:nvPr/>
            </p:nvSpPr>
            <p:spPr>
              <a:xfrm>
                <a:off x="5319957" y="1633505"/>
                <a:ext cx="558483" cy="330873"/>
              </a:xfrm>
              <a:custGeom>
                <a:avLst/>
                <a:gdLst/>
                <a:ahLst/>
                <a:cxnLst/>
                <a:rect l="l" t="t" r="r" b="b"/>
                <a:pathLst>
                  <a:path w="21406" h="12682" extrusionOk="0">
                    <a:moveTo>
                      <a:pt x="10492" y="1"/>
                    </a:moveTo>
                    <a:cubicBezTo>
                      <a:pt x="9798" y="1"/>
                      <a:pt x="9215" y="94"/>
                      <a:pt x="8807" y="305"/>
                    </a:cubicBezTo>
                    <a:cubicBezTo>
                      <a:pt x="4904" y="2307"/>
                      <a:pt x="1302" y="7344"/>
                      <a:pt x="1" y="10012"/>
                    </a:cubicBezTo>
                    <a:lnTo>
                      <a:pt x="8974" y="12681"/>
                    </a:lnTo>
                    <a:cubicBezTo>
                      <a:pt x="8974" y="12681"/>
                      <a:pt x="9875" y="7778"/>
                      <a:pt x="10875" y="6243"/>
                    </a:cubicBezTo>
                    <a:cubicBezTo>
                      <a:pt x="11084" y="5919"/>
                      <a:pt x="11699" y="5808"/>
                      <a:pt x="12471" y="5808"/>
                    </a:cubicBezTo>
                    <a:cubicBezTo>
                      <a:pt x="14165" y="5808"/>
                      <a:pt x="16617" y="6343"/>
                      <a:pt x="17213" y="6343"/>
                    </a:cubicBezTo>
                    <a:cubicBezTo>
                      <a:pt x="17360" y="6345"/>
                      <a:pt x="17505" y="6346"/>
                      <a:pt x="17645" y="6346"/>
                    </a:cubicBezTo>
                    <a:cubicBezTo>
                      <a:pt x="19836" y="6346"/>
                      <a:pt x="21255" y="6065"/>
                      <a:pt x="21349" y="4342"/>
                    </a:cubicBezTo>
                    <a:cubicBezTo>
                      <a:pt x="21406" y="2791"/>
                      <a:pt x="14288" y="1"/>
                      <a:pt x="10492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279;p24">
                <a:extLst>
                  <a:ext uri="{FF2B5EF4-FFF2-40B4-BE49-F238E27FC236}">
                    <a16:creationId xmlns:a16="http://schemas.microsoft.com/office/drawing/2014/main" id="{25E9A010-8DD1-1A62-1A62-C0D76619D32E}"/>
                  </a:ext>
                </a:extLst>
              </p:cNvPr>
              <p:cNvSpPr/>
              <p:nvPr/>
            </p:nvSpPr>
            <p:spPr>
              <a:xfrm>
                <a:off x="5691569" y="1648428"/>
                <a:ext cx="177308" cy="81323"/>
              </a:xfrm>
              <a:custGeom>
                <a:avLst/>
                <a:gdLst/>
                <a:ahLst/>
                <a:cxnLst/>
                <a:rect l="l" t="t" r="r" b="b"/>
                <a:pathLst>
                  <a:path w="6796" h="3117" extrusionOk="0">
                    <a:moveTo>
                      <a:pt x="67" y="0"/>
                    </a:moveTo>
                    <a:cubicBezTo>
                      <a:pt x="34" y="0"/>
                      <a:pt x="0" y="67"/>
                      <a:pt x="67" y="67"/>
                    </a:cubicBezTo>
                    <a:cubicBezTo>
                      <a:pt x="734" y="200"/>
                      <a:pt x="5137" y="1635"/>
                      <a:pt x="6772" y="3103"/>
                    </a:cubicBezTo>
                    <a:cubicBezTo>
                      <a:pt x="6772" y="3112"/>
                      <a:pt x="6775" y="3116"/>
                      <a:pt x="6778" y="3116"/>
                    </a:cubicBezTo>
                    <a:cubicBezTo>
                      <a:pt x="6786" y="3116"/>
                      <a:pt x="6795" y="3093"/>
                      <a:pt x="6772" y="3069"/>
                    </a:cubicBezTo>
                    <a:cubicBezTo>
                      <a:pt x="5404" y="1268"/>
                      <a:pt x="2702" y="534"/>
                      <a:pt x="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280;p24">
                <a:extLst>
                  <a:ext uri="{FF2B5EF4-FFF2-40B4-BE49-F238E27FC236}">
                    <a16:creationId xmlns:a16="http://schemas.microsoft.com/office/drawing/2014/main" id="{27023AD1-ADC3-5D14-5BC3-0F0C1372E461}"/>
                  </a:ext>
                </a:extLst>
              </p:cNvPr>
              <p:cNvSpPr/>
              <p:nvPr/>
            </p:nvSpPr>
            <p:spPr>
              <a:xfrm>
                <a:off x="5319957" y="1635435"/>
                <a:ext cx="510686" cy="310654"/>
              </a:xfrm>
              <a:custGeom>
                <a:avLst/>
                <a:gdLst/>
                <a:ahLst/>
                <a:cxnLst/>
                <a:rect l="l" t="t" r="r" b="b"/>
                <a:pathLst>
                  <a:path w="19574" h="11907" extrusionOk="0">
                    <a:moveTo>
                      <a:pt x="9929" y="0"/>
                    </a:moveTo>
                    <a:cubicBezTo>
                      <a:pt x="9495" y="0"/>
                      <a:pt x="9114" y="72"/>
                      <a:pt x="8807" y="231"/>
                    </a:cubicBezTo>
                    <a:cubicBezTo>
                      <a:pt x="4904" y="2233"/>
                      <a:pt x="1302" y="7270"/>
                      <a:pt x="1" y="9938"/>
                    </a:cubicBezTo>
                    <a:lnTo>
                      <a:pt x="6606" y="11907"/>
                    </a:lnTo>
                    <a:cubicBezTo>
                      <a:pt x="6606" y="11907"/>
                      <a:pt x="8974" y="8137"/>
                      <a:pt x="9941" y="6636"/>
                    </a:cubicBezTo>
                    <a:cubicBezTo>
                      <a:pt x="10101" y="6381"/>
                      <a:pt x="10394" y="6282"/>
                      <a:pt x="10759" y="6282"/>
                    </a:cubicBezTo>
                    <a:cubicBezTo>
                      <a:pt x="11922" y="6282"/>
                      <a:pt x="13818" y="7284"/>
                      <a:pt x="14478" y="7437"/>
                    </a:cubicBezTo>
                    <a:cubicBezTo>
                      <a:pt x="15211" y="7593"/>
                      <a:pt x="15917" y="7675"/>
                      <a:pt x="16556" y="7675"/>
                    </a:cubicBezTo>
                    <a:cubicBezTo>
                      <a:pt x="18243" y="7675"/>
                      <a:pt x="19466" y="7099"/>
                      <a:pt x="19515" y="5769"/>
                    </a:cubicBezTo>
                    <a:cubicBezTo>
                      <a:pt x="19574" y="4148"/>
                      <a:pt x="13226" y="0"/>
                      <a:pt x="9929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281;p24">
                <a:extLst>
                  <a:ext uri="{FF2B5EF4-FFF2-40B4-BE49-F238E27FC236}">
                    <a16:creationId xmlns:a16="http://schemas.microsoft.com/office/drawing/2014/main" id="{8E04485D-60D7-0AE3-E75F-C0E352004597}"/>
                  </a:ext>
                </a:extLst>
              </p:cNvPr>
              <p:cNvSpPr/>
              <p:nvPr/>
            </p:nvSpPr>
            <p:spPr>
              <a:xfrm>
                <a:off x="5525643" y="1792022"/>
                <a:ext cx="230349" cy="97733"/>
              </a:xfrm>
              <a:custGeom>
                <a:avLst/>
                <a:gdLst/>
                <a:ahLst/>
                <a:cxnLst/>
                <a:rect l="l" t="t" r="r" b="b"/>
                <a:pathLst>
                  <a:path w="8829" h="3746" extrusionOk="0">
                    <a:moveTo>
                      <a:pt x="3091" y="0"/>
                    </a:moveTo>
                    <a:cubicBezTo>
                      <a:pt x="2691" y="0"/>
                      <a:pt x="2324" y="134"/>
                      <a:pt x="1991" y="367"/>
                    </a:cubicBezTo>
                    <a:cubicBezTo>
                      <a:pt x="1690" y="634"/>
                      <a:pt x="1423" y="968"/>
                      <a:pt x="1257" y="1335"/>
                    </a:cubicBezTo>
                    <a:cubicBezTo>
                      <a:pt x="990" y="1768"/>
                      <a:pt x="756" y="2169"/>
                      <a:pt x="556" y="2602"/>
                    </a:cubicBezTo>
                    <a:cubicBezTo>
                      <a:pt x="323" y="3002"/>
                      <a:pt x="256" y="3169"/>
                      <a:pt x="56" y="3603"/>
                    </a:cubicBezTo>
                    <a:cubicBezTo>
                      <a:pt x="1" y="3695"/>
                      <a:pt x="16" y="3746"/>
                      <a:pt x="58" y="3746"/>
                    </a:cubicBezTo>
                    <a:cubicBezTo>
                      <a:pt x="92" y="3746"/>
                      <a:pt x="144" y="3711"/>
                      <a:pt x="189" y="3636"/>
                    </a:cubicBezTo>
                    <a:cubicBezTo>
                      <a:pt x="556" y="2936"/>
                      <a:pt x="990" y="2269"/>
                      <a:pt x="1490" y="1668"/>
                    </a:cubicBezTo>
                    <a:cubicBezTo>
                      <a:pt x="1724" y="1301"/>
                      <a:pt x="2024" y="1001"/>
                      <a:pt x="2324" y="734"/>
                    </a:cubicBezTo>
                    <a:cubicBezTo>
                      <a:pt x="2595" y="562"/>
                      <a:pt x="2903" y="462"/>
                      <a:pt x="3206" y="462"/>
                    </a:cubicBezTo>
                    <a:cubicBezTo>
                      <a:pt x="3313" y="462"/>
                      <a:pt x="3420" y="474"/>
                      <a:pt x="3525" y="501"/>
                    </a:cubicBezTo>
                    <a:cubicBezTo>
                      <a:pt x="4392" y="667"/>
                      <a:pt x="5193" y="1134"/>
                      <a:pt x="6027" y="1368"/>
                    </a:cubicBezTo>
                    <a:cubicBezTo>
                      <a:pt x="6692" y="1554"/>
                      <a:pt x="7507" y="1783"/>
                      <a:pt x="8249" y="1783"/>
                    </a:cubicBezTo>
                    <a:cubicBezTo>
                      <a:pt x="8437" y="1783"/>
                      <a:pt x="8620" y="1769"/>
                      <a:pt x="8795" y="1735"/>
                    </a:cubicBezTo>
                    <a:cubicBezTo>
                      <a:pt x="8829" y="1735"/>
                      <a:pt x="8829" y="1668"/>
                      <a:pt x="8795" y="1668"/>
                    </a:cubicBezTo>
                    <a:cubicBezTo>
                      <a:pt x="7761" y="1668"/>
                      <a:pt x="6594" y="1201"/>
                      <a:pt x="5693" y="834"/>
                    </a:cubicBezTo>
                    <a:cubicBezTo>
                      <a:pt x="4859" y="467"/>
                      <a:pt x="4025" y="0"/>
                      <a:pt x="309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282;p24">
                <a:extLst>
                  <a:ext uri="{FF2B5EF4-FFF2-40B4-BE49-F238E27FC236}">
                    <a16:creationId xmlns:a16="http://schemas.microsoft.com/office/drawing/2014/main" id="{B3C4A469-03EE-5D94-1FDF-17762DE94A8B}"/>
                  </a:ext>
                </a:extLst>
              </p:cNvPr>
              <p:cNvSpPr/>
              <p:nvPr/>
            </p:nvSpPr>
            <p:spPr>
              <a:xfrm>
                <a:off x="5493397" y="1628417"/>
                <a:ext cx="343527" cy="180830"/>
              </a:xfrm>
              <a:custGeom>
                <a:avLst/>
                <a:gdLst/>
                <a:ahLst/>
                <a:cxnLst/>
                <a:rect l="l" t="t" r="r" b="b"/>
                <a:pathLst>
                  <a:path w="13167" h="6931" extrusionOk="0">
                    <a:moveTo>
                      <a:pt x="3360" y="0"/>
                    </a:moveTo>
                    <a:cubicBezTo>
                      <a:pt x="1826" y="100"/>
                      <a:pt x="558" y="1401"/>
                      <a:pt x="24" y="1835"/>
                    </a:cubicBezTo>
                    <a:cubicBezTo>
                      <a:pt x="1" y="1858"/>
                      <a:pt x="10" y="1882"/>
                      <a:pt x="30" y="1882"/>
                    </a:cubicBezTo>
                    <a:cubicBezTo>
                      <a:pt x="38" y="1882"/>
                      <a:pt x="48" y="1878"/>
                      <a:pt x="58" y="1868"/>
                    </a:cubicBezTo>
                    <a:cubicBezTo>
                      <a:pt x="491" y="1535"/>
                      <a:pt x="1892" y="434"/>
                      <a:pt x="2826" y="334"/>
                    </a:cubicBezTo>
                    <a:cubicBezTo>
                      <a:pt x="2898" y="329"/>
                      <a:pt x="2970" y="327"/>
                      <a:pt x="3042" y="327"/>
                    </a:cubicBezTo>
                    <a:cubicBezTo>
                      <a:pt x="3537" y="327"/>
                      <a:pt x="4028" y="426"/>
                      <a:pt x="4494" y="601"/>
                    </a:cubicBezTo>
                    <a:cubicBezTo>
                      <a:pt x="4961" y="767"/>
                      <a:pt x="5461" y="934"/>
                      <a:pt x="5928" y="1101"/>
                    </a:cubicBezTo>
                    <a:cubicBezTo>
                      <a:pt x="7830" y="1768"/>
                      <a:pt x="9798" y="2635"/>
                      <a:pt x="11332" y="3970"/>
                    </a:cubicBezTo>
                    <a:cubicBezTo>
                      <a:pt x="12200" y="4704"/>
                      <a:pt x="12867" y="5738"/>
                      <a:pt x="12533" y="6905"/>
                    </a:cubicBezTo>
                    <a:cubicBezTo>
                      <a:pt x="12533" y="6922"/>
                      <a:pt x="12542" y="6930"/>
                      <a:pt x="12554" y="6930"/>
                    </a:cubicBezTo>
                    <a:cubicBezTo>
                      <a:pt x="12567" y="6930"/>
                      <a:pt x="12583" y="6922"/>
                      <a:pt x="12600" y="6905"/>
                    </a:cubicBezTo>
                    <a:cubicBezTo>
                      <a:pt x="13167" y="6071"/>
                      <a:pt x="12833" y="4937"/>
                      <a:pt x="12233" y="4237"/>
                    </a:cubicBezTo>
                    <a:cubicBezTo>
                      <a:pt x="11499" y="3403"/>
                      <a:pt x="10632" y="2769"/>
                      <a:pt x="9664" y="2268"/>
                    </a:cubicBezTo>
                    <a:cubicBezTo>
                      <a:pt x="8664" y="1735"/>
                      <a:pt x="7663" y="1268"/>
                      <a:pt x="6596" y="901"/>
                    </a:cubicBezTo>
                    <a:cubicBezTo>
                      <a:pt x="6062" y="701"/>
                      <a:pt x="5528" y="500"/>
                      <a:pt x="4961" y="334"/>
                    </a:cubicBezTo>
                    <a:cubicBezTo>
                      <a:pt x="4461" y="134"/>
                      <a:pt x="3894" y="0"/>
                      <a:pt x="336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283;p24">
                <a:extLst>
                  <a:ext uri="{FF2B5EF4-FFF2-40B4-BE49-F238E27FC236}">
                    <a16:creationId xmlns:a16="http://schemas.microsoft.com/office/drawing/2014/main" id="{D7B0B6A7-4C7C-EA7A-6770-EC00E805AAB5}"/>
                  </a:ext>
                </a:extLst>
              </p:cNvPr>
              <p:cNvSpPr/>
              <p:nvPr/>
            </p:nvSpPr>
            <p:spPr>
              <a:xfrm>
                <a:off x="5295590" y="1557038"/>
                <a:ext cx="282868" cy="398629"/>
              </a:xfrm>
              <a:custGeom>
                <a:avLst/>
                <a:gdLst/>
                <a:ahLst/>
                <a:cxnLst/>
                <a:rect l="l" t="t" r="r" b="b"/>
                <a:pathLst>
                  <a:path w="10842" h="15279" extrusionOk="0">
                    <a:moveTo>
                      <a:pt x="8273" y="1"/>
                    </a:moveTo>
                    <a:cubicBezTo>
                      <a:pt x="6205" y="1"/>
                      <a:pt x="2436" y="5772"/>
                      <a:pt x="1669" y="7373"/>
                    </a:cubicBezTo>
                    <a:cubicBezTo>
                      <a:pt x="868" y="8974"/>
                      <a:pt x="434" y="14044"/>
                      <a:pt x="1" y="15278"/>
                    </a:cubicBezTo>
                    <a:lnTo>
                      <a:pt x="7039" y="12210"/>
                    </a:lnTo>
                    <a:cubicBezTo>
                      <a:pt x="7039" y="12210"/>
                      <a:pt x="6439" y="9007"/>
                      <a:pt x="7573" y="6973"/>
                    </a:cubicBezTo>
                    <a:cubicBezTo>
                      <a:pt x="8707" y="4904"/>
                      <a:pt x="10842" y="1"/>
                      <a:pt x="827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284;p24">
                <a:extLst>
                  <a:ext uri="{FF2B5EF4-FFF2-40B4-BE49-F238E27FC236}">
                    <a16:creationId xmlns:a16="http://schemas.microsoft.com/office/drawing/2014/main" id="{6DCC53AF-A29F-34E2-FBDF-B693D09D01D1}"/>
                  </a:ext>
                </a:extLst>
              </p:cNvPr>
              <p:cNvSpPr/>
              <p:nvPr/>
            </p:nvSpPr>
            <p:spPr>
              <a:xfrm>
                <a:off x="5472265" y="1650097"/>
                <a:ext cx="63555" cy="222678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8535" extrusionOk="0">
                    <a:moveTo>
                      <a:pt x="2368" y="0"/>
                    </a:moveTo>
                    <a:cubicBezTo>
                      <a:pt x="2350" y="0"/>
                      <a:pt x="2335" y="11"/>
                      <a:pt x="2335" y="36"/>
                    </a:cubicBezTo>
                    <a:cubicBezTo>
                      <a:pt x="1935" y="704"/>
                      <a:pt x="1568" y="1371"/>
                      <a:pt x="1235" y="2071"/>
                    </a:cubicBezTo>
                    <a:cubicBezTo>
                      <a:pt x="868" y="2738"/>
                      <a:pt x="567" y="3406"/>
                      <a:pt x="301" y="4106"/>
                    </a:cubicBezTo>
                    <a:cubicBezTo>
                      <a:pt x="100" y="4807"/>
                      <a:pt x="0" y="5507"/>
                      <a:pt x="34" y="6241"/>
                    </a:cubicBezTo>
                    <a:cubicBezTo>
                      <a:pt x="34" y="6608"/>
                      <a:pt x="67" y="6975"/>
                      <a:pt x="100" y="7342"/>
                    </a:cubicBezTo>
                    <a:cubicBezTo>
                      <a:pt x="134" y="7675"/>
                      <a:pt x="234" y="8109"/>
                      <a:pt x="267" y="8509"/>
                    </a:cubicBezTo>
                    <a:cubicBezTo>
                      <a:pt x="267" y="8526"/>
                      <a:pt x="284" y="8534"/>
                      <a:pt x="301" y="8534"/>
                    </a:cubicBezTo>
                    <a:cubicBezTo>
                      <a:pt x="317" y="8534"/>
                      <a:pt x="334" y="8526"/>
                      <a:pt x="334" y="8509"/>
                    </a:cubicBezTo>
                    <a:cubicBezTo>
                      <a:pt x="301" y="7775"/>
                      <a:pt x="301" y="7041"/>
                      <a:pt x="367" y="6341"/>
                    </a:cubicBezTo>
                    <a:cubicBezTo>
                      <a:pt x="401" y="5607"/>
                      <a:pt x="534" y="4873"/>
                      <a:pt x="768" y="4173"/>
                    </a:cubicBezTo>
                    <a:cubicBezTo>
                      <a:pt x="1235" y="2772"/>
                      <a:pt x="1968" y="1471"/>
                      <a:pt x="2435" y="70"/>
                    </a:cubicBezTo>
                    <a:cubicBezTo>
                      <a:pt x="2435" y="29"/>
                      <a:pt x="2397" y="0"/>
                      <a:pt x="23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285;p24">
                <a:extLst>
                  <a:ext uri="{FF2B5EF4-FFF2-40B4-BE49-F238E27FC236}">
                    <a16:creationId xmlns:a16="http://schemas.microsoft.com/office/drawing/2014/main" id="{7C61695B-37CC-08E2-4FB3-9C02948B0545}"/>
                  </a:ext>
                </a:extLst>
              </p:cNvPr>
              <p:cNvSpPr/>
              <p:nvPr/>
            </p:nvSpPr>
            <p:spPr>
              <a:xfrm>
                <a:off x="5021472" y="2089645"/>
                <a:ext cx="521330" cy="452583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7347" extrusionOk="0">
                    <a:moveTo>
                      <a:pt x="0" y="0"/>
                    </a:moveTo>
                    <a:lnTo>
                      <a:pt x="2636" y="17346"/>
                    </a:lnTo>
                    <a:lnTo>
                      <a:pt x="19981" y="17346"/>
                    </a:lnTo>
                    <a:lnTo>
                      <a:pt x="1734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286;p24">
                <a:extLst>
                  <a:ext uri="{FF2B5EF4-FFF2-40B4-BE49-F238E27FC236}">
                    <a16:creationId xmlns:a16="http://schemas.microsoft.com/office/drawing/2014/main" id="{1AA756A7-0ACD-1F17-8B41-89D527901AF6}"/>
                  </a:ext>
                </a:extLst>
              </p:cNvPr>
              <p:cNvSpPr/>
              <p:nvPr/>
            </p:nvSpPr>
            <p:spPr>
              <a:xfrm>
                <a:off x="5090217" y="2471693"/>
                <a:ext cx="711918" cy="70521"/>
              </a:xfrm>
              <a:custGeom>
                <a:avLst/>
                <a:gdLst/>
                <a:ahLst/>
                <a:cxnLst/>
                <a:rect l="l" t="t" r="r" b="b"/>
                <a:pathLst>
                  <a:path w="27287" h="2703" extrusionOk="0">
                    <a:moveTo>
                      <a:pt x="1" y="0"/>
                    </a:moveTo>
                    <a:lnTo>
                      <a:pt x="1" y="2702"/>
                    </a:lnTo>
                    <a:lnTo>
                      <a:pt x="27287" y="2702"/>
                    </a:lnTo>
                    <a:lnTo>
                      <a:pt x="27287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287;p24">
                <a:extLst>
                  <a:ext uri="{FF2B5EF4-FFF2-40B4-BE49-F238E27FC236}">
                    <a16:creationId xmlns:a16="http://schemas.microsoft.com/office/drawing/2014/main" id="{9668D59C-C00A-417E-D685-BF68937D8C99}"/>
                  </a:ext>
                </a:extLst>
              </p:cNvPr>
              <p:cNvSpPr/>
              <p:nvPr/>
            </p:nvSpPr>
            <p:spPr>
              <a:xfrm>
                <a:off x="5267049" y="2290922"/>
                <a:ext cx="1798488" cy="1113025"/>
              </a:xfrm>
              <a:custGeom>
                <a:avLst/>
                <a:gdLst/>
                <a:ahLst/>
                <a:cxnLst/>
                <a:rect l="l" t="t" r="r" b="b"/>
                <a:pathLst>
                  <a:path w="68934" h="42661" extrusionOk="0">
                    <a:moveTo>
                      <a:pt x="65433" y="1"/>
                    </a:moveTo>
                    <a:cubicBezTo>
                      <a:pt x="63728" y="1"/>
                      <a:pt x="61226" y="1072"/>
                      <a:pt x="58002" y="3493"/>
                    </a:cubicBezTo>
                    <a:cubicBezTo>
                      <a:pt x="46961" y="11766"/>
                      <a:pt x="33952" y="22007"/>
                      <a:pt x="31617" y="22040"/>
                    </a:cubicBezTo>
                    <a:cubicBezTo>
                      <a:pt x="31605" y="22040"/>
                      <a:pt x="31592" y="22040"/>
                      <a:pt x="31580" y="22040"/>
                    </a:cubicBezTo>
                    <a:cubicBezTo>
                      <a:pt x="29211" y="22040"/>
                      <a:pt x="22418" y="18857"/>
                      <a:pt x="17473" y="16136"/>
                    </a:cubicBezTo>
                    <a:cubicBezTo>
                      <a:pt x="17299" y="16038"/>
                      <a:pt x="17075" y="15992"/>
                      <a:pt x="16810" y="15992"/>
                    </a:cubicBezTo>
                    <a:cubicBezTo>
                      <a:pt x="12912" y="15992"/>
                      <a:pt x="1" y="25935"/>
                      <a:pt x="2062" y="27778"/>
                    </a:cubicBezTo>
                    <a:cubicBezTo>
                      <a:pt x="11061" y="35859"/>
                      <a:pt x="23236" y="42661"/>
                      <a:pt x="32156" y="42661"/>
                    </a:cubicBezTo>
                    <a:cubicBezTo>
                      <a:pt x="33619" y="42661"/>
                      <a:pt x="34994" y="42478"/>
                      <a:pt x="36253" y="42088"/>
                    </a:cubicBezTo>
                    <a:cubicBezTo>
                      <a:pt x="46461" y="38885"/>
                      <a:pt x="63172" y="16703"/>
                      <a:pt x="66875" y="7930"/>
                    </a:cubicBezTo>
                    <a:cubicBezTo>
                      <a:pt x="68934" y="3099"/>
                      <a:pt x="68334" y="1"/>
                      <a:pt x="65433" y="1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288;p24">
                <a:extLst>
                  <a:ext uri="{FF2B5EF4-FFF2-40B4-BE49-F238E27FC236}">
                    <a16:creationId xmlns:a16="http://schemas.microsoft.com/office/drawing/2014/main" id="{8562D560-AC14-5E1B-339A-8BAB26E06598}"/>
                  </a:ext>
                </a:extLst>
              </p:cNvPr>
              <p:cNvSpPr/>
              <p:nvPr/>
            </p:nvSpPr>
            <p:spPr>
              <a:xfrm>
                <a:off x="4944875" y="2091967"/>
                <a:ext cx="810277" cy="933526"/>
              </a:xfrm>
              <a:custGeom>
                <a:avLst/>
                <a:gdLst/>
                <a:ahLst/>
                <a:cxnLst/>
                <a:rect l="l" t="t" r="r" b="b"/>
                <a:pathLst>
                  <a:path w="31057" h="35781" extrusionOk="0">
                    <a:moveTo>
                      <a:pt x="2243" y="0"/>
                    </a:moveTo>
                    <a:cubicBezTo>
                      <a:pt x="1954" y="0"/>
                      <a:pt x="1677" y="232"/>
                      <a:pt x="1402" y="679"/>
                    </a:cubicBezTo>
                    <a:cubicBezTo>
                      <a:pt x="368" y="2380"/>
                      <a:pt x="1" y="5682"/>
                      <a:pt x="1035" y="11920"/>
                    </a:cubicBezTo>
                    <a:cubicBezTo>
                      <a:pt x="1669" y="15890"/>
                      <a:pt x="3003" y="19726"/>
                      <a:pt x="4871" y="23295"/>
                    </a:cubicBezTo>
                    <a:cubicBezTo>
                      <a:pt x="6606" y="26664"/>
                      <a:pt x="13310" y="34670"/>
                      <a:pt x="14411" y="35404"/>
                    </a:cubicBezTo>
                    <a:cubicBezTo>
                      <a:pt x="14801" y="35663"/>
                      <a:pt x="15264" y="35780"/>
                      <a:pt x="15783" y="35780"/>
                    </a:cubicBezTo>
                    <a:cubicBezTo>
                      <a:pt x="20806" y="35780"/>
                      <a:pt x="31056" y="24763"/>
                      <a:pt x="31056" y="24763"/>
                    </a:cubicBezTo>
                    <a:cubicBezTo>
                      <a:pt x="25853" y="20593"/>
                      <a:pt x="19748" y="17657"/>
                      <a:pt x="13210" y="16156"/>
                    </a:cubicBezTo>
                    <a:cubicBezTo>
                      <a:pt x="10542" y="15556"/>
                      <a:pt x="7806" y="15456"/>
                      <a:pt x="6139" y="9251"/>
                    </a:cubicBezTo>
                    <a:cubicBezTo>
                      <a:pt x="4402" y="2823"/>
                      <a:pt x="3249" y="0"/>
                      <a:pt x="2243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289;p24">
                <a:extLst>
                  <a:ext uri="{FF2B5EF4-FFF2-40B4-BE49-F238E27FC236}">
                    <a16:creationId xmlns:a16="http://schemas.microsoft.com/office/drawing/2014/main" id="{CEFE583C-2761-DE42-55B5-AE199B066777}"/>
                  </a:ext>
                </a:extLst>
              </p:cNvPr>
              <p:cNvSpPr/>
              <p:nvPr/>
            </p:nvSpPr>
            <p:spPr>
              <a:xfrm>
                <a:off x="5556663" y="2279417"/>
                <a:ext cx="1526030" cy="1144438"/>
              </a:xfrm>
              <a:custGeom>
                <a:avLst/>
                <a:gdLst/>
                <a:ahLst/>
                <a:cxnLst/>
                <a:rect l="l" t="t" r="r" b="b"/>
                <a:pathLst>
                  <a:path w="58491" h="43865" extrusionOk="0">
                    <a:moveTo>
                      <a:pt x="54553" y="1"/>
                    </a:moveTo>
                    <a:cubicBezTo>
                      <a:pt x="53230" y="1"/>
                      <a:pt x="51394" y="657"/>
                      <a:pt x="49003" y="2133"/>
                    </a:cubicBezTo>
                    <a:cubicBezTo>
                      <a:pt x="39496" y="8004"/>
                      <a:pt x="22150" y="21480"/>
                      <a:pt x="20082" y="21547"/>
                    </a:cubicBezTo>
                    <a:cubicBezTo>
                      <a:pt x="20067" y="21548"/>
                      <a:pt x="20052" y="21548"/>
                      <a:pt x="20037" y="21548"/>
                    </a:cubicBezTo>
                    <a:cubicBezTo>
                      <a:pt x="17917" y="21548"/>
                      <a:pt x="9007" y="17044"/>
                      <a:pt x="9007" y="17044"/>
                    </a:cubicBezTo>
                    <a:lnTo>
                      <a:pt x="1" y="39660"/>
                    </a:lnTo>
                    <a:cubicBezTo>
                      <a:pt x="1" y="39660"/>
                      <a:pt x="10360" y="43865"/>
                      <a:pt x="20022" y="43865"/>
                    </a:cubicBezTo>
                    <a:cubicBezTo>
                      <a:pt x="21448" y="43865"/>
                      <a:pt x="22858" y="43773"/>
                      <a:pt x="24218" y="43563"/>
                    </a:cubicBezTo>
                    <a:cubicBezTo>
                      <a:pt x="34792" y="41962"/>
                      <a:pt x="48436" y="22781"/>
                      <a:pt x="53839" y="13074"/>
                    </a:cubicBezTo>
                    <a:cubicBezTo>
                      <a:pt x="57884" y="5809"/>
                      <a:pt x="58490" y="1"/>
                      <a:pt x="54553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290;p24">
                <a:extLst>
                  <a:ext uri="{FF2B5EF4-FFF2-40B4-BE49-F238E27FC236}">
                    <a16:creationId xmlns:a16="http://schemas.microsoft.com/office/drawing/2014/main" id="{2C9F6236-8BFA-7A89-2F8D-DE7245D10C9D}"/>
                  </a:ext>
                </a:extLst>
              </p:cNvPr>
              <p:cNvSpPr/>
              <p:nvPr/>
            </p:nvSpPr>
            <p:spPr>
              <a:xfrm>
                <a:off x="5633260" y="2315916"/>
                <a:ext cx="1410765" cy="1058289"/>
              </a:xfrm>
              <a:custGeom>
                <a:avLst/>
                <a:gdLst/>
                <a:ahLst/>
                <a:cxnLst/>
                <a:rect l="l" t="t" r="r" b="b"/>
                <a:pathLst>
                  <a:path w="54073" h="40563" extrusionOk="0">
                    <a:moveTo>
                      <a:pt x="51900" y="0"/>
                    </a:moveTo>
                    <a:cubicBezTo>
                      <a:pt x="51629" y="0"/>
                      <a:pt x="51354" y="100"/>
                      <a:pt x="51137" y="301"/>
                    </a:cubicBezTo>
                    <a:lnTo>
                      <a:pt x="50703" y="734"/>
                    </a:lnTo>
                    <a:lnTo>
                      <a:pt x="50837" y="901"/>
                    </a:lnTo>
                    <a:lnTo>
                      <a:pt x="51304" y="434"/>
                    </a:lnTo>
                    <a:cubicBezTo>
                      <a:pt x="51470" y="267"/>
                      <a:pt x="51687" y="184"/>
                      <a:pt x="51904" y="184"/>
                    </a:cubicBezTo>
                    <a:cubicBezTo>
                      <a:pt x="52121" y="184"/>
                      <a:pt x="52338" y="267"/>
                      <a:pt x="52505" y="434"/>
                    </a:cubicBezTo>
                    <a:cubicBezTo>
                      <a:pt x="52705" y="651"/>
                      <a:pt x="52980" y="759"/>
                      <a:pt x="53255" y="759"/>
                    </a:cubicBezTo>
                    <a:cubicBezTo>
                      <a:pt x="53530" y="759"/>
                      <a:pt x="53805" y="651"/>
                      <a:pt x="54006" y="434"/>
                    </a:cubicBezTo>
                    <a:lnTo>
                      <a:pt x="54072" y="401"/>
                    </a:lnTo>
                    <a:cubicBezTo>
                      <a:pt x="54039" y="301"/>
                      <a:pt x="54039" y="234"/>
                      <a:pt x="54006" y="167"/>
                    </a:cubicBezTo>
                    <a:lnTo>
                      <a:pt x="53872" y="301"/>
                    </a:lnTo>
                    <a:cubicBezTo>
                      <a:pt x="53705" y="467"/>
                      <a:pt x="53480" y="551"/>
                      <a:pt x="53255" y="551"/>
                    </a:cubicBezTo>
                    <a:cubicBezTo>
                      <a:pt x="53030" y="551"/>
                      <a:pt x="52805" y="467"/>
                      <a:pt x="52638" y="301"/>
                    </a:cubicBezTo>
                    <a:cubicBezTo>
                      <a:pt x="52438" y="100"/>
                      <a:pt x="52171" y="0"/>
                      <a:pt x="51900" y="0"/>
                    </a:cubicBezTo>
                    <a:close/>
                    <a:moveTo>
                      <a:pt x="45199" y="3236"/>
                    </a:moveTo>
                    <a:lnTo>
                      <a:pt x="45066" y="3369"/>
                    </a:lnTo>
                    <a:lnTo>
                      <a:pt x="45533" y="3870"/>
                    </a:lnTo>
                    <a:cubicBezTo>
                      <a:pt x="45866" y="4203"/>
                      <a:pt x="45866" y="4737"/>
                      <a:pt x="45533" y="5071"/>
                    </a:cubicBezTo>
                    <a:cubicBezTo>
                      <a:pt x="45099" y="5471"/>
                      <a:pt x="45099" y="6171"/>
                      <a:pt x="45533" y="6572"/>
                    </a:cubicBezTo>
                    <a:lnTo>
                      <a:pt x="45967" y="7039"/>
                    </a:lnTo>
                    <a:lnTo>
                      <a:pt x="46133" y="6872"/>
                    </a:lnTo>
                    <a:lnTo>
                      <a:pt x="45666" y="6438"/>
                    </a:lnTo>
                    <a:cubicBezTo>
                      <a:pt x="45333" y="6105"/>
                      <a:pt x="45333" y="5538"/>
                      <a:pt x="45666" y="5204"/>
                    </a:cubicBezTo>
                    <a:cubicBezTo>
                      <a:pt x="45866" y="5004"/>
                      <a:pt x="46000" y="4737"/>
                      <a:pt x="46000" y="4470"/>
                    </a:cubicBezTo>
                    <a:cubicBezTo>
                      <a:pt x="46000" y="4170"/>
                      <a:pt x="45866" y="3903"/>
                      <a:pt x="45666" y="3703"/>
                    </a:cubicBezTo>
                    <a:lnTo>
                      <a:pt x="45199" y="3236"/>
                    </a:lnTo>
                    <a:close/>
                    <a:moveTo>
                      <a:pt x="39128" y="10908"/>
                    </a:moveTo>
                    <a:lnTo>
                      <a:pt x="39128" y="11542"/>
                    </a:lnTo>
                    <a:cubicBezTo>
                      <a:pt x="39128" y="12009"/>
                      <a:pt x="38728" y="12409"/>
                      <a:pt x="38261" y="12409"/>
                    </a:cubicBezTo>
                    <a:cubicBezTo>
                      <a:pt x="37661" y="12409"/>
                      <a:pt x="37194" y="12876"/>
                      <a:pt x="37194" y="13477"/>
                    </a:cubicBezTo>
                    <a:lnTo>
                      <a:pt x="37194" y="14144"/>
                    </a:lnTo>
                    <a:lnTo>
                      <a:pt x="37394" y="14144"/>
                    </a:lnTo>
                    <a:lnTo>
                      <a:pt x="37394" y="13477"/>
                    </a:lnTo>
                    <a:cubicBezTo>
                      <a:pt x="37394" y="13010"/>
                      <a:pt x="37794" y="12609"/>
                      <a:pt x="38261" y="12609"/>
                    </a:cubicBezTo>
                    <a:cubicBezTo>
                      <a:pt x="38828" y="12609"/>
                      <a:pt x="39328" y="12142"/>
                      <a:pt x="39328" y="11542"/>
                    </a:cubicBezTo>
                    <a:lnTo>
                      <a:pt x="39328" y="10908"/>
                    </a:lnTo>
                    <a:close/>
                    <a:moveTo>
                      <a:pt x="44299" y="14477"/>
                    </a:moveTo>
                    <a:lnTo>
                      <a:pt x="44299" y="14678"/>
                    </a:lnTo>
                    <a:lnTo>
                      <a:pt x="44966" y="14678"/>
                    </a:lnTo>
                    <a:cubicBezTo>
                      <a:pt x="45433" y="14678"/>
                      <a:pt x="45833" y="15044"/>
                      <a:pt x="45833" y="15545"/>
                    </a:cubicBezTo>
                    <a:cubicBezTo>
                      <a:pt x="45833" y="16112"/>
                      <a:pt x="46300" y="16612"/>
                      <a:pt x="46901" y="16612"/>
                    </a:cubicBezTo>
                    <a:lnTo>
                      <a:pt x="47534" y="16612"/>
                    </a:lnTo>
                    <a:lnTo>
                      <a:pt x="47534" y="16412"/>
                    </a:lnTo>
                    <a:lnTo>
                      <a:pt x="46901" y="16412"/>
                    </a:lnTo>
                    <a:cubicBezTo>
                      <a:pt x="46434" y="16412"/>
                      <a:pt x="46033" y="16012"/>
                      <a:pt x="46033" y="15545"/>
                    </a:cubicBezTo>
                    <a:cubicBezTo>
                      <a:pt x="46033" y="14944"/>
                      <a:pt x="45566" y="14477"/>
                      <a:pt x="44966" y="14477"/>
                    </a:cubicBezTo>
                    <a:close/>
                    <a:moveTo>
                      <a:pt x="28387" y="17379"/>
                    </a:moveTo>
                    <a:lnTo>
                      <a:pt x="28387" y="17580"/>
                    </a:lnTo>
                    <a:lnTo>
                      <a:pt x="29054" y="17580"/>
                    </a:lnTo>
                    <a:cubicBezTo>
                      <a:pt x="29521" y="17580"/>
                      <a:pt x="29922" y="17947"/>
                      <a:pt x="29922" y="18447"/>
                    </a:cubicBezTo>
                    <a:cubicBezTo>
                      <a:pt x="29922" y="19014"/>
                      <a:pt x="30389" y="19514"/>
                      <a:pt x="30989" y="19514"/>
                    </a:cubicBezTo>
                    <a:lnTo>
                      <a:pt x="31623" y="19514"/>
                    </a:lnTo>
                    <a:lnTo>
                      <a:pt x="31623" y="19281"/>
                    </a:lnTo>
                    <a:lnTo>
                      <a:pt x="30989" y="19281"/>
                    </a:lnTo>
                    <a:cubicBezTo>
                      <a:pt x="30522" y="19281"/>
                      <a:pt x="30122" y="18914"/>
                      <a:pt x="30122" y="18447"/>
                    </a:cubicBezTo>
                    <a:cubicBezTo>
                      <a:pt x="30122" y="17846"/>
                      <a:pt x="29655" y="17379"/>
                      <a:pt x="29054" y="17379"/>
                    </a:cubicBezTo>
                    <a:close/>
                    <a:moveTo>
                      <a:pt x="8840" y="19481"/>
                    </a:moveTo>
                    <a:lnTo>
                      <a:pt x="8840" y="19681"/>
                    </a:lnTo>
                    <a:lnTo>
                      <a:pt x="9507" y="19681"/>
                    </a:lnTo>
                    <a:cubicBezTo>
                      <a:pt x="9974" y="19681"/>
                      <a:pt x="10341" y="20048"/>
                      <a:pt x="10341" y="20548"/>
                    </a:cubicBezTo>
                    <a:cubicBezTo>
                      <a:pt x="10341" y="21115"/>
                      <a:pt x="10841" y="21616"/>
                      <a:pt x="11409" y="21616"/>
                    </a:cubicBezTo>
                    <a:lnTo>
                      <a:pt x="12076" y="21616"/>
                    </a:lnTo>
                    <a:lnTo>
                      <a:pt x="12076" y="21382"/>
                    </a:lnTo>
                    <a:lnTo>
                      <a:pt x="11442" y="21382"/>
                    </a:lnTo>
                    <a:cubicBezTo>
                      <a:pt x="10942" y="21382"/>
                      <a:pt x="10575" y="21015"/>
                      <a:pt x="10575" y="20548"/>
                    </a:cubicBezTo>
                    <a:cubicBezTo>
                      <a:pt x="10541" y="19948"/>
                      <a:pt x="10074" y="19481"/>
                      <a:pt x="9507" y="19481"/>
                    </a:cubicBezTo>
                    <a:close/>
                    <a:moveTo>
                      <a:pt x="23551" y="20849"/>
                    </a:moveTo>
                    <a:lnTo>
                      <a:pt x="23084" y="21316"/>
                    </a:lnTo>
                    <a:cubicBezTo>
                      <a:pt x="22917" y="21482"/>
                      <a:pt x="22700" y="21566"/>
                      <a:pt x="22483" y="21566"/>
                    </a:cubicBezTo>
                    <a:cubicBezTo>
                      <a:pt x="22266" y="21566"/>
                      <a:pt x="22049" y="21482"/>
                      <a:pt x="21883" y="21316"/>
                    </a:cubicBezTo>
                    <a:cubicBezTo>
                      <a:pt x="21666" y="21115"/>
                      <a:pt x="21391" y="21015"/>
                      <a:pt x="21120" y="21015"/>
                    </a:cubicBezTo>
                    <a:cubicBezTo>
                      <a:pt x="20849" y="21015"/>
                      <a:pt x="20582" y="21115"/>
                      <a:pt x="20382" y="21316"/>
                    </a:cubicBezTo>
                    <a:lnTo>
                      <a:pt x="19915" y="21783"/>
                    </a:lnTo>
                    <a:lnTo>
                      <a:pt x="20081" y="21916"/>
                    </a:lnTo>
                    <a:lnTo>
                      <a:pt x="20515" y="21449"/>
                    </a:lnTo>
                    <a:cubicBezTo>
                      <a:pt x="20682" y="21282"/>
                      <a:pt x="20907" y="21199"/>
                      <a:pt x="21132" y="21199"/>
                    </a:cubicBezTo>
                    <a:cubicBezTo>
                      <a:pt x="21357" y="21199"/>
                      <a:pt x="21582" y="21282"/>
                      <a:pt x="21749" y="21449"/>
                    </a:cubicBezTo>
                    <a:cubicBezTo>
                      <a:pt x="21949" y="21649"/>
                      <a:pt x="22216" y="21783"/>
                      <a:pt x="22483" y="21783"/>
                    </a:cubicBezTo>
                    <a:cubicBezTo>
                      <a:pt x="22750" y="21783"/>
                      <a:pt x="23050" y="21683"/>
                      <a:pt x="23250" y="21482"/>
                    </a:cubicBezTo>
                    <a:lnTo>
                      <a:pt x="23717" y="21015"/>
                    </a:lnTo>
                    <a:lnTo>
                      <a:pt x="23551" y="20849"/>
                    </a:lnTo>
                    <a:close/>
                    <a:moveTo>
                      <a:pt x="39996" y="22049"/>
                    </a:moveTo>
                    <a:lnTo>
                      <a:pt x="39529" y="22516"/>
                    </a:lnTo>
                    <a:cubicBezTo>
                      <a:pt x="39362" y="22683"/>
                      <a:pt x="39145" y="22767"/>
                      <a:pt x="38924" y="22767"/>
                    </a:cubicBezTo>
                    <a:cubicBezTo>
                      <a:pt x="38703" y="22767"/>
                      <a:pt x="38478" y="22683"/>
                      <a:pt x="38294" y="22516"/>
                    </a:cubicBezTo>
                    <a:cubicBezTo>
                      <a:pt x="38094" y="22316"/>
                      <a:pt x="37827" y="22216"/>
                      <a:pt x="37556" y="22216"/>
                    </a:cubicBezTo>
                    <a:cubicBezTo>
                      <a:pt x="37285" y="22216"/>
                      <a:pt x="37010" y="22316"/>
                      <a:pt x="36793" y="22516"/>
                    </a:cubicBezTo>
                    <a:lnTo>
                      <a:pt x="36360" y="22950"/>
                    </a:lnTo>
                    <a:lnTo>
                      <a:pt x="36493" y="23117"/>
                    </a:lnTo>
                    <a:lnTo>
                      <a:pt x="36960" y="22683"/>
                    </a:lnTo>
                    <a:cubicBezTo>
                      <a:pt x="37127" y="22500"/>
                      <a:pt x="37344" y="22408"/>
                      <a:pt x="37561" y="22408"/>
                    </a:cubicBezTo>
                    <a:cubicBezTo>
                      <a:pt x="37777" y="22408"/>
                      <a:pt x="37994" y="22500"/>
                      <a:pt x="38161" y="22683"/>
                    </a:cubicBezTo>
                    <a:cubicBezTo>
                      <a:pt x="38378" y="22883"/>
                      <a:pt x="38653" y="22983"/>
                      <a:pt x="38924" y="22983"/>
                    </a:cubicBezTo>
                    <a:cubicBezTo>
                      <a:pt x="39195" y="22983"/>
                      <a:pt x="39462" y="22883"/>
                      <a:pt x="39662" y="22683"/>
                    </a:cubicBezTo>
                    <a:lnTo>
                      <a:pt x="40162" y="22183"/>
                    </a:lnTo>
                    <a:lnTo>
                      <a:pt x="39996" y="22049"/>
                    </a:lnTo>
                    <a:close/>
                    <a:moveTo>
                      <a:pt x="6438" y="25485"/>
                    </a:moveTo>
                    <a:lnTo>
                      <a:pt x="5971" y="25952"/>
                    </a:lnTo>
                    <a:cubicBezTo>
                      <a:pt x="5805" y="26119"/>
                      <a:pt x="5579" y="26202"/>
                      <a:pt x="5354" y="26202"/>
                    </a:cubicBezTo>
                    <a:cubicBezTo>
                      <a:pt x="5129" y="26202"/>
                      <a:pt x="4904" y="26119"/>
                      <a:pt x="4737" y="25952"/>
                    </a:cubicBezTo>
                    <a:cubicBezTo>
                      <a:pt x="4537" y="25735"/>
                      <a:pt x="4262" y="25627"/>
                      <a:pt x="3987" y="25627"/>
                    </a:cubicBezTo>
                    <a:cubicBezTo>
                      <a:pt x="3711" y="25627"/>
                      <a:pt x="3436" y="25735"/>
                      <a:pt x="3236" y="25952"/>
                    </a:cubicBezTo>
                    <a:lnTo>
                      <a:pt x="2802" y="26386"/>
                    </a:lnTo>
                    <a:lnTo>
                      <a:pt x="2936" y="26553"/>
                    </a:lnTo>
                    <a:lnTo>
                      <a:pt x="3403" y="26086"/>
                    </a:lnTo>
                    <a:cubicBezTo>
                      <a:pt x="3570" y="25919"/>
                      <a:pt x="3786" y="25835"/>
                      <a:pt x="4003" y="25835"/>
                    </a:cubicBezTo>
                    <a:cubicBezTo>
                      <a:pt x="4220" y="25835"/>
                      <a:pt x="4437" y="25919"/>
                      <a:pt x="4604" y="26086"/>
                    </a:cubicBezTo>
                    <a:cubicBezTo>
                      <a:pt x="4804" y="26286"/>
                      <a:pt x="5071" y="26419"/>
                      <a:pt x="5371" y="26419"/>
                    </a:cubicBezTo>
                    <a:cubicBezTo>
                      <a:pt x="5638" y="26419"/>
                      <a:pt x="5905" y="26286"/>
                      <a:pt x="6105" y="26086"/>
                    </a:cubicBezTo>
                    <a:lnTo>
                      <a:pt x="6572" y="25619"/>
                    </a:lnTo>
                    <a:lnTo>
                      <a:pt x="6438" y="25485"/>
                    </a:lnTo>
                    <a:close/>
                    <a:moveTo>
                      <a:pt x="30422" y="26019"/>
                    </a:moveTo>
                    <a:lnTo>
                      <a:pt x="30255" y="26152"/>
                    </a:lnTo>
                    <a:lnTo>
                      <a:pt x="30722" y="26619"/>
                    </a:lnTo>
                    <a:cubicBezTo>
                      <a:pt x="31056" y="26953"/>
                      <a:pt x="31056" y="27520"/>
                      <a:pt x="30722" y="27854"/>
                    </a:cubicBezTo>
                    <a:cubicBezTo>
                      <a:pt x="30322" y="28254"/>
                      <a:pt x="30322" y="28921"/>
                      <a:pt x="30722" y="29355"/>
                    </a:cubicBezTo>
                    <a:lnTo>
                      <a:pt x="31189" y="29788"/>
                    </a:lnTo>
                    <a:lnTo>
                      <a:pt x="31323" y="29655"/>
                    </a:lnTo>
                    <a:lnTo>
                      <a:pt x="30856" y="29221"/>
                    </a:lnTo>
                    <a:cubicBezTo>
                      <a:pt x="30522" y="28854"/>
                      <a:pt x="30522" y="28321"/>
                      <a:pt x="30856" y="27987"/>
                    </a:cubicBezTo>
                    <a:cubicBezTo>
                      <a:pt x="31056" y="27787"/>
                      <a:pt x="31189" y="27520"/>
                      <a:pt x="31189" y="27253"/>
                    </a:cubicBezTo>
                    <a:cubicBezTo>
                      <a:pt x="31189" y="26953"/>
                      <a:pt x="31056" y="26686"/>
                      <a:pt x="30856" y="26486"/>
                    </a:cubicBezTo>
                    <a:lnTo>
                      <a:pt x="30422" y="26019"/>
                    </a:lnTo>
                    <a:close/>
                    <a:moveTo>
                      <a:pt x="17313" y="27120"/>
                    </a:moveTo>
                    <a:lnTo>
                      <a:pt x="17313" y="27754"/>
                    </a:lnTo>
                    <a:cubicBezTo>
                      <a:pt x="17313" y="28221"/>
                      <a:pt x="16912" y="28587"/>
                      <a:pt x="16445" y="28587"/>
                    </a:cubicBezTo>
                    <a:cubicBezTo>
                      <a:pt x="15878" y="28587"/>
                      <a:pt x="15378" y="29088"/>
                      <a:pt x="15378" y="29655"/>
                    </a:cubicBezTo>
                    <a:lnTo>
                      <a:pt x="15378" y="30322"/>
                    </a:lnTo>
                    <a:lnTo>
                      <a:pt x="15612" y="30322"/>
                    </a:lnTo>
                    <a:lnTo>
                      <a:pt x="15612" y="29655"/>
                    </a:lnTo>
                    <a:cubicBezTo>
                      <a:pt x="15578" y="29188"/>
                      <a:pt x="15978" y="28821"/>
                      <a:pt x="16445" y="28821"/>
                    </a:cubicBezTo>
                    <a:cubicBezTo>
                      <a:pt x="17046" y="28821"/>
                      <a:pt x="17513" y="28321"/>
                      <a:pt x="17513" y="27754"/>
                    </a:cubicBezTo>
                    <a:lnTo>
                      <a:pt x="17513" y="27120"/>
                    </a:lnTo>
                    <a:close/>
                    <a:moveTo>
                      <a:pt x="36293" y="31256"/>
                    </a:moveTo>
                    <a:lnTo>
                      <a:pt x="36293" y="31490"/>
                    </a:lnTo>
                    <a:lnTo>
                      <a:pt x="36660" y="31490"/>
                    </a:lnTo>
                    <a:lnTo>
                      <a:pt x="36860" y="31256"/>
                    </a:lnTo>
                    <a:close/>
                    <a:moveTo>
                      <a:pt x="8240" y="30822"/>
                    </a:moveTo>
                    <a:lnTo>
                      <a:pt x="8073" y="30989"/>
                    </a:lnTo>
                    <a:lnTo>
                      <a:pt x="8540" y="31456"/>
                    </a:lnTo>
                    <a:cubicBezTo>
                      <a:pt x="8873" y="31790"/>
                      <a:pt x="8873" y="32323"/>
                      <a:pt x="8540" y="32657"/>
                    </a:cubicBezTo>
                    <a:cubicBezTo>
                      <a:pt x="8140" y="33091"/>
                      <a:pt x="8140" y="33758"/>
                      <a:pt x="8540" y="34191"/>
                    </a:cubicBezTo>
                    <a:lnTo>
                      <a:pt x="9007" y="34625"/>
                    </a:lnTo>
                    <a:lnTo>
                      <a:pt x="9140" y="34458"/>
                    </a:lnTo>
                    <a:lnTo>
                      <a:pt x="8707" y="34025"/>
                    </a:lnTo>
                    <a:cubicBezTo>
                      <a:pt x="8373" y="33691"/>
                      <a:pt x="8373" y="33157"/>
                      <a:pt x="8707" y="32824"/>
                    </a:cubicBezTo>
                    <a:cubicBezTo>
                      <a:pt x="9107" y="32390"/>
                      <a:pt x="9107" y="31723"/>
                      <a:pt x="8707" y="31289"/>
                    </a:cubicBezTo>
                    <a:lnTo>
                      <a:pt x="8240" y="30822"/>
                    </a:lnTo>
                    <a:close/>
                    <a:moveTo>
                      <a:pt x="22183" y="32590"/>
                    </a:moveTo>
                    <a:lnTo>
                      <a:pt x="22183" y="32790"/>
                    </a:lnTo>
                    <a:lnTo>
                      <a:pt x="22850" y="32790"/>
                    </a:lnTo>
                    <a:cubicBezTo>
                      <a:pt x="23317" y="32790"/>
                      <a:pt x="23717" y="33157"/>
                      <a:pt x="23717" y="33658"/>
                    </a:cubicBezTo>
                    <a:cubicBezTo>
                      <a:pt x="23717" y="34225"/>
                      <a:pt x="24184" y="34725"/>
                      <a:pt x="24785" y="34725"/>
                    </a:cubicBezTo>
                    <a:lnTo>
                      <a:pt x="25419" y="34725"/>
                    </a:lnTo>
                    <a:lnTo>
                      <a:pt x="25419" y="34492"/>
                    </a:lnTo>
                    <a:lnTo>
                      <a:pt x="24785" y="34492"/>
                    </a:lnTo>
                    <a:cubicBezTo>
                      <a:pt x="24284" y="34492"/>
                      <a:pt x="23917" y="34125"/>
                      <a:pt x="23917" y="33658"/>
                    </a:cubicBezTo>
                    <a:cubicBezTo>
                      <a:pt x="23917" y="33057"/>
                      <a:pt x="23450" y="32590"/>
                      <a:pt x="22850" y="32590"/>
                    </a:cubicBezTo>
                    <a:close/>
                    <a:moveTo>
                      <a:pt x="1935" y="34892"/>
                    </a:moveTo>
                    <a:lnTo>
                      <a:pt x="1935" y="35559"/>
                    </a:lnTo>
                    <a:cubicBezTo>
                      <a:pt x="1935" y="36026"/>
                      <a:pt x="1568" y="36393"/>
                      <a:pt x="1068" y="36393"/>
                    </a:cubicBezTo>
                    <a:cubicBezTo>
                      <a:pt x="501" y="36393"/>
                      <a:pt x="0" y="36893"/>
                      <a:pt x="0" y="37460"/>
                    </a:cubicBezTo>
                    <a:lnTo>
                      <a:pt x="0" y="38128"/>
                    </a:lnTo>
                    <a:lnTo>
                      <a:pt x="234" y="38128"/>
                    </a:lnTo>
                    <a:lnTo>
                      <a:pt x="234" y="37460"/>
                    </a:lnTo>
                    <a:cubicBezTo>
                      <a:pt x="234" y="36993"/>
                      <a:pt x="601" y="36593"/>
                      <a:pt x="1068" y="36593"/>
                    </a:cubicBezTo>
                    <a:cubicBezTo>
                      <a:pt x="1668" y="36593"/>
                      <a:pt x="2135" y="36126"/>
                      <a:pt x="2135" y="35526"/>
                    </a:cubicBezTo>
                    <a:lnTo>
                      <a:pt x="2135" y="34892"/>
                    </a:lnTo>
                    <a:close/>
                    <a:moveTo>
                      <a:pt x="17313" y="37327"/>
                    </a:moveTo>
                    <a:lnTo>
                      <a:pt x="17313" y="37961"/>
                    </a:lnTo>
                    <a:cubicBezTo>
                      <a:pt x="17313" y="38428"/>
                      <a:pt x="16946" y="38828"/>
                      <a:pt x="16445" y="38828"/>
                    </a:cubicBezTo>
                    <a:cubicBezTo>
                      <a:pt x="15878" y="38828"/>
                      <a:pt x="15378" y="39295"/>
                      <a:pt x="15378" y="39896"/>
                    </a:cubicBezTo>
                    <a:lnTo>
                      <a:pt x="15378" y="40563"/>
                    </a:lnTo>
                    <a:lnTo>
                      <a:pt x="15612" y="40563"/>
                    </a:lnTo>
                    <a:lnTo>
                      <a:pt x="15612" y="39896"/>
                    </a:lnTo>
                    <a:cubicBezTo>
                      <a:pt x="15612" y="39395"/>
                      <a:pt x="15978" y="39028"/>
                      <a:pt x="16445" y="39028"/>
                    </a:cubicBezTo>
                    <a:cubicBezTo>
                      <a:pt x="17046" y="39028"/>
                      <a:pt x="17513" y="38561"/>
                      <a:pt x="17513" y="37961"/>
                    </a:cubicBezTo>
                    <a:lnTo>
                      <a:pt x="17513" y="373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291;p24">
                <a:extLst>
                  <a:ext uri="{FF2B5EF4-FFF2-40B4-BE49-F238E27FC236}">
                    <a16:creationId xmlns:a16="http://schemas.microsoft.com/office/drawing/2014/main" id="{3D10C71D-8748-52E9-F8FB-3D6E005DA536}"/>
                  </a:ext>
                </a:extLst>
              </p:cNvPr>
              <p:cNvSpPr/>
              <p:nvPr/>
            </p:nvSpPr>
            <p:spPr>
              <a:xfrm>
                <a:off x="6230256" y="2766917"/>
                <a:ext cx="630100" cy="643823"/>
              </a:xfrm>
              <a:custGeom>
                <a:avLst/>
                <a:gdLst/>
                <a:ahLst/>
                <a:cxnLst/>
                <a:rect l="l" t="t" r="r" b="b"/>
                <a:pathLst>
                  <a:path w="24151" h="24677" extrusionOk="0">
                    <a:moveTo>
                      <a:pt x="24134" y="1"/>
                    </a:moveTo>
                    <a:cubicBezTo>
                      <a:pt x="24126" y="1"/>
                      <a:pt x="24118" y="9"/>
                      <a:pt x="24118" y="26"/>
                    </a:cubicBezTo>
                    <a:cubicBezTo>
                      <a:pt x="21582" y="3828"/>
                      <a:pt x="18881" y="7464"/>
                      <a:pt x="15912" y="10967"/>
                    </a:cubicBezTo>
                    <a:cubicBezTo>
                      <a:pt x="13010" y="14403"/>
                      <a:pt x="9807" y="17605"/>
                      <a:pt x="6372" y="20507"/>
                    </a:cubicBezTo>
                    <a:cubicBezTo>
                      <a:pt x="4437" y="22108"/>
                      <a:pt x="2369" y="23643"/>
                      <a:pt x="34" y="24610"/>
                    </a:cubicBezTo>
                    <a:cubicBezTo>
                      <a:pt x="0" y="24610"/>
                      <a:pt x="0" y="24643"/>
                      <a:pt x="34" y="24677"/>
                    </a:cubicBezTo>
                    <a:cubicBezTo>
                      <a:pt x="1068" y="24276"/>
                      <a:pt x="2069" y="23809"/>
                      <a:pt x="3036" y="23276"/>
                    </a:cubicBezTo>
                    <a:cubicBezTo>
                      <a:pt x="4003" y="22709"/>
                      <a:pt x="4937" y="22108"/>
                      <a:pt x="5838" y="21441"/>
                    </a:cubicBezTo>
                    <a:cubicBezTo>
                      <a:pt x="7606" y="20073"/>
                      <a:pt x="9307" y="18572"/>
                      <a:pt x="10908" y="16971"/>
                    </a:cubicBezTo>
                    <a:cubicBezTo>
                      <a:pt x="14211" y="13769"/>
                      <a:pt x="17246" y="10266"/>
                      <a:pt x="19948" y="6564"/>
                    </a:cubicBezTo>
                    <a:cubicBezTo>
                      <a:pt x="21282" y="5396"/>
                      <a:pt x="22450" y="4095"/>
                      <a:pt x="23851" y="3028"/>
                    </a:cubicBezTo>
                    <a:cubicBezTo>
                      <a:pt x="23917" y="2961"/>
                      <a:pt x="23884" y="2928"/>
                      <a:pt x="23851" y="2928"/>
                    </a:cubicBezTo>
                    <a:cubicBezTo>
                      <a:pt x="22750" y="3728"/>
                      <a:pt x="21683" y="4629"/>
                      <a:pt x="20682" y="5563"/>
                    </a:cubicBezTo>
                    <a:cubicBezTo>
                      <a:pt x="21949" y="3795"/>
                      <a:pt x="23084" y="1927"/>
                      <a:pt x="24151" y="26"/>
                    </a:cubicBezTo>
                    <a:cubicBezTo>
                      <a:pt x="24151" y="9"/>
                      <a:pt x="24143" y="1"/>
                      <a:pt x="241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292;p24">
                <a:extLst>
                  <a:ext uri="{FF2B5EF4-FFF2-40B4-BE49-F238E27FC236}">
                    <a16:creationId xmlns:a16="http://schemas.microsoft.com/office/drawing/2014/main" id="{77493061-83FC-B21E-DE1B-2918FE5D053E}"/>
                  </a:ext>
                </a:extLst>
              </p:cNvPr>
              <p:cNvSpPr/>
              <p:nvPr/>
            </p:nvSpPr>
            <p:spPr>
              <a:xfrm>
                <a:off x="5782072" y="2544795"/>
                <a:ext cx="748470" cy="304079"/>
              </a:xfrm>
              <a:custGeom>
                <a:avLst/>
                <a:gdLst/>
                <a:ahLst/>
                <a:cxnLst/>
                <a:rect l="l" t="t" r="r" b="b"/>
                <a:pathLst>
                  <a:path w="28688" h="11655" extrusionOk="0">
                    <a:moveTo>
                      <a:pt x="28654" y="0"/>
                    </a:moveTo>
                    <a:cubicBezTo>
                      <a:pt x="27453" y="767"/>
                      <a:pt x="26286" y="1568"/>
                      <a:pt x="25085" y="2369"/>
                    </a:cubicBezTo>
                    <a:lnTo>
                      <a:pt x="25218" y="2235"/>
                    </a:lnTo>
                    <a:cubicBezTo>
                      <a:pt x="25685" y="1701"/>
                      <a:pt x="26119" y="1168"/>
                      <a:pt x="26586" y="667"/>
                    </a:cubicBezTo>
                    <a:cubicBezTo>
                      <a:pt x="26586" y="644"/>
                      <a:pt x="26569" y="620"/>
                      <a:pt x="26548" y="620"/>
                    </a:cubicBezTo>
                    <a:cubicBezTo>
                      <a:pt x="26539" y="620"/>
                      <a:pt x="26529" y="624"/>
                      <a:pt x="26519" y="634"/>
                    </a:cubicBezTo>
                    <a:cubicBezTo>
                      <a:pt x="26052" y="1134"/>
                      <a:pt x="25552" y="1601"/>
                      <a:pt x="25085" y="2068"/>
                    </a:cubicBezTo>
                    <a:cubicBezTo>
                      <a:pt x="24818" y="2335"/>
                      <a:pt x="24551" y="2602"/>
                      <a:pt x="24318" y="2902"/>
                    </a:cubicBezTo>
                    <a:lnTo>
                      <a:pt x="21716" y="4704"/>
                    </a:lnTo>
                    <a:cubicBezTo>
                      <a:pt x="19481" y="6271"/>
                      <a:pt x="17279" y="7839"/>
                      <a:pt x="15045" y="9407"/>
                    </a:cubicBezTo>
                    <a:cubicBezTo>
                      <a:pt x="14211" y="10041"/>
                      <a:pt x="13277" y="10608"/>
                      <a:pt x="12309" y="11075"/>
                    </a:cubicBezTo>
                    <a:cubicBezTo>
                      <a:pt x="11976" y="11214"/>
                      <a:pt x="11619" y="11283"/>
                      <a:pt x="11258" y="11283"/>
                    </a:cubicBezTo>
                    <a:cubicBezTo>
                      <a:pt x="11186" y="11283"/>
                      <a:pt x="11114" y="11281"/>
                      <a:pt x="11042" y="11275"/>
                    </a:cubicBezTo>
                    <a:cubicBezTo>
                      <a:pt x="10578" y="11176"/>
                      <a:pt x="518" y="6771"/>
                      <a:pt x="336" y="6771"/>
                    </a:cubicBezTo>
                    <a:cubicBezTo>
                      <a:pt x="335" y="6771"/>
                      <a:pt x="334" y="6771"/>
                      <a:pt x="334" y="6772"/>
                    </a:cubicBezTo>
                    <a:cubicBezTo>
                      <a:pt x="334" y="6839"/>
                      <a:pt x="67" y="7472"/>
                      <a:pt x="0" y="7606"/>
                    </a:cubicBezTo>
                    <a:cubicBezTo>
                      <a:pt x="0" y="7639"/>
                      <a:pt x="67" y="7639"/>
                      <a:pt x="67" y="7639"/>
                    </a:cubicBezTo>
                    <a:cubicBezTo>
                      <a:pt x="201" y="7439"/>
                      <a:pt x="301" y="7205"/>
                      <a:pt x="367" y="6972"/>
                    </a:cubicBezTo>
                    <a:cubicBezTo>
                      <a:pt x="2035" y="7939"/>
                      <a:pt x="9007" y="11308"/>
                      <a:pt x="11275" y="11642"/>
                    </a:cubicBezTo>
                    <a:cubicBezTo>
                      <a:pt x="11330" y="11650"/>
                      <a:pt x="11387" y="11655"/>
                      <a:pt x="11448" y="11655"/>
                    </a:cubicBezTo>
                    <a:cubicBezTo>
                      <a:pt x="13045" y="11655"/>
                      <a:pt x="16568" y="8768"/>
                      <a:pt x="18047" y="7739"/>
                    </a:cubicBezTo>
                    <a:cubicBezTo>
                      <a:pt x="20348" y="6171"/>
                      <a:pt x="22617" y="4570"/>
                      <a:pt x="24885" y="2936"/>
                    </a:cubicBezTo>
                    <a:cubicBezTo>
                      <a:pt x="26152" y="2002"/>
                      <a:pt x="27453" y="1034"/>
                      <a:pt x="28688" y="34"/>
                    </a:cubicBezTo>
                    <a:cubicBezTo>
                      <a:pt x="28688" y="34"/>
                      <a:pt x="28688" y="0"/>
                      <a:pt x="2865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293;p24">
                <a:extLst>
                  <a:ext uri="{FF2B5EF4-FFF2-40B4-BE49-F238E27FC236}">
                    <a16:creationId xmlns:a16="http://schemas.microsoft.com/office/drawing/2014/main" id="{61587809-9DF8-6362-9606-8C492264FCA2}"/>
                  </a:ext>
                </a:extLst>
              </p:cNvPr>
              <p:cNvSpPr/>
              <p:nvPr/>
            </p:nvSpPr>
            <p:spPr>
              <a:xfrm>
                <a:off x="5696787" y="2809259"/>
                <a:ext cx="208903" cy="522661"/>
              </a:xfrm>
              <a:custGeom>
                <a:avLst/>
                <a:gdLst/>
                <a:ahLst/>
                <a:cxnLst/>
                <a:rect l="l" t="t" r="r" b="b"/>
                <a:pathLst>
                  <a:path w="8007" h="20033" extrusionOk="0">
                    <a:moveTo>
                      <a:pt x="7953" y="1"/>
                    </a:moveTo>
                    <a:cubicBezTo>
                      <a:pt x="7936" y="1"/>
                      <a:pt x="7919" y="12"/>
                      <a:pt x="7906" y="37"/>
                    </a:cubicBezTo>
                    <a:cubicBezTo>
                      <a:pt x="6672" y="2539"/>
                      <a:pt x="5638" y="5174"/>
                      <a:pt x="4604" y="7776"/>
                    </a:cubicBezTo>
                    <a:cubicBezTo>
                      <a:pt x="3570" y="10378"/>
                      <a:pt x="2569" y="12913"/>
                      <a:pt x="1602" y="15482"/>
                    </a:cubicBezTo>
                    <a:cubicBezTo>
                      <a:pt x="1035" y="16983"/>
                      <a:pt x="501" y="18484"/>
                      <a:pt x="0" y="19985"/>
                    </a:cubicBezTo>
                    <a:cubicBezTo>
                      <a:pt x="0" y="20008"/>
                      <a:pt x="17" y="20032"/>
                      <a:pt x="39" y="20032"/>
                    </a:cubicBezTo>
                    <a:cubicBezTo>
                      <a:pt x="48" y="20032"/>
                      <a:pt x="57" y="20028"/>
                      <a:pt x="67" y="20018"/>
                    </a:cubicBezTo>
                    <a:cubicBezTo>
                      <a:pt x="1268" y="17483"/>
                      <a:pt x="2302" y="14881"/>
                      <a:pt x="3336" y="12279"/>
                    </a:cubicBezTo>
                    <a:cubicBezTo>
                      <a:pt x="4404" y="9677"/>
                      <a:pt x="5438" y="7142"/>
                      <a:pt x="6405" y="4574"/>
                    </a:cubicBezTo>
                    <a:cubicBezTo>
                      <a:pt x="6972" y="3073"/>
                      <a:pt x="7539" y="1572"/>
                      <a:pt x="8006" y="71"/>
                    </a:cubicBezTo>
                    <a:cubicBezTo>
                      <a:pt x="8006" y="29"/>
                      <a:pt x="7981" y="1"/>
                      <a:pt x="795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294;p24">
                <a:extLst>
                  <a:ext uri="{FF2B5EF4-FFF2-40B4-BE49-F238E27FC236}">
                    <a16:creationId xmlns:a16="http://schemas.microsoft.com/office/drawing/2014/main" id="{93534F88-5942-1B49-F5A0-F591F187C5DB}"/>
                  </a:ext>
                </a:extLst>
              </p:cNvPr>
              <p:cNvSpPr/>
              <p:nvPr/>
            </p:nvSpPr>
            <p:spPr>
              <a:xfrm>
                <a:off x="5172084" y="2246388"/>
                <a:ext cx="544968" cy="492031"/>
              </a:xfrm>
              <a:custGeom>
                <a:avLst/>
                <a:gdLst/>
                <a:ahLst/>
                <a:cxnLst/>
                <a:rect l="l" t="t" r="r" b="b"/>
                <a:pathLst>
                  <a:path w="20888" h="18859" extrusionOk="0">
                    <a:moveTo>
                      <a:pt x="2150" y="0"/>
                    </a:moveTo>
                    <a:cubicBezTo>
                      <a:pt x="1430" y="0"/>
                      <a:pt x="857" y="484"/>
                      <a:pt x="599" y="1698"/>
                    </a:cubicBezTo>
                    <a:cubicBezTo>
                      <a:pt x="1" y="4686"/>
                      <a:pt x="5277" y="9930"/>
                      <a:pt x="3586" y="9930"/>
                    </a:cubicBezTo>
                    <a:cubicBezTo>
                      <a:pt x="3484" y="9930"/>
                      <a:pt x="3356" y="9910"/>
                      <a:pt x="3200" y="9870"/>
                    </a:cubicBezTo>
                    <a:lnTo>
                      <a:pt x="3200" y="9870"/>
                    </a:lnTo>
                    <a:cubicBezTo>
                      <a:pt x="3201" y="9871"/>
                      <a:pt x="15985" y="18858"/>
                      <a:pt x="19639" y="18858"/>
                    </a:cubicBezTo>
                    <a:cubicBezTo>
                      <a:pt x="20542" y="18858"/>
                      <a:pt x="20888" y="18310"/>
                      <a:pt x="20346" y="16942"/>
                    </a:cubicBezTo>
                    <a:cubicBezTo>
                      <a:pt x="17577" y="10037"/>
                      <a:pt x="12774" y="10838"/>
                      <a:pt x="6002" y="2665"/>
                    </a:cubicBezTo>
                    <a:cubicBezTo>
                      <a:pt x="4796" y="1214"/>
                      <a:pt x="3289" y="0"/>
                      <a:pt x="2150" y="0"/>
                    </a:cubicBezTo>
                    <a:close/>
                  </a:path>
                </a:pathLst>
              </a:custGeom>
              <a:solidFill>
                <a:srgbClr val="F7A9A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295;p24">
                <a:extLst>
                  <a:ext uri="{FF2B5EF4-FFF2-40B4-BE49-F238E27FC236}">
                    <a16:creationId xmlns:a16="http://schemas.microsoft.com/office/drawing/2014/main" id="{5CE6BD00-5E4D-424E-24FA-3B4011FB2455}"/>
                  </a:ext>
                </a:extLst>
              </p:cNvPr>
              <p:cNvSpPr/>
              <p:nvPr/>
            </p:nvSpPr>
            <p:spPr>
              <a:xfrm>
                <a:off x="6475675" y="3755326"/>
                <a:ext cx="139268" cy="410787"/>
              </a:xfrm>
              <a:custGeom>
                <a:avLst/>
                <a:gdLst/>
                <a:ahLst/>
                <a:cxnLst/>
                <a:rect l="l" t="t" r="r" b="b"/>
                <a:pathLst>
                  <a:path w="5338" h="15745" extrusionOk="0">
                    <a:moveTo>
                      <a:pt x="2869" y="0"/>
                    </a:moveTo>
                    <a:lnTo>
                      <a:pt x="0" y="534"/>
                    </a:lnTo>
                    <a:lnTo>
                      <a:pt x="3236" y="15745"/>
                    </a:lnTo>
                    <a:lnTo>
                      <a:pt x="5337" y="15344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296;p24">
                <a:extLst>
                  <a:ext uri="{FF2B5EF4-FFF2-40B4-BE49-F238E27FC236}">
                    <a16:creationId xmlns:a16="http://schemas.microsoft.com/office/drawing/2014/main" id="{E06B7D1E-AFA1-1D61-6D2B-B69E4065D8B2}"/>
                  </a:ext>
                </a:extLst>
              </p:cNvPr>
              <p:cNvSpPr/>
              <p:nvPr/>
            </p:nvSpPr>
            <p:spPr>
              <a:xfrm>
                <a:off x="6446951" y="3651752"/>
                <a:ext cx="103577" cy="117509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4504" extrusionOk="0">
                    <a:moveTo>
                      <a:pt x="3636" y="1"/>
                    </a:moveTo>
                    <a:lnTo>
                      <a:pt x="0" y="668"/>
                    </a:lnTo>
                    <a:lnTo>
                      <a:pt x="1101" y="4504"/>
                    </a:lnTo>
                    <a:lnTo>
                      <a:pt x="3970" y="3970"/>
                    </a:lnTo>
                    <a:lnTo>
                      <a:pt x="3636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297;p24">
                <a:extLst>
                  <a:ext uri="{FF2B5EF4-FFF2-40B4-BE49-F238E27FC236}">
                    <a16:creationId xmlns:a16="http://schemas.microsoft.com/office/drawing/2014/main" id="{CB1253ED-9DE4-5FC7-E582-CE2B7DEC09AE}"/>
                  </a:ext>
                </a:extLst>
              </p:cNvPr>
              <p:cNvSpPr/>
              <p:nvPr/>
            </p:nvSpPr>
            <p:spPr>
              <a:xfrm>
                <a:off x="6380816" y="3509385"/>
                <a:ext cx="189753" cy="159801"/>
              </a:xfrm>
              <a:custGeom>
                <a:avLst/>
                <a:gdLst/>
                <a:ahLst/>
                <a:cxnLst/>
                <a:rect l="l" t="t" r="r" b="b"/>
                <a:pathLst>
                  <a:path w="7273" h="6125" extrusionOk="0">
                    <a:moveTo>
                      <a:pt x="5584" y="1"/>
                    </a:moveTo>
                    <a:cubicBezTo>
                      <a:pt x="5043" y="1"/>
                      <a:pt x="4315" y="99"/>
                      <a:pt x="3336" y="287"/>
                    </a:cubicBezTo>
                    <a:cubicBezTo>
                      <a:pt x="734" y="788"/>
                      <a:pt x="0" y="1188"/>
                      <a:pt x="100" y="2155"/>
                    </a:cubicBezTo>
                    <a:cubicBezTo>
                      <a:pt x="167" y="3123"/>
                      <a:pt x="2535" y="6125"/>
                      <a:pt x="2535" y="6125"/>
                    </a:cubicBezTo>
                    <a:lnTo>
                      <a:pt x="6171" y="5458"/>
                    </a:lnTo>
                    <a:cubicBezTo>
                      <a:pt x="6171" y="5458"/>
                      <a:pt x="7272" y="1788"/>
                      <a:pt x="7005" y="854"/>
                    </a:cubicBezTo>
                    <a:cubicBezTo>
                      <a:pt x="6860" y="272"/>
                      <a:pt x="6480" y="1"/>
                      <a:pt x="55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298;p24">
                <a:extLst>
                  <a:ext uri="{FF2B5EF4-FFF2-40B4-BE49-F238E27FC236}">
                    <a16:creationId xmlns:a16="http://schemas.microsoft.com/office/drawing/2014/main" id="{49C815EB-7B9C-1466-CAA1-BFC2FFB323FF}"/>
                  </a:ext>
                </a:extLst>
              </p:cNvPr>
              <p:cNvSpPr/>
              <p:nvPr/>
            </p:nvSpPr>
            <p:spPr>
              <a:xfrm>
                <a:off x="6682796" y="3770979"/>
                <a:ext cx="83566" cy="408204"/>
              </a:xfrm>
              <a:custGeom>
                <a:avLst/>
                <a:gdLst/>
                <a:ahLst/>
                <a:cxnLst/>
                <a:rect l="l" t="t" r="r" b="b"/>
                <a:pathLst>
                  <a:path w="3203" h="15646" extrusionOk="0">
                    <a:moveTo>
                      <a:pt x="1101" y="1"/>
                    </a:moveTo>
                    <a:lnTo>
                      <a:pt x="0" y="15512"/>
                    </a:lnTo>
                    <a:lnTo>
                      <a:pt x="1368" y="15645"/>
                    </a:lnTo>
                    <a:lnTo>
                      <a:pt x="3202" y="201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299;p24">
                <a:extLst>
                  <a:ext uri="{FF2B5EF4-FFF2-40B4-BE49-F238E27FC236}">
                    <a16:creationId xmlns:a16="http://schemas.microsoft.com/office/drawing/2014/main" id="{9801B845-E3C2-2461-765E-A64ABE80E850}"/>
                  </a:ext>
                </a:extLst>
              </p:cNvPr>
              <p:cNvSpPr/>
              <p:nvPr/>
            </p:nvSpPr>
            <p:spPr>
              <a:xfrm>
                <a:off x="6710633" y="3667432"/>
                <a:ext cx="75739" cy="108795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4170" extrusionOk="0">
                    <a:moveTo>
                      <a:pt x="1" y="0"/>
                    </a:moveTo>
                    <a:lnTo>
                      <a:pt x="34" y="3970"/>
                    </a:lnTo>
                    <a:lnTo>
                      <a:pt x="2135" y="4170"/>
                    </a:lnTo>
                    <a:lnTo>
                      <a:pt x="2903" y="26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00;p24">
                <a:extLst>
                  <a:ext uri="{FF2B5EF4-FFF2-40B4-BE49-F238E27FC236}">
                    <a16:creationId xmlns:a16="http://schemas.microsoft.com/office/drawing/2014/main" id="{F6989562-9502-D5A6-9E03-09441D06FDEF}"/>
                  </a:ext>
                </a:extLst>
              </p:cNvPr>
              <p:cNvSpPr/>
              <p:nvPr/>
            </p:nvSpPr>
            <p:spPr>
              <a:xfrm>
                <a:off x="6701058" y="3553423"/>
                <a:ext cx="114900" cy="120979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4637" extrusionOk="0">
                    <a:moveTo>
                      <a:pt x="4404" y="0"/>
                    </a:moveTo>
                    <a:lnTo>
                      <a:pt x="1" y="334"/>
                    </a:lnTo>
                    <a:lnTo>
                      <a:pt x="368" y="4370"/>
                    </a:lnTo>
                    <a:lnTo>
                      <a:pt x="3270" y="4637"/>
                    </a:lnTo>
                    <a:lnTo>
                      <a:pt x="4404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01;p24">
                <a:extLst>
                  <a:ext uri="{FF2B5EF4-FFF2-40B4-BE49-F238E27FC236}">
                    <a16:creationId xmlns:a16="http://schemas.microsoft.com/office/drawing/2014/main" id="{A55AE3E9-2176-0984-A53F-D12D9F9A32F4}"/>
                  </a:ext>
                </a:extLst>
              </p:cNvPr>
              <p:cNvSpPr/>
              <p:nvPr/>
            </p:nvSpPr>
            <p:spPr>
              <a:xfrm>
                <a:off x="6596624" y="3659579"/>
                <a:ext cx="55728" cy="405595"/>
              </a:xfrm>
              <a:custGeom>
                <a:avLst/>
                <a:gdLst/>
                <a:ahLst/>
                <a:cxnLst/>
                <a:rect l="l" t="t" r="r" b="b"/>
                <a:pathLst>
                  <a:path w="2136" h="15546" extrusionOk="0">
                    <a:moveTo>
                      <a:pt x="1" y="1"/>
                    </a:moveTo>
                    <a:lnTo>
                      <a:pt x="368" y="15545"/>
                    </a:lnTo>
                    <a:lnTo>
                      <a:pt x="1735" y="15545"/>
                    </a:lnTo>
                    <a:lnTo>
                      <a:pt x="2136" y="1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02;p24">
                <a:extLst>
                  <a:ext uri="{FF2B5EF4-FFF2-40B4-BE49-F238E27FC236}">
                    <a16:creationId xmlns:a16="http://schemas.microsoft.com/office/drawing/2014/main" id="{7F9DF97C-F99F-54FF-3A36-7433FA16FADC}"/>
                  </a:ext>
                </a:extLst>
              </p:cNvPr>
              <p:cNvSpPr/>
              <p:nvPr/>
            </p:nvSpPr>
            <p:spPr>
              <a:xfrm>
                <a:off x="6586188" y="3556893"/>
                <a:ext cx="75739" cy="102716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3937" extrusionOk="0">
                    <a:moveTo>
                      <a:pt x="0" y="1"/>
                    </a:moveTo>
                    <a:lnTo>
                      <a:pt x="401" y="3937"/>
                    </a:lnTo>
                    <a:lnTo>
                      <a:pt x="2536" y="3937"/>
                    </a:lnTo>
                    <a:lnTo>
                      <a:pt x="2903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03;p24">
                <a:extLst>
                  <a:ext uri="{FF2B5EF4-FFF2-40B4-BE49-F238E27FC236}">
                    <a16:creationId xmlns:a16="http://schemas.microsoft.com/office/drawing/2014/main" id="{D73637EE-D098-CFF4-D695-29030C30D8C6}"/>
                  </a:ext>
                </a:extLst>
              </p:cNvPr>
              <p:cNvSpPr/>
              <p:nvPr/>
            </p:nvSpPr>
            <p:spPr>
              <a:xfrm>
                <a:off x="6580084" y="3444632"/>
                <a:ext cx="87949" cy="112291"/>
              </a:xfrm>
              <a:custGeom>
                <a:avLst/>
                <a:gdLst/>
                <a:ahLst/>
                <a:cxnLst/>
                <a:rect l="l" t="t" r="r" b="b"/>
                <a:pathLst>
                  <a:path w="3371" h="4304" extrusionOk="0">
                    <a:moveTo>
                      <a:pt x="1669" y="1"/>
                    </a:moveTo>
                    <a:cubicBezTo>
                      <a:pt x="601" y="1"/>
                      <a:pt x="1" y="2002"/>
                      <a:pt x="234" y="4304"/>
                    </a:cubicBezTo>
                    <a:lnTo>
                      <a:pt x="3137" y="4304"/>
                    </a:lnTo>
                    <a:cubicBezTo>
                      <a:pt x="3370" y="2002"/>
                      <a:pt x="2770" y="1"/>
                      <a:pt x="166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04;p24">
                <a:extLst>
                  <a:ext uri="{FF2B5EF4-FFF2-40B4-BE49-F238E27FC236}">
                    <a16:creationId xmlns:a16="http://schemas.microsoft.com/office/drawing/2014/main" id="{C64AAA83-2894-17CA-05EA-8C10A054ED13}"/>
                  </a:ext>
                </a:extLst>
              </p:cNvPr>
              <p:cNvSpPr/>
              <p:nvPr/>
            </p:nvSpPr>
            <p:spPr>
              <a:xfrm>
                <a:off x="6486111" y="3876275"/>
                <a:ext cx="282007" cy="379479"/>
              </a:xfrm>
              <a:custGeom>
                <a:avLst/>
                <a:gdLst/>
                <a:ahLst/>
                <a:cxnLst/>
                <a:rect l="l" t="t" r="r" b="b"/>
                <a:pathLst>
                  <a:path w="10809" h="14545" extrusionOk="0">
                    <a:moveTo>
                      <a:pt x="0" y="1"/>
                    </a:moveTo>
                    <a:lnTo>
                      <a:pt x="0" y="14545"/>
                    </a:lnTo>
                    <a:lnTo>
                      <a:pt x="10808" y="14545"/>
                    </a:lnTo>
                    <a:lnTo>
                      <a:pt x="10808" y="1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05;p24">
                <a:extLst>
                  <a:ext uri="{FF2B5EF4-FFF2-40B4-BE49-F238E27FC236}">
                    <a16:creationId xmlns:a16="http://schemas.microsoft.com/office/drawing/2014/main" id="{84797853-2477-182C-8BB8-0C02BA166BC3}"/>
                  </a:ext>
                </a:extLst>
              </p:cNvPr>
              <p:cNvSpPr/>
              <p:nvPr/>
            </p:nvSpPr>
            <p:spPr>
              <a:xfrm>
                <a:off x="6772412" y="3862969"/>
                <a:ext cx="376870" cy="342562"/>
              </a:xfrm>
              <a:custGeom>
                <a:avLst/>
                <a:gdLst/>
                <a:ahLst/>
                <a:cxnLst/>
                <a:rect l="l" t="t" r="r" b="b"/>
                <a:pathLst>
                  <a:path w="14445" h="13130" extrusionOk="0">
                    <a:moveTo>
                      <a:pt x="7229" y="1"/>
                    </a:moveTo>
                    <a:cubicBezTo>
                      <a:pt x="4247" y="1"/>
                      <a:pt x="1549" y="2047"/>
                      <a:pt x="835" y="5047"/>
                    </a:cubicBezTo>
                    <a:cubicBezTo>
                      <a:pt x="1" y="8583"/>
                      <a:pt x="2202" y="12119"/>
                      <a:pt x="5705" y="12953"/>
                    </a:cubicBezTo>
                    <a:cubicBezTo>
                      <a:pt x="6211" y="13072"/>
                      <a:pt x="6717" y="13130"/>
                      <a:pt x="7214" y="13130"/>
                    </a:cubicBezTo>
                    <a:cubicBezTo>
                      <a:pt x="10189" y="13130"/>
                      <a:pt x="12863" y="11084"/>
                      <a:pt x="13577" y="8083"/>
                    </a:cubicBezTo>
                    <a:cubicBezTo>
                      <a:pt x="14445" y="4547"/>
                      <a:pt x="12243" y="1045"/>
                      <a:pt x="8740" y="177"/>
                    </a:cubicBezTo>
                    <a:cubicBezTo>
                      <a:pt x="8234" y="58"/>
                      <a:pt x="7728" y="1"/>
                      <a:pt x="7229" y="1"/>
                    </a:cubicBez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06;p24">
                <a:extLst>
                  <a:ext uri="{FF2B5EF4-FFF2-40B4-BE49-F238E27FC236}">
                    <a16:creationId xmlns:a16="http://schemas.microsoft.com/office/drawing/2014/main" id="{F4C7A389-F8E5-58EC-3AC6-1F35DBAD9E9B}"/>
                  </a:ext>
                </a:extLst>
              </p:cNvPr>
              <p:cNvSpPr/>
              <p:nvPr/>
            </p:nvSpPr>
            <p:spPr>
              <a:xfrm>
                <a:off x="6782874" y="3901529"/>
                <a:ext cx="311593" cy="266640"/>
              </a:xfrm>
              <a:custGeom>
                <a:avLst/>
                <a:gdLst/>
                <a:ahLst/>
                <a:cxnLst/>
                <a:rect l="l" t="t" r="r" b="b"/>
                <a:pathLst>
                  <a:path w="11943" h="10220" extrusionOk="0">
                    <a:moveTo>
                      <a:pt x="6838" y="0"/>
                    </a:moveTo>
                    <a:cubicBezTo>
                      <a:pt x="2268" y="0"/>
                      <a:pt x="0" y="5504"/>
                      <a:pt x="3202" y="8706"/>
                    </a:cubicBezTo>
                    <a:cubicBezTo>
                      <a:pt x="4249" y="9753"/>
                      <a:pt x="5532" y="10220"/>
                      <a:pt x="6790" y="10220"/>
                    </a:cubicBezTo>
                    <a:cubicBezTo>
                      <a:pt x="9422" y="10220"/>
                      <a:pt x="11942" y="8174"/>
                      <a:pt x="11942" y="5104"/>
                    </a:cubicBezTo>
                    <a:cubicBezTo>
                      <a:pt x="11942" y="2302"/>
                      <a:pt x="9640" y="0"/>
                      <a:pt x="68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07;p24">
                <a:extLst>
                  <a:ext uri="{FF2B5EF4-FFF2-40B4-BE49-F238E27FC236}">
                    <a16:creationId xmlns:a16="http://schemas.microsoft.com/office/drawing/2014/main" id="{A86AC7A4-689A-29B0-9E4D-E820639BC37F}"/>
                  </a:ext>
                </a:extLst>
              </p:cNvPr>
              <p:cNvSpPr/>
              <p:nvPr/>
            </p:nvSpPr>
            <p:spPr>
              <a:xfrm>
                <a:off x="6786343" y="4194796"/>
                <a:ext cx="345536" cy="60946"/>
              </a:xfrm>
              <a:custGeom>
                <a:avLst/>
                <a:gdLst/>
                <a:ahLst/>
                <a:cxnLst/>
                <a:rect l="l" t="t" r="r" b="b"/>
                <a:pathLst>
                  <a:path w="13244" h="2336" extrusionOk="0">
                    <a:moveTo>
                      <a:pt x="1" y="1"/>
                    </a:moveTo>
                    <a:lnTo>
                      <a:pt x="1" y="2336"/>
                    </a:lnTo>
                    <a:lnTo>
                      <a:pt x="13243" y="2336"/>
                    </a:lnTo>
                    <a:lnTo>
                      <a:pt x="13243" y="1"/>
                    </a:ln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08;p24">
                <a:extLst>
                  <a:ext uri="{FF2B5EF4-FFF2-40B4-BE49-F238E27FC236}">
                    <a16:creationId xmlns:a16="http://schemas.microsoft.com/office/drawing/2014/main" id="{1D6A33DB-4447-A228-D43C-6C57FE4DCE15}"/>
                  </a:ext>
                </a:extLst>
              </p:cNvPr>
              <p:cNvSpPr/>
              <p:nvPr/>
            </p:nvSpPr>
            <p:spPr>
              <a:xfrm>
                <a:off x="6924720" y="3998998"/>
                <a:ext cx="169742" cy="168854"/>
              </a:xfrm>
              <a:custGeom>
                <a:avLst/>
                <a:gdLst/>
                <a:ahLst/>
                <a:cxnLst/>
                <a:rect l="l" t="t" r="r" b="b"/>
                <a:pathLst>
                  <a:path w="6506" h="6472" extrusionOk="0">
                    <a:moveTo>
                      <a:pt x="6305" y="0"/>
                    </a:moveTo>
                    <a:lnTo>
                      <a:pt x="0" y="6305"/>
                    </a:lnTo>
                    <a:cubicBezTo>
                      <a:pt x="467" y="6405"/>
                      <a:pt x="901" y="6471"/>
                      <a:pt x="1368" y="6471"/>
                    </a:cubicBezTo>
                    <a:cubicBezTo>
                      <a:pt x="2002" y="6471"/>
                      <a:pt x="2636" y="6371"/>
                      <a:pt x="3236" y="6138"/>
                    </a:cubicBezTo>
                    <a:lnTo>
                      <a:pt x="6138" y="3202"/>
                    </a:lnTo>
                    <a:cubicBezTo>
                      <a:pt x="6372" y="2635"/>
                      <a:pt x="6505" y="2002"/>
                      <a:pt x="6505" y="1368"/>
                    </a:cubicBezTo>
                    <a:cubicBezTo>
                      <a:pt x="6472" y="901"/>
                      <a:pt x="6405" y="467"/>
                      <a:pt x="6305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09;p24">
                <a:extLst>
                  <a:ext uri="{FF2B5EF4-FFF2-40B4-BE49-F238E27FC236}">
                    <a16:creationId xmlns:a16="http://schemas.microsoft.com/office/drawing/2014/main" id="{38C49C24-BF27-50F9-FBE4-55F147FA87E2}"/>
                  </a:ext>
                </a:extLst>
              </p:cNvPr>
              <p:cNvSpPr/>
              <p:nvPr/>
            </p:nvSpPr>
            <p:spPr>
              <a:xfrm>
                <a:off x="6824642" y="3901816"/>
                <a:ext cx="172351" cy="169428"/>
              </a:xfrm>
              <a:custGeom>
                <a:avLst/>
                <a:gdLst/>
                <a:ahLst/>
                <a:cxnLst/>
                <a:rect l="l" t="t" r="r" b="b"/>
                <a:pathLst>
                  <a:path w="6606" h="6494" extrusionOk="0">
                    <a:moveTo>
                      <a:pt x="5232" y="0"/>
                    </a:moveTo>
                    <a:cubicBezTo>
                      <a:pt x="4613" y="0"/>
                      <a:pt x="3997" y="112"/>
                      <a:pt x="3403" y="323"/>
                    </a:cubicBezTo>
                    <a:lnTo>
                      <a:pt x="467" y="3292"/>
                    </a:lnTo>
                    <a:cubicBezTo>
                      <a:pt x="67" y="4292"/>
                      <a:pt x="0" y="5426"/>
                      <a:pt x="301" y="6494"/>
                    </a:cubicBezTo>
                    <a:lnTo>
                      <a:pt x="6605" y="189"/>
                    </a:lnTo>
                    <a:cubicBezTo>
                      <a:pt x="6151" y="62"/>
                      <a:pt x="5691" y="0"/>
                      <a:pt x="523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10;p24">
                <a:extLst>
                  <a:ext uri="{FF2B5EF4-FFF2-40B4-BE49-F238E27FC236}">
                    <a16:creationId xmlns:a16="http://schemas.microsoft.com/office/drawing/2014/main" id="{AA2C9D6D-FC69-9294-013F-2FC217FA3051}"/>
                  </a:ext>
                </a:extLst>
              </p:cNvPr>
              <p:cNvSpPr/>
              <p:nvPr/>
            </p:nvSpPr>
            <p:spPr>
              <a:xfrm>
                <a:off x="6853366" y="3927618"/>
                <a:ext cx="204546" cy="203685"/>
              </a:xfrm>
              <a:custGeom>
                <a:avLst/>
                <a:gdLst/>
                <a:ahLst/>
                <a:cxnLst/>
                <a:rect l="l" t="t" r="r" b="b"/>
                <a:pathLst>
                  <a:path w="7840" h="7807" extrusionOk="0">
                    <a:moveTo>
                      <a:pt x="7139" y="1"/>
                    </a:moveTo>
                    <a:lnTo>
                      <a:pt x="0" y="7139"/>
                    </a:lnTo>
                    <a:cubicBezTo>
                      <a:pt x="200" y="7373"/>
                      <a:pt x="400" y="7606"/>
                      <a:pt x="601" y="7806"/>
                    </a:cubicBezTo>
                    <a:lnTo>
                      <a:pt x="7839" y="601"/>
                    </a:lnTo>
                    <a:cubicBezTo>
                      <a:pt x="7606" y="368"/>
                      <a:pt x="7405" y="168"/>
                      <a:pt x="7139" y="1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11;p24">
                <a:extLst>
                  <a:ext uri="{FF2B5EF4-FFF2-40B4-BE49-F238E27FC236}">
                    <a16:creationId xmlns:a16="http://schemas.microsoft.com/office/drawing/2014/main" id="{6E6E1154-4A75-198F-B95B-5CFBF6065F8F}"/>
                  </a:ext>
                </a:extLst>
              </p:cNvPr>
              <p:cNvSpPr/>
              <p:nvPr/>
            </p:nvSpPr>
            <p:spPr>
              <a:xfrm>
                <a:off x="6886421" y="3959838"/>
                <a:ext cx="190614" cy="191475"/>
              </a:xfrm>
              <a:custGeom>
                <a:avLst/>
                <a:gdLst/>
                <a:ahLst/>
                <a:cxnLst/>
                <a:rect l="l" t="t" r="r" b="b"/>
                <a:pathLst>
                  <a:path w="7306" h="7339" extrusionOk="0">
                    <a:moveTo>
                      <a:pt x="7072" y="0"/>
                    </a:moveTo>
                    <a:lnTo>
                      <a:pt x="1" y="7105"/>
                    </a:lnTo>
                    <a:cubicBezTo>
                      <a:pt x="134" y="7172"/>
                      <a:pt x="268" y="7272"/>
                      <a:pt x="401" y="7339"/>
                    </a:cubicBezTo>
                    <a:lnTo>
                      <a:pt x="7306" y="400"/>
                    </a:lnTo>
                    <a:cubicBezTo>
                      <a:pt x="7239" y="267"/>
                      <a:pt x="7172" y="134"/>
                      <a:pt x="7072" y="0"/>
                    </a:cubicBez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12;p24">
                <a:extLst>
                  <a:ext uri="{FF2B5EF4-FFF2-40B4-BE49-F238E27FC236}">
                    <a16:creationId xmlns:a16="http://schemas.microsoft.com/office/drawing/2014/main" id="{E8A08D73-EAC4-A053-8B23-437FB85C376D}"/>
                  </a:ext>
                </a:extLst>
              </p:cNvPr>
              <p:cNvSpPr/>
              <p:nvPr/>
            </p:nvSpPr>
            <p:spPr>
              <a:xfrm>
                <a:off x="5977870" y="4237451"/>
                <a:ext cx="373400" cy="70495"/>
              </a:xfrm>
              <a:custGeom>
                <a:avLst/>
                <a:gdLst/>
                <a:ahLst/>
                <a:cxnLst/>
                <a:rect l="l" t="t" r="r" b="b"/>
                <a:pathLst>
                  <a:path w="14312" h="2702" extrusionOk="0">
                    <a:moveTo>
                      <a:pt x="14311" y="0"/>
                    </a:moveTo>
                    <a:lnTo>
                      <a:pt x="1" y="234"/>
                    </a:lnTo>
                    <a:lnTo>
                      <a:pt x="1" y="2202"/>
                    </a:lnTo>
                    <a:lnTo>
                      <a:pt x="14311" y="2702"/>
                    </a:lnTo>
                    <a:lnTo>
                      <a:pt x="14311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13;p24">
                <a:extLst>
                  <a:ext uri="{FF2B5EF4-FFF2-40B4-BE49-F238E27FC236}">
                    <a16:creationId xmlns:a16="http://schemas.microsoft.com/office/drawing/2014/main" id="{E489089D-AAF4-4E9D-70F7-6D43BB9FAD05}"/>
                  </a:ext>
                </a:extLst>
              </p:cNvPr>
              <p:cNvSpPr/>
              <p:nvPr/>
            </p:nvSpPr>
            <p:spPr>
              <a:xfrm>
                <a:off x="6351231" y="4228738"/>
                <a:ext cx="95750" cy="88784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3403" extrusionOk="0">
                    <a:moveTo>
                      <a:pt x="3669" y="0"/>
                    </a:moveTo>
                    <a:lnTo>
                      <a:pt x="0" y="334"/>
                    </a:lnTo>
                    <a:lnTo>
                      <a:pt x="0" y="3036"/>
                    </a:lnTo>
                    <a:lnTo>
                      <a:pt x="3636" y="3403"/>
                    </a:lnTo>
                    <a:lnTo>
                      <a:pt x="3669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14;p24">
                <a:extLst>
                  <a:ext uri="{FF2B5EF4-FFF2-40B4-BE49-F238E27FC236}">
                    <a16:creationId xmlns:a16="http://schemas.microsoft.com/office/drawing/2014/main" id="{01242AE4-8EDF-0797-8B28-6C77D0DF6698}"/>
                  </a:ext>
                </a:extLst>
              </p:cNvPr>
              <p:cNvSpPr/>
              <p:nvPr/>
            </p:nvSpPr>
            <p:spPr>
              <a:xfrm>
                <a:off x="6446064" y="4198996"/>
                <a:ext cx="167133" cy="150800"/>
              </a:xfrm>
              <a:custGeom>
                <a:avLst/>
                <a:gdLst/>
                <a:ahLst/>
                <a:cxnLst/>
                <a:rect l="l" t="t" r="r" b="b"/>
                <a:pathLst>
                  <a:path w="6406" h="5780" extrusionOk="0">
                    <a:moveTo>
                      <a:pt x="3926" y="1"/>
                    </a:moveTo>
                    <a:cubicBezTo>
                      <a:pt x="2930" y="1"/>
                      <a:pt x="34" y="1140"/>
                      <a:pt x="34" y="1140"/>
                    </a:cubicBezTo>
                    <a:lnTo>
                      <a:pt x="1" y="4543"/>
                    </a:lnTo>
                    <a:cubicBezTo>
                      <a:pt x="1" y="4543"/>
                      <a:pt x="2950" y="5780"/>
                      <a:pt x="3932" y="5780"/>
                    </a:cubicBezTo>
                    <a:cubicBezTo>
                      <a:pt x="3957" y="5780"/>
                      <a:pt x="3981" y="5779"/>
                      <a:pt x="4004" y="5777"/>
                    </a:cubicBezTo>
                    <a:cubicBezTo>
                      <a:pt x="4904" y="5677"/>
                      <a:pt x="6372" y="5377"/>
                      <a:pt x="6372" y="2908"/>
                    </a:cubicBezTo>
                    <a:cubicBezTo>
                      <a:pt x="6406" y="473"/>
                      <a:pt x="4938" y="73"/>
                      <a:pt x="4037" y="6"/>
                    </a:cubicBezTo>
                    <a:cubicBezTo>
                      <a:pt x="4003" y="2"/>
                      <a:pt x="3966" y="1"/>
                      <a:pt x="392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15;p24">
                <a:extLst>
                  <a:ext uri="{FF2B5EF4-FFF2-40B4-BE49-F238E27FC236}">
                    <a16:creationId xmlns:a16="http://schemas.microsoft.com/office/drawing/2014/main" id="{80259A6D-FCE0-1757-4B66-AD10C75A1965}"/>
                  </a:ext>
                </a:extLst>
              </p:cNvPr>
              <p:cNvSpPr/>
              <p:nvPr/>
            </p:nvSpPr>
            <p:spPr>
              <a:xfrm>
                <a:off x="5668950" y="4321849"/>
                <a:ext cx="1399442" cy="207155"/>
              </a:xfrm>
              <a:custGeom>
                <a:avLst/>
                <a:gdLst/>
                <a:ahLst/>
                <a:cxnLst/>
                <a:rect l="l" t="t" r="r" b="b"/>
                <a:pathLst>
                  <a:path w="53639" h="7940" extrusionOk="0">
                    <a:moveTo>
                      <a:pt x="3970" y="1"/>
                    </a:moveTo>
                    <a:cubicBezTo>
                      <a:pt x="1768" y="1"/>
                      <a:pt x="0" y="1769"/>
                      <a:pt x="0" y="3970"/>
                    </a:cubicBezTo>
                    <a:cubicBezTo>
                      <a:pt x="0" y="6172"/>
                      <a:pt x="1768" y="7940"/>
                      <a:pt x="3970" y="7940"/>
                    </a:cubicBezTo>
                    <a:lnTo>
                      <a:pt x="49669" y="7940"/>
                    </a:lnTo>
                    <a:cubicBezTo>
                      <a:pt x="51870" y="7940"/>
                      <a:pt x="53638" y="6172"/>
                      <a:pt x="53638" y="3970"/>
                    </a:cubicBezTo>
                    <a:cubicBezTo>
                      <a:pt x="53638" y="1769"/>
                      <a:pt x="51870" y="1"/>
                      <a:pt x="496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16;p24">
                <a:extLst>
                  <a:ext uri="{FF2B5EF4-FFF2-40B4-BE49-F238E27FC236}">
                    <a16:creationId xmlns:a16="http://schemas.microsoft.com/office/drawing/2014/main" id="{0171E80E-D198-2DB9-A7A7-5DC67A4B9A46}"/>
                  </a:ext>
                </a:extLst>
              </p:cNvPr>
              <p:cNvSpPr/>
              <p:nvPr/>
            </p:nvSpPr>
            <p:spPr>
              <a:xfrm>
                <a:off x="5668063" y="4317492"/>
                <a:ext cx="1401190" cy="215869"/>
              </a:xfrm>
              <a:custGeom>
                <a:avLst/>
                <a:gdLst/>
                <a:ahLst/>
                <a:cxnLst/>
                <a:rect l="l" t="t" r="r" b="b"/>
                <a:pathLst>
                  <a:path w="53706" h="8274" extrusionOk="0">
                    <a:moveTo>
                      <a:pt x="49703" y="301"/>
                    </a:moveTo>
                    <a:cubicBezTo>
                      <a:pt x="51771" y="368"/>
                      <a:pt x="53405" y="2069"/>
                      <a:pt x="53405" y="4137"/>
                    </a:cubicBezTo>
                    <a:cubicBezTo>
                      <a:pt x="53405" y="6205"/>
                      <a:pt x="51771" y="7907"/>
                      <a:pt x="49703" y="7973"/>
                    </a:cubicBezTo>
                    <a:lnTo>
                      <a:pt x="4037" y="7973"/>
                    </a:lnTo>
                    <a:cubicBezTo>
                      <a:pt x="1969" y="7907"/>
                      <a:pt x="334" y="6205"/>
                      <a:pt x="334" y="4137"/>
                    </a:cubicBezTo>
                    <a:cubicBezTo>
                      <a:pt x="334" y="2069"/>
                      <a:pt x="1969" y="368"/>
                      <a:pt x="4037" y="301"/>
                    </a:cubicBezTo>
                    <a:close/>
                    <a:moveTo>
                      <a:pt x="4037" y="1"/>
                    </a:moveTo>
                    <a:cubicBezTo>
                      <a:pt x="1802" y="68"/>
                      <a:pt x="1" y="1902"/>
                      <a:pt x="1" y="4137"/>
                    </a:cubicBezTo>
                    <a:cubicBezTo>
                      <a:pt x="1" y="6372"/>
                      <a:pt x="1802" y="8207"/>
                      <a:pt x="4037" y="8274"/>
                    </a:cubicBezTo>
                    <a:lnTo>
                      <a:pt x="49703" y="8274"/>
                    </a:lnTo>
                    <a:cubicBezTo>
                      <a:pt x="51938" y="8207"/>
                      <a:pt x="53706" y="6372"/>
                      <a:pt x="53706" y="4137"/>
                    </a:cubicBezTo>
                    <a:cubicBezTo>
                      <a:pt x="53706" y="1902"/>
                      <a:pt x="51938" y="68"/>
                      <a:pt x="4970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17;p24">
                <a:extLst>
                  <a:ext uri="{FF2B5EF4-FFF2-40B4-BE49-F238E27FC236}">
                    <a16:creationId xmlns:a16="http://schemas.microsoft.com/office/drawing/2014/main" id="{68C04A1F-79C2-EC9D-B1DB-C18B00FEB330}"/>
                  </a:ext>
                </a:extLst>
              </p:cNvPr>
              <p:cNvSpPr/>
              <p:nvPr/>
            </p:nvSpPr>
            <p:spPr>
              <a:xfrm>
                <a:off x="5673281" y="909508"/>
                <a:ext cx="248064" cy="220956"/>
              </a:xfrm>
              <a:custGeom>
                <a:avLst/>
                <a:gdLst/>
                <a:ahLst/>
                <a:cxnLst/>
                <a:rect l="l" t="t" r="r" b="b"/>
                <a:pathLst>
                  <a:path w="9508" h="8469" extrusionOk="0">
                    <a:moveTo>
                      <a:pt x="4711" y="1"/>
                    </a:moveTo>
                    <a:cubicBezTo>
                      <a:pt x="4161" y="1"/>
                      <a:pt x="3604" y="109"/>
                      <a:pt x="3070" y="337"/>
                    </a:cubicBezTo>
                    <a:cubicBezTo>
                      <a:pt x="1035" y="1204"/>
                      <a:pt x="1" y="3472"/>
                      <a:pt x="701" y="5574"/>
                    </a:cubicBezTo>
                    <a:cubicBezTo>
                      <a:pt x="1262" y="7339"/>
                      <a:pt x="2905" y="8469"/>
                      <a:pt x="4701" y="8469"/>
                    </a:cubicBezTo>
                    <a:cubicBezTo>
                      <a:pt x="5044" y="8469"/>
                      <a:pt x="5391" y="8428"/>
                      <a:pt x="5738" y="8342"/>
                    </a:cubicBezTo>
                    <a:cubicBezTo>
                      <a:pt x="6139" y="8242"/>
                      <a:pt x="6572" y="8076"/>
                      <a:pt x="6939" y="7842"/>
                    </a:cubicBezTo>
                    <a:cubicBezTo>
                      <a:pt x="8807" y="6675"/>
                      <a:pt x="9508" y="4273"/>
                      <a:pt x="8474" y="2305"/>
                    </a:cubicBezTo>
                    <a:cubicBezTo>
                      <a:pt x="7736" y="853"/>
                      <a:pt x="6254" y="1"/>
                      <a:pt x="4711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18;p24">
                <a:extLst>
                  <a:ext uri="{FF2B5EF4-FFF2-40B4-BE49-F238E27FC236}">
                    <a16:creationId xmlns:a16="http://schemas.microsoft.com/office/drawing/2014/main" id="{91F68E64-CFE3-95D4-4919-B09F43123AD0}"/>
                  </a:ext>
                </a:extLst>
              </p:cNvPr>
              <p:cNvSpPr/>
              <p:nvPr/>
            </p:nvSpPr>
            <p:spPr>
              <a:xfrm>
                <a:off x="5751600" y="973974"/>
                <a:ext cx="78374" cy="67234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2577" extrusionOk="0">
                    <a:moveTo>
                      <a:pt x="1702" y="1"/>
                    </a:moveTo>
                    <a:cubicBezTo>
                      <a:pt x="568" y="1"/>
                      <a:pt x="1" y="1402"/>
                      <a:pt x="802" y="2202"/>
                    </a:cubicBezTo>
                    <a:cubicBezTo>
                      <a:pt x="1060" y="2461"/>
                      <a:pt x="1382" y="2577"/>
                      <a:pt x="1699" y="2577"/>
                    </a:cubicBezTo>
                    <a:cubicBezTo>
                      <a:pt x="2361" y="2577"/>
                      <a:pt x="3003" y="2069"/>
                      <a:pt x="3003" y="1301"/>
                    </a:cubicBezTo>
                    <a:cubicBezTo>
                      <a:pt x="3003" y="568"/>
                      <a:pt x="2436" y="1"/>
                      <a:pt x="17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19;p24">
                <a:extLst>
                  <a:ext uri="{FF2B5EF4-FFF2-40B4-BE49-F238E27FC236}">
                    <a16:creationId xmlns:a16="http://schemas.microsoft.com/office/drawing/2014/main" id="{B38FDB3E-9872-4107-944C-8A11FB00E10F}"/>
                  </a:ext>
                </a:extLst>
              </p:cNvPr>
              <p:cNvSpPr/>
              <p:nvPr/>
            </p:nvSpPr>
            <p:spPr>
              <a:xfrm>
                <a:off x="5736808" y="1039249"/>
                <a:ext cx="119257" cy="91132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3493" extrusionOk="0">
                    <a:moveTo>
                      <a:pt x="2269" y="0"/>
                    </a:moveTo>
                    <a:cubicBezTo>
                      <a:pt x="1002" y="0"/>
                      <a:pt x="1" y="1068"/>
                      <a:pt x="68" y="2335"/>
                    </a:cubicBezTo>
                    <a:lnTo>
                      <a:pt x="68" y="2869"/>
                    </a:lnTo>
                    <a:cubicBezTo>
                      <a:pt x="737" y="3285"/>
                      <a:pt x="1487" y="3493"/>
                      <a:pt x="2261" y="3493"/>
                    </a:cubicBezTo>
                    <a:cubicBezTo>
                      <a:pt x="2605" y="3493"/>
                      <a:pt x="2954" y="3451"/>
                      <a:pt x="3303" y="3369"/>
                    </a:cubicBezTo>
                    <a:cubicBezTo>
                      <a:pt x="3704" y="3269"/>
                      <a:pt x="4137" y="3103"/>
                      <a:pt x="4504" y="2869"/>
                    </a:cubicBezTo>
                    <a:lnTo>
                      <a:pt x="4504" y="2335"/>
                    </a:lnTo>
                    <a:cubicBezTo>
                      <a:pt x="4571" y="1068"/>
                      <a:pt x="3537" y="0"/>
                      <a:pt x="2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20;p24">
                <a:extLst>
                  <a:ext uri="{FF2B5EF4-FFF2-40B4-BE49-F238E27FC236}">
                    <a16:creationId xmlns:a16="http://schemas.microsoft.com/office/drawing/2014/main" id="{6CA5B2EE-F747-A955-7948-10BE3E6EEC67}"/>
                  </a:ext>
                </a:extLst>
              </p:cNvPr>
              <p:cNvSpPr/>
              <p:nvPr/>
            </p:nvSpPr>
            <p:spPr>
              <a:xfrm>
                <a:off x="5975053" y="1002463"/>
                <a:ext cx="40283" cy="56772"/>
              </a:xfrm>
              <a:custGeom>
                <a:avLst/>
                <a:gdLst/>
                <a:ahLst/>
                <a:cxnLst/>
                <a:rect l="l" t="t" r="r" b="b"/>
                <a:pathLst>
                  <a:path w="1544" h="2176" extrusionOk="0">
                    <a:moveTo>
                      <a:pt x="1376" y="1"/>
                    </a:moveTo>
                    <a:cubicBezTo>
                      <a:pt x="1293" y="1"/>
                      <a:pt x="1210" y="59"/>
                      <a:pt x="1210" y="176"/>
                    </a:cubicBezTo>
                    <a:lnTo>
                      <a:pt x="1210" y="1410"/>
                    </a:lnTo>
                    <a:cubicBezTo>
                      <a:pt x="1247" y="1727"/>
                      <a:pt x="1004" y="1908"/>
                      <a:pt x="770" y="1908"/>
                    </a:cubicBezTo>
                    <a:cubicBezTo>
                      <a:pt x="585" y="1908"/>
                      <a:pt x="405" y="1794"/>
                      <a:pt x="376" y="1544"/>
                    </a:cubicBezTo>
                    <a:cubicBezTo>
                      <a:pt x="337" y="1467"/>
                      <a:pt x="270" y="1435"/>
                      <a:pt x="205" y="1435"/>
                    </a:cubicBezTo>
                    <a:cubicBezTo>
                      <a:pt x="100" y="1435"/>
                      <a:pt x="1" y="1520"/>
                      <a:pt x="42" y="1644"/>
                    </a:cubicBezTo>
                    <a:cubicBezTo>
                      <a:pt x="159" y="2008"/>
                      <a:pt x="460" y="2175"/>
                      <a:pt x="763" y="2175"/>
                    </a:cubicBezTo>
                    <a:cubicBezTo>
                      <a:pt x="1152" y="2175"/>
                      <a:pt x="1543" y="1898"/>
                      <a:pt x="1543" y="1410"/>
                    </a:cubicBezTo>
                    <a:lnTo>
                      <a:pt x="1543" y="176"/>
                    </a:lnTo>
                    <a:cubicBezTo>
                      <a:pt x="1543" y="59"/>
                      <a:pt x="1460" y="1"/>
                      <a:pt x="137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21;p24">
                <a:extLst>
                  <a:ext uri="{FF2B5EF4-FFF2-40B4-BE49-F238E27FC236}">
                    <a16:creationId xmlns:a16="http://schemas.microsoft.com/office/drawing/2014/main" id="{0DF36247-0CEA-6DD3-9C35-A15820363438}"/>
                  </a:ext>
                </a:extLst>
              </p:cNvPr>
              <p:cNvSpPr/>
              <p:nvPr/>
            </p:nvSpPr>
            <p:spPr>
              <a:xfrm>
                <a:off x="6025744" y="1019238"/>
                <a:ext cx="38326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535" extrusionOk="0">
                    <a:moveTo>
                      <a:pt x="734" y="334"/>
                    </a:moveTo>
                    <a:cubicBezTo>
                      <a:pt x="834" y="334"/>
                      <a:pt x="934" y="367"/>
                      <a:pt x="1035" y="434"/>
                    </a:cubicBezTo>
                    <a:cubicBezTo>
                      <a:pt x="1168" y="634"/>
                      <a:pt x="1168" y="901"/>
                      <a:pt x="1035" y="1101"/>
                    </a:cubicBezTo>
                    <a:cubicBezTo>
                      <a:pt x="934" y="1168"/>
                      <a:pt x="834" y="1201"/>
                      <a:pt x="734" y="1201"/>
                    </a:cubicBezTo>
                    <a:cubicBezTo>
                      <a:pt x="634" y="1201"/>
                      <a:pt x="501" y="1168"/>
                      <a:pt x="434" y="1101"/>
                    </a:cubicBezTo>
                    <a:cubicBezTo>
                      <a:pt x="367" y="1001"/>
                      <a:pt x="334" y="901"/>
                      <a:pt x="334" y="767"/>
                    </a:cubicBezTo>
                    <a:cubicBezTo>
                      <a:pt x="334" y="634"/>
                      <a:pt x="367" y="534"/>
                      <a:pt x="434" y="434"/>
                    </a:cubicBezTo>
                    <a:cubicBezTo>
                      <a:pt x="501" y="367"/>
                      <a:pt x="634" y="334"/>
                      <a:pt x="734" y="334"/>
                    </a:cubicBezTo>
                    <a:close/>
                    <a:moveTo>
                      <a:pt x="734" y="0"/>
                    </a:moveTo>
                    <a:cubicBezTo>
                      <a:pt x="534" y="0"/>
                      <a:pt x="334" y="67"/>
                      <a:pt x="201" y="234"/>
                    </a:cubicBezTo>
                    <a:cubicBezTo>
                      <a:pt x="67" y="367"/>
                      <a:pt x="0" y="567"/>
                      <a:pt x="0" y="767"/>
                    </a:cubicBezTo>
                    <a:cubicBezTo>
                      <a:pt x="0" y="967"/>
                      <a:pt x="67" y="1168"/>
                      <a:pt x="201" y="1301"/>
                    </a:cubicBezTo>
                    <a:cubicBezTo>
                      <a:pt x="334" y="1468"/>
                      <a:pt x="534" y="1535"/>
                      <a:pt x="734" y="1535"/>
                    </a:cubicBezTo>
                    <a:cubicBezTo>
                      <a:pt x="934" y="1535"/>
                      <a:pt x="1101" y="1468"/>
                      <a:pt x="1235" y="1301"/>
                    </a:cubicBezTo>
                    <a:cubicBezTo>
                      <a:pt x="1401" y="1168"/>
                      <a:pt x="1468" y="967"/>
                      <a:pt x="1468" y="767"/>
                    </a:cubicBezTo>
                    <a:cubicBezTo>
                      <a:pt x="1468" y="567"/>
                      <a:pt x="1401" y="367"/>
                      <a:pt x="1235" y="234"/>
                    </a:cubicBezTo>
                    <a:cubicBezTo>
                      <a:pt x="1101" y="67"/>
                      <a:pt x="934" y="0"/>
                      <a:pt x="7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322;p24">
                <a:extLst>
                  <a:ext uri="{FF2B5EF4-FFF2-40B4-BE49-F238E27FC236}">
                    <a16:creationId xmlns:a16="http://schemas.microsoft.com/office/drawing/2014/main" id="{FFAFA6E6-4214-0EA7-A28F-036CBA94413E}"/>
                  </a:ext>
                </a:extLst>
              </p:cNvPr>
              <p:cNvSpPr/>
              <p:nvPr/>
            </p:nvSpPr>
            <p:spPr>
              <a:xfrm>
                <a:off x="6071869" y="1018977"/>
                <a:ext cx="40048" cy="40309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545" extrusionOk="0">
                    <a:moveTo>
                      <a:pt x="801" y="344"/>
                    </a:moveTo>
                    <a:cubicBezTo>
                      <a:pt x="901" y="344"/>
                      <a:pt x="1001" y="377"/>
                      <a:pt x="1101" y="444"/>
                    </a:cubicBezTo>
                    <a:cubicBezTo>
                      <a:pt x="1168" y="544"/>
                      <a:pt x="1201" y="644"/>
                      <a:pt x="1201" y="777"/>
                    </a:cubicBezTo>
                    <a:cubicBezTo>
                      <a:pt x="1201" y="911"/>
                      <a:pt x="1168" y="1011"/>
                      <a:pt x="1101" y="1111"/>
                    </a:cubicBezTo>
                    <a:cubicBezTo>
                      <a:pt x="1001" y="1178"/>
                      <a:pt x="901" y="1211"/>
                      <a:pt x="801" y="1211"/>
                    </a:cubicBezTo>
                    <a:cubicBezTo>
                      <a:pt x="701" y="1211"/>
                      <a:pt x="567" y="1178"/>
                      <a:pt x="501" y="1111"/>
                    </a:cubicBezTo>
                    <a:cubicBezTo>
                      <a:pt x="367" y="911"/>
                      <a:pt x="367" y="644"/>
                      <a:pt x="501" y="444"/>
                    </a:cubicBezTo>
                    <a:cubicBezTo>
                      <a:pt x="567" y="377"/>
                      <a:pt x="701" y="344"/>
                      <a:pt x="801" y="344"/>
                    </a:cubicBezTo>
                    <a:close/>
                    <a:moveTo>
                      <a:pt x="792" y="1"/>
                    </a:moveTo>
                    <a:cubicBezTo>
                      <a:pt x="596" y="1"/>
                      <a:pt x="403" y="88"/>
                      <a:pt x="267" y="244"/>
                    </a:cubicBezTo>
                    <a:cubicBezTo>
                      <a:pt x="0" y="544"/>
                      <a:pt x="0" y="1011"/>
                      <a:pt x="267" y="1311"/>
                    </a:cubicBezTo>
                    <a:cubicBezTo>
                      <a:pt x="401" y="1464"/>
                      <a:pt x="589" y="1540"/>
                      <a:pt x="781" y="1540"/>
                    </a:cubicBezTo>
                    <a:cubicBezTo>
                      <a:pt x="926" y="1540"/>
                      <a:pt x="1073" y="1497"/>
                      <a:pt x="1201" y="1411"/>
                    </a:cubicBezTo>
                    <a:cubicBezTo>
                      <a:pt x="1235" y="1478"/>
                      <a:pt x="1301" y="1545"/>
                      <a:pt x="1368" y="1545"/>
                    </a:cubicBezTo>
                    <a:cubicBezTo>
                      <a:pt x="1468" y="1545"/>
                      <a:pt x="1535" y="1478"/>
                      <a:pt x="1535" y="1378"/>
                    </a:cubicBezTo>
                    <a:lnTo>
                      <a:pt x="1535" y="777"/>
                    </a:lnTo>
                    <a:lnTo>
                      <a:pt x="1535" y="177"/>
                    </a:lnTo>
                    <a:cubicBezTo>
                      <a:pt x="1535" y="77"/>
                      <a:pt x="1468" y="10"/>
                      <a:pt x="1368" y="10"/>
                    </a:cubicBezTo>
                    <a:cubicBezTo>
                      <a:pt x="1301" y="10"/>
                      <a:pt x="1235" y="43"/>
                      <a:pt x="1201" y="144"/>
                    </a:cubicBezTo>
                    <a:cubicBezTo>
                      <a:pt x="1076" y="46"/>
                      <a:pt x="933" y="1"/>
                      <a:pt x="79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323;p24">
                <a:extLst>
                  <a:ext uri="{FF2B5EF4-FFF2-40B4-BE49-F238E27FC236}">
                    <a16:creationId xmlns:a16="http://schemas.microsoft.com/office/drawing/2014/main" id="{F3B6A161-C54A-C624-5FCD-372CFBFFFFFA}"/>
                  </a:ext>
                </a:extLst>
              </p:cNvPr>
              <p:cNvSpPr/>
              <p:nvPr/>
            </p:nvSpPr>
            <p:spPr>
              <a:xfrm>
                <a:off x="6126682" y="1019238"/>
                <a:ext cx="33969" cy="40257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543" extrusionOk="0">
                    <a:moveTo>
                      <a:pt x="168" y="0"/>
                    </a:moveTo>
                    <a:cubicBezTo>
                      <a:pt x="101" y="0"/>
                      <a:pt x="1" y="67"/>
                      <a:pt x="1" y="167"/>
                    </a:cubicBezTo>
                    <a:lnTo>
                      <a:pt x="1" y="1368"/>
                    </a:lnTo>
                    <a:cubicBezTo>
                      <a:pt x="1" y="1468"/>
                      <a:pt x="68" y="1535"/>
                      <a:pt x="168" y="1535"/>
                    </a:cubicBezTo>
                    <a:cubicBezTo>
                      <a:pt x="268" y="1535"/>
                      <a:pt x="334" y="1468"/>
                      <a:pt x="334" y="1401"/>
                    </a:cubicBezTo>
                    <a:cubicBezTo>
                      <a:pt x="334" y="1401"/>
                      <a:pt x="334" y="1368"/>
                      <a:pt x="334" y="1368"/>
                    </a:cubicBezTo>
                    <a:lnTo>
                      <a:pt x="334" y="634"/>
                    </a:lnTo>
                    <a:cubicBezTo>
                      <a:pt x="334" y="467"/>
                      <a:pt x="468" y="334"/>
                      <a:pt x="668" y="334"/>
                    </a:cubicBezTo>
                    <a:cubicBezTo>
                      <a:pt x="835" y="334"/>
                      <a:pt x="968" y="467"/>
                      <a:pt x="968" y="634"/>
                    </a:cubicBezTo>
                    <a:lnTo>
                      <a:pt x="968" y="1368"/>
                    </a:lnTo>
                    <a:cubicBezTo>
                      <a:pt x="968" y="1484"/>
                      <a:pt x="1052" y="1543"/>
                      <a:pt x="1135" y="1543"/>
                    </a:cubicBezTo>
                    <a:cubicBezTo>
                      <a:pt x="1218" y="1543"/>
                      <a:pt x="1302" y="1484"/>
                      <a:pt x="1302" y="1368"/>
                    </a:cubicBezTo>
                    <a:lnTo>
                      <a:pt x="1302" y="634"/>
                    </a:lnTo>
                    <a:cubicBezTo>
                      <a:pt x="1302" y="267"/>
                      <a:pt x="1002" y="0"/>
                      <a:pt x="668" y="0"/>
                    </a:cubicBezTo>
                    <a:cubicBezTo>
                      <a:pt x="535" y="0"/>
                      <a:pt x="435" y="33"/>
                      <a:pt x="334" y="100"/>
                    </a:cubicBezTo>
                    <a:cubicBezTo>
                      <a:pt x="301" y="33"/>
                      <a:pt x="234" y="0"/>
                      <a:pt x="1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324;p24">
                <a:extLst>
                  <a:ext uri="{FF2B5EF4-FFF2-40B4-BE49-F238E27FC236}">
                    <a16:creationId xmlns:a16="http://schemas.microsoft.com/office/drawing/2014/main" id="{5EBC5894-CAA3-FCD0-7E8A-6486793FF522}"/>
                  </a:ext>
                </a:extLst>
              </p:cNvPr>
              <p:cNvSpPr/>
              <p:nvPr/>
            </p:nvSpPr>
            <p:spPr>
              <a:xfrm>
                <a:off x="6176304" y="1019238"/>
                <a:ext cx="33969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535" extrusionOk="0">
                    <a:moveTo>
                      <a:pt x="167" y="0"/>
                    </a:moveTo>
                    <a:cubicBezTo>
                      <a:pt x="67" y="0"/>
                      <a:pt x="0" y="67"/>
                      <a:pt x="0" y="167"/>
                    </a:cubicBezTo>
                    <a:lnTo>
                      <a:pt x="0" y="1368"/>
                    </a:lnTo>
                    <a:cubicBezTo>
                      <a:pt x="0" y="1468"/>
                      <a:pt x="67" y="1535"/>
                      <a:pt x="167" y="1535"/>
                    </a:cubicBezTo>
                    <a:cubicBezTo>
                      <a:pt x="234" y="1535"/>
                      <a:pt x="300" y="1468"/>
                      <a:pt x="334" y="1401"/>
                    </a:cubicBezTo>
                    <a:cubicBezTo>
                      <a:pt x="334" y="1401"/>
                      <a:pt x="334" y="1368"/>
                      <a:pt x="334" y="1368"/>
                    </a:cubicBezTo>
                    <a:lnTo>
                      <a:pt x="334" y="634"/>
                    </a:lnTo>
                    <a:cubicBezTo>
                      <a:pt x="334" y="467"/>
                      <a:pt x="467" y="334"/>
                      <a:pt x="634" y="334"/>
                    </a:cubicBezTo>
                    <a:cubicBezTo>
                      <a:pt x="651" y="331"/>
                      <a:pt x="668" y="329"/>
                      <a:pt x="685" y="329"/>
                    </a:cubicBezTo>
                    <a:cubicBezTo>
                      <a:pt x="856" y="329"/>
                      <a:pt x="968" y="482"/>
                      <a:pt x="968" y="634"/>
                    </a:cubicBezTo>
                    <a:lnTo>
                      <a:pt x="968" y="1368"/>
                    </a:lnTo>
                    <a:cubicBezTo>
                      <a:pt x="968" y="1468"/>
                      <a:pt x="1034" y="1535"/>
                      <a:pt x="1134" y="1535"/>
                    </a:cubicBezTo>
                    <a:cubicBezTo>
                      <a:pt x="1234" y="1535"/>
                      <a:pt x="1301" y="1468"/>
                      <a:pt x="1301" y="1368"/>
                    </a:cubicBezTo>
                    <a:lnTo>
                      <a:pt x="1301" y="634"/>
                    </a:lnTo>
                    <a:cubicBezTo>
                      <a:pt x="1301" y="267"/>
                      <a:pt x="1001" y="0"/>
                      <a:pt x="634" y="0"/>
                    </a:cubicBezTo>
                    <a:cubicBezTo>
                      <a:pt x="534" y="0"/>
                      <a:pt x="434" y="33"/>
                      <a:pt x="334" y="100"/>
                    </a:cubicBezTo>
                    <a:cubicBezTo>
                      <a:pt x="300" y="33"/>
                      <a:pt x="234" y="0"/>
                      <a:pt x="1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325;p24">
                <a:extLst>
                  <a:ext uri="{FF2B5EF4-FFF2-40B4-BE49-F238E27FC236}">
                    <a16:creationId xmlns:a16="http://schemas.microsoft.com/office/drawing/2014/main" id="{FEF85A7E-A1AF-A4EE-780D-522ABCC51C29}"/>
                  </a:ext>
                </a:extLst>
              </p:cNvPr>
              <p:cNvSpPr/>
              <p:nvPr/>
            </p:nvSpPr>
            <p:spPr>
              <a:xfrm>
                <a:off x="6222429" y="1019238"/>
                <a:ext cx="40048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535" extrusionOk="0">
                    <a:moveTo>
                      <a:pt x="707" y="295"/>
                    </a:moveTo>
                    <a:cubicBezTo>
                      <a:pt x="726" y="295"/>
                      <a:pt x="747" y="297"/>
                      <a:pt x="767" y="300"/>
                    </a:cubicBezTo>
                    <a:cubicBezTo>
                      <a:pt x="968" y="300"/>
                      <a:pt x="1168" y="434"/>
                      <a:pt x="1234" y="601"/>
                    </a:cubicBezTo>
                    <a:lnTo>
                      <a:pt x="367" y="601"/>
                    </a:lnTo>
                    <a:cubicBezTo>
                      <a:pt x="397" y="421"/>
                      <a:pt x="534" y="295"/>
                      <a:pt x="707" y="295"/>
                    </a:cubicBezTo>
                    <a:close/>
                    <a:moveTo>
                      <a:pt x="767" y="0"/>
                    </a:moveTo>
                    <a:cubicBezTo>
                      <a:pt x="367" y="0"/>
                      <a:pt x="0" y="334"/>
                      <a:pt x="34" y="767"/>
                    </a:cubicBezTo>
                    <a:cubicBezTo>
                      <a:pt x="34" y="1201"/>
                      <a:pt x="367" y="1535"/>
                      <a:pt x="767" y="1535"/>
                    </a:cubicBezTo>
                    <a:cubicBezTo>
                      <a:pt x="968" y="1535"/>
                      <a:pt x="1168" y="1468"/>
                      <a:pt x="1334" y="1334"/>
                    </a:cubicBezTo>
                    <a:cubicBezTo>
                      <a:pt x="1401" y="1268"/>
                      <a:pt x="1401" y="1201"/>
                      <a:pt x="1334" y="1134"/>
                    </a:cubicBezTo>
                    <a:cubicBezTo>
                      <a:pt x="1301" y="1101"/>
                      <a:pt x="1259" y="1084"/>
                      <a:pt x="1218" y="1084"/>
                    </a:cubicBezTo>
                    <a:cubicBezTo>
                      <a:pt x="1176" y="1084"/>
                      <a:pt x="1134" y="1101"/>
                      <a:pt x="1101" y="1134"/>
                    </a:cubicBezTo>
                    <a:cubicBezTo>
                      <a:pt x="1001" y="1201"/>
                      <a:pt x="901" y="1201"/>
                      <a:pt x="767" y="1201"/>
                    </a:cubicBezTo>
                    <a:cubicBezTo>
                      <a:pt x="667" y="1201"/>
                      <a:pt x="567" y="1134"/>
                      <a:pt x="501" y="1068"/>
                    </a:cubicBezTo>
                    <a:cubicBezTo>
                      <a:pt x="434" y="1001"/>
                      <a:pt x="400" y="934"/>
                      <a:pt x="367" y="867"/>
                    </a:cubicBezTo>
                    <a:lnTo>
                      <a:pt x="1368" y="867"/>
                    </a:lnTo>
                    <a:cubicBezTo>
                      <a:pt x="1435" y="867"/>
                      <a:pt x="1501" y="801"/>
                      <a:pt x="1535" y="734"/>
                    </a:cubicBezTo>
                    <a:lnTo>
                      <a:pt x="1535" y="701"/>
                    </a:lnTo>
                    <a:cubicBezTo>
                      <a:pt x="1501" y="300"/>
                      <a:pt x="1168" y="0"/>
                      <a:pt x="7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326;p24">
                <a:extLst>
                  <a:ext uri="{FF2B5EF4-FFF2-40B4-BE49-F238E27FC236}">
                    <a16:creationId xmlns:a16="http://schemas.microsoft.com/office/drawing/2014/main" id="{53C6F4B5-DB6A-126D-266D-B354D3BD5C87}"/>
                  </a:ext>
                </a:extLst>
              </p:cNvPr>
              <p:cNvSpPr/>
              <p:nvPr/>
            </p:nvSpPr>
            <p:spPr>
              <a:xfrm>
                <a:off x="6269415" y="1047936"/>
                <a:ext cx="13958" cy="12210"/>
              </a:xfrm>
              <a:custGeom>
                <a:avLst/>
                <a:gdLst/>
                <a:ahLst/>
                <a:cxnLst/>
                <a:rect l="l" t="t" r="r" b="b"/>
                <a:pathLst>
                  <a:path w="535" h="468" extrusionOk="0">
                    <a:moveTo>
                      <a:pt x="267" y="1"/>
                    </a:moveTo>
                    <a:cubicBezTo>
                      <a:pt x="0" y="34"/>
                      <a:pt x="0" y="435"/>
                      <a:pt x="267" y="468"/>
                    </a:cubicBezTo>
                    <a:cubicBezTo>
                      <a:pt x="534" y="435"/>
                      <a:pt x="534" y="34"/>
                      <a:pt x="2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327;p24">
                <a:extLst>
                  <a:ext uri="{FF2B5EF4-FFF2-40B4-BE49-F238E27FC236}">
                    <a16:creationId xmlns:a16="http://schemas.microsoft.com/office/drawing/2014/main" id="{34D6E3B8-CA97-BF96-7BF2-10F150CCD59A}"/>
                  </a:ext>
                </a:extLst>
              </p:cNvPr>
              <p:cNvSpPr/>
              <p:nvPr/>
            </p:nvSpPr>
            <p:spPr>
              <a:xfrm>
                <a:off x="6285956" y="1002463"/>
                <a:ext cx="23507" cy="5768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2211" extrusionOk="0">
                    <a:moveTo>
                      <a:pt x="467" y="1"/>
                    </a:moveTo>
                    <a:cubicBezTo>
                      <a:pt x="384" y="1"/>
                      <a:pt x="300" y="59"/>
                      <a:pt x="300" y="176"/>
                    </a:cubicBezTo>
                    <a:lnTo>
                      <a:pt x="300" y="643"/>
                    </a:lnTo>
                    <a:lnTo>
                      <a:pt x="200" y="643"/>
                    </a:lnTo>
                    <a:cubicBezTo>
                      <a:pt x="0" y="676"/>
                      <a:pt x="0" y="943"/>
                      <a:pt x="200" y="977"/>
                    </a:cubicBezTo>
                    <a:lnTo>
                      <a:pt x="300" y="977"/>
                    </a:lnTo>
                    <a:lnTo>
                      <a:pt x="300" y="1844"/>
                    </a:lnTo>
                    <a:cubicBezTo>
                      <a:pt x="267" y="2044"/>
                      <a:pt x="434" y="2211"/>
                      <a:pt x="634" y="2211"/>
                    </a:cubicBezTo>
                    <a:cubicBezTo>
                      <a:pt x="734" y="2211"/>
                      <a:pt x="801" y="2111"/>
                      <a:pt x="801" y="2044"/>
                    </a:cubicBezTo>
                    <a:cubicBezTo>
                      <a:pt x="801" y="1944"/>
                      <a:pt x="734" y="1844"/>
                      <a:pt x="634" y="1844"/>
                    </a:cubicBezTo>
                    <a:lnTo>
                      <a:pt x="634" y="1010"/>
                    </a:lnTo>
                    <a:lnTo>
                      <a:pt x="701" y="1010"/>
                    </a:lnTo>
                    <a:cubicBezTo>
                      <a:pt x="801" y="1010"/>
                      <a:pt x="868" y="910"/>
                      <a:pt x="868" y="843"/>
                    </a:cubicBezTo>
                    <a:cubicBezTo>
                      <a:pt x="901" y="710"/>
                      <a:pt x="801" y="643"/>
                      <a:pt x="701" y="643"/>
                    </a:cubicBezTo>
                    <a:lnTo>
                      <a:pt x="634" y="643"/>
                    </a:lnTo>
                    <a:lnTo>
                      <a:pt x="634" y="176"/>
                    </a:lnTo>
                    <a:cubicBezTo>
                      <a:pt x="634" y="59"/>
                      <a:pt x="551" y="1"/>
                      <a:pt x="4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328;p24">
                <a:extLst>
                  <a:ext uri="{FF2B5EF4-FFF2-40B4-BE49-F238E27FC236}">
                    <a16:creationId xmlns:a16="http://schemas.microsoft.com/office/drawing/2014/main" id="{35B0139D-56BC-B790-6D23-D3E4E3736D6A}"/>
                  </a:ext>
                </a:extLst>
              </p:cNvPr>
              <p:cNvSpPr/>
              <p:nvPr/>
            </p:nvSpPr>
            <p:spPr>
              <a:xfrm>
                <a:off x="6366884" y="1002880"/>
                <a:ext cx="40048" cy="56407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2162" extrusionOk="0">
                    <a:moveTo>
                      <a:pt x="714" y="1"/>
                    </a:moveTo>
                    <a:cubicBezTo>
                      <a:pt x="529" y="1"/>
                      <a:pt x="342" y="67"/>
                      <a:pt x="201" y="193"/>
                    </a:cubicBezTo>
                    <a:lnTo>
                      <a:pt x="134" y="294"/>
                    </a:lnTo>
                    <a:cubicBezTo>
                      <a:pt x="34" y="360"/>
                      <a:pt x="34" y="460"/>
                      <a:pt x="134" y="527"/>
                    </a:cubicBezTo>
                    <a:cubicBezTo>
                      <a:pt x="151" y="560"/>
                      <a:pt x="192" y="577"/>
                      <a:pt x="238" y="577"/>
                    </a:cubicBezTo>
                    <a:cubicBezTo>
                      <a:pt x="284" y="577"/>
                      <a:pt x="334" y="560"/>
                      <a:pt x="367" y="527"/>
                    </a:cubicBezTo>
                    <a:lnTo>
                      <a:pt x="434" y="427"/>
                    </a:lnTo>
                    <a:cubicBezTo>
                      <a:pt x="534" y="360"/>
                      <a:pt x="634" y="327"/>
                      <a:pt x="734" y="327"/>
                    </a:cubicBezTo>
                    <a:cubicBezTo>
                      <a:pt x="834" y="327"/>
                      <a:pt x="934" y="394"/>
                      <a:pt x="1001" y="460"/>
                    </a:cubicBezTo>
                    <a:cubicBezTo>
                      <a:pt x="1068" y="527"/>
                      <a:pt x="1135" y="627"/>
                      <a:pt x="1135" y="727"/>
                    </a:cubicBezTo>
                    <a:cubicBezTo>
                      <a:pt x="1135" y="861"/>
                      <a:pt x="1068" y="961"/>
                      <a:pt x="1001" y="1027"/>
                    </a:cubicBezTo>
                    <a:lnTo>
                      <a:pt x="67" y="1861"/>
                    </a:lnTo>
                    <a:cubicBezTo>
                      <a:pt x="0" y="1928"/>
                      <a:pt x="0" y="2028"/>
                      <a:pt x="67" y="2095"/>
                    </a:cubicBezTo>
                    <a:cubicBezTo>
                      <a:pt x="101" y="2128"/>
                      <a:pt x="167" y="2162"/>
                      <a:pt x="201" y="2162"/>
                    </a:cubicBezTo>
                    <a:lnTo>
                      <a:pt x="1301" y="2162"/>
                    </a:lnTo>
                    <a:cubicBezTo>
                      <a:pt x="1401" y="2162"/>
                      <a:pt x="1502" y="2095"/>
                      <a:pt x="1502" y="1995"/>
                    </a:cubicBezTo>
                    <a:cubicBezTo>
                      <a:pt x="1502" y="1908"/>
                      <a:pt x="1426" y="1821"/>
                      <a:pt x="1320" y="1821"/>
                    </a:cubicBezTo>
                    <a:cubicBezTo>
                      <a:pt x="1303" y="1821"/>
                      <a:pt x="1286" y="1823"/>
                      <a:pt x="1268" y="1828"/>
                    </a:cubicBezTo>
                    <a:lnTo>
                      <a:pt x="634" y="1828"/>
                    </a:lnTo>
                    <a:lnTo>
                      <a:pt x="1201" y="1294"/>
                    </a:lnTo>
                    <a:cubicBezTo>
                      <a:pt x="1502" y="1027"/>
                      <a:pt x="1535" y="560"/>
                      <a:pt x="1268" y="260"/>
                    </a:cubicBezTo>
                    <a:cubicBezTo>
                      <a:pt x="1127" y="84"/>
                      <a:pt x="921" y="1"/>
                      <a:pt x="71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329;p24">
                <a:extLst>
                  <a:ext uri="{FF2B5EF4-FFF2-40B4-BE49-F238E27FC236}">
                    <a16:creationId xmlns:a16="http://schemas.microsoft.com/office/drawing/2014/main" id="{C9DB94AA-982B-CCAE-9B58-8BE2F0836F0E}"/>
                  </a:ext>
                </a:extLst>
              </p:cNvPr>
              <p:cNvSpPr/>
              <p:nvPr/>
            </p:nvSpPr>
            <p:spPr>
              <a:xfrm>
                <a:off x="6419088" y="1003115"/>
                <a:ext cx="35717" cy="56380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161" extrusionOk="0">
                    <a:moveTo>
                      <a:pt x="184" y="1"/>
                    </a:moveTo>
                    <a:cubicBezTo>
                      <a:pt x="101" y="1"/>
                      <a:pt x="18" y="51"/>
                      <a:pt x="1" y="151"/>
                    </a:cubicBezTo>
                    <a:lnTo>
                      <a:pt x="1" y="1986"/>
                    </a:lnTo>
                    <a:cubicBezTo>
                      <a:pt x="1" y="1986"/>
                      <a:pt x="1" y="2019"/>
                      <a:pt x="1" y="2019"/>
                    </a:cubicBezTo>
                    <a:cubicBezTo>
                      <a:pt x="16" y="2111"/>
                      <a:pt x="88" y="2154"/>
                      <a:pt x="160" y="2154"/>
                    </a:cubicBezTo>
                    <a:cubicBezTo>
                      <a:pt x="246" y="2154"/>
                      <a:pt x="334" y="2094"/>
                      <a:pt x="334" y="1986"/>
                    </a:cubicBezTo>
                    <a:lnTo>
                      <a:pt x="368" y="1285"/>
                    </a:lnTo>
                    <a:cubicBezTo>
                      <a:pt x="334" y="1118"/>
                      <a:pt x="501" y="952"/>
                      <a:pt x="668" y="952"/>
                    </a:cubicBezTo>
                    <a:cubicBezTo>
                      <a:pt x="868" y="952"/>
                      <a:pt x="1002" y="1118"/>
                      <a:pt x="1002" y="1285"/>
                    </a:cubicBezTo>
                    <a:lnTo>
                      <a:pt x="1002" y="1986"/>
                    </a:lnTo>
                    <a:cubicBezTo>
                      <a:pt x="1002" y="2102"/>
                      <a:pt x="1093" y="2161"/>
                      <a:pt x="1185" y="2161"/>
                    </a:cubicBezTo>
                    <a:cubicBezTo>
                      <a:pt x="1277" y="2161"/>
                      <a:pt x="1369" y="2102"/>
                      <a:pt x="1369" y="1986"/>
                    </a:cubicBezTo>
                    <a:lnTo>
                      <a:pt x="1369" y="1285"/>
                    </a:lnTo>
                    <a:cubicBezTo>
                      <a:pt x="1369" y="918"/>
                      <a:pt x="1068" y="618"/>
                      <a:pt x="668" y="618"/>
                    </a:cubicBezTo>
                    <a:cubicBezTo>
                      <a:pt x="568" y="618"/>
                      <a:pt x="468" y="651"/>
                      <a:pt x="368" y="685"/>
                    </a:cubicBezTo>
                    <a:lnTo>
                      <a:pt x="368" y="151"/>
                    </a:lnTo>
                    <a:cubicBezTo>
                      <a:pt x="351" y="51"/>
                      <a:pt x="268" y="1"/>
                      <a:pt x="18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330;p24">
                <a:extLst>
                  <a:ext uri="{FF2B5EF4-FFF2-40B4-BE49-F238E27FC236}">
                    <a16:creationId xmlns:a16="http://schemas.microsoft.com/office/drawing/2014/main" id="{C082F3BF-8C63-7E8C-6A9D-E276C504C51C}"/>
                  </a:ext>
                </a:extLst>
              </p:cNvPr>
              <p:cNvSpPr/>
              <p:nvPr/>
            </p:nvSpPr>
            <p:spPr>
              <a:xfrm>
                <a:off x="5673281" y="3480974"/>
                <a:ext cx="247203" cy="220747"/>
              </a:xfrm>
              <a:custGeom>
                <a:avLst/>
                <a:gdLst/>
                <a:ahLst/>
                <a:cxnLst/>
                <a:rect l="l" t="t" r="r" b="b"/>
                <a:pathLst>
                  <a:path w="9475" h="8461" extrusionOk="0">
                    <a:moveTo>
                      <a:pt x="4737" y="1"/>
                    </a:moveTo>
                    <a:cubicBezTo>
                      <a:pt x="4179" y="1"/>
                      <a:pt x="3612" y="111"/>
                      <a:pt x="3070" y="342"/>
                    </a:cubicBezTo>
                    <a:cubicBezTo>
                      <a:pt x="1035" y="1176"/>
                      <a:pt x="1" y="3444"/>
                      <a:pt x="701" y="5546"/>
                    </a:cubicBezTo>
                    <a:cubicBezTo>
                      <a:pt x="1295" y="7327"/>
                      <a:pt x="2943" y="8461"/>
                      <a:pt x="4751" y="8461"/>
                    </a:cubicBezTo>
                    <a:cubicBezTo>
                      <a:pt x="5077" y="8461"/>
                      <a:pt x="5408" y="8424"/>
                      <a:pt x="5738" y="8348"/>
                    </a:cubicBezTo>
                    <a:cubicBezTo>
                      <a:pt x="6139" y="8215"/>
                      <a:pt x="6572" y="8048"/>
                      <a:pt x="6939" y="7814"/>
                    </a:cubicBezTo>
                    <a:cubicBezTo>
                      <a:pt x="8807" y="6647"/>
                      <a:pt x="9474" y="4245"/>
                      <a:pt x="8474" y="2277"/>
                    </a:cubicBezTo>
                    <a:cubicBezTo>
                      <a:pt x="7740" y="834"/>
                      <a:pt x="6271" y="1"/>
                      <a:pt x="473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331;p24">
                <a:extLst>
                  <a:ext uri="{FF2B5EF4-FFF2-40B4-BE49-F238E27FC236}">
                    <a16:creationId xmlns:a16="http://schemas.microsoft.com/office/drawing/2014/main" id="{8A5FC33A-7A58-8F50-8BAA-F2B53E16A92C}"/>
                  </a:ext>
                </a:extLst>
              </p:cNvPr>
              <p:cNvSpPr/>
              <p:nvPr/>
            </p:nvSpPr>
            <p:spPr>
              <a:xfrm>
                <a:off x="5751600" y="3544709"/>
                <a:ext cx="78374" cy="67625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2592" extrusionOk="0">
                    <a:moveTo>
                      <a:pt x="1702" y="1"/>
                    </a:moveTo>
                    <a:cubicBezTo>
                      <a:pt x="568" y="1"/>
                      <a:pt x="1" y="1402"/>
                      <a:pt x="802" y="2202"/>
                    </a:cubicBezTo>
                    <a:cubicBezTo>
                      <a:pt x="1061" y="2472"/>
                      <a:pt x="1382" y="2592"/>
                      <a:pt x="1699" y="2592"/>
                    </a:cubicBezTo>
                    <a:cubicBezTo>
                      <a:pt x="2362" y="2592"/>
                      <a:pt x="3003" y="2069"/>
                      <a:pt x="3003" y="1302"/>
                    </a:cubicBezTo>
                    <a:cubicBezTo>
                      <a:pt x="3003" y="601"/>
                      <a:pt x="2436" y="1"/>
                      <a:pt x="17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332;p24">
                <a:extLst>
                  <a:ext uri="{FF2B5EF4-FFF2-40B4-BE49-F238E27FC236}">
                    <a16:creationId xmlns:a16="http://schemas.microsoft.com/office/drawing/2014/main" id="{6A85069B-2E6C-D65F-0E6F-8D1DC3CC8190}"/>
                  </a:ext>
                </a:extLst>
              </p:cNvPr>
              <p:cNvSpPr/>
              <p:nvPr/>
            </p:nvSpPr>
            <p:spPr>
              <a:xfrm>
                <a:off x="5736808" y="3610845"/>
                <a:ext cx="119257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3486" extrusionOk="0">
                    <a:moveTo>
                      <a:pt x="2269" y="1"/>
                    </a:moveTo>
                    <a:cubicBezTo>
                      <a:pt x="1002" y="1"/>
                      <a:pt x="1" y="1035"/>
                      <a:pt x="68" y="2303"/>
                    </a:cubicBezTo>
                    <a:lnTo>
                      <a:pt x="68" y="2836"/>
                    </a:lnTo>
                    <a:cubicBezTo>
                      <a:pt x="753" y="3261"/>
                      <a:pt x="1521" y="3486"/>
                      <a:pt x="2315" y="3486"/>
                    </a:cubicBezTo>
                    <a:cubicBezTo>
                      <a:pt x="2641" y="3486"/>
                      <a:pt x="2972" y="3448"/>
                      <a:pt x="3303" y="3370"/>
                    </a:cubicBezTo>
                    <a:cubicBezTo>
                      <a:pt x="3704" y="3237"/>
                      <a:pt x="4137" y="3070"/>
                      <a:pt x="4504" y="2836"/>
                    </a:cubicBezTo>
                    <a:lnTo>
                      <a:pt x="4504" y="2303"/>
                    </a:lnTo>
                    <a:cubicBezTo>
                      <a:pt x="4571" y="1035"/>
                      <a:pt x="3537" y="1"/>
                      <a:pt x="22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333;p24">
                <a:extLst>
                  <a:ext uri="{FF2B5EF4-FFF2-40B4-BE49-F238E27FC236}">
                    <a16:creationId xmlns:a16="http://schemas.microsoft.com/office/drawing/2014/main" id="{7C77A9C9-5462-485F-6421-13DA83D89895}"/>
                  </a:ext>
                </a:extLst>
              </p:cNvPr>
              <p:cNvSpPr/>
              <p:nvPr/>
            </p:nvSpPr>
            <p:spPr>
              <a:xfrm>
                <a:off x="5977870" y="3500671"/>
                <a:ext cx="50510" cy="57998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2223" extrusionOk="0">
                    <a:moveTo>
                      <a:pt x="1134" y="0"/>
                    </a:moveTo>
                    <a:cubicBezTo>
                      <a:pt x="552" y="0"/>
                      <a:pt x="1" y="461"/>
                      <a:pt x="1" y="1122"/>
                    </a:cubicBezTo>
                    <a:cubicBezTo>
                      <a:pt x="1" y="1755"/>
                      <a:pt x="535" y="2222"/>
                      <a:pt x="1135" y="2222"/>
                    </a:cubicBezTo>
                    <a:cubicBezTo>
                      <a:pt x="1402" y="2222"/>
                      <a:pt x="1635" y="2122"/>
                      <a:pt x="1835" y="1989"/>
                    </a:cubicBezTo>
                    <a:cubicBezTo>
                      <a:pt x="1869" y="1956"/>
                      <a:pt x="1902" y="1922"/>
                      <a:pt x="1902" y="1889"/>
                    </a:cubicBezTo>
                    <a:lnTo>
                      <a:pt x="1902" y="1856"/>
                    </a:lnTo>
                    <a:lnTo>
                      <a:pt x="1902" y="1155"/>
                    </a:lnTo>
                    <a:cubicBezTo>
                      <a:pt x="1902" y="1055"/>
                      <a:pt x="1835" y="988"/>
                      <a:pt x="1735" y="988"/>
                    </a:cubicBezTo>
                    <a:lnTo>
                      <a:pt x="1102" y="988"/>
                    </a:lnTo>
                    <a:cubicBezTo>
                      <a:pt x="1002" y="988"/>
                      <a:pt x="935" y="1055"/>
                      <a:pt x="935" y="1155"/>
                    </a:cubicBezTo>
                    <a:cubicBezTo>
                      <a:pt x="935" y="1255"/>
                      <a:pt x="1002" y="1322"/>
                      <a:pt x="1102" y="1355"/>
                    </a:cubicBezTo>
                    <a:lnTo>
                      <a:pt x="1569" y="1355"/>
                    </a:lnTo>
                    <a:lnTo>
                      <a:pt x="1569" y="1755"/>
                    </a:lnTo>
                    <a:cubicBezTo>
                      <a:pt x="1435" y="1822"/>
                      <a:pt x="1268" y="1856"/>
                      <a:pt x="1135" y="1889"/>
                    </a:cubicBezTo>
                    <a:cubicBezTo>
                      <a:pt x="935" y="1889"/>
                      <a:pt x="735" y="1789"/>
                      <a:pt x="568" y="1655"/>
                    </a:cubicBezTo>
                    <a:cubicBezTo>
                      <a:pt x="268" y="1355"/>
                      <a:pt x="268" y="855"/>
                      <a:pt x="568" y="588"/>
                    </a:cubicBezTo>
                    <a:cubicBezTo>
                      <a:pt x="735" y="421"/>
                      <a:pt x="935" y="354"/>
                      <a:pt x="1135" y="354"/>
                    </a:cubicBezTo>
                    <a:cubicBezTo>
                      <a:pt x="1302" y="354"/>
                      <a:pt x="1469" y="421"/>
                      <a:pt x="1635" y="521"/>
                    </a:cubicBezTo>
                    <a:cubicBezTo>
                      <a:pt x="1661" y="547"/>
                      <a:pt x="1691" y="558"/>
                      <a:pt x="1723" y="558"/>
                    </a:cubicBezTo>
                    <a:cubicBezTo>
                      <a:pt x="1774" y="558"/>
                      <a:pt x="1828" y="529"/>
                      <a:pt x="1869" y="488"/>
                    </a:cubicBezTo>
                    <a:cubicBezTo>
                      <a:pt x="1936" y="421"/>
                      <a:pt x="1902" y="288"/>
                      <a:pt x="1835" y="254"/>
                    </a:cubicBezTo>
                    <a:cubicBezTo>
                      <a:pt x="1621" y="79"/>
                      <a:pt x="1375" y="0"/>
                      <a:pt x="11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334;p24">
                <a:extLst>
                  <a:ext uri="{FF2B5EF4-FFF2-40B4-BE49-F238E27FC236}">
                    <a16:creationId xmlns:a16="http://schemas.microsoft.com/office/drawing/2014/main" id="{E9759B61-7D00-E13F-3923-3C2C2E0E8A89}"/>
                  </a:ext>
                </a:extLst>
              </p:cNvPr>
              <p:cNvSpPr/>
              <p:nvPr/>
            </p:nvSpPr>
            <p:spPr>
              <a:xfrm>
                <a:off x="6041397" y="3518620"/>
                <a:ext cx="38326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535" extrusionOk="0">
                    <a:moveTo>
                      <a:pt x="735" y="334"/>
                    </a:moveTo>
                    <a:cubicBezTo>
                      <a:pt x="868" y="334"/>
                      <a:pt x="968" y="367"/>
                      <a:pt x="1035" y="467"/>
                    </a:cubicBezTo>
                    <a:cubicBezTo>
                      <a:pt x="1102" y="534"/>
                      <a:pt x="1135" y="634"/>
                      <a:pt x="1135" y="767"/>
                    </a:cubicBezTo>
                    <a:cubicBezTo>
                      <a:pt x="1135" y="901"/>
                      <a:pt x="1102" y="1001"/>
                      <a:pt x="1035" y="1101"/>
                    </a:cubicBezTo>
                    <a:cubicBezTo>
                      <a:pt x="935" y="1168"/>
                      <a:pt x="835" y="1201"/>
                      <a:pt x="735" y="1201"/>
                    </a:cubicBezTo>
                    <a:cubicBezTo>
                      <a:pt x="635" y="1201"/>
                      <a:pt x="535" y="1168"/>
                      <a:pt x="468" y="1101"/>
                    </a:cubicBezTo>
                    <a:cubicBezTo>
                      <a:pt x="368" y="1001"/>
                      <a:pt x="334" y="901"/>
                      <a:pt x="334" y="767"/>
                    </a:cubicBezTo>
                    <a:cubicBezTo>
                      <a:pt x="334" y="634"/>
                      <a:pt x="368" y="534"/>
                      <a:pt x="468" y="467"/>
                    </a:cubicBezTo>
                    <a:cubicBezTo>
                      <a:pt x="535" y="367"/>
                      <a:pt x="635" y="334"/>
                      <a:pt x="735" y="334"/>
                    </a:cubicBezTo>
                    <a:close/>
                    <a:moveTo>
                      <a:pt x="735" y="0"/>
                    </a:moveTo>
                    <a:cubicBezTo>
                      <a:pt x="535" y="0"/>
                      <a:pt x="334" y="67"/>
                      <a:pt x="201" y="234"/>
                    </a:cubicBezTo>
                    <a:cubicBezTo>
                      <a:pt x="68" y="367"/>
                      <a:pt x="1" y="567"/>
                      <a:pt x="1" y="767"/>
                    </a:cubicBezTo>
                    <a:cubicBezTo>
                      <a:pt x="1" y="967"/>
                      <a:pt x="68" y="1168"/>
                      <a:pt x="201" y="1301"/>
                    </a:cubicBezTo>
                    <a:cubicBezTo>
                      <a:pt x="334" y="1468"/>
                      <a:pt x="535" y="1534"/>
                      <a:pt x="735" y="1534"/>
                    </a:cubicBezTo>
                    <a:cubicBezTo>
                      <a:pt x="868" y="1534"/>
                      <a:pt x="1035" y="1501"/>
                      <a:pt x="1168" y="1401"/>
                    </a:cubicBezTo>
                    <a:cubicBezTo>
                      <a:pt x="1168" y="1468"/>
                      <a:pt x="1235" y="1534"/>
                      <a:pt x="1302" y="1534"/>
                    </a:cubicBezTo>
                    <a:cubicBezTo>
                      <a:pt x="1402" y="1534"/>
                      <a:pt x="1469" y="1468"/>
                      <a:pt x="1469" y="1368"/>
                    </a:cubicBezTo>
                    <a:lnTo>
                      <a:pt x="1469" y="767"/>
                    </a:lnTo>
                    <a:lnTo>
                      <a:pt x="1469" y="167"/>
                    </a:lnTo>
                    <a:cubicBezTo>
                      <a:pt x="1469" y="67"/>
                      <a:pt x="1402" y="0"/>
                      <a:pt x="1302" y="0"/>
                    </a:cubicBezTo>
                    <a:cubicBezTo>
                      <a:pt x="1235" y="0"/>
                      <a:pt x="1168" y="67"/>
                      <a:pt x="1168" y="133"/>
                    </a:cubicBezTo>
                    <a:cubicBezTo>
                      <a:pt x="1035" y="33"/>
                      <a:pt x="902" y="0"/>
                      <a:pt x="73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335;p24">
                <a:extLst>
                  <a:ext uri="{FF2B5EF4-FFF2-40B4-BE49-F238E27FC236}">
                    <a16:creationId xmlns:a16="http://schemas.microsoft.com/office/drawing/2014/main" id="{09F4755B-B70A-33CD-5869-0E2D8788DFD2}"/>
                  </a:ext>
                </a:extLst>
              </p:cNvPr>
              <p:cNvSpPr/>
              <p:nvPr/>
            </p:nvSpPr>
            <p:spPr>
              <a:xfrm>
                <a:off x="6096236" y="3502497"/>
                <a:ext cx="42553" cy="56380"/>
              </a:xfrm>
              <a:custGeom>
                <a:avLst/>
                <a:gdLst/>
                <a:ahLst/>
                <a:cxnLst/>
                <a:rect l="l" t="t" r="r" b="b"/>
                <a:pathLst>
                  <a:path w="1631" h="2161" extrusionOk="0">
                    <a:moveTo>
                      <a:pt x="734" y="952"/>
                    </a:moveTo>
                    <a:cubicBezTo>
                      <a:pt x="834" y="952"/>
                      <a:pt x="934" y="985"/>
                      <a:pt x="1034" y="1085"/>
                    </a:cubicBezTo>
                    <a:cubicBezTo>
                      <a:pt x="1201" y="1252"/>
                      <a:pt x="1201" y="1519"/>
                      <a:pt x="1034" y="1685"/>
                    </a:cubicBezTo>
                    <a:cubicBezTo>
                      <a:pt x="934" y="1786"/>
                      <a:pt x="834" y="1819"/>
                      <a:pt x="734" y="1819"/>
                    </a:cubicBezTo>
                    <a:cubicBezTo>
                      <a:pt x="634" y="1819"/>
                      <a:pt x="534" y="1786"/>
                      <a:pt x="434" y="1685"/>
                    </a:cubicBezTo>
                    <a:cubicBezTo>
                      <a:pt x="367" y="1619"/>
                      <a:pt x="334" y="1485"/>
                      <a:pt x="334" y="1385"/>
                    </a:cubicBezTo>
                    <a:cubicBezTo>
                      <a:pt x="334" y="1285"/>
                      <a:pt x="367" y="1152"/>
                      <a:pt x="434" y="1085"/>
                    </a:cubicBezTo>
                    <a:cubicBezTo>
                      <a:pt x="534" y="985"/>
                      <a:pt x="634" y="952"/>
                      <a:pt x="734" y="952"/>
                    </a:cubicBezTo>
                    <a:close/>
                    <a:moveTo>
                      <a:pt x="167" y="1"/>
                    </a:moveTo>
                    <a:cubicBezTo>
                      <a:pt x="84" y="1"/>
                      <a:pt x="0" y="51"/>
                      <a:pt x="0" y="151"/>
                    </a:cubicBezTo>
                    <a:lnTo>
                      <a:pt x="0" y="1385"/>
                    </a:lnTo>
                    <a:lnTo>
                      <a:pt x="0" y="1986"/>
                    </a:lnTo>
                    <a:cubicBezTo>
                      <a:pt x="0" y="2094"/>
                      <a:pt x="79" y="2153"/>
                      <a:pt x="161" y="2153"/>
                    </a:cubicBezTo>
                    <a:cubicBezTo>
                      <a:pt x="231" y="2153"/>
                      <a:pt x="303" y="2111"/>
                      <a:pt x="334" y="2019"/>
                    </a:cubicBezTo>
                    <a:cubicBezTo>
                      <a:pt x="473" y="2115"/>
                      <a:pt x="629" y="2160"/>
                      <a:pt x="782" y="2160"/>
                    </a:cubicBezTo>
                    <a:cubicBezTo>
                      <a:pt x="1105" y="2160"/>
                      <a:pt x="1411" y="1959"/>
                      <a:pt x="1501" y="1619"/>
                    </a:cubicBezTo>
                    <a:cubicBezTo>
                      <a:pt x="1631" y="1102"/>
                      <a:pt x="1291" y="616"/>
                      <a:pt x="785" y="616"/>
                    </a:cubicBezTo>
                    <a:cubicBezTo>
                      <a:pt x="768" y="616"/>
                      <a:pt x="751" y="617"/>
                      <a:pt x="734" y="618"/>
                    </a:cubicBezTo>
                    <a:cubicBezTo>
                      <a:pt x="601" y="618"/>
                      <a:pt x="434" y="651"/>
                      <a:pt x="334" y="751"/>
                    </a:cubicBezTo>
                    <a:lnTo>
                      <a:pt x="334" y="151"/>
                    </a:lnTo>
                    <a:cubicBezTo>
                      <a:pt x="334" y="51"/>
                      <a:pt x="251" y="1"/>
                      <a:pt x="1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336;p24">
                <a:extLst>
                  <a:ext uri="{FF2B5EF4-FFF2-40B4-BE49-F238E27FC236}">
                    <a16:creationId xmlns:a16="http://schemas.microsoft.com/office/drawing/2014/main" id="{BE5C7BA7-463D-B823-1054-21ACED395B87}"/>
                  </a:ext>
                </a:extLst>
              </p:cNvPr>
              <p:cNvSpPr/>
              <p:nvPr/>
            </p:nvSpPr>
            <p:spPr>
              <a:xfrm>
                <a:off x="6143223" y="3518620"/>
                <a:ext cx="33969" cy="53980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2069" extrusionOk="0">
                    <a:moveTo>
                      <a:pt x="167" y="0"/>
                    </a:moveTo>
                    <a:cubicBezTo>
                      <a:pt x="101" y="0"/>
                      <a:pt x="34" y="67"/>
                      <a:pt x="34" y="167"/>
                    </a:cubicBezTo>
                    <a:lnTo>
                      <a:pt x="34" y="901"/>
                    </a:lnTo>
                    <a:cubicBezTo>
                      <a:pt x="1" y="1234"/>
                      <a:pt x="301" y="1534"/>
                      <a:pt x="668" y="1534"/>
                    </a:cubicBezTo>
                    <a:cubicBezTo>
                      <a:pt x="768" y="1534"/>
                      <a:pt x="868" y="1501"/>
                      <a:pt x="968" y="1468"/>
                    </a:cubicBezTo>
                    <a:lnTo>
                      <a:pt x="968" y="1468"/>
                    </a:lnTo>
                    <a:cubicBezTo>
                      <a:pt x="901" y="1635"/>
                      <a:pt x="735" y="1735"/>
                      <a:pt x="568" y="1735"/>
                    </a:cubicBezTo>
                    <a:cubicBezTo>
                      <a:pt x="501" y="1735"/>
                      <a:pt x="434" y="1735"/>
                      <a:pt x="401" y="1701"/>
                    </a:cubicBezTo>
                    <a:cubicBezTo>
                      <a:pt x="374" y="1692"/>
                      <a:pt x="347" y="1688"/>
                      <a:pt x="322" y="1688"/>
                    </a:cubicBezTo>
                    <a:cubicBezTo>
                      <a:pt x="252" y="1688"/>
                      <a:pt x="192" y="1719"/>
                      <a:pt x="167" y="1768"/>
                    </a:cubicBezTo>
                    <a:cubicBezTo>
                      <a:pt x="134" y="1835"/>
                      <a:pt x="167" y="1935"/>
                      <a:pt x="268" y="2001"/>
                    </a:cubicBezTo>
                    <a:cubicBezTo>
                      <a:pt x="368" y="2035"/>
                      <a:pt x="468" y="2068"/>
                      <a:pt x="568" y="2068"/>
                    </a:cubicBezTo>
                    <a:cubicBezTo>
                      <a:pt x="968" y="2068"/>
                      <a:pt x="1302" y="1735"/>
                      <a:pt x="1302" y="1334"/>
                    </a:cubicBezTo>
                    <a:lnTo>
                      <a:pt x="1302" y="167"/>
                    </a:lnTo>
                    <a:cubicBezTo>
                      <a:pt x="1302" y="67"/>
                      <a:pt x="1235" y="0"/>
                      <a:pt x="1135" y="0"/>
                    </a:cubicBezTo>
                    <a:cubicBezTo>
                      <a:pt x="1068" y="0"/>
                      <a:pt x="968" y="67"/>
                      <a:pt x="968" y="167"/>
                    </a:cubicBezTo>
                    <a:lnTo>
                      <a:pt x="968" y="901"/>
                    </a:lnTo>
                    <a:cubicBezTo>
                      <a:pt x="985" y="1101"/>
                      <a:pt x="826" y="1201"/>
                      <a:pt x="664" y="1201"/>
                    </a:cubicBezTo>
                    <a:cubicBezTo>
                      <a:pt x="501" y="1201"/>
                      <a:pt x="334" y="1101"/>
                      <a:pt x="334" y="901"/>
                    </a:cubicBezTo>
                    <a:lnTo>
                      <a:pt x="334" y="167"/>
                    </a:lnTo>
                    <a:cubicBezTo>
                      <a:pt x="334" y="67"/>
                      <a:pt x="268" y="0"/>
                      <a:pt x="1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337;p24">
                <a:extLst>
                  <a:ext uri="{FF2B5EF4-FFF2-40B4-BE49-F238E27FC236}">
                    <a16:creationId xmlns:a16="http://schemas.microsoft.com/office/drawing/2014/main" id="{BA0D2869-02D0-5F50-CF01-159B4A4CA902}"/>
                  </a:ext>
                </a:extLst>
              </p:cNvPr>
              <p:cNvSpPr/>
              <p:nvPr/>
            </p:nvSpPr>
            <p:spPr>
              <a:xfrm>
                <a:off x="6184991" y="3563858"/>
                <a:ext cx="56615" cy="7853"/>
              </a:xfrm>
              <a:custGeom>
                <a:avLst/>
                <a:gdLst/>
                <a:ahLst/>
                <a:cxnLst/>
                <a:rect l="l" t="t" r="r" b="b"/>
                <a:pathLst>
                  <a:path w="2170" h="301" extrusionOk="0">
                    <a:moveTo>
                      <a:pt x="134" y="1"/>
                    </a:moveTo>
                    <a:cubicBezTo>
                      <a:pt x="68" y="1"/>
                      <a:pt x="1" y="67"/>
                      <a:pt x="1" y="167"/>
                    </a:cubicBezTo>
                    <a:cubicBezTo>
                      <a:pt x="1" y="234"/>
                      <a:pt x="68" y="301"/>
                      <a:pt x="134" y="301"/>
                    </a:cubicBezTo>
                    <a:lnTo>
                      <a:pt x="2002" y="301"/>
                    </a:lnTo>
                    <a:cubicBezTo>
                      <a:pt x="2102" y="301"/>
                      <a:pt x="2169" y="234"/>
                      <a:pt x="2169" y="167"/>
                    </a:cubicBezTo>
                    <a:cubicBezTo>
                      <a:pt x="2169" y="67"/>
                      <a:pt x="2102" y="1"/>
                      <a:pt x="20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338;p24">
                <a:extLst>
                  <a:ext uri="{FF2B5EF4-FFF2-40B4-BE49-F238E27FC236}">
                    <a16:creationId xmlns:a16="http://schemas.microsoft.com/office/drawing/2014/main" id="{3EC79614-23EC-77DE-95BB-1C71D569FFA8}"/>
                  </a:ext>
                </a:extLst>
              </p:cNvPr>
              <p:cNvSpPr/>
              <p:nvPr/>
            </p:nvSpPr>
            <p:spPr>
              <a:xfrm>
                <a:off x="6240691" y="3503802"/>
                <a:ext cx="35717" cy="54867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103" extrusionOk="0">
                    <a:moveTo>
                      <a:pt x="201" y="1"/>
                    </a:moveTo>
                    <a:cubicBezTo>
                      <a:pt x="167" y="34"/>
                      <a:pt x="134" y="68"/>
                      <a:pt x="101" y="134"/>
                    </a:cubicBezTo>
                    <a:lnTo>
                      <a:pt x="34" y="935"/>
                    </a:lnTo>
                    <a:cubicBezTo>
                      <a:pt x="34" y="935"/>
                      <a:pt x="34" y="968"/>
                      <a:pt x="34" y="968"/>
                    </a:cubicBezTo>
                    <a:lnTo>
                      <a:pt x="34" y="1002"/>
                    </a:lnTo>
                    <a:lnTo>
                      <a:pt x="67" y="1035"/>
                    </a:lnTo>
                    <a:cubicBezTo>
                      <a:pt x="101" y="1068"/>
                      <a:pt x="142" y="1085"/>
                      <a:pt x="184" y="1085"/>
                    </a:cubicBezTo>
                    <a:cubicBezTo>
                      <a:pt x="226" y="1085"/>
                      <a:pt x="268" y="1068"/>
                      <a:pt x="301" y="1035"/>
                    </a:cubicBezTo>
                    <a:cubicBezTo>
                      <a:pt x="368" y="968"/>
                      <a:pt x="501" y="935"/>
                      <a:pt x="601" y="935"/>
                    </a:cubicBezTo>
                    <a:cubicBezTo>
                      <a:pt x="701" y="935"/>
                      <a:pt x="835" y="968"/>
                      <a:pt x="901" y="1035"/>
                    </a:cubicBezTo>
                    <a:cubicBezTo>
                      <a:pt x="968" y="1135"/>
                      <a:pt x="1035" y="1235"/>
                      <a:pt x="1035" y="1335"/>
                    </a:cubicBezTo>
                    <a:cubicBezTo>
                      <a:pt x="1001" y="1435"/>
                      <a:pt x="968" y="1569"/>
                      <a:pt x="901" y="1635"/>
                    </a:cubicBezTo>
                    <a:cubicBezTo>
                      <a:pt x="818" y="1719"/>
                      <a:pt x="710" y="1761"/>
                      <a:pt x="601" y="1761"/>
                    </a:cubicBezTo>
                    <a:cubicBezTo>
                      <a:pt x="493" y="1761"/>
                      <a:pt x="384" y="1719"/>
                      <a:pt x="301" y="1635"/>
                    </a:cubicBezTo>
                    <a:cubicBezTo>
                      <a:pt x="268" y="1602"/>
                      <a:pt x="226" y="1585"/>
                      <a:pt x="184" y="1585"/>
                    </a:cubicBezTo>
                    <a:cubicBezTo>
                      <a:pt x="142" y="1585"/>
                      <a:pt x="101" y="1602"/>
                      <a:pt x="67" y="1635"/>
                    </a:cubicBezTo>
                    <a:cubicBezTo>
                      <a:pt x="1" y="1702"/>
                      <a:pt x="1" y="1802"/>
                      <a:pt x="67" y="1869"/>
                    </a:cubicBezTo>
                    <a:cubicBezTo>
                      <a:pt x="201" y="2036"/>
                      <a:pt x="401" y="2102"/>
                      <a:pt x="601" y="2102"/>
                    </a:cubicBezTo>
                    <a:cubicBezTo>
                      <a:pt x="1035" y="2102"/>
                      <a:pt x="1368" y="1769"/>
                      <a:pt x="1368" y="1335"/>
                    </a:cubicBezTo>
                    <a:cubicBezTo>
                      <a:pt x="1368" y="1135"/>
                      <a:pt x="1268" y="935"/>
                      <a:pt x="1135" y="802"/>
                    </a:cubicBezTo>
                    <a:cubicBezTo>
                      <a:pt x="1024" y="691"/>
                      <a:pt x="868" y="626"/>
                      <a:pt x="723" y="626"/>
                    </a:cubicBezTo>
                    <a:cubicBezTo>
                      <a:pt x="693" y="626"/>
                      <a:pt x="663" y="629"/>
                      <a:pt x="634" y="635"/>
                    </a:cubicBezTo>
                    <a:cubicBezTo>
                      <a:pt x="534" y="635"/>
                      <a:pt x="468" y="635"/>
                      <a:pt x="401" y="668"/>
                    </a:cubicBezTo>
                    <a:lnTo>
                      <a:pt x="468" y="335"/>
                    </a:lnTo>
                    <a:lnTo>
                      <a:pt x="1202" y="335"/>
                    </a:lnTo>
                    <a:cubicBezTo>
                      <a:pt x="1302" y="335"/>
                      <a:pt x="1368" y="268"/>
                      <a:pt x="1368" y="168"/>
                    </a:cubicBezTo>
                    <a:cubicBezTo>
                      <a:pt x="1368" y="68"/>
                      <a:pt x="1302" y="1"/>
                      <a:pt x="1202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339;p24">
                <a:extLst>
                  <a:ext uri="{FF2B5EF4-FFF2-40B4-BE49-F238E27FC236}">
                    <a16:creationId xmlns:a16="http://schemas.microsoft.com/office/drawing/2014/main" id="{2A06CCD7-089B-4BDF-E4B3-344A4B0ADF30}"/>
                  </a:ext>
                </a:extLst>
              </p:cNvPr>
              <p:cNvSpPr/>
              <p:nvPr/>
            </p:nvSpPr>
            <p:spPr>
              <a:xfrm>
                <a:off x="5965687" y="3598661"/>
                <a:ext cx="89671" cy="76705"/>
              </a:xfrm>
              <a:custGeom>
                <a:avLst/>
                <a:gdLst/>
                <a:ahLst/>
                <a:cxnLst/>
                <a:rect l="l" t="t" r="r" b="b"/>
                <a:pathLst>
                  <a:path w="3437" h="2940" extrusionOk="0">
                    <a:moveTo>
                      <a:pt x="1969" y="1"/>
                    </a:moveTo>
                    <a:cubicBezTo>
                      <a:pt x="635" y="1"/>
                      <a:pt x="1" y="1569"/>
                      <a:pt x="935" y="2503"/>
                    </a:cubicBezTo>
                    <a:cubicBezTo>
                      <a:pt x="1226" y="2805"/>
                      <a:pt x="1590" y="2939"/>
                      <a:pt x="1950" y="2939"/>
                    </a:cubicBezTo>
                    <a:cubicBezTo>
                      <a:pt x="2703" y="2939"/>
                      <a:pt x="3437" y="2349"/>
                      <a:pt x="3437" y="1469"/>
                    </a:cubicBezTo>
                    <a:cubicBezTo>
                      <a:pt x="3437" y="668"/>
                      <a:pt x="2769" y="1"/>
                      <a:pt x="1969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340;p24">
                <a:extLst>
                  <a:ext uri="{FF2B5EF4-FFF2-40B4-BE49-F238E27FC236}">
                    <a16:creationId xmlns:a16="http://schemas.microsoft.com/office/drawing/2014/main" id="{FFFA0988-D36A-60BB-F07C-09C00154CA6B}"/>
                  </a:ext>
                </a:extLst>
              </p:cNvPr>
              <p:cNvSpPr/>
              <p:nvPr/>
            </p:nvSpPr>
            <p:spPr>
              <a:xfrm>
                <a:off x="5978757" y="3616950"/>
                <a:ext cx="32221" cy="27003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035" extrusionOk="0">
                    <a:moveTo>
                      <a:pt x="300" y="0"/>
                    </a:moveTo>
                    <a:cubicBezTo>
                      <a:pt x="100" y="0"/>
                      <a:pt x="0" y="301"/>
                      <a:pt x="167" y="567"/>
                    </a:cubicBezTo>
                    <a:cubicBezTo>
                      <a:pt x="267" y="734"/>
                      <a:pt x="434" y="901"/>
                      <a:pt x="634" y="1034"/>
                    </a:cubicBezTo>
                    <a:cubicBezTo>
                      <a:pt x="801" y="901"/>
                      <a:pt x="968" y="734"/>
                      <a:pt x="1068" y="567"/>
                    </a:cubicBezTo>
                    <a:cubicBezTo>
                      <a:pt x="1234" y="267"/>
                      <a:pt x="1168" y="0"/>
                      <a:pt x="934" y="0"/>
                    </a:cubicBezTo>
                    <a:cubicBezTo>
                      <a:pt x="701" y="0"/>
                      <a:pt x="634" y="301"/>
                      <a:pt x="634" y="301"/>
                    </a:cubicBezTo>
                    <a:cubicBezTo>
                      <a:pt x="634" y="301"/>
                      <a:pt x="534" y="0"/>
                      <a:pt x="300" y="0"/>
                    </a:cubicBezTo>
                    <a:close/>
                  </a:path>
                </a:pathLst>
              </a:custGeom>
              <a:solidFill>
                <a:srgbClr val="DD6A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341;p24">
                <a:extLst>
                  <a:ext uri="{FF2B5EF4-FFF2-40B4-BE49-F238E27FC236}">
                    <a16:creationId xmlns:a16="http://schemas.microsoft.com/office/drawing/2014/main" id="{28A7F6D4-4420-DC01-21BA-C37D40F748B7}"/>
                  </a:ext>
                </a:extLst>
              </p:cNvPr>
              <p:cNvSpPr/>
              <p:nvPr/>
            </p:nvSpPr>
            <p:spPr>
              <a:xfrm>
                <a:off x="6023135" y="3616950"/>
                <a:ext cx="31360" cy="27003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035" extrusionOk="0">
                    <a:moveTo>
                      <a:pt x="301" y="0"/>
                    </a:moveTo>
                    <a:cubicBezTo>
                      <a:pt x="67" y="0"/>
                      <a:pt x="0" y="301"/>
                      <a:pt x="134" y="567"/>
                    </a:cubicBezTo>
                    <a:cubicBezTo>
                      <a:pt x="267" y="734"/>
                      <a:pt x="434" y="901"/>
                      <a:pt x="601" y="1034"/>
                    </a:cubicBezTo>
                    <a:cubicBezTo>
                      <a:pt x="768" y="901"/>
                      <a:pt x="934" y="734"/>
                      <a:pt x="1068" y="567"/>
                    </a:cubicBezTo>
                    <a:cubicBezTo>
                      <a:pt x="1201" y="267"/>
                      <a:pt x="1168" y="0"/>
                      <a:pt x="901" y="0"/>
                    </a:cubicBezTo>
                    <a:cubicBezTo>
                      <a:pt x="668" y="0"/>
                      <a:pt x="601" y="301"/>
                      <a:pt x="601" y="301"/>
                    </a:cubicBezTo>
                    <a:cubicBezTo>
                      <a:pt x="601" y="301"/>
                      <a:pt x="534" y="0"/>
                      <a:pt x="301" y="0"/>
                    </a:cubicBezTo>
                    <a:close/>
                  </a:path>
                </a:pathLst>
              </a:custGeom>
              <a:solidFill>
                <a:srgbClr val="DD6A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342;p24">
                <a:extLst>
                  <a:ext uri="{FF2B5EF4-FFF2-40B4-BE49-F238E27FC236}">
                    <a16:creationId xmlns:a16="http://schemas.microsoft.com/office/drawing/2014/main" id="{C39688A9-8C84-8C89-6163-1F6E73EDA2BF}"/>
                  </a:ext>
                </a:extLst>
              </p:cNvPr>
              <p:cNvSpPr/>
              <p:nvPr/>
            </p:nvSpPr>
            <p:spPr>
              <a:xfrm>
                <a:off x="6006594" y="3636960"/>
                <a:ext cx="20037" cy="7853"/>
              </a:xfrm>
              <a:custGeom>
                <a:avLst/>
                <a:gdLst/>
                <a:ahLst/>
                <a:cxnLst/>
                <a:rect l="l" t="t" r="r" b="b"/>
                <a:pathLst>
                  <a:path w="768" h="301" extrusionOk="0">
                    <a:moveTo>
                      <a:pt x="1" y="1"/>
                    </a:moveTo>
                    <a:cubicBezTo>
                      <a:pt x="51" y="201"/>
                      <a:pt x="217" y="301"/>
                      <a:pt x="384" y="301"/>
                    </a:cubicBezTo>
                    <a:cubicBezTo>
                      <a:pt x="551" y="301"/>
                      <a:pt x="718" y="201"/>
                      <a:pt x="7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343;p24">
                <a:extLst>
                  <a:ext uri="{FF2B5EF4-FFF2-40B4-BE49-F238E27FC236}">
                    <a16:creationId xmlns:a16="http://schemas.microsoft.com/office/drawing/2014/main" id="{5BF51100-AD44-5BCA-31E8-EE5A87F6D003}"/>
                  </a:ext>
                </a:extLst>
              </p:cNvPr>
              <p:cNvSpPr/>
              <p:nvPr/>
            </p:nvSpPr>
            <p:spPr>
              <a:xfrm>
                <a:off x="6064042" y="3598661"/>
                <a:ext cx="89645" cy="76705"/>
              </a:xfrm>
              <a:custGeom>
                <a:avLst/>
                <a:gdLst/>
                <a:ahLst/>
                <a:cxnLst/>
                <a:rect l="l" t="t" r="r" b="b"/>
                <a:pathLst>
                  <a:path w="3436" h="2940" extrusionOk="0">
                    <a:moveTo>
                      <a:pt x="1968" y="1"/>
                    </a:moveTo>
                    <a:cubicBezTo>
                      <a:pt x="634" y="1"/>
                      <a:pt x="0" y="1569"/>
                      <a:pt x="901" y="2503"/>
                    </a:cubicBezTo>
                    <a:cubicBezTo>
                      <a:pt x="1203" y="2805"/>
                      <a:pt x="1574" y="2939"/>
                      <a:pt x="1939" y="2939"/>
                    </a:cubicBezTo>
                    <a:cubicBezTo>
                      <a:pt x="2703" y="2939"/>
                      <a:pt x="3436" y="2349"/>
                      <a:pt x="3436" y="1469"/>
                    </a:cubicBezTo>
                    <a:cubicBezTo>
                      <a:pt x="3436" y="668"/>
                      <a:pt x="2769" y="1"/>
                      <a:pt x="1968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344;p24">
                <a:extLst>
                  <a:ext uri="{FF2B5EF4-FFF2-40B4-BE49-F238E27FC236}">
                    <a16:creationId xmlns:a16="http://schemas.microsoft.com/office/drawing/2014/main" id="{4B173CAB-A49A-39B8-4918-A619C4D120F8}"/>
                  </a:ext>
                </a:extLst>
              </p:cNvPr>
              <p:cNvSpPr/>
              <p:nvPr/>
            </p:nvSpPr>
            <p:spPr>
              <a:xfrm>
                <a:off x="6077087" y="3616950"/>
                <a:ext cx="32221" cy="27003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035" extrusionOk="0">
                    <a:moveTo>
                      <a:pt x="301" y="0"/>
                    </a:moveTo>
                    <a:cubicBezTo>
                      <a:pt x="101" y="0"/>
                      <a:pt x="1" y="301"/>
                      <a:pt x="167" y="567"/>
                    </a:cubicBezTo>
                    <a:cubicBezTo>
                      <a:pt x="267" y="734"/>
                      <a:pt x="434" y="901"/>
                      <a:pt x="634" y="1034"/>
                    </a:cubicBezTo>
                    <a:cubicBezTo>
                      <a:pt x="801" y="901"/>
                      <a:pt x="968" y="734"/>
                      <a:pt x="1068" y="567"/>
                    </a:cubicBezTo>
                    <a:cubicBezTo>
                      <a:pt x="1235" y="267"/>
                      <a:pt x="1168" y="0"/>
                      <a:pt x="935" y="0"/>
                    </a:cubicBezTo>
                    <a:cubicBezTo>
                      <a:pt x="668" y="0"/>
                      <a:pt x="634" y="301"/>
                      <a:pt x="634" y="301"/>
                    </a:cubicBezTo>
                    <a:cubicBezTo>
                      <a:pt x="634" y="301"/>
                      <a:pt x="534" y="0"/>
                      <a:pt x="301" y="0"/>
                    </a:cubicBezTo>
                    <a:close/>
                  </a:path>
                </a:pathLst>
              </a:custGeom>
              <a:solidFill>
                <a:srgbClr val="DD6A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345;p24">
                <a:extLst>
                  <a:ext uri="{FF2B5EF4-FFF2-40B4-BE49-F238E27FC236}">
                    <a16:creationId xmlns:a16="http://schemas.microsoft.com/office/drawing/2014/main" id="{160D80A6-46E5-FC27-97BD-6A3BC8A4CF97}"/>
                  </a:ext>
                </a:extLst>
              </p:cNvPr>
              <p:cNvSpPr/>
              <p:nvPr/>
            </p:nvSpPr>
            <p:spPr>
              <a:xfrm>
                <a:off x="6121464" y="3616950"/>
                <a:ext cx="31360" cy="27003"/>
              </a:xfrm>
              <a:custGeom>
                <a:avLst/>
                <a:gdLst/>
                <a:ahLst/>
                <a:cxnLst/>
                <a:rect l="l" t="t" r="r" b="b"/>
                <a:pathLst>
                  <a:path w="1202" h="1035" extrusionOk="0">
                    <a:moveTo>
                      <a:pt x="301" y="0"/>
                    </a:moveTo>
                    <a:cubicBezTo>
                      <a:pt x="67" y="0"/>
                      <a:pt x="1" y="301"/>
                      <a:pt x="134" y="567"/>
                    </a:cubicBezTo>
                    <a:cubicBezTo>
                      <a:pt x="268" y="734"/>
                      <a:pt x="434" y="901"/>
                      <a:pt x="601" y="1034"/>
                    </a:cubicBezTo>
                    <a:cubicBezTo>
                      <a:pt x="768" y="901"/>
                      <a:pt x="935" y="734"/>
                      <a:pt x="1068" y="567"/>
                    </a:cubicBezTo>
                    <a:cubicBezTo>
                      <a:pt x="1202" y="267"/>
                      <a:pt x="1135" y="0"/>
                      <a:pt x="901" y="0"/>
                    </a:cubicBezTo>
                    <a:cubicBezTo>
                      <a:pt x="668" y="0"/>
                      <a:pt x="601" y="301"/>
                      <a:pt x="601" y="301"/>
                    </a:cubicBezTo>
                    <a:cubicBezTo>
                      <a:pt x="601" y="301"/>
                      <a:pt x="501" y="0"/>
                      <a:pt x="301" y="0"/>
                    </a:cubicBezTo>
                    <a:close/>
                  </a:path>
                </a:pathLst>
              </a:custGeom>
              <a:solidFill>
                <a:srgbClr val="DD6A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346;p24">
                <a:extLst>
                  <a:ext uri="{FF2B5EF4-FFF2-40B4-BE49-F238E27FC236}">
                    <a16:creationId xmlns:a16="http://schemas.microsoft.com/office/drawing/2014/main" id="{960CF11B-1EB4-11CB-A812-51DF088C71BD}"/>
                  </a:ext>
                </a:extLst>
              </p:cNvPr>
              <p:cNvSpPr/>
              <p:nvPr/>
            </p:nvSpPr>
            <p:spPr>
              <a:xfrm>
                <a:off x="6104924" y="3636960"/>
                <a:ext cx="20063" cy="7853"/>
              </a:xfrm>
              <a:custGeom>
                <a:avLst/>
                <a:gdLst/>
                <a:ahLst/>
                <a:cxnLst/>
                <a:rect l="l" t="t" r="r" b="b"/>
                <a:pathLst>
                  <a:path w="769" h="301" extrusionOk="0">
                    <a:moveTo>
                      <a:pt x="1" y="1"/>
                    </a:moveTo>
                    <a:cubicBezTo>
                      <a:pt x="51" y="201"/>
                      <a:pt x="218" y="301"/>
                      <a:pt x="385" y="301"/>
                    </a:cubicBezTo>
                    <a:cubicBezTo>
                      <a:pt x="551" y="301"/>
                      <a:pt x="718" y="201"/>
                      <a:pt x="7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347;p24">
                <a:extLst>
                  <a:ext uri="{FF2B5EF4-FFF2-40B4-BE49-F238E27FC236}">
                    <a16:creationId xmlns:a16="http://schemas.microsoft.com/office/drawing/2014/main" id="{48B6317B-7AC9-4367-B2FA-A7D5E7FEE780}"/>
                  </a:ext>
                </a:extLst>
              </p:cNvPr>
              <p:cNvSpPr/>
              <p:nvPr/>
            </p:nvSpPr>
            <p:spPr>
              <a:xfrm>
                <a:off x="5671585" y="3753056"/>
                <a:ext cx="259335" cy="221139"/>
              </a:xfrm>
              <a:custGeom>
                <a:avLst/>
                <a:gdLst/>
                <a:ahLst/>
                <a:cxnLst/>
                <a:rect l="l" t="t" r="r" b="b"/>
                <a:pathLst>
                  <a:path w="9940" h="8476" extrusionOk="0">
                    <a:moveTo>
                      <a:pt x="4794" y="1"/>
                    </a:moveTo>
                    <a:cubicBezTo>
                      <a:pt x="2195" y="1"/>
                      <a:pt x="1" y="2456"/>
                      <a:pt x="666" y="5258"/>
                    </a:cubicBezTo>
                    <a:cubicBezTo>
                      <a:pt x="1151" y="7195"/>
                      <a:pt x="2900" y="8475"/>
                      <a:pt x="4813" y="8475"/>
                    </a:cubicBezTo>
                    <a:cubicBezTo>
                      <a:pt x="5140" y="8475"/>
                      <a:pt x="5472" y="8438"/>
                      <a:pt x="5803" y="8360"/>
                    </a:cubicBezTo>
                    <a:cubicBezTo>
                      <a:pt x="6204" y="8260"/>
                      <a:pt x="6637" y="8093"/>
                      <a:pt x="7004" y="7859"/>
                    </a:cubicBezTo>
                    <a:cubicBezTo>
                      <a:pt x="9940" y="6025"/>
                      <a:pt x="9606" y="1622"/>
                      <a:pt x="6404" y="321"/>
                    </a:cubicBezTo>
                    <a:cubicBezTo>
                      <a:pt x="5864" y="101"/>
                      <a:pt x="5321" y="1"/>
                      <a:pt x="4794" y="1"/>
                    </a:cubicBezTo>
                    <a:close/>
                  </a:path>
                </a:pathLst>
              </a:custGeom>
              <a:solidFill>
                <a:srgbClr val="455A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348;p24">
                <a:extLst>
                  <a:ext uri="{FF2B5EF4-FFF2-40B4-BE49-F238E27FC236}">
                    <a16:creationId xmlns:a16="http://schemas.microsoft.com/office/drawing/2014/main" id="{0E086473-1DCA-1998-EBAA-3E835F965602}"/>
                  </a:ext>
                </a:extLst>
              </p:cNvPr>
              <p:cNvSpPr/>
              <p:nvPr/>
            </p:nvSpPr>
            <p:spPr>
              <a:xfrm>
                <a:off x="5751600" y="3817940"/>
                <a:ext cx="78374" cy="66973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2567" extrusionOk="0">
                    <a:moveTo>
                      <a:pt x="1760" y="1"/>
                    </a:moveTo>
                    <a:cubicBezTo>
                      <a:pt x="1741" y="1"/>
                      <a:pt x="1722" y="1"/>
                      <a:pt x="1702" y="2"/>
                    </a:cubicBezTo>
                    <a:cubicBezTo>
                      <a:pt x="568" y="2"/>
                      <a:pt x="1" y="1370"/>
                      <a:pt x="802" y="2170"/>
                    </a:cubicBezTo>
                    <a:cubicBezTo>
                      <a:pt x="1064" y="2444"/>
                      <a:pt x="1392" y="2567"/>
                      <a:pt x="1714" y="2567"/>
                    </a:cubicBezTo>
                    <a:cubicBezTo>
                      <a:pt x="2371" y="2567"/>
                      <a:pt x="3003" y="2054"/>
                      <a:pt x="3003" y="1269"/>
                    </a:cubicBezTo>
                    <a:cubicBezTo>
                      <a:pt x="3003" y="588"/>
                      <a:pt x="2466" y="1"/>
                      <a:pt x="1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349;p24">
                <a:extLst>
                  <a:ext uri="{FF2B5EF4-FFF2-40B4-BE49-F238E27FC236}">
                    <a16:creationId xmlns:a16="http://schemas.microsoft.com/office/drawing/2014/main" id="{F73D5EDE-9304-FBEB-E432-F015AE075100}"/>
                  </a:ext>
                </a:extLst>
              </p:cNvPr>
              <p:cNvSpPr/>
              <p:nvPr/>
            </p:nvSpPr>
            <p:spPr>
              <a:xfrm>
                <a:off x="5736808" y="3883240"/>
                <a:ext cx="119257" cy="90950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3486" extrusionOk="0">
                    <a:moveTo>
                      <a:pt x="2269" y="1"/>
                    </a:moveTo>
                    <a:cubicBezTo>
                      <a:pt x="1002" y="1"/>
                      <a:pt x="1" y="1068"/>
                      <a:pt x="68" y="2336"/>
                    </a:cubicBezTo>
                    <a:lnTo>
                      <a:pt x="68" y="2836"/>
                    </a:lnTo>
                    <a:cubicBezTo>
                      <a:pt x="753" y="3261"/>
                      <a:pt x="1538" y="3486"/>
                      <a:pt x="2329" y="3486"/>
                    </a:cubicBezTo>
                    <a:cubicBezTo>
                      <a:pt x="2655" y="3486"/>
                      <a:pt x="2982" y="3448"/>
                      <a:pt x="3303" y="3370"/>
                    </a:cubicBezTo>
                    <a:cubicBezTo>
                      <a:pt x="3704" y="3270"/>
                      <a:pt x="4137" y="3103"/>
                      <a:pt x="4504" y="2869"/>
                    </a:cubicBezTo>
                    <a:lnTo>
                      <a:pt x="4504" y="2336"/>
                    </a:lnTo>
                    <a:cubicBezTo>
                      <a:pt x="4571" y="1068"/>
                      <a:pt x="3537" y="1"/>
                      <a:pt x="226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350;p24">
                <a:extLst>
                  <a:ext uri="{FF2B5EF4-FFF2-40B4-BE49-F238E27FC236}">
                    <a16:creationId xmlns:a16="http://schemas.microsoft.com/office/drawing/2014/main" id="{5AF6D743-5C20-30AE-6B31-3595B99950EE}"/>
                  </a:ext>
                </a:extLst>
              </p:cNvPr>
              <p:cNvSpPr/>
              <p:nvPr/>
            </p:nvSpPr>
            <p:spPr>
              <a:xfrm>
                <a:off x="5980479" y="3774475"/>
                <a:ext cx="41822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2169" extrusionOk="0">
                    <a:moveTo>
                      <a:pt x="701" y="367"/>
                    </a:moveTo>
                    <a:cubicBezTo>
                      <a:pt x="1135" y="367"/>
                      <a:pt x="1135" y="1001"/>
                      <a:pt x="701" y="1001"/>
                    </a:cubicBezTo>
                    <a:lnTo>
                      <a:pt x="334" y="1001"/>
                    </a:lnTo>
                    <a:lnTo>
                      <a:pt x="334" y="367"/>
                    </a:lnTo>
                    <a:close/>
                    <a:moveTo>
                      <a:pt x="168" y="0"/>
                    </a:moveTo>
                    <a:cubicBezTo>
                      <a:pt x="68" y="0"/>
                      <a:pt x="1" y="100"/>
                      <a:pt x="1" y="200"/>
                    </a:cubicBezTo>
                    <a:lnTo>
                      <a:pt x="1" y="2001"/>
                    </a:lnTo>
                    <a:cubicBezTo>
                      <a:pt x="1" y="2102"/>
                      <a:pt x="68" y="2168"/>
                      <a:pt x="168" y="2168"/>
                    </a:cubicBezTo>
                    <a:cubicBezTo>
                      <a:pt x="268" y="2168"/>
                      <a:pt x="334" y="2102"/>
                      <a:pt x="334" y="2001"/>
                    </a:cubicBezTo>
                    <a:lnTo>
                      <a:pt x="334" y="1334"/>
                    </a:lnTo>
                    <a:lnTo>
                      <a:pt x="701" y="1334"/>
                    </a:lnTo>
                    <a:cubicBezTo>
                      <a:pt x="1602" y="1334"/>
                      <a:pt x="1602" y="0"/>
                      <a:pt x="70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351;p24">
                <a:extLst>
                  <a:ext uri="{FF2B5EF4-FFF2-40B4-BE49-F238E27FC236}">
                    <a16:creationId xmlns:a16="http://schemas.microsoft.com/office/drawing/2014/main" id="{CE52245D-B708-17E4-8E01-F25D12A2A87D}"/>
                  </a:ext>
                </a:extLst>
              </p:cNvPr>
              <p:cNvSpPr/>
              <p:nvPr/>
            </p:nvSpPr>
            <p:spPr>
              <a:xfrm>
                <a:off x="6019639" y="3790990"/>
                <a:ext cx="40935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536" extrusionOk="0">
                    <a:moveTo>
                      <a:pt x="835" y="334"/>
                    </a:moveTo>
                    <a:cubicBezTo>
                      <a:pt x="935" y="334"/>
                      <a:pt x="1035" y="368"/>
                      <a:pt x="1135" y="468"/>
                    </a:cubicBezTo>
                    <a:cubicBezTo>
                      <a:pt x="1202" y="535"/>
                      <a:pt x="1235" y="668"/>
                      <a:pt x="1235" y="768"/>
                    </a:cubicBezTo>
                    <a:cubicBezTo>
                      <a:pt x="1235" y="901"/>
                      <a:pt x="1202" y="1002"/>
                      <a:pt x="1135" y="1102"/>
                    </a:cubicBezTo>
                    <a:cubicBezTo>
                      <a:pt x="1035" y="1168"/>
                      <a:pt x="935" y="1202"/>
                      <a:pt x="835" y="1202"/>
                    </a:cubicBezTo>
                    <a:cubicBezTo>
                      <a:pt x="735" y="1202"/>
                      <a:pt x="601" y="1168"/>
                      <a:pt x="535" y="1102"/>
                    </a:cubicBezTo>
                    <a:cubicBezTo>
                      <a:pt x="401" y="901"/>
                      <a:pt x="401" y="635"/>
                      <a:pt x="535" y="468"/>
                    </a:cubicBezTo>
                    <a:cubicBezTo>
                      <a:pt x="601" y="368"/>
                      <a:pt x="735" y="334"/>
                      <a:pt x="835" y="334"/>
                    </a:cubicBezTo>
                    <a:close/>
                    <a:moveTo>
                      <a:pt x="835" y="1"/>
                    </a:moveTo>
                    <a:cubicBezTo>
                      <a:pt x="635" y="1"/>
                      <a:pt x="435" y="68"/>
                      <a:pt x="301" y="234"/>
                    </a:cubicBezTo>
                    <a:cubicBezTo>
                      <a:pt x="1" y="535"/>
                      <a:pt x="1" y="1002"/>
                      <a:pt x="301" y="1335"/>
                    </a:cubicBezTo>
                    <a:cubicBezTo>
                      <a:pt x="435" y="1469"/>
                      <a:pt x="635" y="1535"/>
                      <a:pt x="835" y="1535"/>
                    </a:cubicBezTo>
                    <a:cubicBezTo>
                      <a:pt x="968" y="1535"/>
                      <a:pt x="1102" y="1502"/>
                      <a:pt x="1235" y="1402"/>
                    </a:cubicBezTo>
                    <a:cubicBezTo>
                      <a:pt x="1269" y="1502"/>
                      <a:pt x="1335" y="1535"/>
                      <a:pt x="1402" y="1535"/>
                    </a:cubicBezTo>
                    <a:cubicBezTo>
                      <a:pt x="1502" y="1535"/>
                      <a:pt x="1569" y="1469"/>
                      <a:pt x="1569" y="1368"/>
                    </a:cubicBezTo>
                    <a:lnTo>
                      <a:pt x="1569" y="768"/>
                    </a:lnTo>
                    <a:lnTo>
                      <a:pt x="1569" y="168"/>
                    </a:lnTo>
                    <a:cubicBezTo>
                      <a:pt x="1569" y="68"/>
                      <a:pt x="1502" y="1"/>
                      <a:pt x="1402" y="1"/>
                    </a:cubicBezTo>
                    <a:cubicBezTo>
                      <a:pt x="1335" y="1"/>
                      <a:pt x="1269" y="68"/>
                      <a:pt x="1235" y="134"/>
                    </a:cubicBezTo>
                    <a:cubicBezTo>
                      <a:pt x="1102" y="34"/>
                      <a:pt x="968" y="1"/>
                      <a:pt x="83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352;p24">
                <a:extLst>
                  <a:ext uri="{FF2B5EF4-FFF2-40B4-BE49-F238E27FC236}">
                    <a16:creationId xmlns:a16="http://schemas.microsoft.com/office/drawing/2014/main" id="{457C61F1-53BF-27F0-326E-012EBFC92968}"/>
                  </a:ext>
                </a:extLst>
              </p:cNvPr>
              <p:cNvSpPr/>
              <p:nvPr/>
            </p:nvSpPr>
            <p:spPr>
              <a:xfrm>
                <a:off x="6075339" y="3790990"/>
                <a:ext cx="33969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536" extrusionOk="0">
                    <a:moveTo>
                      <a:pt x="168" y="1"/>
                    </a:moveTo>
                    <a:cubicBezTo>
                      <a:pt x="68" y="1"/>
                      <a:pt x="1" y="68"/>
                      <a:pt x="1" y="168"/>
                    </a:cubicBezTo>
                    <a:lnTo>
                      <a:pt x="1" y="901"/>
                    </a:lnTo>
                    <a:cubicBezTo>
                      <a:pt x="1" y="1268"/>
                      <a:pt x="301" y="1535"/>
                      <a:pt x="668" y="1535"/>
                    </a:cubicBezTo>
                    <a:cubicBezTo>
                      <a:pt x="1002" y="1535"/>
                      <a:pt x="1302" y="1268"/>
                      <a:pt x="1302" y="901"/>
                    </a:cubicBezTo>
                    <a:lnTo>
                      <a:pt x="1302" y="168"/>
                    </a:lnTo>
                    <a:cubicBezTo>
                      <a:pt x="1302" y="68"/>
                      <a:pt x="1235" y="1"/>
                      <a:pt x="1135" y="1"/>
                    </a:cubicBezTo>
                    <a:cubicBezTo>
                      <a:pt x="1035" y="1"/>
                      <a:pt x="968" y="68"/>
                      <a:pt x="968" y="168"/>
                    </a:cubicBezTo>
                    <a:lnTo>
                      <a:pt x="968" y="901"/>
                    </a:lnTo>
                    <a:cubicBezTo>
                      <a:pt x="968" y="1068"/>
                      <a:pt x="835" y="1235"/>
                      <a:pt x="635" y="1235"/>
                    </a:cubicBezTo>
                    <a:cubicBezTo>
                      <a:pt x="468" y="1235"/>
                      <a:pt x="334" y="1068"/>
                      <a:pt x="334" y="901"/>
                    </a:cubicBezTo>
                    <a:lnTo>
                      <a:pt x="334" y="168"/>
                    </a:lnTo>
                    <a:cubicBezTo>
                      <a:pt x="334" y="68"/>
                      <a:pt x="268" y="1"/>
                      <a:pt x="1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353;p24">
                <a:extLst>
                  <a:ext uri="{FF2B5EF4-FFF2-40B4-BE49-F238E27FC236}">
                    <a16:creationId xmlns:a16="http://schemas.microsoft.com/office/drawing/2014/main" id="{DB2B491B-4ECD-CBFE-A3A5-7F8BE38A87DC}"/>
                  </a:ext>
                </a:extLst>
              </p:cNvPr>
              <p:cNvSpPr/>
              <p:nvPr/>
            </p:nvSpPr>
            <p:spPr>
              <a:xfrm>
                <a:off x="6124073" y="3774475"/>
                <a:ext cx="8740" cy="56798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177" extrusionOk="0">
                    <a:moveTo>
                      <a:pt x="168" y="0"/>
                    </a:moveTo>
                    <a:cubicBezTo>
                      <a:pt x="68" y="0"/>
                      <a:pt x="1" y="100"/>
                      <a:pt x="1" y="200"/>
                    </a:cubicBezTo>
                    <a:lnTo>
                      <a:pt x="1" y="2001"/>
                    </a:lnTo>
                    <a:cubicBezTo>
                      <a:pt x="1" y="2118"/>
                      <a:pt x="84" y="2177"/>
                      <a:pt x="168" y="2177"/>
                    </a:cubicBezTo>
                    <a:cubicBezTo>
                      <a:pt x="251" y="2177"/>
                      <a:pt x="334" y="2118"/>
                      <a:pt x="334" y="2001"/>
                    </a:cubicBezTo>
                    <a:lnTo>
                      <a:pt x="334" y="200"/>
                    </a:lnTo>
                    <a:cubicBezTo>
                      <a:pt x="334" y="100"/>
                      <a:pt x="268" y="0"/>
                      <a:pt x="1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354;p24">
                <a:extLst>
                  <a:ext uri="{FF2B5EF4-FFF2-40B4-BE49-F238E27FC236}">
                    <a16:creationId xmlns:a16="http://schemas.microsoft.com/office/drawing/2014/main" id="{F257807C-8CBA-45AD-8DD8-9DB4580848A5}"/>
                  </a:ext>
                </a:extLst>
              </p:cNvPr>
              <p:cNvSpPr/>
              <p:nvPr/>
            </p:nvSpPr>
            <p:spPr>
              <a:xfrm>
                <a:off x="6144110" y="3774475"/>
                <a:ext cx="8714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334" h="2169" extrusionOk="0">
                    <a:moveTo>
                      <a:pt x="167" y="0"/>
                    </a:moveTo>
                    <a:cubicBezTo>
                      <a:pt x="67" y="0"/>
                      <a:pt x="0" y="100"/>
                      <a:pt x="0" y="200"/>
                    </a:cubicBezTo>
                    <a:lnTo>
                      <a:pt x="0" y="2001"/>
                    </a:lnTo>
                    <a:cubicBezTo>
                      <a:pt x="0" y="2102"/>
                      <a:pt x="67" y="2168"/>
                      <a:pt x="167" y="2168"/>
                    </a:cubicBezTo>
                    <a:cubicBezTo>
                      <a:pt x="267" y="2168"/>
                      <a:pt x="334" y="2102"/>
                      <a:pt x="334" y="2001"/>
                    </a:cubicBezTo>
                    <a:lnTo>
                      <a:pt x="334" y="200"/>
                    </a:lnTo>
                    <a:cubicBezTo>
                      <a:pt x="334" y="100"/>
                      <a:pt x="267" y="0"/>
                      <a:pt x="1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355;p24">
                <a:extLst>
                  <a:ext uri="{FF2B5EF4-FFF2-40B4-BE49-F238E27FC236}">
                    <a16:creationId xmlns:a16="http://schemas.microsoft.com/office/drawing/2014/main" id="{07EBD238-54A1-EFE5-BB41-7BC78610330A}"/>
                  </a:ext>
                </a:extLst>
              </p:cNvPr>
              <p:cNvSpPr/>
              <p:nvPr/>
            </p:nvSpPr>
            <p:spPr>
              <a:xfrm>
                <a:off x="6164120" y="3790990"/>
                <a:ext cx="39187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1536" extrusionOk="0">
                    <a:moveTo>
                      <a:pt x="767" y="301"/>
                    </a:moveTo>
                    <a:cubicBezTo>
                      <a:pt x="968" y="301"/>
                      <a:pt x="1134" y="434"/>
                      <a:pt x="1234" y="635"/>
                    </a:cubicBezTo>
                    <a:lnTo>
                      <a:pt x="334" y="635"/>
                    </a:lnTo>
                    <a:cubicBezTo>
                      <a:pt x="401" y="434"/>
                      <a:pt x="567" y="301"/>
                      <a:pt x="767" y="301"/>
                    </a:cubicBezTo>
                    <a:close/>
                    <a:moveTo>
                      <a:pt x="767" y="1"/>
                    </a:moveTo>
                    <a:cubicBezTo>
                      <a:pt x="334" y="1"/>
                      <a:pt x="0" y="334"/>
                      <a:pt x="0" y="768"/>
                    </a:cubicBezTo>
                    <a:cubicBezTo>
                      <a:pt x="0" y="1202"/>
                      <a:pt x="334" y="1535"/>
                      <a:pt x="767" y="1535"/>
                    </a:cubicBezTo>
                    <a:cubicBezTo>
                      <a:pt x="968" y="1535"/>
                      <a:pt x="1168" y="1469"/>
                      <a:pt x="1335" y="1335"/>
                    </a:cubicBezTo>
                    <a:cubicBezTo>
                      <a:pt x="1368" y="1302"/>
                      <a:pt x="1368" y="1202"/>
                      <a:pt x="1335" y="1135"/>
                    </a:cubicBezTo>
                    <a:cubicBezTo>
                      <a:pt x="1301" y="1102"/>
                      <a:pt x="1259" y="1085"/>
                      <a:pt x="1218" y="1085"/>
                    </a:cubicBezTo>
                    <a:cubicBezTo>
                      <a:pt x="1176" y="1085"/>
                      <a:pt x="1134" y="1102"/>
                      <a:pt x="1101" y="1135"/>
                    </a:cubicBezTo>
                    <a:cubicBezTo>
                      <a:pt x="1028" y="1184"/>
                      <a:pt x="937" y="1215"/>
                      <a:pt x="854" y="1215"/>
                    </a:cubicBezTo>
                    <a:cubicBezTo>
                      <a:pt x="823" y="1215"/>
                      <a:pt x="794" y="1211"/>
                      <a:pt x="767" y="1202"/>
                    </a:cubicBezTo>
                    <a:cubicBezTo>
                      <a:pt x="667" y="1202"/>
                      <a:pt x="534" y="1168"/>
                      <a:pt x="467" y="1068"/>
                    </a:cubicBezTo>
                    <a:cubicBezTo>
                      <a:pt x="401" y="1035"/>
                      <a:pt x="367" y="935"/>
                      <a:pt x="367" y="868"/>
                    </a:cubicBezTo>
                    <a:lnTo>
                      <a:pt x="1335" y="868"/>
                    </a:lnTo>
                    <a:cubicBezTo>
                      <a:pt x="1435" y="868"/>
                      <a:pt x="1501" y="835"/>
                      <a:pt x="1501" y="735"/>
                    </a:cubicBezTo>
                    <a:cubicBezTo>
                      <a:pt x="1501" y="301"/>
                      <a:pt x="1168" y="1"/>
                      <a:pt x="7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356;p24">
                <a:extLst>
                  <a:ext uri="{FF2B5EF4-FFF2-40B4-BE49-F238E27FC236}">
                    <a16:creationId xmlns:a16="http://schemas.microsoft.com/office/drawing/2014/main" id="{0C631BF2-5B5B-0763-1C02-B35F432756CB}"/>
                  </a:ext>
                </a:extLst>
              </p:cNvPr>
              <p:cNvSpPr/>
              <p:nvPr/>
            </p:nvSpPr>
            <p:spPr>
              <a:xfrm>
                <a:off x="6208497" y="3774475"/>
                <a:ext cx="22646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868" h="2169" extrusionOk="0">
                    <a:moveTo>
                      <a:pt x="467" y="0"/>
                    </a:moveTo>
                    <a:cubicBezTo>
                      <a:pt x="367" y="0"/>
                      <a:pt x="267" y="100"/>
                      <a:pt x="267" y="200"/>
                    </a:cubicBezTo>
                    <a:lnTo>
                      <a:pt x="267" y="634"/>
                    </a:lnTo>
                    <a:lnTo>
                      <a:pt x="201" y="634"/>
                    </a:lnTo>
                    <a:cubicBezTo>
                      <a:pt x="101" y="634"/>
                      <a:pt x="0" y="701"/>
                      <a:pt x="34" y="801"/>
                    </a:cubicBezTo>
                    <a:cubicBezTo>
                      <a:pt x="34" y="901"/>
                      <a:pt x="101" y="967"/>
                      <a:pt x="201" y="967"/>
                    </a:cubicBezTo>
                    <a:lnTo>
                      <a:pt x="267" y="967"/>
                    </a:lnTo>
                    <a:lnTo>
                      <a:pt x="267" y="1835"/>
                    </a:lnTo>
                    <a:cubicBezTo>
                      <a:pt x="267" y="2035"/>
                      <a:pt x="434" y="2168"/>
                      <a:pt x="634" y="2168"/>
                    </a:cubicBezTo>
                    <a:cubicBezTo>
                      <a:pt x="701" y="2168"/>
                      <a:pt x="801" y="2102"/>
                      <a:pt x="801" y="2001"/>
                    </a:cubicBezTo>
                    <a:cubicBezTo>
                      <a:pt x="801" y="1901"/>
                      <a:pt x="701" y="1835"/>
                      <a:pt x="634" y="1835"/>
                    </a:cubicBezTo>
                    <a:lnTo>
                      <a:pt x="634" y="967"/>
                    </a:lnTo>
                    <a:lnTo>
                      <a:pt x="701" y="967"/>
                    </a:lnTo>
                    <a:cubicBezTo>
                      <a:pt x="801" y="967"/>
                      <a:pt x="868" y="901"/>
                      <a:pt x="868" y="801"/>
                    </a:cubicBezTo>
                    <a:cubicBezTo>
                      <a:pt x="868" y="701"/>
                      <a:pt x="801" y="634"/>
                      <a:pt x="701" y="634"/>
                    </a:cubicBezTo>
                    <a:lnTo>
                      <a:pt x="634" y="634"/>
                    </a:lnTo>
                    <a:lnTo>
                      <a:pt x="634" y="200"/>
                    </a:lnTo>
                    <a:cubicBezTo>
                      <a:pt x="634" y="100"/>
                      <a:pt x="534" y="0"/>
                      <a:pt x="4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357;p24">
                <a:extLst>
                  <a:ext uri="{FF2B5EF4-FFF2-40B4-BE49-F238E27FC236}">
                    <a16:creationId xmlns:a16="http://schemas.microsoft.com/office/drawing/2014/main" id="{1936C6B6-128B-0139-4ECE-8A45F8AB6424}"/>
                  </a:ext>
                </a:extLst>
              </p:cNvPr>
              <p:cNvSpPr/>
              <p:nvPr/>
            </p:nvSpPr>
            <p:spPr>
              <a:xfrm>
                <a:off x="6236334" y="3774475"/>
                <a:ext cx="21785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835" h="2169" extrusionOk="0">
                    <a:moveTo>
                      <a:pt x="435" y="0"/>
                    </a:moveTo>
                    <a:cubicBezTo>
                      <a:pt x="334" y="0"/>
                      <a:pt x="268" y="100"/>
                      <a:pt x="268" y="200"/>
                    </a:cubicBezTo>
                    <a:lnTo>
                      <a:pt x="268" y="634"/>
                    </a:lnTo>
                    <a:lnTo>
                      <a:pt x="168" y="634"/>
                    </a:lnTo>
                    <a:cubicBezTo>
                      <a:pt x="101" y="634"/>
                      <a:pt x="1" y="701"/>
                      <a:pt x="1" y="801"/>
                    </a:cubicBezTo>
                    <a:cubicBezTo>
                      <a:pt x="1" y="901"/>
                      <a:pt x="101" y="967"/>
                      <a:pt x="168" y="967"/>
                    </a:cubicBezTo>
                    <a:lnTo>
                      <a:pt x="268" y="967"/>
                    </a:lnTo>
                    <a:lnTo>
                      <a:pt x="268" y="1835"/>
                    </a:lnTo>
                    <a:cubicBezTo>
                      <a:pt x="268" y="2035"/>
                      <a:pt x="435" y="2168"/>
                      <a:pt x="635" y="2168"/>
                    </a:cubicBezTo>
                    <a:cubicBezTo>
                      <a:pt x="701" y="2168"/>
                      <a:pt x="801" y="2102"/>
                      <a:pt x="801" y="2001"/>
                    </a:cubicBezTo>
                    <a:cubicBezTo>
                      <a:pt x="801" y="1901"/>
                      <a:pt x="701" y="1835"/>
                      <a:pt x="635" y="1835"/>
                    </a:cubicBezTo>
                    <a:lnTo>
                      <a:pt x="635" y="967"/>
                    </a:lnTo>
                    <a:lnTo>
                      <a:pt x="668" y="967"/>
                    </a:lnTo>
                    <a:cubicBezTo>
                      <a:pt x="768" y="967"/>
                      <a:pt x="835" y="901"/>
                      <a:pt x="835" y="801"/>
                    </a:cubicBezTo>
                    <a:cubicBezTo>
                      <a:pt x="835" y="701"/>
                      <a:pt x="768" y="634"/>
                      <a:pt x="701" y="634"/>
                    </a:cubicBezTo>
                    <a:lnTo>
                      <a:pt x="601" y="634"/>
                    </a:lnTo>
                    <a:lnTo>
                      <a:pt x="601" y="200"/>
                    </a:lnTo>
                    <a:cubicBezTo>
                      <a:pt x="601" y="100"/>
                      <a:pt x="535" y="0"/>
                      <a:pt x="43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358;p24">
                <a:extLst>
                  <a:ext uri="{FF2B5EF4-FFF2-40B4-BE49-F238E27FC236}">
                    <a16:creationId xmlns:a16="http://schemas.microsoft.com/office/drawing/2014/main" id="{FA181AF7-217D-7281-BEB0-FF97DF007FF4}"/>
                  </a:ext>
                </a:extLst>
              </p:cNvPr>
              <p:cNvSpPr/>
              <p:nvPr/>
            </p:nvSpPr>
            <p:spPr>
              <a:xfrm>
                <a:off x="6265946" y="3790990"/>
                <a:ext cx="40048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535" h="1536" extrusionOk="0">
                    <a:moveTo>
                      <a:pt x="767" y="301"/>
                    </a:moveTo>
                    <a:cubicBezTo>
                      <a:pt x="967" y="301"/>
                      <a:pt x="1168" y="434"/>
                      <a:pt x="1234" y="635"/>
                    </a:cubicBezTo>
                    <a:lnTo>
                      <a:pt x="367" y="635"/>
                    </a:lnTo>
                    <a:cubicBezTo>
                      <a:pt x="400" y="434"/>
                      <a:pt x="567" y="301"/>
                      <a:pt x="767" y="301"/>
                    </a:cubicBezTo>
                    <a:close/>
                    <a:moveTo>
                      <a:pt x="767" y="1"/>
                    </a:moveTo>
                    <a:cubicBezTo>
                      <a:pt x="367" y="1"/>
                      <a:pt x="0" y="334"/>
                      <a:pt x="33" y="768"/>
                    </a:cubicBezTo>
                    <a:cubicBezTo>
                      <a:pt x="0" y="1202"/>
                      <a:pt x="367" y="1535"/>
                      <a:pt x="767" y="1535"/>
                    </a:cubicBezTo>
                    <a:cubicBezTo>
                      <a:pt x="967" y="1535"/>
                      <a:pt x="1168" y="1469"/>
                      <a:pt x="1334" y="1335"/>
                    </a:cubicBezTo>
                    <a:cubicBezTo>
                      <a:pt x="1401" y="1302"/>
                      <a:pt x="1401" y="1202"/>
                      <a:pt x="1334" y="1135"/>
                    </a:cubicBezTo>
                    <a:cubicBezTo>
                      <a:pt x="1301" y="1102"/>
                      <a:pt x="1259" y="1085"/>
                      <a:pt x="1218" y="1085"/>
                    </a:cubicBezTo>
                    <a:cubicBezTo>
                      <a:pt x="1176" y="1085"/>
                      <a:pt x="1134" y="1102"/>
                      <a:pt x="1101" y="1135"/>
                    </a:cubicBezTo>
                    <a:cubicBezTo>
                      <a:pt x="1028" y="1184"/>
                      <a:pt x="954" y="1215"/>
                      <a:pt x="868" y="1215"/>
                    </a:cubicBezTo>
                    <a:cubicBezTo>
                      <a:pt x="836" y="1215"/>
                      <a:pt x="803" y="1211"/>
                      <a:pt x="767" y="1202"/>
                    </a:cubicBezTo>
                    <a:cubicBezTo>
                      <a:pt x="667" y="1202"/>
                      <a:pt x="567" y="1168"/>
                      <a:pt x="467" y="1068"/>
                    </a:cubicBezTo>
                    <a:cubicBezTo>
                      <a:pt x="434" y="1035"/>
                      <a:pt x="400" y="935"/>
                      <a:pt x="367" y="868"/>
                    </a:cubicBezTo>
                    <a:lnTo>
                      <a:pt x="1368" y="868"/>
                    </a:lnTo>
                    <a:cubicBezTo>
                      <a:pt x="1434" y="868"/>
                      <a:pt x="1501" y="835"/>
                      <a:pt x="1534" y="735"/>
                    </a:cubicBezTo>
                    <a:cubicBezTo>
                      <a:pt x="1501" y="301"/>
                      <a:pt x="1168" y="1"/>
                      <a:pt x="7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359;p24">
                <a:extLst>
                  <a:ext uri="{FF2B5EF4-FFF2-40B4-BE49-F238E27FC236}">
                    <a16:creationId xmlns:a16="http://schemas.microsoft.com/office/drawing/2014/main" id="{A9360842-1333-0F5E-45D0-3528B8ABB65F}"/>
                  </a:ext>
                </a:extLst>
              </p:cNvPr>
              <p:cNvSpPr/>
              <p:nvPr/>
            </p:nvSpPr>
            <p:spPr>
              <a:xfrm>
                <a:off x="6313897" y="3774475"/>
                <a:ext cx="39083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498" h="2169" extrusionOk="0">
                    <a:moveTo>
                      <a:pt x="731" y="0"/>
                    </a:moveTo>
                    <a:cubicBezTo>
                      <a:pt x="564" y="0"/>
                      <a:pt x="364" y="67"/>
                      <a:pt x="230" y="200"/>
                    </a:cubicBezTo>
                    <a:lnTo>
                      <a:pt x="130" y="300"/>
                    </a:lnTo>
                    <a:cubicBezTo>
                      <a:pt x="1" y="404"/>
                      <a:pt x="112" y="587"/>
                      <a:pt x="246" y="587"/>
                    </a:cubicBezTo>
                    <a:cubicBezTo>
                      <a:pt x="285" y="587"/>
                      <a:pt x="326" y="571"/>
                      <a:pt x="364" y="534"/>
                    </a:cubicBezTo>
                    <a:lnTo>
                      <a:pt x="464" y="467"/>
                    </a:lnTo>
                    <a:cubicBezTo>
                      <a:pt x="530" y="400"/>
                      <a:pt x="630" y="367"/>
                      <a:pt x="731" y="367"/>
                    </a:cubicBezTo>
                    <a:cubicBezTo>
                      <a:pt x="755" y="361"/>
                      <a:pt x="778" y="358"/>
                      <a:pt x="801" y="358"/>
                    </a:cubicBezTo>
                    <a:cubicBezTo>
                      <a:pt x="900" y="358"/>
                      <a:pt x="976" y="413"/>
                      <a:pt x="1031" y="467"/>
                    </a:cubicBezTo>
                    <a:cubicBezTo>
                      <a:pt x="1097" y="567"/>
                      <a:pt x="1131" y="634"/>
                      <a:pt x="1131" y="734"/>
                    </a:cubicBezTo>
                    <a:cubicBezTo>
                      <a:pt x="1131" y="867"/>
                      <a:pt x="1097" y="967"/>
                      <a:pt x="997" y="1034"/>
                    </a:cubicBezTo>
                    <a:lnTo>
                      <a:pt x="97" y="1868"/>
                    </a:lnTo>
                    <a:cubicBezTo>
                      <a:pt x="30" y="1935"/>
                      <a:pt x="30" y="2068"/>
                      <a:pt x="97" y="2135"/>
                    </a:cubicBezTo>
                    <a:cubicBezTo>
                      <a:pt x="130" y="2168"/>
                      <a:pt x="163" y="2168"/>
                      <a:pt x="230" y="2168"/>
                    </a:cubicBezTo>
                    <a:lnTo>
                      <a:pt x="1331" y="2168"/>
                    </a:lnTo>
                    <a:cubicBezTo>
                      <a:pt x="1398" y="2168"/>
                      <a:pt x="1498" y="2102"/>
                      <a:pt x="1498" y="2001"/>
                    </a:cubicBezTo>
                    <a:cubicBezTo>
                      <a:pt x="1498" y="1901"/>
                      <a:pt x="1398" y="1835"/>
                      <a:pt x="1298" y="1835"/>
                    </a:cubicBezTo>
                    <a:lnTo>
                      <a:pt x="664" y="1835"/>
                    </a:lnTo>
                    <a:lnTo>
                      <a:pt x="1231" y="1301"/>
                    </a:lnTo>
                    <a:cubicBezTo>
                      <a:pt x="1398" y="1168"/>
                      <a:pt x="1464" y="967"/>
                      <a:pt x="1464" y="734"/>
                    </a:cubicBezTo>
                    <a:cubicBezTo>
                      <a:pt x="1464" y="567"/>
                      <a:pt x="1398" y="400"/>
                      <a:pt x="1298" y="267"/>
                    </a:cubicBezTo>
                    <a:cubicBezTo>
                      <a:pt x="1131" y="100"/>
                      <a:pt x="931" y="0"/>
                      <a:pt x="73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360;p24">
                <a:extLst>
                  <a:ext uri="{FF2B5EF4-FFF2-40B4-BE49-F238E27FC236}">
                    <a16:creationId xmlns:a16="http://schemas.microsoft.com/office/drawing/2014/main" id="{47D9F5A5-8BCC-D3F1-2A5C-113D569AF035}"/>
                  </a:ext>
                </a:extLst>
              </p:cNvPr>
              <p:cNvSpPr/>
              <p:nvPr/>
            </p:nvSpPr>
            <p:spPr>
              <a:xfrm>
                <a:off x="6362631" y="3775154"/>
                <a:ext cx="38222" cy="55911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2143" extrusionOk="0">
                    <a:moveTo>
                      <a:pt x="1304" y="1"/>
                    </a:moveTo>
                    <a:cubicBezTo>
                      <a:pt x="1291" y="1"/>
                      <a:pt x="1278" y="3"/>
                      <a:pt x="1264" y="7"/>
                    </a:cubicBezTo>
                    <a:lnTo>
                      <a:pt x="364" y="7"/>
                    </a:lnTo>
                    <a:cubicBezTo>
                      <a:pt x="356" y="6"/>
                      <a:pt x="348" y="5"/>
                      <a:pt x="341" y="5"/>
                    </a:cubicBezTo>
                    <a:cubicBezTo>
                      <a:pt x="171" y="5"/>
                      <a:pt x="171" y="343"/>
                      <a:pt x="341" y="343"/>
                    </a:cubicBezTo>
                    <a:cubicBezTo>
                      <a:pt x="348" y="343"/>
                      <a:pt x="356" y="342"/>
                      <a:pt x="364" y="341"/>
                    </a:cubicBezTo>
                    <a:lnTo>
                      <a:pt x="864" y="341"/>
                    </a:lnTo>
                    <a:lnTo>
                      <a:pt x="564" y="675"/>
                    </a:lnTo>
                    <a:cubicBezTo>
                      <a:pt x="497" y="741"/>
                      <a:pt x="497" y="841"/>
                      <a:pt x="564" y="908"/>
                    </a:cubicBezTo>
                    <a:cubicBezTo>
                      <a:pt x="597" y="941"/>
                      <a:pt x="630" y="975"/>
                      <a:pt x="664" y="975"/>
                    </a:cubicBezTo>
                    <a:cubicBezTo>
                      <a:pt x="797" y="975"/>
                      <a:pt x="897" y="1008"/>
                      <a:pt x="964" y="1075"/>
                    </a:cubicBezTo>
                    <a:cubicBezTo>
                      <a:pt x="1031" y="1175"/>
                      <a:pt x="1097" y="1275"/>
                      <a:pt x="1097" y="1375"/>
                    </a:cubicBezTo>
                    <a:cubicBezTo>
                      <a:pt x="1097" y="1475"/>
                      <a:pt x="1064" y="1609"/>
                      <a:pt x="964" y="1675"/>
                    </a:cubicBezTo>
                    <a:cubicBezTo>
                      <a:pt x="897" y="1742"/>
                      <a:pt x="797" y="1809"/>
                      <a:pt x="664" y="1809"/>
                    </a:cubicBezTo>
                    <a:cubicBezTo>
                      <a:pt x="564" y="1809"/>
                      <a:pt x="464" y="1742"/>
                      <a:pt x="397" y="1675"/>
                    </a:cubicBezTo>
                    <a:cubicBezTo>
                      <a:pt x="360" y="1638"/>
                      <a:pt x="318" y="1622"/>
                      <a:pt x="276" y="1622"/>
                    </a:cubicBezTo>
                    <a:cubicBezTo>
                      <a:pt x="133" y="1622"/>
                      <a:pt x="0" y="1812"/>
                      <a:pt x="130" y="1942"/>
                    </a:cubicBezTo>
                    <a:cubicBezTo>
                      <a:pt x="264" y="2076"/>
                      <a:pt x="464" y="2142"/>
                      <a:pt x="664" y="2142"/>
                    </a:cubicBezTo>
                    <a:cubicBezTo>
                      <a:pt x="1097" y="2142"/>
                      <a:pt x="1431" y="1809"/>
                      <a:pt x="1431" y="1375"/>
                    </a:cubicBezTo>
                    <a:cubicBezTo>
                      <a:pt x="1431" y="1175"/>
                      <a:pt x="1364" y="975"/>
                      <a:pt x="1231" y="841"/>
                    </a:cubicBezTo>
                    <a:cubicBezTo>
                      <a:pt x="1164" y="775"/>
                      <a:pt x="1097" y="741"/>
                      <a:pt x="997" y="708"/>
                    </a:cubicBezTo>
                    <a:lnTo>
                      <a:pt x="1398" y="274"/>
                    </a:lnTo>
                    <a:cubicBezTo>
                      <a:pt x="1398" y="274"/>
                      <a:pt x="1431" y="274"/>
                      <a:pt x="1431" y="241"/>
                    </a:cubicBezTo>
                    <a:cubicBezTo>
                      <a:pt x="1431" y="208"/>
                      <a:pt x="1464" y="174"/>
                      <a:pt x="1464" y="174"/>
                    </a:cubicBezTo>
                    <a:cubicBezTo>
                      <a:pt x="1464" y="88"/>
                      <a:pt x="1389" y="1"/>
                      <a:pt x="13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361;p24">
                <a:extLst>
                  <a:ext uri="{FF2B5EF4-FFF2-40B4-BE49-F238E27FC236}">
                    <a16:creationId xmlns:a16="http://schemas.microsoft.com/office/drawing/2014/main" id="{C4CDF695-D347-0AEC-8756-119F84E7CAAE}"/>
                  </a:ext>
                </a:extLst>
              </p:cNvPr>
              <p:cNvSpPr/>
              <p:nvPr/>
            </p:nvSpPr>
            <p:spPr>
              <a:xfrm>
                <a:off x="5980479" y="3872596"/>
                <a:ext cx="33108" cy="55937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144" extrusionOk="0">
                    <a:moveTo>
                      <a:pt x="68" y="0"/>
                    </a:moveTo>
                    <a:cubicBezTo>
                      <a:pt x="34" y="0"/>
                      <a:pt x="1" y="25"/>
                      <a:pt x="1" y="75"/>
                    </a:cubicBezTo>
                    <a:lnTo>
                      <a:pt x="1" y="2077"/>
                    </a:lnTo>
                    <a:cubicBezTo>
                      <a:pt x="1" y="2110"/>
                      <a:pt x="34" y="2143"/>
                      <a:pt x="68" y="2143"/>
                    </a:cubicBezTo>
                    <a:lnTo>
                      <a:pt x="1168" y="2143"/>
                    </a:lnTo>
                    <a:cubicBezTo>
                      <a:pt x="1268" y="2143"/>
                      <a:pt x="1268" y="2010"/>
                      <a:pt x="1168" y="2010"/>
                    </a:cubicBezTo>
                    <a:lnTo>
                      <a:pt x="134" y="2010"/>
                    </a:lnTo>
                    <a:lnTo>
                      <a:pt x="134" y="75"/>
                    </a:lnTo>
                    <a:cubicBezTo>
                      <a:pt x="134" y="25"/>
                      <a:pt x="101" y="0"/>
                      <a:pt x="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362;p24">
                <a:extLst>
                  <a:ext uri="{FF2B5EF4-FFF2-40B4-BE49-F238E27FC236}">
                    <a16:creationId xmlns:a16="http://schemas.microsoft.com/office/drawing/2014/main" id="{F96AEED6-F1E8-1274-9796-AC54AEF681CD}"/>
                  </a:ext>
                </a:extLst>
              </p:cNvPr>
              <p:cNvSpPr/>
              <p:nvPr/>
            </p:nvSpPr>
            <p:spPr>
              <a:xfrm>
                <a:off x="6019639" y="3871005"/>
                <a:ext cx="67443" cy="57294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2196" extrusionOk="0">
                    <a:moveTo>
                      <a:pt x="1121" y="150"/>
                    </a:moveTo>
                    <a:cubicBezTo>
                      <a:pt x="1360" y="150"/>
                      <a:pt x="1605" y="239"/>
                      <a:pt x="1802" y="436"/>
                    </a:cubicBezTo>
                    <a:cubicBezTo>
                      <a:pt x="2360" y="1060"/>
                      <a:pt x="1917" y="2038"/>
                      <a:pt x="1109" y="2038"/>
                    </a:cubicBezTo>
                    <a:cubicBezTo>
                      <a:pt x="1095" y="2038"/>
                      <a:pt x="1082" y="2038"/>
                      <a:pt x="1068" y="2037"/>
                    </a:cubicBezTo>
                    <a:cubicBezTo>
                      <a:pt x="535" y="2037"/>
                      <a:pt x="134" y="1604"/>
                      <a:pt x="168" y="1103"/>
                    </a:cubicBezTo>
                    <a:cubicBezTo>
                      <a:pt x="168" y="521"/>
                      <a:pt x="634" y="150"/>
                      <a:pt x="1121" y="150"/>
                    </a:cubicBezTo>
                    <a:close/>
                    <a:moveTo>
                      <a:pt x="1145" y="0"/>
                    </a:moveTo>
                    <a:cubicBezTo>
                      <a:pt x="1120" y="0"/>
                      <a:pt x="1094" y="1"/>
                      <a:pt x="1068" y="3"/>
                    </a:cubicBezTo>
                    <a:cubicBezTo>
                      <a:pt x="468" y="3"/>
                      <a:pt x="1" y="503"/>
                      <a:pt x="1" y="1103"/>
                    </a:cubicBezTo>
                    <a:cubicBezTo>
                      <a:pt x="1" y="1767"/>
                      <a:pt x="543" y="2196"/>
                      <a:pt x="1103" y="2196"/>
                    </a:cubicBezTo>
                    <a:cubicBezTo>
                      <a:pt x="1388" y="2196"/>
                      <a:pt x="1677" y="2085"/>
                      <a:pt x="1902" y="1837"/>
                    </a:cubicBezTo>
                    <a:cubicBezTo>
                      <a:pt x="2584" y="1156"/>
                      <a:pt x="2065" y="0"/>
                      <a:pt x="114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363;p24">
                <a:extLst>
                  <a:ext uri="{FF2B5EF4-FFF2-40B4-BE49-F238E27FC236}">
                    <a16:creationId xmlns:a16="http://schemas.microsoft.com/office/drawing/2014/main" id="{91EE2646-725E-D77E-3A68-09CEB081A8DB}"/>
                  </a:ext>
                </a:extLst>
              </p:cNvPr>
              <p:cNvSpPr/>
              <p:nvPr/>
            </p:nvSpPr>
            <p:spPr>
              <a:xfrm>
                <a:off x="6084053" y="3872440"/>
                <a:ext cx="48762" cy="56093"/>
              </a:xfrm>
              <a:custGeom>
                <a:avLst/>
                <a:gdLst/>
                <a:ahLst/>
                <a:cxnLst/>
                <a:rect l="l" t="t" r="r" b="b"/>
                <a:pathLst>
                  <a:path w="1869" h="2150" extrusionOk="0">
                    <a:moveTo>
                      <a:pt x="96" y="1"/>
                    </a:moveTo>
                    <a:cubicBezTo>
                      <a:pt x="87" y="1"/>
                      <a:pt x="77" y="5"/>
                      <a:pt x="67" y="14"/>
                    </a:cubicBezTo>
                    <a:cubicBezTo>
                      <a:pt x="34" y="14"/>
                      <a:pt x="0" y="48"/>
                      <a:pt x="34" y="114"/>
                    </a:cubicBezTo>
                    <a:lnTo>
                      <a:pt x="868" y="2083"/>
                    </a:lnTo>
                    <a:cubicBezTo>
                      <a:pt x="868" y="2116"/>
                      <a:pt x="868" y="2149"/>
                      <a:pt x="901" y="2149"/>
                    </a:cubicBezTo>
                    <a:lnTo>
                      <a:pt x="968" y="2149"/>
                    </a:lnTo>
                    <a:cubicBezTo>
                      <a:pt x="1001" y="2116"/>
                      <a:pt x="1001" y="2116"/>
                      <a:pt x="1001" y="2083"/>
                    </a:cubicBezTo>
                    <a:lnTo>
                      <a:pt x="1835" y="114"/>
                    </a:lnTo>
                    <a:cubicBezTo>
                      <a:pt x="1868" y="48"/>
                      <a:pt x="1835" y="14"/>
                      <a:pt x="1802" y="14"/>
                    </a:cubicBezTo>
                    <a:cubicBezTo>
                      <a:pt x="1792" y="5"/>
                      <a:pt x="1782" y="1"/>
                      <a:pt x="1772" y="1"/>
                    </a:cubicBezTo>
                    <a:cubicBezTo>
                      <a:pt x="1749" y="1"/>
                      <a:pt x="1725" y="24"/>
                      <a:pt x="1702" y="48"/>
                    </a:cubicBezTo>
                    <a:lnTo>
                      <a:pt x="934" y="1882"/>
                    </a:lnTo>
                    <a:lnTo>
                      <a:pt x="167" y="48"/>
                    </a:lnTo>
                    <a:cubicBezTo>
                      <a:pt x="144" y="24"/>
                      <a:pt x="120" y="1"/>
                      <a:pt x="9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364;p24">
                <a:extLst>
                  <a:ext uri="{FF2B5EF4-FFF2-40B4-BE49-F238E27FC236}">
                    <a16:creationId xmlns:a16="http://schemas.microsoft.com/office/drawing/2014/main" id="{9C39E351-4E43-FD23-1266-FAE2F0415DBD}"/>
                  </a:ext>
                </a:extLst>
              </p:cNvPr>
              <p:cNvSpPr/>
              <p:nvPr/>
            </p:nvSpPr>
            <p:spPr>
              <a:xfrm>
                <a:off x="6145832" y="3871944"/>
                <a:ext cx="33969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2169" extrusionOk="0">
                    <a:moveTo>
                      <a:pt x="67" y="0"/>
                    </a:moveTo>
                    <a:cubicBezTo>
                      <a:pt x="34" y="0"/>
                      <a:pt x="1" y="33"/>
                      <a:pt x="1" y="100"/>
                    </a:cubicBezTo>
                    <a:lnTo>
                      <a:pt x="1" y="2102"/>
                    </a:lnTo>
                    <a:cubicBezTo>
                      <a:pt x="1" y="2135"/>
                      <a:pt x="34" y="2168"/>
                      <a:pt x="67" y="2168"/>
                    </a:cubicBezTo>
                    <a:lnTo>
                      <a:pt x="1202" y="2168"/>
                    </a:lnTo>
                    <a:cubicBezTo>
                      <a:pt x="1302" y="2168"/>
                      <a:pt x="1302" y="2035"/>
                      <a:pt x="1202" y="2035"/>
                    </a:cubicBezTo>
                    <a:lnTo>
                      <a:pt x="168" y="2035"/>
                    </a:lnTo>
                    <a:lnTo>
                      <a:pt x="168" y="1168"/>
                    </a:lnTo>
                    <a:lnTo>
                      <a:pt x="1068" y="1168"/>
                    </a:lnTo>
                    <a:cubicBezTo>
                      <a:pt x="1168" y="1168"/>
                      <a:pt x="1168" y="1034"/>
                      <a:pt x="1068" y="1034"/>
                    </a:cubicBezTo>
                    <a:lnTo>
                      <a:pt x="168" y="1034"/>
                    </a:lnTo>
                    <a:lnTo>
                      <a:pt x="168" y="167"/>
                    </a:lnTo>
                    <a:lnTo>
                      <a:pt x="1202" y="167"/>
                    </a:lnTo>
                    <a:cubicBezTo>
                      <a:pt x="1302" y="167"/>
                      <a:pt x="1302" y="0"/>
                      <a:pt x="1202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365;p24">
                <a:extLst>
                  <a:ext uri="{FF2B5EF4-FFF2-40B4-BE49-F238E27FC236}">
                    <a16:creationId xmlns:a16="http://schemas.microsoft.com/office/drawing/2014/main" id="{EA963C32-3172-40AA-9D1A-F91028DAC905}"/>
                  </a:ext>
                </a:extLst>
              </p:cNvPr>
              <p:cNvSpPr/>
              <p:nvPr/>
            </p:nvSpPr>
            <p:spPr>
              <a:xfrm>
                <a:off x="6218933" y="3872596"/>
                <a:ext cx="3522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135" h="2152" extrusionOk="0">
                    <a:moveTo>
                      <a:pt x="67" y="0"/>
                    </a:moveTo>
                    <a:cubicBezTo>
                      <a:pt x="34" y="0"/>
                      <a:pt x="1" y="25"/>
                      <a:pt x="1" y="75"/>
                    </a:cubicBezTo>
                    <a:lnTo>
                      <a:pt x="1" y="2077"/>
                    </a:lnTo>
                    <a:cubicBezTo>
                      <a:pt x="1" y="2127"/>
                      <a:pt x="34" y="2152"/>
                      <a:pt x="67" y="2152"/>
                    </a:cubicBezTo>
                    <a:cubicBezTo>
                      <a:pt x="101" y="2152"/>
                      <a:pt x="134" y="2127"/>
                      <a:pt x="134" y="2077"/>
                    </a:cubicBezTo>
                    <a:lnTo>
                      <a:pt x="134" y="75"/>
                    </a:lnTo>
                    <a:cubicBezTo>
                      <a:pt x="134" y="25"/>
                      <a:pt x="101" y="0"/>
                      <a:pt x="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366;p24">
                <a:extLst>
                  <a:ext uri="{FF2B5EF4-FFF2-40B4-BE49-F238E27FC236}">
                    <a16:creationId xmlns:a16="http://schemas.microsoft.com/office/drawing/2014/main" id="{1723A85B-B04D-9CAD-7438-E337D920934F}"/>
                  </a:ext>
                </a:extLst>
              </p:cNvPr>
              <p:cNvSpPr/>
              <p:nvPr/>
            </p:nvSpPr>
            <p:spPr>
              <a:xfrm>
                <a:off x="6237221" y="3871944"/>
                <a:ext cx="43544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2169" extrusionOk="0">
                    <a:moveTo>
                      <a:pt x="100" y="0"/>
                    </a:moveTo>
                    <a:cubicBezTo>
                      <a:pt x="0" y="0"/>
                      <a:pt x="0" y="133"/>
                      <a:pt x="100" y="133"/>
                    </a:cubicBezTo>
                    <a:lnTo>
                      <a:pt x="767" y="133"/>
                    </a:lnTo>
                    <a:lnTo>
                      <a:pt x="767" y="2068"/>
                    </a:lnTo>
                    <a:cubicBezTo>
                      <a:pt x="767" y="2135"/>
                      <a:pt x="801" y="2168"/>
                      <a:pt x="834" y="2168"/>
                    </a:cubicBezTo>
                    <a:cubicBezTo>
                      <a:pt x="868" y="2168"/>
                      <a:pt x="901" y="2135"/>
                      <a:pt x="901" y="2068"/>
                    </a:cubicBezTo>
                    <a:lnTo>
                      <a:pt x="901" y="133"/>
                    </a:lnTo>
                    <a:lnTo>
                      <a:pt x="1568" y="133"/>
                    </a:lnTo>
                    <a:cubicBezTo>
                      <a:pt x="1668" y="133"/>
                      <a:pt x="1668" y="0"/>
                      <a:pt x="15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367;p24">
                <a:extLst>
                  <a:ext uri="{FF2B5EF4-FFF2-40B4-BE49-F238E27FC236}">
                    <a16:creationId xmlns:a16="http://schemas.microsoft.com/office/drawing/2014/main" id="{88101D9D-0796-16D4-4131-95C1DC91B343}"/>
                  </a:ext>
                </a:extLst>
              </p:cNvPr>
              <p:cNvSpPr/>
              <p:nvPr/>
            </p:nvSpPr>
            <p:spPr>
              <a:xfrm>
                <a:off x="6293783" y="3872596"/>
                <a:ext cx="4383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52" extrusionOk="0">
                    <a:moveTo>
                      <a:pt x="84" y="0"/>
                    </a:moveTo>
                    <a:cubicBezTo>
                      <a:pt x="42" y="0"/>
                      <a:pt x="0" y="25"/>
                      <a:pt x="0" y="75"/>
                    </a:cubicBezTo>
                    <a:lnTo>
                      <a:pt x="0" y="1610"/>
                    </a:lnTo>
                    <a:cubicBezTo>
                      <a:pt x="0" y="1660"/>
                      <a:pt x="42" y="1685"/>
                      <a:pt x="84" y="1685"/>
                    </a:cubicBezTo>
                    <a:cubicBezTo>
                      <a:pt x="126" y="1685"/>
                      <a:pt x="167" y="1660"/>
                      <a:pt x="167" y="1610"/>
                    </a:cubicBezTo>
                    <a:lnTo>
                      <a:pt x="167" y="75"/>
                    </a:lnTo>
                    <a:cubicBezTo>
                      <a:pt x="167" y="25"/>
                      <a:pt x="126" y="0"/>
                      <a:pt x="84" y="0"/>
                    </a:cubicBezTo>
                    <a:close/>
                    <a:moveTo>
                      <a:pt x="84" y="1935"/>
                    </a:moveTo>
                    <a:cubicBezTo>
                      <a:pt x="42" y="1935"/>
                      <a:pt x="0" y="1960"/>
                      <a:pt x="0" y="2010"/>
                    </a:cubicBezTo>
                    <a:lnTo>
                      <a:pt x="0" y="2077"/>
                    </a:lnTo>
                    <a:cubicBezTo>
                      <a:pt x="0" y="2127"/>
                      <a:pt x="42" y="2152"/>
                      <a:pt x="84" y="2152"/>
                    </a:cubicBezTo>
                    <a:cubicBezTo>
                      <a:pt x="126" y="2152"/>
                      <a:pt x="167" y="2127"/>
                      <a:pt x="167" y="2077"/>
                    </a:cubicBezTo>
                    <a:lnTo>
                      <a:pt x="167" y="2010"/>
                    </a:lnTo>
                    <a:cubicBezTo>
                      <a:pt x="167" y="1960"/>
                      <a:pt x="126" y="1935"/>
                      <a:pt x="84" y="19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368;p24">
                <a:extLst>
                  <a:ext uri="{FF2B5EF4-FFF2-40B4-BE49-F238E27FC236}">
                    <a16:creationId xmlns:a16="http://schemas.microsoft.com/office/drawing/2014/main" id="{E28AC602-5B7D-AD0D-AFFD-8AE29E4CEDAE}"/>
                  </a:ext>
                </a:extLst>
              </p:cNvPr>
              <p:cNvSpPr/>
              <p:nvPr/>
            </p:nvSpPr>
            <p:spPr>
              <a:xfrm>
                <a:off x="5673281" y="4025895"/>
                <a:ext cx="247203" cy="220904"/>
              </a:xfrm>
              <a:custGeom>
                <a:avLst/>
                <a:gdLst/>
                <a:ahLst/>
                <a:cxnLst/>
                <a:rect l="l" t="t" r="r" b="b"/>
                <a:pathLst>
                  <a:path w="9475" h="8467" extrusionOk="0">
                    <a:moveTo>
                      <a:pt x="4711" y="1"/>
                    </a:moveTo>
                    <a:cubicBezTo>
                      <a:pt x="4161" y="1"/>
                      <a:pt x="3604" y="109"/>
                      <a:pt x="3070" y="337"/>
                    </a:cubicBezTo>
                    <a:cubicBezTo>
                      <a:pt x="1035" y="1204"/>
                      <a:pt x="1" y="3472"/>
                      <a:pt x="701" y="5574"/>
                    </a:cubicBezTo>
                    <a:cubicBezTo>
                      <a:pt x="1291" y="7316"/>
                      <a:pt x="2923" y="8467"/>
                      <a:pt x="4720" y="8467"/>
                    </a:cubicBezTo>
                    <a:cubicBezTo>
                      <a:pt x="5055" y="8467"/>
                      <a:pt x="5397" y="8427"/>
                      <a:pt x="5738" y="8343"/>
                    </a:cubicBezTo>
                    <a:cubicBezTo>
                      <a:pt x="6139" y="8242"/>
                      <a:pt x="6572" y="8076"/>
                      <a:pt x="6939" y="7842"/>
                    </a:cubicBezTo>
                    <a:cubicBezTo>
                      <a:pt x="8807" y="6675"/>
                      <a:pt x="9474" y="4240"/>
                      <a:pt x="8474" y="2305"/>
                    </a:cubicBezTo>
                    <a:cubicBezTo>
                      <a:pt x="7736" y="854"/>
                      <a:pt x="6254" y="1"/>
                      <a:pt x="4711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369;p24">
                <a:extLst>
                  <a:ext uri="{FF2B5EF4-FFF2-40B4-BE49-F238E27FC236}">
                    <a16:creationId xmlns:a16="http://schemas.microsoft.com/office/drawing/2014/main" id="{AAE23E8C-C436-E67B-E7D2-F954370EDD45}"/>
                  </a:ext>
                </a:extLst>
              </p:cNvPr>
              <p:cNvSpPr/>
              <p:nvPr/>
            </p:nvSpPr>
            <p:spPr>
              <a:xfrm>
                <a:off x="5751600" y="4090361"/>
                <a:ext cx="78374" cy="67208"/>
              </a:xfrm>
              <a:custGeom>
                <a:avLst/>
                <a:gdLst/>
                <a:ahLst/>
                <a:cxnLst/>
                <a:rect l="l" t="t" r="r" b="b"/>
                <a:pathLst>
                  <a:path w="3004" h="2576" extrusionOk="0">
                    <a:moveTo>
                      <a:pt x="1702" y="1"/>
                    </a:moveTo>
                    <a:cubicBezTo>
                      <a:pt x="568" y="1"/>
                      <a:pt x="1" y="1368"/>
                      <a:pt x="802" y="2202"/>
                    </a:cubicBezTo>
                    <a:cubicBezTo>
                      <a:pt x="1059" y="2460"/>
                      <a:pt x="1379" y="2576"/>
                      <a:pt x="1694" y="2576"/>
                    </a:cubicBezTo>
                    <a:cubicBezTo>
                      <a:pt x="2359" y="2576"/>
                      <a:pt x="3003" y="2060"/>
                      <a:pt x="3003" y="1268"/>
                    </a:cubicBezTo>
                    <a:cubicBezTo>
                      <a:pt x="3003" y="568"/>
                      <a:pt x="2436" y="1"/>
                      <a:pt x="170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370;p24">
                <a:extLst>
                  <a:ext uri="{FF2B5EF4-FFF2-40B4-BE49-F238E27FC236}">
                    <a16:creationId xmlns:a16="http://schemas.microsoft.com/office/drawing/2014/main" id="{FD54D647-C48C-EEE6-226A-F8035A91E432}"/>
                  </a:ext>
                </a:extLst>
              </p:cNvPr>
              <p:cNvSpPr/>
              <p:nvPr/>
            </p:nvSpPr>
            <p:spPr>
              <a:xfrm>
                <a:off x="5736808" y="4155636"/>
                <a:ext cx="119257" cy="91132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3493" extrusionOk="0">
                    <a:moveTo>
                      <a:pt x="2269" y="0"/>
                    </a:moveTo>
                    <a:cubicBezTo>
                      <a:pt x="1002" y="0"/>
                      <a:pt x="1" y="1068"/>
                      <a:pt x="68" y="2335"/>
                    </a:cubicBezTo>
                    <a:lnTo>
                      <a:pt x="68" y="2869"/>
                    </a:lnTo>
                    <a:cubicBezTo>
                      <a:pt x="737" y="3285"/>
                      <a:pt x="1487" y="3493"/>
                      <a:pt x="2261" y="3493"/>
                    </a:cubicBezTo>
                    <a:cubicBezTo>
                      <a:pt x="2605" y="3493"/>
                      <a:pt x="2954" y="3452"/>
                      <a:pt x="3303" y="3370"/>
                    </a:cubicBezTo>
                    <a:cubicBezTo>
                      <a:pt x="3704" y="3269"/>
                      <a:pt x="4137" y="3103"/>
                      <a:pt x="4504" y="2869"/>
                    </a:cubicBezTo>
                    <a:lnTo>
                      <a:pt x="4504" y="2335"/>
                    </a:lnTo>
                    <a:cubicBezTo>
                      <a:pt x="4571" y="1068"/>
                      <a:pt x="3537" y="0"/>
                      <a:pt x="2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371;p24">
                <a:extLst>
                  <a:ext uri="{FF2B5EF4-FFF2-40B4-BE49-F238E27FC236}">
                    <a16:creationId xmlns:a16="http://schemas.microsoft.com/office/drawing/2014/main" id="{01AE2C0B-4F5B-176E-95D2-6C748D5077B9}"/>
                  </a:ext>
                </a:extLst>
              </p:cNvPr>
              <p:cNvSpPr/>
              <p:nvPr/>
            </p:nvSpPr>
            <p:spPr>
              <a:xfrm>
                <a:off x="5975261" y="4047497"/>
                <a:ext cx="40074" cy="56772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2176" extrusionOk="0">
                    <a:moveTo>
                      <a:pt x="1356" y="1"/>
                    </a:moveTo>
                    <a:cubicBezTo>
                      <a:pt x="1268" y="1"/>
                      <a:pt x="1185" y="59"/>
                      <a:pt x="1202" y="176"/>
                    </a:cubicBezTo>
                    <a:lnTo>
                      <a:pt x="1202" y="1410"/>
                    </a:lnTo>
                    <a:cubicBezTo>
                      <a:pt x="1202" y="1644"/>
                      <a:pt x="1001" y="1810"/>
                      <a:pt x="768" y="1810"/>
                    </a:cubicBezTo>
                    <a:cubicBezTo>
                      <a:pt x="568" y="1810"/>
                      <a:pt x="401" y="1710"/>
                      <a:pt x="368" y="1510"/>
                    </a:cubicBezTo>
                    <a:cubicBezTo>
                      <a:pt x="340" y="1456"/>
                      <a:pt x="269" y="1401"/>
                      <a:pt x="189" y="1401"/>
                    </a:cubicBezTo>
                    <a:cubicBezTo>
                      <a:pt x="171" y="1401"/>
                      <a:pt x="153" y="1404"/>
                      <a:pt x="134" y="1410"/>
                    </a:cubicBezTo>
                    <a:cubicBezTo>
                      <a:pt x="34" y="1444"/>
                      <a:pt x="1" y="1544"/>
                      <a:pt x="34" y="1644"/>
                    </a:cubicBezTo>
                    <a:cubicBezTo>
                      <a:pt x="151" y="2008"/>
                      <a:pt x="452" y="2175"/>
                      <a:pt x="755" y="2175"/>
                    </a:cubicBezTo>
                    <a:cubicBezTo>
                      <a:pt x="1144" y="2175"/>
                      <a:pt x="1535" y="1898"/>
                      <a:pt x="1535" y="1410"/>
                    </a:cubicBezTo>
                    <a:lnTo>
                      <a:pt x="1535" y="176"/>
                    </a:lnTo>
                    <a:cubicBezTo>
                      <a:pt x="1535" y="59"/>
                      <a:pt x="1443" y="1"/>
                      <a:pt x="135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372;p24">
                <a:extLst>
                  <a:ext uri="{FF2B5EF4-FFF2-40B4-BE49-F238E27FC236}">
                    <a16:creationId xmlns:a16="http://schemas.microsoft.com/office/drawing/2014/main" id="{911A5EFC-9456-D223-930D-D19C100F3A62}"/>
                  </a:ext>
                </a:extLst>
              </p:cNvPr>
              <p:cNvSpPr/>
              <p:nvPr/>
            </p:nvSpPr>
            <p:spPr>
              <a:xfrm>
                <a:off x="6029214" y="4048149"/>
                <a:ext cx="34856" cy="56172"/>
              </a:xfrm>
              <a:custGeom>
                <a:avLst/>
                <a:gdLst/>
                <a:ahLst/>
                <a:cxnLst/>
                <a:rect l="l" t="t" r="r" b="b"/>
                <a:pathLst>
                  <a:path w="1336" h="2153" extrusionOk="0">
                    <a:moveTo>
                      <a:pt x="168" y="1"/>
                    </a:moveTo>
                    <a:cubicBezTo>
                      <a:pt x="93" y="1"/>
                      <a:pt x="18" y="51"/>
                      <a:pt x="1" y="151"/>
                    </a:cubicBezTo>
                    <a:lnTo>
                      <a:pt x="1" y="1952"/>
                    </a:lnTo>
                    <a:cubicBezTo>
                      <a:pt x="1" y="1986"/>
                      <a:pt x="1" y="1986"/>
                      <a:pt x="1" y="2019"/>
                    </a:cubicBezTo>
                    <a:cubicBezTo>
                      <a:pt x="1" y="2086"/>
                      <a:pt x="68" y="2119"/>
                      <a:pt x="168" y="2152"/>
                    </a:cubicBezTo>
                    <a:cubicBezTo>
                      <a:pt x="268" y="2152"/>
                      <a:pt x="334" y="2052"/>
                      <a:pt x="334" y="1952"/>
                    </a:cubicBezTo>
                    <a:lnTo>
                      <a:pt x="334" y="1252"/>
                    </a:lnTo>
                    <a:cubicBezTo>
                      <a:pt x="334" y="1085"/>
                      <a:pt x="501" y="918"/>
                      <a:pt x="668" y="918"/>
                    </a:cubicBezTo>
                    <a:cubicBezTo>
                      <a:pt x="868" y="918"/>
                      <a:pt x="1002" y="1052"/>
                      <a:pt x="1002" y="1252"/>
                    </a:cubicBezTo>
                    <a:lnTo>
                      <a:pt x="1002" y="1952"/>
                    </a:lnTo>
                    <a:cubicBezTo>
                      <a:pt x="1002" y="2069"/>
                      <a:pt x="1085" y="2127"/>
                      <a:pt x="1168" y="2127"/>
                    </a:cubicBezTo>
                    <a:cubicBezTo>
                      <a:pt x="1252" y="2127"/>
                      <a:pt x="1335" y="2069"/>
                      <a:pt x="1335" y="1952"/>
                    </a:cubicBezTo>
                    <a:lnTo>
                      <a:pt x="1335" y="1285"/>
                    </a:lnTo>
                    <a:cubicBezTo>
                      <a:pt x="1335" y="885"/>
                      <a:pt x="1035" y="585"/>
                      <a:pt x="668" y="585"/>
                    </a:cubicBezTo>
                    <a:cubicBezTo>
                      <a:pt x="568" y="585"/>
                      <a:pt x="435" y="618"/>
                      <a:pt x="334" y="685"/>
                    </a:cubicBezTo>
                    <a:lnTo>
                      <a:pt x="334" y="151"/>
                    </a:lnTo>
                    <a:cubicBezTo>
                      <a:pt x="318" y="51"/>
                      <a:pt x="243" y="1"/>
                      <a:pt x="1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373;p24">
                <a:extLst>
                  <a:ext uri="{FF2B5EF4-FFF2-40B4-BE49-F238E27FC236}">
                    <a16:creationId xmlns:a16="http://schemas.microsoft.com/office/drawing/2014/main" id="{084A7B44-E48F-33E6-9365-AD71B99BC5FB}"/>
                  </a:ext>
                </a:extLst>
              </p:cNvPr>
              <p:cNvSpPr/>
              <p:nvPr/>
            </p:nvSpPr>
            <p:spPr>
              <a:xfrm>
                <a:off x="6076226" y="4063385"/>
                <a:ext cx="39187" cy="40935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1569" extrusionOk="0">
                    <a:moveTo>
                      <a:pt x="767" y="334"/>
                    </a:moveTo>
                    <a:cubicBezTo>
                      <a:pt x="867" y="334"/>
                      <a:pt x="968" y="401"/>
                      <a:pt x="1034" y="468"/>
                    </a:cubicBezTo>
                    <a:cubicBezTo>
                      <a:pt x="1134" y="534"/>
                      <a:pt x="1168" y="668"/>
                      <a:pt x="1168" y="768"/>
                    </a:cubicBezTo>
                    <a:cubicBezTo>
                      <a:pt x="1168" y="901"/>
                      <a:pt x="1134" y="1035"/>
                      <a:pt x="1034" y="1101"/>
                    </a:cubicBezTo>
                    <a:cubicBezTo>
                      <a:pt x="968" y="1168"/>
                      <a:pt x="867" y="1235"/>
                      <a:pt x="767" y="1235"/>
                    </a:cubicBezTo>
                    <a:cubicBezTo>
                      <a:pt x="634" y="1235"/>
                      <a:pt x="534" y="1168"/>
                      <a:pt x="467" y="1101"/>
                    </a:cubicBezTo>
                    <a:cubicBezTo>
                      <a:pt x="400" y="1001"/>
                      <a:pt x="334" y="901"/>
                      <a:pt x="367" y="768"/>
                    </a:cubicBezTo>
                    <a:cubicBezTo>
                      <a:pt x="334" y="668"/>
                      <a:pt x="400" y="534"/>
                      <a:pt x="467" y="468"/>
                    </a:cubicBezTo>
                    <a:cubicBezTo>
                      <a:pt x="534" y="401"/>
                      <a:pt x="634" y="334"/>
                      <a:pt x="767" y="334"/>
                    </a:cubicBezTo>
                    <a:close/>
                    <a:moveTo>
                      <a:pt x="767" y="1"/>
                    </a:moveTo>
                    <a:cubicBezTo>
                      <a:pt x="567" y="1"/>
                      <a:pt x="367" y="101"/>
                      <a:pt x="234" y="234"/>
                    </a:cubicBezTo>
                    <a:cubicBezTo>
                      <a:pt x="100" y="401"/>
                      <a:pt x="0" y="568"/>
                      <a:pt x="0" y="768"/>
                    </a:cubicBezTo>
                    <a:cubicBezTo>
                      <a:pt x="0" y="968"/>
                      <a:pt x="100" y="1168"/>
                      <a:pt x="234" y="1335"/>
                    </a:cubicBezTo>
                    <a:cubicBezTo>
                      <a:pt x="367" y="1468"/>
                      <a:pt x="567" y="1568"/>
                      <a:pt x="767" y="1568"/>
                    </a:cubicBezTo>
                    <a:cubicBezTo>
                      <a:pt x="968" y="1568"/>
                      <a:pt x="1134" y="1468"/>
                      <a:pt x="1268" y="1335"/>
                    </a:cubicBezTo>
                    <a:cubicBezTo>
                      <a:pt x="1435" y="1168"/>
                      <a:pt x="1501" y="968"/>
                      <a:pt x="1501" y="768"/>
                    </a:cubicBezTo>
                    <a:cubicBezTo>
                      <a:pt x="1501" y="568"/>
                      <a:pt x="1401" y="401"/>
                      <a:pt x="1268" y="234"/>
                    </a:cubicBezTo>
                    <a:cubicBezTo>
                      <a:pt x="1134" y="101"/>
                      <a:pt x="968" y="1"/>
                      <a:pt x="7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374;p24">
                <a:extLst>
                  <a:ext uri="{FF2B5EF4-FFF2-40B4-BE49-F238E27FC236}">
                    <a16:creationId xmlns:a16="http://schemas.microsoft.com/office/drawing/2014/main" id="{FC157434-A7F9-2121-C899-1693C84D7348}"/>
                  </a:ext>
                </a:extLst>
              </p:cNvPr>
              <p:cNvSpPr/>
              <p:nvPr/>
            </p:nvSpPr>
            <p:spPr>
              <a:xfrm>
                <a:off x="6129291" y="4063385"/>
                <a:ext cx="33108" cy="40935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1569" extrusionOk="0">
                    <a:moveTo>
                      <a:pt x="168" y="1"/>
                    </a:moveTo>
                    <a:cubicBezTo>
                      <a:pt x="68" y="1"/>
                      <a:pt x="1" y="67"/>
                      <a:pt x="1" y="167"/>
                    </a:cubicBezTo>
                    <a:lnTo>
                      <a:pt x="1" y="1402"/>
                    </a:lnTo>
                    <a:cubicBezTo>
                      <a:pt x="1" y="1502"/>
                      <a:pt x="68" y="1568"/>
                      <a:pt x="168" y="1568"/>
                    </a:cubicBezTo>
                    <a:cubicBezTo>
                      <a:pt x="234" y="1568"/>
                      <a:pt x="301" y="1502"/>
                      <a:pt x="301" y="1435"/>
                    </a:cubicBezTo>
                    <a:cubicBezTo>
                      <a:pt x="335" y="1435"/>
                      <a:pt x="335" y="1435"/>
                      <a:pt x="301" y="1402"/>
                    </a:cubicBezTo>
                    <a:lnTo>
                      <a:pt x="301" y="668"/>
                    </a:lnTo>
                    <a:cubicBezTo>
                      <a:pt x="301" y="501"/>
                      <a:pt x="468" y="368"/>
                      <a:pt x="635" y="368"/>
                    </a:cubicBezTo>
                    <a:cubicBezTo>
                      <a:pt x="802" y="368"/>
                      <a:pt x="935" y="501"/>
                      <a:pt x="935" y="668"/>
                    </a:cubicBezTo>
                    <a:lnTo>
                      <a:pt x="935" y="1402"/>
                    </a:lnTo>
                    <a:cubicBezTo>
                      <a:pt x="968" y="1502"/>
                      <a:pt x="1035" y="1568"/>
                      <a:pt x="1102" y="1568"/>
                    </a:cubicBezTo>
                    <a:cubicBezTo>
                      <a:pt x="1202" y="1568"/>
                      <a:pt x="1269" y="1502"/>
                      <a:pt x="1269" y="1402"/>
                    </a:cubicBezTo>
                    <a:lnTo>
                      <a:pt x="1269" y="668"/>
                    </a:lnTo>
                    <a:cubicBezTo>
                      <a:pt x="1269" y="301"/>
                      <a:pt x="1002" y="1"/>
                      <a:pt x="635" y="1"/>
                    </a:cubicBezTo>
                    <a:cubicBezTo>
                      <a:pt x="535" y="1"/>
                      <a:pt x="401" y="34"/>
                      <a:pt x="301" y="101"/>
                    </a:cubicBezTo>
                    <a:cubicBezTo>
                      <a:pt x="268" y="34"/>
                      <a:pt x="234" y="1"/>
                      <a:pt x="1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375;p24">
                <a:extLst>
                  <a:ext uri="{FF2B5EF4-FFF2-40B4-BE49-F238E27FC236}">
                    <a16:creationId xmlns:a16="http://schemas.microsoft.com/office/drawing/2014/main" id="{699BFA4E-4B67-AF63-016F-CDE7E81A1E82}"/>
                  </a:ext>
                </a:extLst>
              </p:cNvPr>
              <p:cNvSpPr/>
              <p:nvPr/>
            </p:nvSpPr>
            <p:spPr>
              <a:xfrm>
                <a:off x="6175938" y="4092109"/>
                <a:ext cx="13436" cy="9210"/>
              </a:xfrm>
              <a:custGeom>
                <a:avLst/>
                <a:gdLst/>
                <a:ahLst/>
                <a:cxnLst/>
                <a:rect l="l" t="t" r="r" b="b"/>
                <a:pathLst>
                  <a:path w="515" h="353" extrusionOk="0">
                    <a:moveTo>
                      <a:pt x="281" y="0"/>
                    </a:moveTo>
                    <a:cubicBezTo>
                      <a:pt x="0" y="0"/>
                      <a:pt x="287" y="353"/>
                      <a:pt x="436" y="353"/>
                    </a:cubicBezTo>
                    <a:cubicBezTo>
                      <a:pt x="482" y="353"/>
                      <a:pt x="515" y="320"/>
                      <a:pt x="515" y="234"/>
                    </a:cubicBezTo>
                    <a:cubicBezTo>
                      <a:pt x="515" y="100"/>
                      <a:pt x="415" y="0"/>
                      <a:pt x="28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376;p24">
                <a:extLst>
                  <a:ext uri="{FF2B5EF4-FFF2-40B4-BE49-F238E27FC236}">
                    <a16:creationId xmlns:a16="http://schemas.microsoft.com/office/drawing/2014/main" id="{F2D50B67-B9F9-C4B9-2C24-B2BD8537A8B2}"/>
                  </a:ext>
                </a:extLst>
              </p:cNvPr>
              <p:cNvSpPr/>
              <p:nvPr/>
            </p:nvSpPr>
            <p:spPr>
              <a:xfrm>
                <a:off x="6198062" y="4047497"/>
                <a:ext cx="44431" cy="56824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2178" extrusionOk="0">
                    <a:moveTo>
                      <a:pt x="167" y="1"/>
                    </a:moveTo>
                    <a:cubicBezTo>
                      <a:pt x="84" y="1"/>
                      <a:pt x="0" y="59"/>
                      <a:pt x="0" y="176"/>
                    </a:cubicBezTo>
                    <a:lnTo>
                      <a:pt x="0" y="1977"/>
                    </a:lnTo>
                    <a:cubicBezTo>
                      <a:pt x="0" y="2094"/>
                      <a:pt x="84" y="2152"/>
                      <a:pt x="167" y="2152"/>
                    </a:cubicBezTo>
                    <a:cubicBezTo>
                      <a:pt x="250" y="2152"/>
                      <a:pt x="334" y="2094"/>
                      <a:pt x="334" y="1977"/>
                    </a:cubicBezTo>
                    <a:lnTo>
                      <a:pt x="334" y="1544"/>
                    </a:lnTo>
                    <a:lnTo>
                      <a:pt x="667" y="1210"/>
                    </a:lnTo>
                    <a:lnTo>
                      <a:pt x="1334" y="2111"/>
                    </a:lnTo>
                    <a:cubicBezTo>
                      <a:pt x="1368" y="2144"/>
                      <a:pt x="1401" y="2144"/>
                      <a:pt x="1468" y="2177"/>
                    </a:cubicBezTo>
                    <a:cubicBezTo>
                      <a:pt x="1501" y="2144"/>
                      <a:pt x="1535" y="2144"/>
                      <a:pt x="1568" y="2111"/>
                    </a:cubicBezTo>
                    <a:cubicBezTo>
                      <a:pt x="1635" y="2044"/>
                      <a:pt x="1635" y="1944"/>
                      <a:pt x="1601" y="1877"/>
                    </a:cubicBezTo>
                    <a:lnTo>
                      <a:pt x="901" y="977"/>
                    </a:lnTo>
                    <a:lnTo>
                      <a:pt x="1601" y="309"/>
                    </a:lnTo>
                    <a:cubicBezTo>
                      <a:pt x="1702" y="183"/>
                      <a:pt x="1593" y="19"/>
                      <a:pt x="1461" y="19"/>
                    </a:cubicBezTo>
                    <a:cubicBezTo>
                      <a:pt x="1419" y="19"/>
                      <a:pt x="1375" y="35"/>
                      <a:pt x="1334" y="76"/>
                    </a:cubicBezTo>
                    <a:lnTo>
                      <a:pt x="334" y="1077"/>
                    </a:lnTo>
                    <a:lnTo>
                      <a:pt x="334" y="176"/>
                    </a:lnTo>
                    <a:cubicBezTo>
                      <a:pt x="334" y="59"/>
                      <a:pt x="250" y="1"/>
                      <a:pt x="1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377;p24">
                <a:extLst>
                  <a:ext uri="{FF2B5EF4-FFF2-40B4-BE49-F238E27FC236}">
                    <a16:creationId xmlns:a16="http://schemas.microsoft.com/office/drawing/2014/main" id="{D73F5EA0-48FB-3CF6-6F38-0BC956328558}"/>
                  </a:ext>
                </a:extLst>
              </p:cNvPr>
              <p:cNvSpPr/>
              <p:nvPr/>
            </p:nvSpPr>
            <p:spPr>
              <a:xfrm>
                <a:off x="5976148" y="4144548"/>
                <a:ext cx="41796" cy="56380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2161" extrusionOk="0">
                    <a:moveTo>
                      <a:pt x="71" y="0"/>
                    </a:moveTo>
                    <a:cubicBezTo>
                      <a:pt x="50" y="0"/>
                      <a:pt x="33" y="9"/>
                      <a:pt x="33" y="25"/>
                    </a:cubicBezTo>
                    <a:cubicBezTo>
                      <a:pt x="0" y="59"/>
                      <a:pt x="0" y="92"/>
                      <a:pt x="33" y="125"/>
                    </a:cubicBezTo>
                    <a:lnTo>
                      <a:pt x="734" y="1126"/>
                    </a:lnTo>
                    <a:lnTo>
                      <a:pt x="701" y="2093"/>
                    </a:lnTo>
                    <a:cubicBezTo>
                      <a:pt x="701" y="2127"/>
                      <a:pt x="734" y="2160"/>
                      <a:pt x="801" y="2160"/>
                    </a:cubicBezTo>
                    <a:cubicBezTo>
                      <a:pt x="834" y="2160"/>
                      <a:pt x="867" y="2127"/>
                      <a:pt x="867" y="2093"/>
                    </a:cubicBezTo>
                    <a:lnTo>
                      <a:pt x="867" y="1126"/>
                    </a:lnTo>
                    <a:lnTo>
                      <a:pt x="1601" y="125"/>
                    </a:lnTo>
                    <a:cubicBezTo>
                      <a:pt x="1601" y="92"/>
                      <a:pt x="1601" y="59"/>
                      <a:pt x="1601" y="25"/>
                    </a:cubicBezTo>
                    <a:cubicBezTo>
                      <a:pt x="1585" y="9"/>
                      <a:pt x="1560" y="0"/>
                      <a:pt x="1535" y="0"/>
                    </a:cubicBezTo>
                    <a:cubicBezTo>
                      <a:pt x="1510" y="0"/>
                      <a:pt x="1485" y="9"/>
                      <a:pt x="1468" y="25"/>
                    </a:cubicBezTo>
                    <a:lnTo>
                      <a:pt x="801" y="959"/>
                    </a:lnTo>
                    <a:lnTo>
                      <a:pt x="134" y="25"/>
                    </a:lnTo>
                    <a:cubicBezTo>
                      <a:pt x="117" y="9"/>
                      <a:pt x="92" y="0"/>
                      <a:pt x="7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378;p24">
                <a:extLst>
                  <a:ext uri="{FF2B5EF4-FFF2-40B4-BE49-F238E27FC236}">
                    <a16:creationId xmlns:a16="http://schemas.microsoft.com/office/drawing/2014/main" id="{C1B9D7B5-AE1B-B24C-367A-15CDF9C8CF43}"/>
                  </a:ext>
                </a:extLst>
              </p:cNvPr>
              <p:cNvSpPr/>
              <p:nvPr/>
            </p:nvSpPr>
            <p:spPr>
              <a:xfrm>
                <a:off x="6017030" y="4160828"/>
                <a:ext cx="46805" cy="40257"/>
              </a:xfrm>
              <a:custGeom>
                <a:avLst/>
                <a:gdLst/>
                <a:ahLst/>
                <a:cxnLst/>
                <a:rect l="l" t="t" r="r" b="b"/>
                <a:pathLst>
                  <a:path w="1794" h="1543" extrusionOk="0">
                    <a:moveTo>
                      <a:pt x="766" y="153"/>
                    </a:moveTo>
                    <a:cubicBezTo>
                      <a:pt x="929" y="153"/>
                      <a:pt x="1098" y="220"/>
                      <a:pt x="1235" y="369"/>
                    </a:cubicBezTo>
                    <a:cubicBezTo>
                      <a:pt x="1585" y="750"/>
                      <a:pt x="1298" y="1374"/>
                      <a:pt x="809" y="1374"/>
                    </a:cubicBezTo>
                    <a:cubicBezTo>
                      <a:pt x="784" y="1374"/>
                      <a:pt x="760" y="1372"/>
                      <a:pt x="735" y="1369"/>
                    </a:cubicBezTo>
                    <a:cubicBezTo>
                      <a:pt x="401" y="1369"/>
                      <a:pt x="168" y="1102"/>
                      <a:pt x="168" y="769"/>
                    </a:cubicBezTo>
                    <a:cubicBezTo>
                      <a:pt x="168" y="396"/>
                      <a:pt x="456" y="153"/>
                      <a:pt x="766" y="153"/>
                    </a:cubicBezTo>
                    <a:close/>
                    <a:moveTo>
                      <a:pt x="773" y="1"/>
                    </a:moveTo>
                    <a:cubicBezTo>
                      <a:pt x="761" y="1"/>
                      <a:pt x="748" y="1"/>
                      <a:pt x="735" y="2"/>
                    </a:cubicBezTo>
                    <a:cubicBezTo>
                      <a:pt x="334" y="35"/>
                      <a:pt x="1" y="369"/>
                      <a:pt x="1" y="769"/>
                    </a:cubicBezTo>
                    <a:cubicBezTo>
                      <a:pt x="1" y="1238"/>
                      <a:pt x="375" y="1542"/>
                      <a:pt x="772" y="1542"/>
                    </a:cubicBezTo>
                    <a:cubicBezTo>
                      <a:pt x="968" y="1542"/>
                      <a:pt x="1170" y="1468"/>
                      <a:pt x="1335" y="1303"/>
                    </a:cubicBezTo>
                    <a:cubicBezTo>
                      <a:pt x="1793" y="812"/>
                      <a:pt x="1417" y="1"/>
                      <a:pt x="77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379;p24">
                <a:extLst>
                  <a:ext uri="{FF2B5EF4-FFF2-40B4-BE49-F238E27FC236}">
                    <a16:creationId xmlns:a16="http://schemas.microsoft.com/office/drawing/2014/main" id="{BAED94EB-E45B-D84D-D532-44FDBDBB9459}"/>
                  </a:ext>
                </a:extLst>
              </p:cNvPr>
              <p:cNvSpPr/>
              <p:nvPr/>
            </p:nvSpPr>
            <p:spPr>
              <a:xfrm>
                <a:off x="6067512" y="4160854"/>
                <a:ext cx="32221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536" extrusionOk="0">
                    <a:moveTo>
                      <a:pt x="67" y="1"/>
                    </a:moveTo>
                    <a:cubicBezTo>
                      <a:pt x="34" y="1"/>
                      <a:pt x="1" y="34"/>
                      <a:pt x="1" y="101"/>
                    </a:cubicBezTo>
                    <a:lnTo>
                      <a:pt x="1" y="935"/>
                    </a:lnTo>
                    <a:cubicBezTo>
                      <a:pt x="1" y="1335"/>
                      <a:pt x="309" y="1535"/>
                      <a:pt x="618" y="1535"/>
                    </a:cubicBezTo>
                    <a:cubicBezTo>
                      <a:pt x="926" y="1535"/>
                      <a:pt x="1235" y="1335"/>
                      <a:pt x="1235" y="935"/>
                    </a:cubicBezTo>
                    <a:lnTo>
                      <a:pt x="1235" y="101"/>
                    </a:lnTo>
                    <a:cubicBezTo>
                      <a:pt x="1235" y="34"/>
                      <a:pt x="1201" y="1"/>
                      <a:pt x="1168" y="1"/>
                    </a:cubicBezTo>
                    <a:cubicBezTo>
                      <a:pt x="1101" y="1"/>
                      <a:pt x="1068" y="34"/>
                      <a:pt x="1068" y="101"/>
                    </a:cubicBezTo>
                    <a:lnTo>
                      <a:pt x="1068" y="935"/>
                    </a:lnTo>
                    <a:cubicBezTo>
                      <a:pt x="1101" y="1268"/>
                      <a:pt x="860" y="1435"/>
                      <a:pt x="618" y="1435"/>
                    </a:cubicBezTo>
                    <a:cubicBezTo>
                      <a:pt x="376" y="1435"/>
                      <a:pt x="134" y="1268"/>
                      <a:pt x="167" y="935"/>
                    </a:cubicBezTo>
                    <a:lnTo>
                      <a:pt x="167" y="101"/>
                    </a:lnTo>
                    <a:cubicBezTo>
                      <a:pt x="134" y="34"/>
                      <a:pt x="101" y="1"/>
                      <a:pt x="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380;p24">
                <a:extLst>
                  <a:ext uri="{FF2B5EF4-FFF2-40B4-BE49-F238E27FC236}">
                    <a16:creationId xmlns:a16="http://schemas.microsoft.com/office/drawing/2014/main" id="{1799328A-86F1-61BA-7E2C-67E125BEE0B2}"/>
                  </a:ext>
                </a:extLst>
              </p:cNvPr>
              <p:cNvSpPr/>
              <p:nvPr/>
            </p:nvSpPr>
            <p:spPr>
              <a:xfrm>
                <a:off x="6142362" y="4144105"/>
                <a:ext cx="4383" cy="5638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2161" extrusionOk="0">
                    <a:moveTo>
                      <a:pt x="84" y="0"/>
                    </a:moveTo>
                    <a:cubicBezTo>
                      <a:pt x="42" y="0"/>
                      <a:pt x="0" y="26"/>
                      <a:pt x="0" y="76"/>
                    </a:cubicBezTo>
                    <a:lnTo>
                      <a:pt x="0" y="2110"/>
                    </a:lnTo>
                    <a:cubicBezTo>
                      <a:pt x="0" y="2144"/>
                      <a:pt x="42" y="2160"/>
                      <a:pt x="84" y="2160"/>
                    </a:cubicBezTo>
                    <a:cubicBezTo>
                      <a:pt x="125" y="2160"/>
                      <a:pt x="167" y="2144"/>
                      <a:pt x="167" y="2110"/>
                    </a:cubicBezTo>
                    <a:lnTo>
                      <a:pt x="167" y="76"/>
                    </a:lnTo>
                    <a:cubicBezTo>
                      <a:pt x="167" y="26"/>
                      <a:pt x="125" y="0"/>
                      <a:pt x="8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381;p24">
                <a:extLst>
                  <a:ext uri="{FF2B5EF4-FFF2-40B4-BE49-F238E27FC236}">
                    <a16:creationId xmlns:a16="http://schemas.microsoft.com/office/drawing/2014/main" id="{C3DFE062-0473-2591-2FDB-C8DA1C566B50}"/>
                  </a:ext>
                </a:extLst>
              </p:cNvPr>
              <p:cNvSpPr/>
              <p:nvPr/>
            </p:nvSpPr>
            <p:spPr>
              <a:xfrm>
                <a:off x="6159763" y="4160828"/>
                <a:ext cx="46779" cy="40257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543" extrusionOk="0">
                    <a:moveTo>
                      <a:pt x="785" y="144"/>
                    </a:moveTo>
                    <a:cubicBezTo>
                      <a:pt x="941" y="144"/>
                      <a:pt x="1103" y="203"/>
                      <a:pt x="1235" y="335"/>
                    </a:cubicBezTo>
                    <a:cubicBezTo>
                      <a:pt x="1584" y="748"/>
                      <a:pt x="1328" y="1374"/>
                      <a:pt x="812" y="1374"/>
                    </a:cubicBezTo>
                    <a:cubicBezTo>
                      <a:pt x="787" y="1374"/>
                      <a:pt x="761" y="1372"/>
                      <a:pt x="734" y="1369"/>
                    </a:cubicBezTo>
                    <a:cubicBezTo>
                      <a:pt x="401" y="1369"/>
                      <a:pt x="167" y="1102"/>
                      <a:pt x="167" y="769"/>
                    </a:cubicBezTo>
                    <a:cubicBezTo>
                      <a:pt x="167" y="389"/>
                      <a:pt x="467" y="144"/>
                      <a:pt x="785" y="144"/>
                    </a:cubicBezTo>
                    <a:close/>
                    <a:moveTo>
                      <a:pt x="775" y="1"/>
                    </a:moveTo>
                    <a:cubicBezTo>
                      <a:pt x="762" y="1"/>
                      <a:pt x="748" y="1"/>
                      <a:pt x="734" y="2"/>
                    </a:cubicBezTo>
                    <a:cubicBezTo>
                      <a:pt x="334" y="35"/>
                      <a:pt x="0" y="369"/>
                      <a:pt x="34" y="769"/>
                    </a:cubicBezTo>
                    <a:cubicBezTo>
                      <a:pt x="34" y="1238"/>
                      <a:pt x="408" y="1542"/>
                      <a:pt x="795" y="1542"/>
                    </a:cubicBezTo>
                    <a:cubicBezTo>
                      <a:pt x="986" y="1542"/>
                      <a:pt x="1180" y="1468"/>
                      <a:pt x="1335" y="1303"/>
                    </a:cubicBezTo>
                    <a:cubicBezTo>
                      <a:pt x="1793" y="812"/>
                      <a:pt x="1449" y="1"/>
                      <a:pt x="77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382;p24">
                <a:extLst>
                  <a:ext uri="{FF2B5EF4-FFF2-40B4-BE49-F238E27FC236}">
                    <a16:creationId xmlns:a16="http://schemas.microsoft.com/office/drawing/2014/main" id="{D8A782FF-632C-31F9-32A5-9AFD022A23CC}"/>
                  </a:ext>
                </a:extLst>
              </p:cNvPr>
              <p:cNvSpPr/>
              <p:nvPr/>
            </p:nvSpPr>
            <p:spPr>
              <a:xfrm>
                <a:off x="6210245" y="4160828"/>
                <a:ext cx="46779" cy="40257"/>
              </a:xfrm>
              <a:custGeom>
                <a:avLst/>
                <a:gdLst/>
                <a:ahLst/>
                <a:cxnLst/>
                <a:rect l="l" t="t" r="r" b="b"/>
                <a:pathLst>
                  <a:path w="1793" h="1543" extrusionOk="0">
                    <a:moveTo>
                      <a:pt x="766" y="153"/>
                    </a:moveTo>
                    <a:cubicBezTo>
                      <a:pt x="928" y="153"/>
                      <a:pt x="1097" y="220"/>
                      <a:pt x="1234" y="369"/>
                    </a:cubicBezTo>
                    <a:cubicBezTo>
                      <a:pt x="1584" y="750"/>
                      <a:pt x="1328" y="1374"/>
                      <a:pt x="812" y="1374"/>
                    </a:cubicBezTo>
                    <a:cubicBezTo>
                      <a:pt x="787" y="1374"/>
                      <a:pt x="761" y="1372"/>
                      <a:pt x="734" y="1369"/>
                    </a:cubicBezTo>
                    <a:cubicBezTo>
                      <a:pt x="400" y="1369"/>
                      <a:pt x="167" y="1102"/>
                      <a:pt x="167" y="769"/>
                    </a:cubicBezTo>
                    <a:cubicBezTo>
                      <a:pt x="167" y="396"/>
                      <a:pt x="455" y="153"/>
                      <a:pt x="766" y="153"/>
                    </a:cubicBezTo>
                    <a:close/>
                    <a:moveTo>
                      <a:pt x="775" y="1"/>
                    </a:moveTo>
                    <a:cubicBezTo>
                      <a:pt x="761" y="1"/>
                      <a:pt x="748" y="1"/>
                      <a:pt x="734" y="2"/>
                    </a:cubicBezTo>
                    <a:cubicBezTo>
                      <a:pt x="334" y="35"/>
                      <a:pt x="0" y="369"/>
                      <a:pt x="34" y="769"/>
                    </a:cubicBezTo>
                    <a:cubicBezTo>
                      <a:pt x="34" y="1238"/>
                      <a:pt x="407" y="1542"/>
                      <a:pt x="794" y="1542"/>
                    </a:cubicBezTo>
                    <a:cubicBezTo>
                      <a:pt x="986" y="1542"/>
                      <a:pt x="1180" y="1468"/>
                      <a:pt x="1334" y="1303"/>
                    </a:cubicBezTo>
                    <a:cubicBezTo>
                      <a:pt x="1792" y="812"/>
                      <a:pt x="1449" y="1"/>
                      <a:pt x="77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383;p24">
                <a:extLst>
                  <a:ext uri="{FF2B5EF4-FFF2-40B4-BE49-F238E27FC236}">
                    <a16:creationId xmlns:a16="http://schemas.microsoft.com/office/drawing/2014/main" id="{F4E5067C-8539-8323-9710-4A860C087BE3}"/>
                  </a:ext>
                </a:extLst>
              </p:cNvPr>
              <p:cNvSpPr/>
              <p:nvPr/>
            </p:nvSpPr>
            <p:spPr>
              <a:xfrm>
                <a:off x="6263311" y="4144105"/>
                <a:ext cx="30499" cy="56172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2153" extrusionOk="0">
                    <a:moveTo>
                      <a:pt x="84" y="0"/>
                    </a:moveTo>
                    <a:cubicBezTo>
                      <a:pt x="43" y="0"/>
                      <a:pt x="1" y="26"/>
                      <a:pt x="1" y="76"/>
                    </a:cubicBezTo>
                    <a:lnTo>
                      <a:pt x="1" y="2077"/>
                    </a:lnTo>
                    <a:cubicBezTo>
                      <a:pt x="1" y="2127"/>
                      <a:pt x="43" y="2152"/>
                      <a:pt x="84" y="2152"/>
                    </a:cubicBezTo>
                    <a:cubicBezTo>
                      <a:pt x="126" y="2152"/>
                      <a:pt x="168" y="2127"/>
                      <a:pt x="168" y="2077"/>
                    </a:cubicBezTo>
                    <a:lnTo>
                      <a:pt x="168" y="1743"/>
                    </a:lnTo>
                    <a:lnTo>
                      <a:pt x="468" y="1410"/>
                    </a:lnTo>
                    <a:lnTo>
                      <a:pt x="1035" y="2144"/>
                    </a:lnTo>
                    <a:lnTo>
                      <a:pt x="1168" y="2144"/>
                    </a:lnTo>
                    <a:cubicBezTo>
                      <a:pt x="1168" y="2110"/>
                      <a:pt x="1168" y="2077"/>
                      <a:pt x="1168" y="2044"/>
                    </a:cubicBezTo>
                    <a:lnTo>
                      <a:pt x="568" y="1343"/>
                    </a:lnTo>
                    <a:lnTo>
                      <a:pt x="1168" y="743"/>
                    </a:lnTo>
                    <a:cubicBezTo>
                      <a:pt x="1168" y="709"/>
                      <a:pt x="1168" y="676"/>
                      <a:pt x="1168" y="643"/>
                    </a:cubicBezTo>
                    <a:cubicBezTo>
                      <a:pt x="1152" y="626"/>
                      <a:pt x="1127" y="618"/>
                      <a:pt x="1102" y="618"/>
                    </a:cubicBezTo>
                    <a:cubicBezTo>
                      <a:pt x="1077" y="618"/>
                      <a:pt x="1052" y="626"/>
                      <a:pt x="1035" y="643"/>
                    </a:cubicBezTo>
                    <a:lnTo>
                      <a:pt x="168" y="1543"/>
                    </a:lnTo>
                    <a:lnTo>
                      <a:pt x="168" y="76"/>
                    </a:lnTo>
                    <a:cubicBezTo>
                      <a:pt x="168" y="26"/>
                      <a:pt x="126" y="0"/>
                      <a:pt x="8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384;p24">
                <a:extLst>
                  <a:ext uri="{FF2B5EF4-FFF2-40B4-BE49-F238E27FC236}">
                    <a16:creationId xmlns:a16="http://schemas.microsoft.com/office/drawing/2014/main" id="{D3207A0D-8C80-6259-2123-18A4F5AFFC5F}"/>
                  </a:ext>
                </a:extLst>
              </p:cNvPr>
              <p:cNvSpPr/>
              <p:nvPr/>
            </p:nvSpPr>
            <p:spPr>
              <a:xfrm>
                <a:off x="6324228" y="4160854"/>
                <a:ext cx="42683" cy="5572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2136" extrusionOk="0">
                    <a:moveTo>
                      <a:pt x="927" y="246"/>
                    </a:moveTo>
                    <a:cubicBezTo>
                      <a:pt x="1207" y="246"/>
                      <a:pt x="1480" y="444"/>
                      <a:pt x="1502" y="768"/>
                    </a:cubicBezTo>
                    <a:cubicBezTo>
                      <a:pt x="1502" y="1101"/>
                      <a:pt x="1235" y="1368"/>
                      <a:pt x="935" y="1368"/>
                    </a:cubicBezTo>
                    <a:cubicBezTo>
                      <a:pt x="435" y="1368"/>
                      <a:pt x="168" y="768"/>
                      <a:pt x="501" y="434"/>
                    </a:cubicBezTo>
                    <a:cubicBezTo>
                      <a:pt x="619" y="305"/>
                      <a:pt x="774" y="246"/>
                      <a:pt x="927" y="246"/>
                    </a:cubicBezTo>
                    <a:close/>
                    <a:moveTo>
                      <a:pt x="935" y="1"/>
                    </a:moveTo>
                    <a:cubicBezTo>
                      <a:pt x="1" y="67"/>
                      <a:pt x="1" y="1435"/>
                      <a:pt x="935" y="1502"/>
                    </a:cubicBezTo>
                    <a:cubicBezTo>
                      <a:pt x="1168" y="1502"/>
                      <a:pt x="1369" y="1402"/>
                      <a:pt x="1502" y="1201"/>
                    </a:cubicBezTo>
                    <a:lnTo>
                      <a:pt x="1502" y="1402"/>
                    </a:lnTo>
                    <a:cubicBezTo>
                      <a:pt x="1502" y="1702"/>
                      <a:pt x="1235" y="1969"/>
                      <a:pt x="935" y="1969"/>
                    </a:cubicBezTo>
                    <a:cubicBezTo>
                      <a:pt x="835" y="1969"/>
                      <a:pt x="768" y="1935"/>
                      <a:pt x="701" y="1902"/>
                    </a:cubicBezTo>
                    <a:cubicBezTo>
                      <a:pt x="682" y="1892"/>
                      <a:pt x="665" y="1888"/>
                      <a:pt x="651" y="1888"/>
                    </a:cubicBezTo>
                    <a:cubicBezTo>
                      <a:pt x="618" y="1888"/>
                      <a:pt x="601" y="1912"/>
                      <a:pt x="601" y="1935"/>
                    </a:cubicBezTo>
                    <a:cubicBezTo>
                      <a:pt x="568" y="1969"/>
                      <a:pt x="568" y="2035"/>
                      <a:pt x="601" y="2035"/>
                    </a:cubicBezTo>
                    <a:cubicBezTo>
                      <a:pt x="701" y="2102"/>
                      <a:pt x="802" y="2102"/>
                      <a:pt x="935" y="2135"/>
                    </a:cubicBezTo>
                    <a:cubicBezTo>
                      <a:pt x="1302" y="2135"/>
                      <a:pt x="1635" y="1802"/>
                      <a:pt x="1635" y="1402"/>
                    </a:cubicBezTo>
                    <a:lnTo>
                      <a:pt x="1635" y="67"/>
                    </a:lnTo>
                    <a:cubicBezTo>
                      <a:pt x="1635" y="34"/>
                      <a:pt x="1602" y="1"/>
                      <a:pt x="1569" y="1"/>
                    </a:cubicBezTo>
                    <a:cubicBezTo>
                      <a:pt x="1535" y="1"/>
                      <a:pt x="1502" y="34"/>
                      <a:pt x="1502" y="67"/>
                    </a:cubicBezTo>
                    <a:lnTo>
                      <a:pt x="1502" y="301"/>
                    </a:lnTo>
                    <a:cubicBezTo>
                      <a:pt x="1369" y="101"/>
                      <a:pt x="1168" y="1"/>
                      <a:pt x="93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385;p24">
                <a:extLst>
                  <a:ext uri="{FF2B5EF4-FFF2-40B4-BE49-F238E27FC236}">
                    <a16:creationId xmlns:a16="http://schemas.microsoft.com/office/drawing/2014/main" id="{3E1DDF8F-C478-9687-5A34-ED794A05267D}"/>
                  </a:ext>
                </a:extLst>
              </p:cNvPr>
              <p:cNvSpPr/>
              <p:nvPr/>
            </p:nvSpPr>
            <p:spPr>
              <a:xfrm>
                <a:off x="6386033" y="4161376"/>
                <a:ext cx="21785" cy="39552"/>
              </a:xfrm>
              <a:custGeom>
                <a:avLst/>
                <a:gdLst/>
                <a:ahLst/>
                <a:cxnLst/>
                <a:rect l="l" t="t" r="r" b="b"/>
                <a:pathLst>
                  <a:path w="835" h="1516" extrusionOk="0">
                    <a:moveTo>
                      <a:pt x="41" y="1"/>
                    </a:moveTo>
                    <a:cubicBezTo>
                      <a:pt x="18" y="1"/>
                      <a:pt x="0" y="32"/>
                      <a:pt x="0" y="81"/>
                    </a:cubicBezTo>
                    <a:lnTo>
                      <a:pt x="0" y="1448"/>
                    </a:lnTo>
                    <a:cubicBezTo>
                      <a:pt x="0" y="1482"/>
                      <a:pt x="34" y="1515"/>
                      <a:pt x="67" y="1515"/>
                    </a:cubicBezTo>
                    <a:cubicBezTo>
                      <a:pt x="100" y="1515"/>
                      <a:pt x="134" y="1482"/>
                      <a:pt x="134" y="1448"/>
                    </a:cubicBezTo>
                    <a:lnTo>
                      <a:pt x="134" y="781"/>
                    </a:lnTo>
                    <a:cubicBezTo>
                      <a:pt x="134" y="748"/>
                      <a:pt x="134" y="748"/>
                      <a:pt x="134" y="748"/>
                    </a:cubicBezTo>
                    <a:cubicBezTo>
                      <a:pt x="200" y="614"/>
                      <a:pt x="234" y="514"/>
                      <a:pt x="334" y="381"/>
                    </a:cubicBezTo>
                    <a:cubicBezTo>
                      <a:pt x="434" y="247"/>
                      <a:pt x="601" y="147"/>
                      <a:pt x="768" y="147"/>
                    </a:cubicBezTo>
                    <a:cubicBezTo>
                      <a:pt x="801" y="147"/>
                      <a:pt x="834" y="114"/>
                      <a:pt x="834" y="81"/>
                    </a:cubicBezTo>
                    <a:cubicBezTo>
                      <a:pt x="834" y="32"/>
                      <a:pt x="816" y="1"/>
                      <a:pt x="794" y="1"/>
                    </a:cubicBezTo>
                    <a:cubicBezTo>
                      <a:pt x="785" y="1"/>
                      <a:pt x="776" y="5"/>
                      <a:pt x="768" y="14"/>
                    </a:cubicBezTo>
                    <a:cubicBezTo>
                      <a:pt x="501" y="14"/>
                      <a:pt x="267" y="147"/>
                      <a:pt x="167" y="381"/>
                    </a:cubicBezTo>
                    <a:cubicBezTo>
                      <a:pt x="134" y="381"/>
                      <a:pt x="134" y="381"/>
                      <a:pt x="134" y="414"/>
                    </a:cubicBezTo>
                    <a:lnTo>
                      <a:pt x="134" y="81"/>
                    </a:lnTo>
                    <a:cubicBezTo>
                      <a:pt x="134" y="54"/>
                      <a:pt x="112" y="5"/>
                      <a:pt x="86" y="5"/>
                    </a:cubicBezTo>
                    <a:cubicBezTo>
                      <a:pt x="80" y="5"/>
                      <a:pt x="73" y="8"/>
                      <a:pt x="67" y="14"/>
                    </a:cubicBezTo>
                    <a:cubicBezTo>
                      <a:pt x="58" y="5"/>
                      <a:pt x="49" y="1"/>
                      <a:pt x="41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386;p24">
                <a:extLst>
                  <a:ext uri="{FF2B5EF4-FFF2-40B4-BE49-F238E27FC236}">
                    <a16:creationId xmlns:a16="http://schemas.microsoft.com/office/drawing/2014/main" id="{BA3ECAE6-8EBD-F584-03B6-2FC584FDCCF4}"/>
                  </a:ext>
                </a:extLst>
              </p:cNvPr>
              <p:cNvSpPr/>
              <p:nvPr/>
            </p:nvSpPr>
            <p:spPr>
              <a:xfrm>
                <a:off x="6413870" y="4162471"/>
                <a:ext cx="38326" cy="37570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440" extrusionOk="0">
                    <a:moveTo>
                      <a:pt x="768" y="105"/>
                    </a:moveTo>
                    <a:cubicBezTo>
                      <a:pt x="1035" y="105"/>
                      <a:pt x="1268" y="306"/>
                      <a:pt x="1335" y="572"/>
                    </a:cubicBezTo>
                    <a:lnTo>
                      <a:pt x="168" y="572"/>
                    </a:lnTo>
                    <a:cubicBezTo>
                      <a:pt x="234" y="306"/>
                      <a:pt x="468" y="105"/>
                      <a:pt x="768" y="105"/>
                    </a:cubicBezTo>
                    <a:close/>
                    <a:moveTo>
                      <a:pt x="755" y="1"/>
                    </a:moveTo>
                    <a:cubicBezTo>
                      <a:pt x="395" y="1"/>
                      <a:pt x="34" y="243"/>
                      <a:pt x="34" y="706"/>
                    </a:cubicBezTo>
                    <a:cubicBezTo>
                      <a:pt x="1" y="1106"/>
                      <a:pt x="334" y="1440"/>
                      <a:pt x="735" y="1440"/>
                    </a:cubicBezTo>
                    <a:cubicBezTo>
                      <a:pt x="1001" y="1440"/>
                      <a:pt x="1235" y="1340"/>
                      <a:pt x="1368" y="1106"/>
                    </a:cubicBezTo>
                    <a:cubicBezTo>
                      <a:pt x="1368" y="1073"/>
                      <a:pt x="1368" y="1039"/>
                      <a:pt x="1335" y="1006"/>
                    </a:cubicBezTo>
                    <a:cubicBezTo>
                      <a:pt x="1325" y="996"/>
                      <a:pt x="1313" y="992"/>
                      <a:pt x="1300" y="992"/>
                    </a:cubicBezTo>
                    <a:cubicBezTo>
                      <a:pt x="1268" y="992"/>
                      <a:pt x="1235" y="1016"/>
                      <a:pt x="1235" y="1039"/>
                    </a:cubicBezTo>
                    <a:cubicBezTo>
                      <a:pt x="1135" y="1206"/>
                      <a:pt x="935" y="1306"/>
                      <a:pt x="735" y="1306"/>
                    </a:cubicBezTo>
                    <a:cubicBezTo>
                      <a:pt x="434" y="1306"/>
                      <a:pt x="168" y="1039"/>
                      <a:pt x="168" y="739"/>
                    </a:cubicBezTo>
                    <a:lnTo>
                      <a:pt x="1402" y="739"/>
                    </a:lnTo>
                    <a:cubicBezTo>
                      <a:pt x="1435" y="739"/>
                      <a:pt x="1468" y="706"/>
                      <a:pt x="1468" y="672"/>
                    </a:cubicBezTo>
                    <a:cubicBezTo>
                      <a:pt x="1436" y="218"/>
                      <a:pt x="1096" y="1"/>
                      <a:pt x="755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387;p24">
                <a:extLst>
                  <a:ext uri="{FF2B5EF4-FFF2-40B4-BE49-F238E27FC236}">
                    <a16:creationId xmlns:a16="http://schemas.microsoft.com/office/drawing/2014/main" id="{1CC66A3C-8FF9-138B-91C7-D4C15F7F56A6}"/>
                  </a:ext>
                </a:extLst>
              </p:cNvPr>
              <p:cNvSpPr/>
              <p:nvPr/>
            </p:nvSpPr>
            <p:spPr>
              <a:xfrm>
                <a:off x="6456526" y="4160854"/>
                <a:ext cx="42657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536" extrusionOk="0">
                    <a:moveTo>
                      <a:pt x="926" y="246"/>
                    </a:moveTo>
                    <a:cubicBezTo>
                      <a:pt x="1207" y="246"/>
                      <a:pt x="1480" y="444"/>
                      <a:pt x="1501" y="768"/>
                    </a:cubicBezTo>
                    <a:cubicBezTo>
                      <a:pt x="1501" y="1101"/>
                      <a:pt x="1234" y="1368"/>
                      <a:pt x="934" y="1368"/>
                    </a:cubicBezTo>
                    <a:cubicBezTo>
                      <a:pt x="434" y="1368"/>
                      <a:pt x="167" y="801"/>
                      <a:pt x="501" y="434"/>
                    </a:cubicBezTo>
                    <a:cubicBezTo>
                      <a:pt x="618" y="305"/>
                      <a:pt x="773" y="246"/>
                      <a:pt x="926" y="246"/>
                    </a:cubicBezTo>
                    <a:close/>
                    <a:moveTo>
                      <a:pt x="934" y="1"/>
                    </a:moveTo>
                    <a:cubicBezTo>
                      <a:pt x="0" y="67"/>
                      <a:pt x="0" y="1435"/>
                      <a:pt x="934" y="1535"/>
                    </a:cubicBezTo>
                    <a:cubicBezTo>
                      <a:pt x="1168" y="1502"/>
                      <a:pt x="1368" y="1402"/>
                      <a:pt x="1501" y="1235"/>
                    </a:cubicBezTo>
                    <a:lnTo>
                      <a:pt x="1501" y="1468"/>
                    </a:lnTo>
                    <a:cubicBezTo>
                      <a:pt x="1501" y="1502"/>
                      <a:pt x="1535" y="1535"/>
                      <a:pt x="1568" y="1535"/>
                    </a:cubicBezTo>
                    <a:cubicBezTo>
                      <a:pt x="1601" y="1535"/>
                      <a:pt x="1635" y="1502"/>
                      <a:pt x="1635" y="1468"/>
                    </a:cubicBezTo>
                    <a:lnTo>
                      <a:pt x="1635" y="101"/>
                    </a:lnTo>
                    <a:cubicBezTo>
                      <a:pt x="1635" y="34"/>
                      <a:pt x="1635" y="1"/>
                      <a:pt x="1568" y="1"/>
                    </a:cubicBezTo>
                    <a:cubicBezTo>
                      <a:pt x="1535" y="1"/>
                      <a:pt x="1501" y="34"/>
                      <a:pt x="1501" y="67"/>
                    </a:cubicBezTo>
                    <a:lnTo>
                      <a:pt x="1501" y="301"/>
                    </a:lnTo>
                    <a:cubicBezTo>
                      <a:pt x="1368" y="101"/>
                      <a:pt x="1168" y="1"/>
                      <a:pt x="9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388;p24">
                <a:extLst>
                  <a:ext uri="{FF2B5EF4-FFF2-40B4-BE49-F238E27FC236}">
                    <a16:creationId xmlns:a16="http://schemas.microsoft.com/office/drawing/2014/main" id="{B467B2C5-D5E4-D195-C6B5-5B4A0FCFDA97}"/>
                  </a:ext>
                </a:extLst>
              </p:cNvPr>
              <p:cNvSpPr/>
              <p:nvPr/>
            </p:nvSpPr>
            <p:spPr>
              <a:xfrm>
                <a:off x="6512226" y="4144313"/>
                <a:ext cx="18289" cy="56615"/>
              </a:xfrm>
              <a:custGeom>
                <a:avLst/>
                <a:gdLst/>
                <a:ahLst/>
                <a:cxnLst/>
                <a:rect l="l" t="t" r="r" b="b"/>
                <a:pathLst>
                  <a:path w="701" h="2170" extrusionOk="0">
                    <a:moveTo>
                      <a:pt x="334" y="1"/>
                    </a:moveTo>
                    <a:cubicBezTo>
                      <a:pt x="300" y="1"/>
                      <a:pt x="267" y="34"/>
                      <a:pt x="267" y="68"/>
                    </a:cubicBezTo>
                    <a:lnTo>
                      <a:pt x="267" y="635"/>
                    </a:lnTo>
                    <a:lnTo>
                      <a:pt x="67" y="635"/>
                    </a:lnTo>
                    <a:cubicBezTo>
                      <a:pt x="0" y="635"/>
                      <a:pt x="0" y="668"/>
                      <a:pt x="0" y="735"/>
                    </a:cubicBezTo>
                    <a:cubicBezTo>
                      <a:pt x="0" y="768"/>
                      <a:pt x="0" y="801"/>
                      <a:pt x="67" y="801"/>
                    </a:cubicBezTo>
                    <a:lnTo>
                      <a:pt x="267" y="801"/>
                    </a:lnTo>
                    <a:lnTo>
                      <a:pt x="267" y="1902"/>
                    </a:lnTo>
                    <a:cubicBezTo>
                      <a:pt x="267" y="2036"/>
                      <a:pt x="367" y="2169"/>
                      <a:pt x="534" y="2169"/>
                    </a:cubicBezTo>
                    <a:cubicBezTo>
                      <a:pt x="567" y="2169"/>
                      <a:pt x="601" y="2136"/>
                      <a:pt x="601" y="2102"/>
                    </a:cubicBezTo>
                    <a:cubicBezTo>
                      <a:pt x="601" y="2036"/>
                      <a:pt x="567" y="2002"/>
                      <a:pt x="534" y="2002"/>
                    </a:cubicBezTo>
                    <a:cubicBezTo>
                      <a:pt x="467" y="2002"/>
                      <a:pt x="400" y="1969"/>
                      <a:pt x="400" y="1902"/>
                    </a:cubicBezTo>
                    <a:lnTo>
                      <a:pt x="400" y="801"/>
                    </a:lnTo>
                    <a:lnTo>
                      <a:pt x="601" y="801"/>
                    </a:lnTo>
                    <a:cubicBezTo>
                      <a:pt x="634" y="801"/>
                      <a:pt x="667" y="768"/>
                      <a:pt x="667" y="735"/>
                    </a:cubicBezTo>
                    <a:cubicBezTo>
                      <a:pt x="701" y="668"/>
                      <a:pt x="667" y="635"/>
                      <a:pt x="601" y="635"/>
                    </a:cubicBezTo>
                    <a:lnTo>
                      <a:pt x="400" y="635"/>
                    </a:lnTo>
                    <a:lnTo>
                      <a:pt x="400" y="68"/>
                    </a:lnTo>
                    <a:cubicBezTo>
                      <a:pt x="400" y="34"/>
                      <a:pt x="367" y="1"/>
                      <a:pt x="3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389;p24">
                <a:extLst>
                  <a:ext uri="{FF2B5EF4-FFF2-40B4-BE49-F238E27FC236}">
                    <a16:creationId xmlns:a16="http://schemas.microsoft.com/office/drawing/2014/main" id="{9BC0D086-BAFE-6AD8-A32B-FEBDEACCC211}"/>
                  </a:ext>
                </a:extLst>
              </p:cNvPr>
              <p:cNvSpPr/>
              <p:nvPr/>
            </p:nvSpPr>
            <p:spPr>
              <a:xfrm>
                <a:off x="6548777" y="4144313"/>
                <a:ext cx="3496" cy="56615"/>
              </a:xfrm>
              <a:custGeom>
                <a:avLst/>
                <a:gdLst/>
                <a:ahLst/>
                <a:cxnLst/>
                <a:rect l="l" t="t" r="r" b="b"/>
                <a:pathLst>
                  <a:path w="134" h="2170" extrusionOk="0">
                    <a:moveTo>
                      <a:pt x="67" y="1"/>
                    </a:moveTo>
                    <a:cubicBezTo>
                      <a:pt x="33" y="1"/>
                      <a:pt x="0" y="34"/>
                      <a:pt x="0" y="68"/>
                    </a:cubicBezTo>
                    <a:lnTo>
                      <a:pt x="0" y="1635"/>
                    </a:lnTo>
                    <a:cubicBezTo>
                      <a:pt x="0" y="1669"/>
                      <a:pt x="33" y="1702"/>
                      <a:pt x="67" y="1702"/>
                    </a:cubicBezTo>
                    <a:cubicBezTo>
                      <a:pt x="100" y="1702"/>
                      <a:pt x="134" y="1669"/>
                      <a:pt x="134" y="1635"/>
                    </a:cubicBezTo>
                    <a:lnTo>
                      <a:pt x="134" y="68"/>
                    </a:lnTo>
                    <a:cubicBezTo>
                      <a:pt x="134" y="34"/>
                      <a:pt x="100" y="1"/>
                      <a:pt x="67" y="1"/>
                    </a:cubicBezTo>
                    <a:close/>
                    <a:moveTo>
                      <a:pt x="67" y="1936"/>
                    </a:moveTo>
                    <a:cubicBezTo>
                      <a:pt x="33" y="1936"/>
                      <a:pt x="0" y="1969"/>
                      <a:pt x="0" y="2002"/>
                    </a:cubicBezTo>
                    <a:lnTo>
                      <a:pt x="0" y="2102"/>
                    </a:lnTo>
                    <a:cubicBezTo>
                      <a:pt x="0" y="2136"/>
                      <a:pt x="33" y="2169"/>
                      <a:pt x="67" y="2169"/>
                    </a:cubicBezTo>
                    <a:cubicBezTo>
                      <a:pt x="100" y="2169"/>
                      <a:pt x="134" y="2136"/>
                      <a:pt x="134" y="2102"/>
                    </a:cubicBezTo>
                    <a:lnTo>
                      <a:pt x="134" y="2002"/>
                    </a:lnTo>
                    <a:cubicBezTo>
                      <a:pt x="134" y="1969"/>
                      <a:pt x="100" y="1936"/>
                      <a:pt x="67" y="193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390;p24">
                <a:extLst>
                  <a:ext uri="{FF2B5EF4-FFF2-40B4-BE49-F238E27FC236}">
                    <a16:creationId xmlns:a16="http://schemas.microsoft.com/office/drawing/2014/main" id="{2D2D0687-56C5-A90D-852D-608D8805CFF0}"/>
                  </a:ext>
                </a:extLst>
              </p:cNvPr>
              <p:cNvSpPr/>
              <p:nvPr/>
            </p:nvSpPr>
            <p:spPr>
              <a:xfrm>
                <a:off x="5780272" y="4393125"/>
                <a:ext cx="59798" cy="57633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209" extrusionOk="0">
                    <a:moveTo>
                      <a:pt x="1443" y="1"/>
                    </a:moveTo>
                    <a:cubicBezTo>
                      <a:pt x="1" y="1"/>
                      <a:pt x="1" y="2209"/>
                      <a:pt x="1443" y="2209"/>
                    </a:cubicBezTo>
                    <a:cubicBezTo>
                      <a:pt x="1474" y="2209"/>
                      <a:pt x="1505" y="2208"/>
                      <a:pt x="1537" y="2206"/>
                    </a:cubicBezTo>
                    <a:cubicBezTo>
                      <a:pt x="1771" y="2206"/>
                      <a:pt x="2038" y="2106"/>
                      <a:pt x="2238" y="1972"/>
                    </a:cubicBezTo>
                    <a:cubicBezTo>
                      <a:pt x="2292" y="1918"/>
                      <a:pt x="2236" y="1820"/>
                      <a:pt x="2178" y="1820"/>
                    </a:cubicBezTo>
                    <a:cubicBezTo>
                      <a:pt x="2164" y="1820"/>
                      <a:pt x="2150" y="1826"/>
                      <a:pt x="2138" y="1839"/>
                    </a:cubicBezTo>
                    <a:cubicBezTo>
                      <a:pt x="1971" y="1972"/>
                      <a:pt x="1737" y="2039"/>
                      <a:pt x="1537" y="2039"/>
                    </a:cubicBezTo>
                    <a:cubicBezTo>
                      <a:pt x="270" y="2039"/>
                      <a:pt x="270" y="171"/>
                      <a:pt x="1537" y="171"/>
                    </a:cubicBezTo>
                    <a:cubicBezTo>
                      <a:pt x="1737" y="171"/>
                      <a:pt x="1971" y="237"/>
                      <a:pt x="2138" y="371"/>
                    </a:cubicBezTo>
                    <a:cubicBezTo>
                      <a:pt x="2154" y="388"/>
                      <a:pt x="2171" y="396"/>
                      <a:pt x="2188" y="396"/>
                    </a:cubicBezTo>
                    <a:cubicBezTo>
                      <a:pt x="2204" y="396"/>
                      <a:pt x="2221" y="388"/>
                      <a:pt x="2238" y="371"/>
                    </a:cubicBezTo>
                    <a:cubicBezTo>
                      <a:pt x="2271" y="338"/>
                      <a:pt x="2271" y="304"/>
                      <a:pt x="2238" y="271"/>
                    </a:cubicBezTo>
                    <a:cubicBezTo>
                      <a:pt x="2038" y="104"/>
                      <a:pt x="1804" y="37"/>
                      <a:pt x="1537" y="37"/>
                    </a:cubicBezTo>
                    <a:lnTo>
                      <a:pt x="1537" y="4"/>
                    </a:lnTo>
                    <a:cubicBezTo>
                      <a:pt x="1505" y="2"/>
                      <a:pt x="1474" y="1"/>
                      <a:pt x="144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391;p24">
                <a:extLst>
                  <a:ext uri="{FF2B5EF4-FFF2-40B4-BE49-F238E27FC236}">
                    <a16:creationId xmlns:a16="http://schemas.microsoft.com/office/drawing/2014/main" id="{C385A459-DA6A-637F-19A4-23B937A36078}"/>
                  </a:ext>
                </a:extLst>
              </p:cNvPr>
              <p:cNvSpPr/>
              <p:nvPr/>
            </p:nvSpPr>
            <p:spPr>
              <a:xfrm>
                <a:off x="5851704" y="4411465"/>
                <a:ext cx="46753" cy="39396"/>
              </a:xfrm>
              <a:custGeom>
                <a:avLst/>
                <a:gdLst/>
                <a:ahLst/>
                <a:cxnLst/>
                <a:rect l="l" t="t" r="r" b="b"/>
                <a:pathLst>
                  <a:path w="1792" h="1510" extrusionOk="0">
                    <a:moveTo>
                      <a:pt x="784" y="144"/>
                    </a:moveTo>
                    <a:cubicBezTo>
                      <a:pt x="941" y="144"/>
                      <a:pt x="1102" y="203"/>
                      <a:pt x="1234" y="335"/>
                    </a:cubicBezTo>
                    <a:cubicBezTo>
                      <a:pt x="1592" y="726"/>
                      <a:pt x="1315" y="1370"/>
                      <a:pt x="775" y="1370"/>
                    </a:cubicBezTo>
                    <a:cubicBezTo>
                      <a:pt x="761" y="1370"/>
                      <a:pt x="748" y="1370"/>
                      <a:pt x="734" y="1369"/>
                    </a:cubicBezTo>
                    <a:cubicBezTo>
                      <a:pt x="400" y="1369"/>
                      <a:pt x="167" y="1069"/>
                      <a:pt x="167" y="769"/>
                    </a:cubicBezTo>
                    <a:cubicBezTo>
                      <a:pt x="167" y="389"/>
                      <a:pt x="466" y="144"/>
                      <a:pt x="784" y="144"/>
                    </a:cubicBezTo>
                    <a:close/>
                    <a:moveTo>
                      <a:pt x="776" y="0"/>
                    </a:moveTo>
                    <a:cubicBezTo>
                      <a:pt x="762" y="0"/>
                      <a:pt x="748" y="1"/>
                      <a:pt x="734" y="2"/>
                    </a:cubicBezTo>
                    <a:cubicBezTo>
                      <a:pt x="334" y="2"/>
                      <a:pt x="0" y="335"/>
                      <a:pt x="33" y="769"/>
                    </a:cubicBezTo>
                    <a:cubicBezTo>
                      <a:pt x="33" y="1213"/>
                      <a:pt x="404" y="1510"/>
                      <a:pt x="789" y="1510"/>
                    </a:cubicBezTo>
                    <a:cubicBezTo>
                      <a:pt x="982" y="1510"/>
                      <a:pt x="1179" y="1436"/>
                      <a:pt x="1334" y="1269"/>
                    </a:cubicBezTo>
                    <a:cubicBezTo>
                      <a:pt x="1792" y="779"/>
                      <a:pt x="1449" y="0"/>
                      <a:pt x="77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392;p24">
                <a:extLst>
                  <a:ext uri="{FF2B5EF4-FFF2-40B4-BE49-F238E27FC236}">
                    <a16:creationId xmlns:a16="http://schemas.microsoft.com/office/drawing/2014/main" id="{E74AD08A-BD28-9811-A545-799ED9A142D6}"/>
                  </a:ext>
                </a:extLst>
              </p:cNvPr>
              <p:cNvSpPr/>
              <p:nvPr/>
            </p:nvSpPr>
            <p:spPr>
              <a:xfrm>
                <a:off x="5906517" y="4412352"/>
                <a:ext cx="60085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1536" extrusionOk="0">
                    <a:moveTo>
                      <a:pt x="67" y="1"/>
                    </a:moveTo>
                    <a:cubicBezTo>
                      <a:pt x="34" y="1"/>
                      <a:pt x="1" y="34"/>
                      <a:pt x="1" y="68"/>
                    </a:cubicBezTo>
                    <a:lnTo>
                      <a:pt x="1" y="1469"/>
                    </a:lnTo>
                    <a:cubicBezTo>
                      <a:pt x="1" y="1502"/>
                      <a:pt x="34" y="1502"/>
                      <a:pt x="67" y="1502"/>
                    </a:cubicBezTo>
                    <a:lnTo>
                      <a:pt x="101" y="1502"/>
                    </a:lnTo>
                    <a:cubicBezTo>
                      <a:pt x="134" y="1502"/>
                      <a:pt x="134" y="1469"/>
                      <a:pt x="134" y="1469"/>
                    </a:cubicBezTo>
                    <a:lnTo>
                      <a:pt x="134" y="635"/>
                    </a:lnTo>
                    <a:cubicBezTo>
                      <a:pt x="134" y="318"/>
                      <a:pt x="367" y="159"/>
                      <a:pt x="601" y="159"/>
                    </a:cubicBezTo>
                    <a:cubicBezTo>
                      <a:pt x="834" y="159"/>
                      <a:pt x="1068" y="318"/>
                      <a:pt x="1068" y="635"/>
                    </a:cubicBezTo>
                    <a:lnTo>
                      <a:pt x="1068" y="1469"/>
                    </a:lnTo>
                    <a:lnTo>
                      <a:pt x="1135" y="1469"/>
                    </a:lnTo>
                    <a:cubicBezTo>
                      <a:pt x="1135" y="1435"/>
                      <a:pt x="1168" y="1435"/>
                      <a:pt x="1168" y="1435"/>
                    </a:cubicBezTo>
                    <a:lnTo>
                      <a:pt x="1168" y="601"/>
                    </a:lnTo>
                    <a:cubicBezTo>
                      <a:pt x="1168" y="284"/>
                      <a:pt x="1402" y="126"/>
                      <a:pt x="1635" y="126"/>
                    </a:cubicBezTo>
                    <a:cubicBezTo>
                      <a:pt x="1869" y="126"/>
                      <a:pt x="2102" y="284"/>
                      <a:pt x="2102" y="601"/>
                    </a:cubicBezTo>
                    <a:lnTo>
                      <a:pt x="2169" y="1469"/>
                    </a:lnTo>
                    <a:cubicBezTo>
                      <a:pt x="2169" y="1502"/>
                      <a:pt x="2202" y="1535"/>
                      <a:pt x="2235" y="1535"/>
                    </a:cubicBezTo>
                    <a:cubicBezTo>
                      <a:pt x="2269" y="1535"/>
                      <a:pt x="2302" y="1502"/>
                      <a:pt x="2302" y="1469"/>
                    </a:cubicBezTo>
                    <a:lnTo>
                      <a:pt x="2302" y="635"/>
                    </a:lnTo>
                    <a:cubicBezTo>
                      <a:pt x="2302" y="268"/>
                      <a:pt x="2035" y="1"/>
                      <a:pt x="1702" y="1"/>
                    </a:cubicBezTo>
                    <a:cubicBezTo>
                      <a:pt x="1468" y="1"/>
                      <a:pt x="1268" y="134"/>
                      <a:pt x="1168" y="334"/>
                    </a:cubicBezTo>
                    <a:cubicBezTo>
                      <a:pt x="1041" y="116"/>
                      <a:pt x="834" y="7"/>
                      <a:pt x="624" y="7"/>
                    </a:cubicBezTo>
                    <a:cubicBezTo>
                      <a:pt x="448" y="7"/>
                      <a:pt x="270" y="83"/>
                      <a:pt x="134" y="234"/>
                    </a:cubicBezTo>
                    <a:lnTo>
                      <a:pt x="134" y="68"/>
                    </a:lnTo>
                    <a:cubicBezTo>
                      <a:pt x="134" y="34"/>
                      <a:pt x="101" y="1"/>
                      <a:pt x="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393;p24">
                <a:extLst>
                  <a:ext uri="{FF2B5EF4-FFF2-40B4-BE49-F238E27FC236}">
                    <a16:creationId xmlns:a16="http://schemas.microsoft.com/office/drawing/2014/main" id="{DBE258DF-AD19-22C5-6A7C-EA6A57A32ECB}"/>
                  </a:ext>
                </a:extLst>
              </p:cNvPr>
              <p:cNvSpPr/>
              <p:nvPr/>
            </p:nvSpPr>
            <p:spPr>
              <a:xfrm>
                <a:off x="5983088" y="4412352"/>
                <a:ext cx="60946" cy="40074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1536" extrusionOk="0">
                    <a:moveTo>
                      <a:pt x="68" y="1"/>
                    </a:moveTo>
                    <a:cubicBezTo>
                      <a:pt x="34" y="1"/>
                      <a:pt x="1" y="34"/>
                      <a:pt x="1" y="68"/>
                    </a:cubicBezTo>
                    <a:lnTo>
                      <a:pt x="1" y="1469"/>
                    </a:lnTo>
                    <a:cubicBezTo>
                      <a:pt x="1" y="1502"/>
                      <a:pt x="34" y="1502"/>
                      <a:pt x="68" y="1502"/>
                    </a:cubicBezTo>
                    <a:lnTo>
                      <a:pt x="101" y="1502"/>
                    </a:lnTo>
                    <a:cubicBezTo>
                      <a:pt x="134" y="1502"/>
                      <a:pt x="134" y="1469"/>
                      <a:pt x="134" y="1469"/>
                    </a:cubicBezTo>
                    <a:lnTo>
                      <a:pt x="134" y="635"/>
                    </a:lnTo>
                    <a:cubicBezTo>
                      <a:pt x="134" y="318"/>
                      <a:pt x="368" y="159"/>
                      <a:pt x="601" y="159"/>
                    </a:cubicBezTo>
                    <a:cubicBezTo>
                      <a:pt x="835" y="159"/>
                      <a:pt x="1068" y="318"/>
                      <a:pt x="1068" y="635"/>
                    </a:cubicBezTo>
                    <a:lnTo>
                      <a:pt x="1068" y="1469"/>
                    </a:lnTo>
                    <a:lnTo>
                      <a:pt x="1135" y="1469"/>
                    </a:lnTo>
                    <a:cubicBezTo>
                      <a:pt x="1135" y="1435"/>
                      <a:pt x="1168" y="1435"/>
                      <a:pt x="1168" y="1435"/>
                    </a:cubicBezTo>
                    <a:lnTo>
                      <a:pt x="1168" y="601"/>
                    </a:lnTo>
                    <a:cubicBezTo>
                      <a:pt x="1168" y="334"/>
                      <a:pt x="1369" y="101"/>
                      <a:pt x="1635" y="101"/>
                    </a:cubicBezTo>
                    <a:cubicBezTo>
                      <a:pt x="1902" y="134"/>
                      <a:pt x="2102" y="334"/>
                      <a:pt x="2102" y="601"/>
                    </a:cubicBezTo>
                    <a:lnTo>
                      <a:pt x="2169" y="1469"/>
                    </a:lnTo>
                    <a:cubicBezTo>
                      <a:pt x="2169" y="1502"/>
                      <a:pt x="2203" y="1535"/>
                      <a:pt x="2236" y="1535"/>
                    </a:cubicBezTo>
                    <a:cubicBezTo>
                      <a:pt x="2303" y="1535"/>
                      <a:pt x="2336" y="1502"/>
                      <a:pt x="2336" y="1469"/>
                    </a:cubicBezTo>
                    <a:lnTo>
                      <a:pt x="2336" y="635"/>
                    </a:lnTo>
                    <a:cubicBezTo>
                      <a:pt x="2336" y="268"/>
                      <a:pt x="2036" y="1"/>
                      <a:pt x="1702" y="1"/>
                    </a:cubicBezTo>
                    <a:cubicBezTo>
                      <a:pt x="1469" y="1"/>
                      <a:pt x="1269" y="134"/>
                      <a:pt x="1168" y="334"/>
                    </a:cubicBezTo>
                    <a:cubicBezTo>
                      <a:pt x="1068" y="134"/>
                      <a:pt x="835" y="1"/>
                      <a:pt x="635" y="1"/>
                    </a:cubicBezTo>
                    <a:cubicBezTo>
                      <a:pt x="435" y="1"/>
                      <a:pt x="268" y="68"/>
                      <a:pt x="168" y="234"/>
                    </a:cubicBezTo>
                    <a:lnTo>
                      <a:pt x="168" y="68"/>
                    </a:lnTo>
                    <a:cubicBezTo>
                      <a:pt x="168" y="34"/>
                      <a:pt x="134" y="1"/>
                      <a:pt x="68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394;p24">
                <a:extLst>
                  <a:ext uri="{FF2B5EF4-FFF2-40B4-BE49-F238E27FC236}">
                    <a16:creationId xmlns:a16="http://schemas.microsoft.com/office/drawing/2014/main" id="{2BE86578-E850-3983-C861-899C63DDDC4D}"/>
                  </a:ext>
                </a:extLst>
              </p:cNvPr>
              <p:cNvSpPr/>
              <p:nvPr/>
            </p:nvSpPr>
            <p:spPr>
              <a:xfrm>
                <a:off x="6055329" y="4411491"/>
                <a:ext cx="38326" cy="39187"/>
              </a:xfrm>
              <a:custGeom>
                <a:avLst/>
                <a:gdLst/>
                <a:ahLst/>
                <a:cxnLst/>
                <a:rect l="l" t="t" r="r" b="b"/>
                <a:pathLst>
                  <a:path w="1469" h="1502" extrusionOk="0">
                    <a:moveTo>
                      <a:pt x="734" y="134"/>
                    </a:moveTo>
                    <a:cubicBezTo>
                      <a:pt x="1001" y="134"/>
                      <a:pt x="1268" y="367"/>
                      <a:pt x="1302" y="634"/>
                    </a:cubicBezTo>
                    <a:lnTo>
                      <a:pt x="167" y="634"/>
                    </a:lnTo>
                    <a:cubicBezTo>
                      <a:pt x="201" y="367"/>
                      <a:pt x="434" y="167"/>
                      <a:pt x="734" y="134"/>
                    </a:cubicBezTo>
                    <a:close/>
                    <a:moveTo>
                      <a:pt x="734" y="1"/>
                    </a:moveTo>
                    <a:cubicBezTo>
                      <a:pt x="334" y="1"/>
                      <a:pt x="1" y="334"/>
                      <a:pt x="1" y="768"/>
                    </a:cubicBezTo>
                    <a:cubicBezTo>
                      <a:pt x="1" y="1168"/>
                      <a:pt x="334" y="1502"/>
                      <a:pt x="734" y="1502"/>
                    </a:cubicBezTo>
                    <a:cubicBezTo>
                      <a:pt x="968" y="1502"/>
                      <a:pt x="1201" y="1368"/>
                      <a:pt x="1335" y="1168"/>
                    </a:cubicBezTo>
                    <a:cubicBezTo>
                      <a:pt x="1368" y="1135"/>
                      <a:pt x="1335" y="1068"/>
                      <a:pt x="1302" y="1068"/>
                    </a:cubicBezTo>
                    <a:cubicBezTo>
                      <a:pt x="1285" y="1051"/>
                      <a:pt x="1268" y="1043"/>
                      <a:pt x="1252" y="1043"/>
                    </a:cubicBezTo>
                    <a:cubicBezTo>
                      <a:pt x="1235" y="1043"/>
                      <a:pt x="1218" y="1051"/>
                      <a:pt x="1201" y="1068"/>
                    </a:cubicBezTo>
                    <a:cubicBezTo>
                      <a:pt x="1101" y="1235"/>
                      <a:pt x="935" y="1368"/>
                      <a:pt x="734" y="1368"/>
                    </a:cubicBezTo>
                    <a:cubicBezTo>
                      <a:pt x="401" y="1335"/>
                      <a:pt x="134" y="1101"/>
                      <a:pt x="134" y="768"/>
                    </a:cubicBezTo>
                    <a:lnTo>
                      <a:pt x="1402" y="768"/>
                    </a:lnTo>
                    <a:cubicBezTo>
                      <a:pt x="1435" y="768"/>
                      <a:pt x="1468" y="734"/>
                      <a:pt x="1468" y="701"/>
                    </a:cubicBezTo>
                    <a:cubicBezTo>
                      <a:pt x="1435" y="301"/>
                      <a:pt x="1135" y="1"/>
                      <a:pt x="7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395;p24">
                <a:extLst>
                  <a:ext uri="{FF2B5EF4-FFF2-40B4-BE49-F238E27FC236}">
                    <a16:creationId xmlns:a16="http://schemas.microsoft.com/office/drawing/2014/main" id="{0DC95298-ABB5-108E-3C5B-8F8C45E58785}"/>
                  </a:ext>
                </a:extLst>
              </p:cNvPr>
              <p:cNvSpPr/>
              <p:nvPr/>
            </p:nvSpPr>
            <p:spPr>
              <a:xfrm>
                <a:off x="6108420" y="4411491"/>
                <a:ext cx="32221" cy="40048"/>
              </a:xfrm>
              <a:custGeom>
                <a:avLst/>
                <a:gdLst/>
                <a:ahLst/>
                <a:cxnLst/>
                <a:rect l="l" t="t" r="r" b="b"/>
                <a:pathLst>
                  <a:path w="1235" h="1535" extrusionOk="0">
                    <a:moveTo>
                      <a:pt x="67" y="1"/>
                    </a:moveTo>
                    <a:cubicBezTo>
                      <a:pt x="34" y="34"/>
                      <a:pt x="0" y="67"/>
                      <a:pt x="0" y="101"/>
                    </a:cubicBezTo>
                    <a:lnTo>
                      <a:pt x="0" y="1468"/>
                    </a:lnTo>
                    <a:cubicBezTo>
                      <a:pt x="0" y="1502"/>
                      <a:pt x="34" y="1502"/>
                      <a:pt x="34" y="1502"/>
                    </a:cubicBezTo>
                    <a:lnTo>
                      <a:pt x="100" y="1502"/>
                    </a:lnTo>
                    <a:cubicBezTo>
                      <a:pt x="100" y="1468"/>
                      <a:pt x="100" y="1468"/>
                      <a:pt x="100" y="1468"/>
                    </a:cubicBezTo>
                    <a:lnTo>
                      <a:pt x="100" y="634"/>
                    </a:lnTo>
                    <a:cubicBezTo>
                      <a:pt x="100" y="367"/>
                      <a:pt x="301" y="167"/>
                      <a:pt x="567" y="134"/>
                    </a:cubicBezTo>
                    <a:cubicBezTo>
                      <a:pt x="834" y="134"/>
                      <a:pt x="1034" y="367"/>
                      <a:pt x="1034" y="634"/>
                    </a:cubicBezTo>
                    <a:lnTo>
                      <a:pt x="1068" y="1468"/>
                    </a:lnTo>
                    <a:cubicBezTo>
                      <a:pt x="1068" y="1502"/>
                      <a:pt x="1101" y="1535"/>
                      <a:pt x="1168" y="1535"/>
                    </a:cubicBezTo>
                    <a:cubicBezTo>
                      <a:pt x="1201" y="1535"/>
                      <a:pt x="1235" y="1502"/>
                      <a:pt x="1235" y="1468"/>
                    </a:cubicBezTo>
                    <a:lnTo>
                      <a:pt x="1235" y="634"/>
                    </a:lnTo>
                    <a:cubicBezTo>
                      <a:pt x="1235" y="262"/>
                      <a:pt x="918" y="19"/>
                      <a:pt x="597" y="19"/>
                    </a:cubicBezTo>
                    <a:cubicBezTo>
                      <a:pt x="429" y="19"/>
                      <a:pt x="260" y="85"/>
                      <a:pt x="134" y="234"/>
                    </a:cubicBezTo>
                    <a:lnTo>
                      <a:pt x="134" y="101"/>
                    </a:lnTo>
                    <a:cubicBezTo>
                      <a:pt x="134" y="67"/>
                      <a:pt x="100" y="1"/>
                      <a:pt x="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396;p24">
                <a:extLst>
                  <a:ext uri="{FF2B5EF4-FFF2-40B4-BE49-F238E27FC236}">
                    <a16:creationId xmlns:a16="http://schemas.microsoft.com/office/drawing/2014/main" id="{F4DB6750-0EB1-A53D-7C32-E0582214D76C}"/>
                  </a:ext>
                </a:extLst>
              </p:cNvPr>
              <p:cNvSpPr/>
              <p:nvPr/>
            </p:nvSpPr>
            <p:spPr>
              <a:xfrm>
                <a:off x="6152797" y="4394090"/>
                <a:ext cx="18315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702" h="2169" extrusionOk="0">
                    <a:moveTo>
                      <a:pt x="334" y="0"/>
                    </a:moveTo>
                    <a:cubicBezTo>
                      <a:pt x="301" y="0"/>
                      <a:pt x="267" y="34"/>
                      <a:pt x="267" y="100"/>
                    </a:cubicBezTo>
                    <a:lnTo>
                      <a:pt x="267" y="668"/>
                    </a:lnTo>
                    <a:lnTo>
                      <a:pt x="67" y="668"/>
                    </a:lnTo>
                    <a:cubicBezTo>
                      <a:pt x="1" y="668"/>
                      <a:pt x="1" y="701"/>
                      <a:pt x="1" y="734"/>
                    </a:cubicBezTo>
                    <a:cubicBezTo>
                      <a:pt x="1" y="768"/>
                      <a:pt x="1" y="801"/>
                      <a:pt x="67" y="801"/>
                    </a:cubicBezTo>
                    <a:lnTo>
                      <a:pt x="267" y="801"/>
                    </a:lnTo>
                    <a:lnTo>
                      <a:pt x="267" y="1935"/>
                    </a:lnTo>
                    <a:cubicBezTo>
                      <a:pt x="267" y="2069"/>
                      <a:pt x="368" y="2169"/>
                      <a:pt x="534" y="2169"/>
                    </a:cubicBezTo>
                    <a:cubicBezTo>
                      <a:pt x="568" y="2169"/>
                      <a:pt x="601" y="2135"/>
                      <a:pt x="601" y="2102"/>
                    </a:cubicBezTo>
                    <a:cubicBezTo>
                      <a:pt x="601" y="2069"/>
                      <a:pt x="568" y="2035"/>
                      <a:pt x="534" y="2035"/>
                    </a:cubicBezTo>
                    <a:cubicBezTo>
                      <a:pt x="468" y="2035"/>
                      <a:pt x="401" y="1968"/>
                      <a:pt x="401" y="1935"/>
                    </a:cubicBezTo>
                    <a:lnTo>
                      <a:pt x="401" y="801"/>
                    </a:lnTo>
                    <a:lnTo>
                      <a:pt x="601" y="801"/>
                    </a:lnTo>
                    <a:cubicBezTo>
                      <a:pt x="634" y="801"/>
                      <a:pt x="668" y="768"/>
                      <a:pt x="668" y="734"/>
                    </a:cubicBezTo>
                    <a:cubicBezTo>
                      <a:pt x="701" y="701"/>
                      <a:pt x="668" y="634"/>
                      <a:pt x="601" y="634"/>
                    </a:cubicBezTo>
                    <a:lnTo>
                      <a:pt x="401" y="634"/>
                    </a:lnTo>
                    <a:lnTo>
                      <a:pt x="401" y="100"/>
                    </a:lnTo>
                    <a:cubicBezTo>
                      <a:pt x="401" y="34"/>
                      <a:pt x="368" y="0"/>
                      <a:pt x="3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397;p24">
                <a:extLst>
                  <a:ext uri="{FF2B5EF4-FFF2-40B4-BE49-F238E27FC236}">
                    <a16:creationId xmlns:a16="http://schemas.microsoft.com/office/drawing/2014/main" id="{2CC47E87-3BC7-4A82-74E2-30988C223E10}"/>
                  </a:ext>
                </a:extLst>
              </p:cNvPr>
              <p:cNvSpPr/>
              <p:nvPr/>
            </p:nvSpPr>
            <p:spPr>
              <a:xfrm>
                <a:off x="6625348" y="967895"/>
                <a:ext cx="282007" cy="134050"/>
              </a:xfrm>
              <a:custGeom>
                <a:avLst/>
                <a:gdLst/>
                <a:ahLst/>
                <a:cxnLst/>
                <a:rect l="l" t="t" r="r" b="b"/>
                <a:pathLst>
                  <a:path w="10809" h="5138" extrusionOk="0">
                    <a:moveTo>
                      <a:pt x="1" y="0"/>
                    </a:moveTo>
                    <a:lnTo>
                      <a:pt x="1" y="5137"/>
                    </a:lnTo>
                    <a:lnTo>
                      <a:pt x="10808" y="5137"/>
                    </a:lnTo>
                    <a:lnTo>
                      <a:pt x="10808" y="0"/>
                    </a:ln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398;p24">
                <a:extLst>
                  <a:ext uri="{FF2B5EF4-FFF2-40B4-BE49-F238E27FC236}">
                    <a16:creationId xmlns:a16="http://schemas.microsoft.com/office/drawing/2014/main" id="{4CCF4A52-358B-A99E-1481-F94F1729DE55}"/>
                  </a:ext>
                </a:extLst>
              </p:cNvPr>
              <p:cNvSpPr/>
              <p:nvPr/>
            </p:nvSpPr>
            <p:spPr>
              <a:xfrm>
                <a:off x="6686266" y="1005098"/>
                <a:ext cx="36578" cy="56798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77" extrusionOk="0">
                    <a:moveTo>
                      <a:pt x="180" y="0"/>
                    </a:moveTo>
                    <a:cubicBezTo>
                      <a:pt x="92" y="0"/>
                      <a:pt x="1" y="58"/>
                      <a:pt x="1" y="175"/>
                    </a:cubicBezTo>
                    <a:lnTo>
                      <a:pt x="1" y="1976"/>
                    </a:lnTo>
                    <a:cubicBezTo>
                      <a:pt x="1" y="2077"/>
                      <a:pt x="67" y="2177"/>
                      <a:pt x="167" y="2177"/>
                    </a:cubicBezTo>
                    <a:lnTo>
                      <a:pt x="1168" y="2177"/>
                    </a:lnTo>
                    <a:cubicBezTo>
                      <a:pt x="1402" y="2177"/>
                      <a:pt x="1402" y="1843"/>
                      <a:pt x="1168" y="1843"/>
                    </a:cubicBezTo>
                    <a:lnTo>
                      <a:pt x="334" y="1843"/>
                    </a:lnTo>
                    <a:lnTo>
                      <a:pt x="334" y="175"/>
                    </a:lnTo>
                    <a:cubicBezTo>
                      <a:pt x="351" y="58"/>
                      <a:pt x="267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399;p24">
                <a:extLst>
                  <a:ext uri="{FF2B5EF4-FFF2-40B4-BE49-F238E27FC236}">
                    <a16:creationId xmlns:a16="http://schemas.microsoft.com/office/drawing/2014/main" id="{21D539F7-1902-7E94-E3CA-2C776E96B907}"/>
                  </a:ext>
                </a:extLst>
              </p:cNvPr>
              <p:cNvSpPr/>
              <p:nvPr/>
            </p:nvSpPr>
            <p:spPr>
              <a:xfrm>
                <a:off x="6733252" y="1005307"/>
                <a:ext cx="8740" cy="55728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136" extrusionOk="0">
                    <a:moveTo>
                      <a:pt x="168" y="0"/>
                    </a:moveTo>
                    <a:cubicBezTo>
                      <a:pt x="68" y="0"/>
                      <a:pt x="1" y="67"/>
                      <a:pt x="1" y="167"/>
                    </a:cubicBezTo>
                    <a:lnTo>
                      <a:pt x="1" y="1968"/>
                    </a:lnTo>
                    <a:cubicBezTo>
                      <a:pt x="1" y="2069"/>
                      <a:pt x="68" y="2135"/>
                      <a:pt x="168" y="2135"/>
                    </a:cubicBezTo>
                    <a:cubicBezTo>
                      <a:pt x="234" y="2135"/>
                      <a:pt x="334" y="2069"/>
                      <a:pt x="334" y="1968"/>
                    </a:cubicBezTo>
                    <a:lnTo>
                      <a:pt x="334" y="167"/>
                    </a:lnTo>
                    <a:cubicBezTo>
                      <a:pt x="334" y="67"/>
                      <a:pt x="234" y="0"/>
                      <a:pt x="1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00;p24">
                <a:extLst>
                  <a:ext uri="{FF2B5EF4-FFF2-40B4-BE49-F238E27FC236}">
                    <a16:creationId xmlns:a16="http://schemas.microsoft.com/office/drawing/2014/main" id="{36FC1057-3D11-2A42-A2A0-2E9DA6ED6238}"/>
                  </a:ext>
                </a:extLst>
              </p:cNvPr>
              <p:cNvSpPr/>
              <p:nvPr/>
            </p:nvSpPr>
            <p:spPr>
              <a:xfrm>
                <a:off x="6753263" y="1005855"/>
                <a:ext cx="49649" cy="55180"/>
              </a:xfrm>
              <a:custGeom>
                <a:avLst/>
                <a:gdLst/>
                <a:ahLst/>
                <a:cxnLst/>
                <a:rect l="l" t="t" r="r" b="b"/>
                <a:pathLst>
                  <a:path w="1903" h="2115" extrusionOk="0">
                    <a:moveTo>
                      <a:pt x="1695" y="0"/>
                    </a:moveTo>
                    <a:cubicBezTo>
                      <a:pt x="1623" y="0"/>
                      <a:pt x="1560" y="38"/>
                      <a:pt x="1535" y="113"/>
                    </a:cubicBezTo>
                    <a:lnTo>
                      <a:pt x="935" y="1547"/>
                    </a:lnTo>
                    <a:lnTo>
                      <a:pt x="368" y="146"/>
                    </a:lnTo>
                    <a:cubicBezTo>
                      <a:pt x="357" y="81"/>
                      <a:pt x="311" y="55"/>
                      <a:pt x="257" y="55"/>
                    </a:cubicBezTo>
                    <a:cubicBezTo>
                      <a:pt x="145" y="55"/>
                      <a:pt x="0" y="167"/>
                      <a:pt x="68" y="280"/>
                    </a:cubicBezTo>
                    <a:lnTo>
                      <a:pt x="835" y="2081"/>
                    </a:lnTo>
                    <a:cubicBezTo>
                      <a:pt x="835" y="2081"/>
                      <a:pt x="835" y="2114"/>
                      <a:pt x="835" y="2114"/>
                    </a:cubicBezTo>
                    <a:lnTo>
                      <a:pt x="935" y="2048"/>
                    </a:lnTo>
                    <a:lnTo>
                      <a:pt x="1102" y="2048"/>
                    </a:lnTo>
                    <a:lnTo>
                      <a:pt x="1869" y="246"/>
                    </a:lnTo>
                    <a:cubicBezTo>
                      <a:pt x="1902" y="146"/>
                      <a:pt x="1869" y="46"/>
                      <a:pt x="1769" y="13"/>
                    </a:cubicBezTo>
                    <a:cubicBezTo>
                      <a:pt x="1744" y="4"/>
                      <a:pt x="1719" y="0"/>
                      <a:pt x="16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01;p24">
                <a:extLst>
                  <a:ext uri="{FF2B5EF4-FFF2-40B4-BE49-F238E27FC236}">
                    <a16:creationId xmlns:a16="http://schemas.microsoft.com/office/drawing/2014/main" id="{CC0B7C25-64B9-18F7-F34F-FBDA6731D448}"/>
                  </a:ext>
                </a:extLst>
              </p:cNvPr>
              <p:cNvSpPr/>
              <p:nvPr/>
            </p:nvSpPr>
            <p:spPr>
              <a:xfrm>
                <a:off x="6815068" y="1005307"/>
                <a:ext cx="36578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2169" extrusionOk="0">
                    <a:moveTo>
                      <a:pt x="167" y="0"/>
                    </a:moveTo>
                    <a:cubicBezTo>
                      <a:pt x="67" y="0"/>
                      <a:pt x="0" y="67"/>
                      <a:pt x="0" y="167"/>
                    </a:cubicBezTo>
                    <a:lnTo>
                      <a:pt x="0" y="1968"/>
                    </a:lnTo>
                    <a:cubicBezTo>
                      <a:pt x="0" y="2069"/>
                      <a:pt x="67" y="2169"/>
                      <a:pt x="167" y="2169"/>
                    </a:cubicBezTo>
                    <a:lnTo>
                      <a:pt x="1168" y="2169"/>
                    </a:lnTo>
                    <a:cubicBezTo>
                      <a:pt x="1401" y="2169"/>
                      <a:pt x="1401" y="1802"/>
                      <a:pt x="1168" y="1802"/>
                    </a:cubicBezTo>
                    <a:lnTo>
                      <a:pt x="334" y="1802"/>
                    </a:lnTo>
                    <a:lnTo>
                      <a:pt x="334" y="1235"/>
                    </a:lnTo>
                    <a:lnTo>
                      <a:pt x="1068" y="1235"/>
                    </a:lnTo>
                    <a:cubicBezTo>
                      <a:pt x="1268" y="1201"/>
                      <a:pt x="1268" y="934"/>
                      <a:pt x="1068" y="901"/>
                    </a:cubicBezTo>
                    <a:lnTo>
                      <a:pt x="334" y="901"/>
                    </a:lnTo>
                    <a:lnTo>
                      <a:pt x="334" y="334"/>
                    </a:lnTo>
                    <a:lnTo>
                      <a:pt x="1168" y="334"/>
                    </a:lnTo>
                    <a:cubicBezTo>
                      <a:pt x="1268" y="334"/>
                      <a:pt x="1368" y="267"/>
                      <a:pt x="1368" y="167"/>
                    </a:cubicBezTo>
                    <a:cubicBezTo>
                      <a:pt x="1368" y="67"/>
                      <a:pt x="1268" y="0"/>
                      <a:pt x="11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02;p24">
                <a:extLst>
                  <a:ext uri="{FF2B5EF4-FFF2-40B4-BE49-F238E27FC236}">
                    <a16:creationId xmlns:a16="http://schemas.microsoft.com/office/drawing/2014/main" id="{A888186A-FF94-8260-0AD8-A913C0BE6AEB}"/>
                  </a:ext>
                </a:extLst>
              </p:cNvPr>
              <p:cNvSpPr/>
              <p:nvPr/>
            </p:nvSpPr>
            <p:spPr>
              <a:xfrm>
                <a:off x="6960410" y="967895"/>
                <a:ext cx="282868" cy="134050"/>
              </a:xfrm>
              <a:custGeom>
                <a:avLst/>
                <a:gdLst/>
                <a:ahLst/>
                <a:cxnLst/>
                <a:rect l="l" t="t" r="r" b="b"/>
                <a:pathLst>
                  <a:path w="10842" h="5138" extrusionOk="0">
                    <a:moveTo>
                      <a:pt x="0" y="0"/>
                    </a:moveTo>
                    <a:lnTo>
                      <a:pt x="0" y="5137"/>
                    </a:lnTo>
                    <a:lnTo>
                      <a:pt x="10841" y="5137"/>
                    </a:lnTo>
                    <a:lnTo>
                      <a:pt x="10841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03;p24">
                <a:extLst>
                  <a:ext uri="{FF2B5EF4-FFF2-40B4-BE49-F238E27FC236}">
                    <a16:creationId xmlns:a16="http://schemas.microsoft.com/office/drawing/2014/main" id="{B58DC919-7E9E-0F67-B09A-439A38C53E4F}"/>
                  </a:ext>
                </a:extLst>
              </p:cNvPr>
              <p:cNvSpPr/>
              <p:nvPr/>
            </p:nvSpPr>
            <p:spPr>
              <a:xfrm>
                <a:off x="6984777" y="1004446"/>
                <a:ext cx="82679" cy="23507"/>
              </a:xfrm>
              <a:custGeom>
                <a:avLst/>
                <a:gdLst/>
                <a:ahLst/>
                <a:cxnLst/>
                <a:rect l="l" t="t" r="r" b="b"/>
                <a:pathLst>
                  <a:path w="3169" h="901" extrusionOk="0">
                    <a:moveTo>
                      <a:pt x="1601" y="0"/>
                    </a:moveTo>
                    <a:cubicBezTo>
                      <a:pt x="1268" y="0"/>
                      <a:pt x="934" y="67"/>
                      <a:pt x="667" y="267"/>
                    </a:cubicBezTo>
                    <a:cubicBezTo>
                      <a:pt x="367" y="400"/>
                      <a:pt x="167" y="634"/>
                      <a:pt x="0" y="901"/>
                    </a:cubicBezTo>
                    <a:cubicBezTo>
                      <a:pt x="234" y="767"/>
                      <a:pt x="500" y="634"/>
                      <a:pt x="801" y="534"/>
                    </a:cubicBezTo>
                    <a:cubicBezTo>
                      <a:pt x="991" y="479"/>
                      <a:pt x="1204" y="425"/>
                      <a:pt x="1421" y="425"/>
                    </a:cubicBezTo>
                    <a:cubicBezTo>
                      <a:pt x="1470" y="425"/>
                      <a:pt x="1519" y="428"/>
                      <a:pt x="1568" y="434"/>
                    </a:cubicBezTo>
                    <a:cubicBezTo>
                      <a:pt x="2135" y="467"/>
                      <a:pt x="2702" y="634"/>
                      <a:pt x="3169" y="901"/>
                    </a:cubicBezTo>
                    <a:cubicBezTo>
                      <a:pt x="3002" y="634"/>
                      <a:pt x="2769" y="400"/>
                      <a:pt x="2502" y="267"/>
                    </a:cubicBezTo>
                    <a:cubicBezTo>
                      <a:pt x="2235" y="100"/>
                      <a:pt x="1901" y="0"/>
                      <a:pt x="16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04;p24">
                <a:extLst>
                  <a:ext uri="{FF2B5EF4-FFF2-40B4-BE49-F238E27FC236}">
                    <a16:creationId xmlns:a16="http://schemas.microsoft.com/office/drawing/2014/main" id="{684BBD02-FC7E-A292-BF38-3D9F5EC48852}"/>
                  </a:ext>
                </a:extLst>
              </p:cNvPr>
              <p:cNvSpPr/>
              <p:nvPr/>
            </p:nvSpPr>
            <p:spPr>
              <a:xfrm>
                <a:off x="7102256" y="1003767"/>
                <a:ext cx="35691" cy="56172"/>
              </a:xfrm>
              <a:custGeom>
                <a:avLst/>
                <a:gdLst/>
                <a:ahLst/>
                <a:cxnLst/>
                <a:rect l="l" t="t" r="r" b="b"/>
                <a:pathLst>
                  <a:path w="1368" h="2153" extrusionOk="0">
                    <a:moveTo>
                      <a:pt x="184" y="1"/>
                    </a:moveTo>
                    <a:cubicBezTo>
                      <a:pt x="175" y="1"/>
                      <a:pt x="167" y="9"/>
                      <a:pt x="167" y="26"/>
                    </a:cubicBezTo>
                    <a:cubicBezTo>
                      <a:pt x="134" y="26"/>
                      <a:pt x="134" y="59"/>
                      <a:pt x="134" y="59"/>
                    </a:cubicBezTo>
                    <a:lnTo>
                      <a:pt x="34" y="927"/>
                    </a:lnTo>
                    <a:cubicBezTo>
                      <a:pt x="34" y="960"/>
                      <a:pt x="34" y="960"/>
                      <a:pt x="34" y="960"/>
                    </a:cubicBezTo>
                    <a:cubicBezTo>
                      <a:pt x="34" y="960"/>
                      <a:pt x="34" y="993"/>
                      <a:pt x="34" y="993"/>
                    </a:cubicBezTo>
                    <a:cubicBezTo>
                      <a:pt x="50" y="1010"/>
                      <a:pt x="75" y="1018"/>
                      <a:pt x="96" y="1018"/>
                    </a:cubicBezTo>
                    <a:cubicBezTo>
                      <a:pt x="117" y="1018"/>
                      <a:pt x="134" y="1010"/>
                      <a:pt x="134" y="993"/>
                    </a:cubicBezTo>
                    <a:cubicBezTo>
                      <a:pt x="267" y="860"/>
                      <a:pt x="401" y="827"/>
                      <a:pt x="567" y="827"/>
                    </a:cubicBezTo>
                    <a:cubicBezTo>
                      <a:pt x="1219" y="827"/>
                      <a:pt x="860" y="1909"/>
                      <a:pt x="390" y="1909"/>
                    </a:cubicBezTo>
                    <a:cubicBezTo>
                      <a:pt x="306" y="1909"/>
                      <a:pt x="219" y="1875"/>
                      <a:pt x="134" y="1794"/>
                    </a:cubicBezTo>
                    <a:lnTo>
                      <a:pt x="34" y="1794"/>
                    </a:lnTo>
                    <a:cubicBezTo>
                      <a:pt x="0" y="1827"/>
                      <a:pt x="0" y="1894"/>
                      <a:pt x="34" y="1927"/>
                    </a:cubicBezTo>
                    <a:cubicBezTo>
                      <a:pt x="184" y="2077"/>
                      <a:pt x="376" y="2153"/>
                      <a:pt x="563" y="2153"/>
                    </a:cubicBezTo>
                    <a:cubicBezTo>
                      <a:pt x="751" y="2153"/>
                      <a:pt x="934" y="2077"/>
                      <a:pt x="1068" y="1927"/>
                    </a:cubicBezTo>
                    <a:cubicBezTo>
                      <a:pt x="1368" y="1627"/>
                      <a:pt x="1368" y="1160"/>
                      <a:pt x="1068" y="893"/>
                    </a:cubicBezTo>
                    <a:cubicBezTo>
                      <a:pt x="952" y="777"/>
                      <a:pt x="811" y="687"/>
                      <a:pt x="645" y="687"/>
                    </a:cubicBezTo>
                    <a:cubicBezTo>
                      <a:pt x="619" y="687"/>
                      <a:pt x="594" y="689"/>
                      <a:pt x="567" y="693"/>
                    </a:cubicBezTo>
                    <a:cubicBezTo>
                      <a:pt x="543" y="687"/>
                      <a:pt x="518" y="684"/>
                      <a:pt x="494" y="684"/>
                    </a:cubicBezTo>
                    <a:cubicBezTo>
                      <a:pt x="386" y="684"/>
                      <a:pt x="282" y="739"/>
                      <a:pt x="200" y="793"/>
                    </a:cubicBezTo>
                    <a:lnTo>
                      <a:pt x="267" y="159"/>
                    </a:lnTo>
                    <a:lnTo>
                      <a:pt x="1201" y="159"/>
                    </a:lnTo>
                    <a:cubicBezTo>
                      <a:pt x="1234" y="159"/>
                      <a:pt x="1268" y="126"/>
                      <a:pt x="1268" y="93"/>
                    </a:cubicBezTo>
                    <a:cubicBezTo>
                      <a:pt x="1268" y="59"/>
                      <a:pt x="1234" y="26"/>
                      <a:pt x="1201" y="26"/>
                    </a:cubicBezTo>
                    <a:lnTo>
                      <a:pt x="200" y="26"/>
                    </a:lnTo>
                    <a:cubicBezTo>
                      <a:pt x="200" y="9"/>
                      <a:pt x="192" y="1"/>
                      <a:pt x="1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05;p24">
                <a:extLst>
                  <a:ext uri="{FF2B5EF4-FFF2-40B4-BE49-F238E27FC236}">
                    <a16:creationId xmlns:a16="http://schemas.microsoft.com/office/drawing/2014/main" id="{0760FB49-AF1A-6B91-F0B3-B54BF1FAF249}"/>
                  </a:ext>
                </a:extLst>
              </p:cNvPr>
              <p:cNvSpPr/>
              <p:nvPr/>
            </p:nvSpPr>
            <p:spPr>
              <a:xfrm>
                <a:off x="7148381" y="1002698"/>
                <a:ext cx="15680" cy="56146"/>
              </a:xfrm>
              <a:custGeom>
                <a:avLst/>
                <a:gdLst/>
                <a:ahLst/>
                <a:cxnLst/>
                <a:rect l="l" t="t" r="r" b="b"/>
                <a:pathLst>
                  <a:path w="601" h="2152" extrusionOk="0">
                    <a:moveTo>
                      <a:pt x="501" y="0"/>
                    </a:moveTo>
                    <a:lnTo>
                      <a:pt x="67" y="267"/>
                    </a:lnTo>
                    <a:cubicBezTo>
                      <a:pt x="34" y="301"/>
                      <a:pt x="0" y="334"/>
                      <a:pt x="34" y="367"/>
                    </a:cubicBezTo>
                    <a:cubicBezTo>
                      <a:pt x="67" y="401"/>
                      <a:pt x="67" y="401"/>
                      <a:pt x="100" y="401"/>
                    </a:cubicBezTo>
                    <a:lnTo>
                      <a:pt x="134" y="401"/>
                    </a:lnTo>
                    <a:lnTo>
                      <a:pt x="434" y="234"/>
                    </a:lnTo>
                    <a:lnTo>
                      <a:pt x="434" y="2102"/>
                    </a:lnTo>
                    <a:cubicBezTo>
                      <a:pt x="434" y="2135"/>
                      <a:pt x="476" y="2152"/>
                      <a:pt x="517" y="2152"/>
                    </a:cubicBezTo>
                    <a:cubicBezTo>
                      <a:pt x="559" y="2152"/>
                      <a:pt x="601" y="2135"/>
                      <a:pt x="601" y="2102"/>
                    </a:cubicBezTo>
                    <a:lnTo>
                      <a:pt x="601" y="100"/>
                    </a:lnTo>
                    <a:cubicBezTo>
                      <a:pt x="601" y="67"/>
                      <a:pt x="601" y="67"/>
                      <a:pt x="601" y="34"/>
                    </a:cubicBezTo>
                    <a:cubicBezTo>
                      <a:pt x="567" y="0"/>
                      <a:pt x="534" y="0"/>
                      <a:pt x="5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06;p24">
                <a:extLst>
                  <a:ext uri="{FF2B5EF4-FFF2-40B4-BE49-F238E27FC236}">
                    <a16:creationId xmlns:a16="http://schemas.microsoft.com/office/drawing/2014/main" id="{534E14AD-60D3-F54C-B39B-8F59146B53DB}"/>
                  </a:ext>
                </a:extLst>
              </p:cNvPr>
              <p:cNvSpPr/>
              <p:nvPr/>
            </p:nvSpPr>
            <p:spPr>
              <a:xfrm>
                <a:off x="7177079" y="1002698"/>
                <a:ext cx="35717" cy="56589"/>
              </a:xfrm>
              <a:custGeom>
                <a:avLst/>
                <a:gdLst/>
                <a:ahLst/>
                <a:cxnLst/>
                <a:rect l="l" t="t" r="r" b="b"/>
                <a:pathLst>
                  <a:path w="1369" h="2169" extrusionOk="0">
                    <a:moveTo>
                      <a:pt x="668" y="0"/>
                    </a:moveTo>
                    <a:cubicBezTo>
                      <a:pt x="468" y="0"/>
                      <a:pt x="301" y="67"/>
                      <a:pt x="168" y="200"/>
                    </a:cubicBezTo>
                    <a:lnTo>
                      <a:pt x="68" y="301"/>
                    </a:lnTo>
                    <a:cubicBezTo>
                      <a:pt x="34" y="334"/>
                      <a:pt x="34" y="367"/>
                      <a:pt x="68" y="401"/>
                    </a:cubicBezTo>
                    <a:cubicBezTo>
                      <a:pt x="84" y="417"/>
                      <a:pt x="109" y="426"/>
                      <a:pt x="130" y="426"/>
                    </a:cubicBezTo>
                    <a:cubicBezTo>
                      <a:pt x="151" y="426"/>
                      <a:pt x="168" y="417"/>
                      <a:pt x="168" y="401"/>
                    </a:cubicBezTo>
                    <a:lnTo>
                      <a:pt x="301" y="301"/>
                    </a:lnTo>
                    <a:cubicBezTo>
                      <a:pt x="401" y="200"/>
                      <a:pt x="535" y="167"/>
                      <a:pt x="668" y="167"/>
                    </a:cubicBezTo>
                    <a:cubicBezTo>
                      <a:pt x="835" y="167"/>
                      <a:pt x="968" y="234"/>
                      <a:pt x="1068" y="334"/>
                    </a:cubicBezTo>
                    <a:cubicBezTo>
                      <a:pt x="1302" y="567"/>
                      <a:pt x="1269" y="934"/>
                      <a:pt x="1035" y="1134"/>
                    </a:cubicBezTo>
                    <a:lnTo>
                      <a:pt x="34" y="2035"/>
                    </a:lnTo>
                    <a:cubicBezTo>
                      <a:pt x="1" y="2068"/>
                      <a:pt x="1" y="2102"/>
                      <a:pt x="34" y="2169"/>
                    </a:cubicBezTo>
                    <a:lnTo>
                      <a:pt x="1302" y="2169"/>
                    </a:lnTo>
                    <a:cubicBezTo>
                      <a:pt x="1335" y="2169"/>
                      <a:pt x="1369" y="2135"/>
                      <a:pt x="1369" y="2102"/>
                    </a:cubicBezTo>
                    <a:cubicBezTo>
                      <a:pt x="1369" y="2068"/>
                      <a:pt x="1335" y="2035"/>
                      <a:pt x="1302" y="2035"/>
                    </a:cubicBezTo>
                    <a:lnTo>
                      <a:pt x="268" y="2035"/>
                    </a:lnTo>
                    <a:lnTo>
                      <a:pt x="1135" y="1235"/>
                    </a:lnTo>
                    <a:cubicBezTo>
                      <a:pt x="1269" y="1101"/>
                      <a:pt x="1369" y="901"/>
                      <a:pt x="1369" y="734"/>
                    </a:cubicBezTo>
                    <a:cubicBezTo>
                      <a:pt x="1369" y="334"/>
                      <a:pt x="1035" y="0"/>
                      <a:pt x="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07;p24">
                <a:extLst>
                  <a:ext uri="{FF2B5EF4-FFF2-40B4-BE49-F238E27FC236}">
                    <a16:creationId xmlns:a16="http://schemas.microsoft.com/office/drawing/2014/main" id="{9BC87563-D319-A541-29C1-60D4AC31662F}"/>
                  </a:ext>
                </a:extLst>
              </p:cNvPr>
              <p:cNvSpPr/>
              <p:nvPr/>
            </p:nvSpPr>
            <p:spPr>
              <a:xfrm>
                <a:off x="7000430" y="1013133"/>
                <a:ext cx="46153" cy="39239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504" extrusionOk="0">
                    <a:moveTo>
                      <a:pt x="1001" y="1"/>
                    </a:moveTo>
                    <a:cubicBezTo>
                      <a:pt x="367" y="1"/>
                      <a:pt x="0" y="734"/>
                      <a:pt x="401" y="1235"/>
                    </a:cubicBezTo>
                    <a:cubicBezTo>
                      <a:pt x="545" y="1418"/>
                      <a:pt x="756" y="1504"/>
                      <a:pt x="969" y="1504"/>
                    </a:cubicBezTo>
                    <a:cubicBezTo>
                      <a:pt x="1299" y="1504"/>
                      <a:pt x="1634" y="1299"/>
                      <a:pt x="1735" y="935"/>
                    </a:cubicBezTo>
                    <a:cubicBezTo>
                      <a:pt x="1768" y="468"/>
                      <a:pt x="1435" y="67"/>
                      <a:pt x="10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08;p24">
                <a:extLst>
                  <a:ext uri="{FF2B5EF4-FFF2-40B4-BE49-F238E27FC236}">
                    <a16:creationId xmlns:a16="http://schemas.microsoft.com/office/drawing/2014/main" id="{C3735984-90B0-5122-FBEF-3AAADE5AB7E7}"/>
                  </a:ext>
                </a:extLst>
              </p:cNvPr>
              <p:cNvSpPr/>
              <p:nvPr/>
            </p:nvSpPr>
            <p:spPr>
              <a:xfrm>
                <a:off x="7326778" y="994871"/>
                <a:ext cx="80096" cy="80070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069" extrusionOk="0">
                    <a:moveTo>
                      <a:pt x="267" y="0"/>
                    </a:moveTo>
                    <a:lnTo>
                      <a:pt x="0" y="267"/>
                    </a:lnTo>
                    <a:lnTo>
                      <a:pt x="2802" y="3069"/>
                    </a:lnTo>
                    <a:lnTo>
                      <a:pt x="3069" y="2802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09;p24">
                <a:extLst>
                  <a:ext uri="{FF2B5EF4-FFF2-40B4-BE49-F238E27FC236}">
                    <a16:creationId xmlns:a16="http://schemas.microsoft.com/office/drawing/2014/main" id="{A596B5A1-47B5-0799-471C-E5BCF64224F8}"/>
                  </a:ext>
                </a:extLst>
              </p:cNvPr>
              <p:cNvSpPr/>
              <p:nvPr/>
            </p:nvSpPr>
            <p:spPr>
              <a:xfrm>
                <a:off x="7326778" y="994871"/>
                <a:ext cx="80096" cy="80070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3069" extrusionOk="0">
                    <a:moveTo>
                      <a:pt x="2802" y="0"/>
                    </a:moveTo>
                    <a:lnTo>
                      <a:pt x="0" y="2802"/>
                    </a:lnTo>
                    <a:lnTo>
                      <a:pt x="267" y="3069"/>
                    </a:lnTo>
                    <a:lnTo>
                      <a:pt x="3069" y="267"/>
                    </a:lnTo>
                    <a:lnTo>
                      <a:pt x="2802" y="0"/>
                    </a:lnTo>
                    <a:close/>
                  </a:path>
                </a:pathLst>
              </a:custGeom>
              <a:solidFill>
                <a:srgbClr val="C7C7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10;p24">
                <a:extLst>
                  <a:ext uri="{FF2B5EF4-FFF2-40B4-BE49-F238E27FC236}">
                    <a16:creationId xmlns:a16="http://schemas.microsoft.com/office/drawing/2014/main" id="{072AEB15-4766-2203-F8A8-CD22C3A610B3}"/>
                  </a:ext>
                </a:extLst>
              </p:cNvPr>
              <p:cNvSpPr/>
              <p:nvPr/>
            </p:nvSpPr>
            <p:spPr>
              <a:xfrm>
                <a:off x="7175357" y="4325345"/>
                <a:ext cx="216730" cy="201050"/>
              </a:xfrm>
              <a:custGeom>
                <a:avLst/>
                <a:gdLst/>
                <a:ahLst/>
                <a:cxnLst/>
                <a:rect l="l" t="t" r="r" b="b"/>
                <a:pathLst>
                  <a:path w="8307" h="7706" extrusionOk="0">
                    <a:moveTo>
                      <a:pt x="6422" y="331"/>
                    </a:moveTo>
                    <a:cubicBezTo>
                      <a:pt x="6887" y="331"/>
                      <a:pt x="7285" y="592"/>
                      <a:pt x="7506" y="1001"/>
                    </a:cubicBezTo>
                    <a:cubicBezTo>
                      <a:pt x="7973" y="1768"/>
                      <a:pt x="7873" y="3002"/>
                      <a:pt x="7272" y="4103"/>
                    </a:cubicBezTo>
                    <a:cubicBezTo>
                      <a:pt x="6438" y="5638"/>
                      <a:pt x="4570" y="7005"/>
                      <a:pt x="4137" y="7305"/>
                    </a:cubicBezTo>
                    <a:cubicBezTo>
                      <a:pt x="3736" y="7039"/>
                      <a:pt x="1868" y="5638"/>
                      <a:pt x="1034" y="4103"/>
                    </a:cubicBezTo>
                    <a:cubicBezTo>
                      <a:pt x="401" y="3002"/>
                      <a:pt x="300" y="1768"/>
                      <a:pt x="767" y="1001"/>
                    </a:cubicBezTo>
                    <a:cubicBezTo>
                      <a:pt x="988" y="592"/>
                      <a:pt x="1416" y="331"/>
                      <a:pt x="1884" y="331"/>
                    </a:cubicBezTo>
                    <a:cubicBezTo>
                      <a:pt x="1912" y="331"/>
                      <a:pt x="1940" y="332"/>
                      <a:pt x="1968" y="334"/>
                    </a:cubicBezTo>
                    <a:cubicBezTo>
                      <a:pt x="3536" y="334"/>
                      <a:pt x="3970" y="2335"/>
                      <a:pt x="4003" y="2368"/>
                    </a:cubicBezTo>
                    <a:lnTo>
                      <a:pt x="4137" y="3102"/>
                    </a:lnTo>
                    <a:lnTo>
                      <a:pt x="4303" y="2368"/>
                    </a:lnTo>
                    <a:cubicBezTo>
                      <a:pt x="4303" y="2335"/>
                      <a:pt x="4737" y="334"/>
                      <a:pt x="6338" y="334"/>
                    </a:cubicBezTo>
                    <a:cubicBezTo>
                      <a:pt x="6366" y="332"/>
                      <a:pt x="6394" y="331"/>
                      <a:pt x="6422" y="331"/>
                    </a:cubicBezTo>
                    <a:close/>
                    <a:moveTo>
                      <a:pt x="1968" y="0"/>
                    </a:moveTo>
                    <a:cubicBezTo>
                      <a:pt x="1368" y="0"/>
                      <a:pt x="801" y="300"/>
                      <a:pt x="501" y="834"/>
                    </a:cubicBezTo>
                    <a:cubicBezTo>
                      <a:pt x="0" y="1701"/>
                      <a:pt x="100" y="3069"/>
                      <a:pt x="734" y="4270"/>
                    </a:cubicBezTo>
                    <a:cubicBezTo>
                      <a:pt x="1701" y="6038"/>
                      <a:pt x="3970" y="7572"/>
                      <a:pt x="4070" y="7639"/>
                    </a:cubicBezTo>
                    <a:lnTo>
                      <a:pt x="4137" y="7706"/>
                    </a:lnTo>
                    <a:lnTo>
                      <a:pt x="4203" y="7639"/>
                    </a:lnTo>
                    <a:cubicBezTo>
                      <a:pt x="4337" y="7572"/>
                      <a:pt x="6572" y="6038"/>
                      <a:pt x="7539" y="4270"/>
                    </a:cubicBezTo>
                    <a:cubicBezTo>
                      <a:pt x="8206" y="3069"/>
                      <a:pt x="8306" y="1701"/>
                      <a:pt x="7772" y="834"/>
                    </a:cubicBezTo>
                    <a:cubicBezTo>
                      <a:pt x="7506" y="300"/>
                      <a:pt x="6939" y="0"/>
                      <a:pt x="6338" y="0"/>
                    </a:cubicBezTo>
                    <a:cubicBezTo>
                      <a:pt x="5037" y="0"/>
                      <a:pt x="4403" y="1134"/>
                      <a:pt x="4137" y="1801"/>
                    </a:cubicBezTo>
                    <a:cubicBezTo>
                      <a:pt x="3903" y="1134"/>
                      <a:pt x="3269" y="0"/>
                      <a:pt x="19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11;p24">
                <a:extLst>
                  <a:ext uri="{FF2B5EF4-FFF2-40B4-BE49-F238E27FC236}">
                    <a16:creationId xmlns:a16="http://schemas.microsoft.com/office/drawing/2014/main" id="{A4AEDE6D-9540-F92E-32C8-17DABD891384}"/>
                  </a:ext>
                </a:extLst>
              </p:cNvPr>
              <p:cNvSpPr/>
              <p:nvPr/>
            </p:nvSpPr>
            <p:spPr>
              <a:xfrm>
                <a:off x="7184045" y="4143452"/>
                <a:ext cx="176708" cy="149704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5738" extrusionOk="0">
                    <a:moveTo>
                      <a:pt x="1669" y="0"/>
                    </a:moveTo>
                    <a:cubicBezTo>
                      <a:pt x="434" y="0"/>
                      <a:pt x="1" y="1602"/>
                      <a:pt x="835" y="3136"/>
                    </a:cubicBezTo>
                    <a:cubicBezTo>
                      <a:pt x="1569" y="4537"/>
                      <a:pt x="3370" y="5738"/>
                      <a:pt x="3370" y="5738"/>
                    </a:cubicBezTo>
                    <a:cubicBezTo>
                      <a:pt x="3370" y="5738"/>
                      <a:pt x="5171" y="4537"/>
                      <a:pt x="5905" y="3136"/>
                    </a:cubicBezTo>
                    <a:cubicBezTo>
                      <a:pt x="6772" y="1602"/>
                      <a:pt x="6305" y="0"/>
                      <a:pt x="5071" y="0"/>
                    </a:cubicBezTo>
                    <a:cubicBezTo>
                      <a:pt x="3737" y="0"/>
                      <a:pt x="3370" y="1702"/>
                      <a:pt x="3370" y="1702"/>
                    </a:cubicBezTo>
                    <a:cubicBezTo>
                      <a:pt x="3370" y="1702"/>
                      <a:pt x="3003" y="0"/>
                      <a:pt x="16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12;p24">
                <a:extLst>
                  <a:ext uri="{FF2B5EF4-FFF2-40B4-BE49-F238E27FC236}">
                    <a16:creationId xmlns:a16="http://schemas.microsoft.com/office/drawing/2014/main" id="{FB08DDF8-7663-F5A6-032F-8CB911069CC2}"/>
                  </a:ext>
                </a:extLst>
              </p:cNvPr>
              <p:cNvSpPr/>
              <p:nvPr/>
            </p:nvSpPr>
            <p:spPr>
              <a:xfrm>
                <a:off x="7134450" y="3943297"/>
                <a:ext cx="176681" cy="149704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5738" extrusionOk="0">
                    <a:moveTo>
                      <a:pt x="1668" y="0"/>
                    </a:moveTo>
                    <a:cubicBezTo>
                      <a:pt x="467" y="0"/>
                      <a:pt x="0" y="1601"/>
                      <a:pt x="834" y="3169"/>
                    </a:cubicBezTo>
                    <a:cubicBezTo>
                      <a:pt x="1602" y="4537"/>
                      <a:pt x="3403" y="5738"/>
                      <a:pt x="3403" y="5738"/>
                    </a:cubicBezTo>
                    <a:cubicBezTo>
                      <a:pt x="3403" y="5738"/>
                      <a:pt x="5171" y="4537"/>
                      <a:pt x="5938" y="3169"/>
                    </a:cubicBezTo>
                    <a:cubicBezTo>
                      <a:pt x="6772" y="1601"/>
                      <a:pt x="6305" y="0"/>
                      <a:pt x="5104" y="0"/>
                    </a:cubicBezTo>
                    <a:cubicBezTo>
                      <a:pt x="3736" y="0"/>
                      <a:pt x="3403" y="1702"/>
                      <a:pt x="3403" y="1702"/>
                    </a:cubicBezTo>
                    <a:cubicBezTo>
                      <a:pt x="3403" y="1702"/>
                      <a:pt x="3036" y="0"/>
                      <a:pt x="1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13;p24">
                <a:extLst>
                  <a:ext uri="{FF2B5EF4-FFF2-40B4-BE49-F238E27FC236}">
                    <a16:creationId xmlns:a16="http://schemas.microsoft.com/office/drawing/2014/main" id="{89124B59-C5E4-FC5B-C707-C858E932671A}"/>
                  </a:ext>
                </a:extLst>
              </p:cNvPr>
              <p:cNvSpPr/>
              <p:nvPr/>
            </p:nvSpPr>
            <p:spPr>
              <a:xfrm>
                <a:off x="7187541" y="3724854"/>
                <a:ext cx="177569" cy="149731"/>
              </a:xfrm>
              <a:custGeom>
                <a:avLst/>
                <a:gdLst/>
                <a:ahLst/>
                <a:cxnLst/>
                <a:rect l="l" t="t" r="r" b="b"/>
                <a:pathLst>
                  <a:path w="6806" h="5739" extrusionOk="0">
                    <a:moveTo>
                      <a:pt x="1668" y="1"/>
                    </a:moveTo>
                    <a:cubicBezTo>
                      <a:pt x="467" y="1"/>
                      <a:pt x="0" y="1602"/>
                      <a:pt x="834" y="3136"/>
                    </a:cubicBezTo>
                    <a:cubicBezTo>
                      <a:pt x="1601" y="4537"/>
                      <a:pt x="3403" y="5738"/>
                      <a:pt x="3403" y="5738"/>
                    </a:cubicBezTo>
                    <a:cubicBezTo>
                      <a:pt x="3403" y="5738"/>
                      <a:pt x="5204" y="4537"/>
                      <a:pt x="5938" y="3136"/>
                    </a:cubicBezTo>
                    <a:cubicBezTo>
                      <a:pt x="6805" y="1602"/>
                      <a:pt x="6305" y="1"/>
                      <a:pt x="5104" y="1"/>
                    </a:cubicBezTo>
                    <a:cubicBezTo>
                      <a:pt x="3736" y="1"/>
                      <a:pt x="3403" y="1702"/>
                      <a:pt x="3403" y="1702"/>
                    </a:cubicBezTo>
                    <a:cubicBezTo>
                      <a:pt x="3403" y="1702"/>
                      <a:pt x="3036" y="1"/>
                      <a:pt x="16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14;p24">
                <a:extLst>
                  <a:ext uri="{FF2B5EF4-FFF2-40B4-BE49-F238E27FC236}">
                    <a16:creationId xmlns:a16="http://schemas.microsoft.com/office/drawing/2014/main" id="{1003F1B5-1E06-774A-0780-AAE8DEAB8F17}"/>
                  </a:ext>
                </a:extLst>
              </p:cNvPr>
              <p:cNvSpPr/>
              <p:nvPr/>
            </p:nvSpPr>
            <p:spPr>
              <a:xfrm>
                <a:off x="7261503" y="4029443"/>
                <a:ext cx="176708" cy="148843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5705" extrusionOk="0">
                    <a:moveTo>
                      <a:pt x="1668" y="1"/>
                    </a:moveTo>
                    <a:cubicBezTo>
                      <a:pt x="468" y="1"/>
                      <a:pt x="1" y="1568"/>
                      <a:pt x="835" y="3136"/>
                    </a:cubicBezTo>
                    <a:cubicBezTo>
                      <a:pt x="1602" y="4504"/>
                      <a:pt x="3403" y="5705"/>
                      <a:pt x="3403" y="5705"/>
                    </a:cubicBezTo>
                    <a:cubicBezTo>
                      <a:pt x="3403" y="5705"/>
                      <a:pt x="5204" y="4504"/>
                      <a:pt x="5938" y="3136"/>
                    </a:cubicBezTo>
                    <a:cubicBezTo>
                      <a:pt x="6772" y="1568"/>
                      <a:pt x="6305" y="1"/>
                      <a:pt x="5104" y="1"/>
                    </a:cubicBezTo>
                    <a:cubicBezTo>
                      <a:pt x="3737" y="1"/>
                      <a:pt x="3370" y="1669"/>
                      <a:pt x="3370" y="1669"/>
                    </a:cubicBezTo>
                    <a:cubicBezTo>
                      <a:pt x="3370" y="1669"/>
                      <a:pt x="3036" y="1"/>
                      <a:pt x="16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15;p24">
                <a:extLst>
                  <a:ext uri="{FF2B5EF4-FFF2-40B4-BE49-F238E27FC236}">
                    <a16:creationId xmlns:a16="http://schemas.microsoft.com/office/drawing/2014/main" id="{F76AD128-1DC7-9E58-6C26-E0A0B0D19B34}"/>
                  </a:ext>
                </a:extLst>
              </p:cNvPr>
              <p:cNvSpPr/>
              <p:nvPr/>
            </p:nvSpPr>
            <p:spPr>
              <a:xfrm>
                <a:off x="7225813" y="3603905"/>
                <a:ext cx="176708" cy="149704"/>
              </a:xfrm>
              <a:custGeom>
                <a:avLst/>
                <a:gdLst/>
                <a:ahLst/>
                <a:cxnLst/>
                <a:rect l="l" t="t" r="r" b="b"/>
                <a:pathLst>
                  <a:path w="6773" h="5738" extrusionOk="0">
                    <a:moveTo>
                      <a:pt x="1669" y="0"/>
                    </a:moveTo>
                    <a:cubicBezTo>
                      <a:pt x="435" y="0"/>
                      <a:pt x="1" y="1601"/>
                      <a:pt x="835" y="3136"/>
                    </a:cubicBezTo>
                    <a:cubicBezTo>
                      <a:pt x="1569" y="4503"/>
                      <a:pt x="3370" y="5737"/>
                      <a:pt x="3370" y="5737"/>
                    </a:cubicBezTo>
                    <a:cubicBezTo>
                      <a:pt x="3370" y="5737"/>
                      <a:pt x="5171" y="4537"/>
                      <a:pt x="5905" y="3136"/>
                    </a:cubicBezTo>
                    <a:cubicBezTo>
                      <a:pt x="6772" y="1601"/>
                      <a:pt x="6305" y="0"/>
                      <a:pt x="5071" y="0"/>
                    </a:cubicBezTo>
                    <a:cubicBezTo>
                      <a:pt x="3737" y="0"/>
                      <a:pt x="3370" y="1701"/>
                      <a:pt x="3370" y="1701"/>
                    </a:cubicBezTo>
                    <a:cubicBezTo>
                      <a:pt x="3370" y="1701"/>
                      <a:pt x="3003" y="0"/>
                      <a:pt x="16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16;p24">
                <a:extLst>
                  <a:ext uri="{FF2B5EF4-FFF2-40B4-BE49-F238E27FC236}">
                    <a16:creationId xmlns:a16="http://schemas.microsoft.com/office/drawing/2014/main" id="{6C41199B-5AB5-0DF4-1848-DF3D9B1D6840}"/>
                  </a:ext>
                </a:extLst>
              </p:cNvPr>
              <p:cNvSpPr/>
              <p:nvPr/>
            </p:nvSpPr>
            <p:spPr>
              <a:xfrm>
                <a:off x="7236275" y="3862369"/>
                <a:ext cx="176681" cy="149704"/>
              </a:xfrm>
              <a:custGeom>
                <a:avLst/>
                <a:gdLst/>
                <a:ahLst/>
                <a:cxnLst/>
                <a:rect l="l" t="t" r="r" b="b"/>
                <a:pathLst>
                  <a:path w="6772" h="5738" extrusionOk="0">
                    <a:moveTo>
                      <a:pt x="1668" y="0"/>
                    </a:moveTo>
                    <a:cubicBezTo>
                      <a:pt x="467" y="0"/>
                      <a:pt x="0" y="1601"/>
                      <a:pt x="834" y="3169"/>
                    </a:cubicBezTo>
                    <a:cubicBezTo>
                      <a:pt x="1601" y="4537"/>
                      <a:pt x="3369" y="5738"/>
                      <a:pt x="3369" y="5738"/>
                    </a:cubicBezTo>
                    <a:cubicBezTo>
                      <a:pt x="3369" y="5738"/>
                      <a:pt x="5171" y="4537"/>
                      <a:pt x="5938" y="3169"/>
                    </a:cubicBezTo>
                    <a:cubicBezTo>
                      <a:pt x="6772" y="1601"/>
                      <a:pt x="6305" y="33"/>
                      <a:pt x="5104" y="0"/>
                    </a:cubicBezTo>
                    <a:cubicBezTo>
                      <a:pt x="3736" y="0"/>
                      <a:pt x="3369" y="1701"/>
                      <a:pt x="3369" y="1701"/>
                    </a:cubicBezTo>
                    <a:cubicBezTo>
                      <a:pt x="3369" y="1701"/>
                      <a:pt x="3036" y="0"/>
                      <a:pt x="16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17;p24">
                <a:extLst>
                  <a:ext uri="{FF2B5EF4-FFF2-40B4-BE49-F238E27FC236}">
                    <a16:creationId xmlns:a16="http://schemas.microsoft.com/office/drawing/2014/main" id="{39EF9752-0EE5-2E70-854D-522AB419F5B2}"/>
                  </a:ext>
                </a:extLst>
              </p:cNvPr>
              <p:cNvSpPr/>
              <p:nvPr/>
            </p:nvSpPr>
            <p:spPr>
              <a:xfrm>
                <a:off x="6822894" y="4414022"/>
                <a:ext cx="27003" cy="23011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82" extrusionOk="0">
                    <a:moveTo>
                      <a:pt x="619" y="0"/>
                    </a:moveTo>
                    <a:cubicBezTo>
                      <a:pt x="602" y="0"/>
                      <a:pt x="585" y="1"/>
                      <a:pt x="568" y="4"/>
                    </a:cubicBezTo>
                    <a:cubicBezTo>
                      <a:pt x="201" y="4"/>
                      <a:pt x="1" y="471"/>
                      <a:pt x="267" y="737"/>
                    </a:cubicBezTo>
                    <a:cubicBezTo>
                      <a:pt x="356" y="838"/>
                      <a:pt x="471" y="882"/>
                      <a:pt x="585" y="882"/>
                    </a:cubicBezTo>
                    <a:cubicBezTo>
                      <a:pt x="812" y="882"/>
                      <a:pt x="1035" y="704"/>
                      <a:pt x="1035" y="437"/>
                    </a:cubicBezTo>
                    <a:cubicBezTo>
                      <a:pt x="1035" y="219"/>
                      <a:pt x="860" y="0"/>
                      <a:pt x="6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18;p24">
                <a:extLst>
                  <a:ext uri="{FF2B5EF4-FFF2-40B4-BE49-F238E27FC236}">
                    <a16:creationId xmlns:a16="http://schemas.microsoft.com/office/drawing/2014/main" id="{95C2EB6C-0C05-2C10-669D-220D1DEE97BD}"/>
                  </a:ext>
                </a:extLst>
              </p:cNvPr>
              <p:cNvSpPr/>
              <p:nvPr/>
            </p:nvSpPr>
            <p:spPr>
              <a:xfrm>
                <a:off x="6882951" y="4414022"/>
                <a:ext cx="27003" cy="23011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82" extrusionOk="0">
                    <a:moveTo>
                      <a:pt x="645" y="0"/>
                    </a:moveTo>
                    <a:cubicBezTo>
                      <a:pt x="631" y="0"/>
                      <a:pt x="616" y="1"/>
                      <a:pt x="601" y="4"/>
                    </a:cubicBezTo>
                    <a:cubicBezTo>
                      <a:pt x="200" y="4"/>
                      <a:pt x="0" y="471"/>
                      <a:pt x="267" y="737"/>
                    </a:cubicBezTo>
                    <a:cubicBezTo>
                      <a:pt x="367" y="838"/>
                      <a:pt x="486" y="882"/>
                      <a:pt x="599" y="882"/>
                    </a:cubicBezTo>
                    <a:cubicBezTo>
                      <a:pt x="827" y="882"/>
                      <a:pt x="1034" y="704"/>
                      <a:pt x="1034" y="437"/>
                    </a:cubicBezTo>
                    <a:cubicBezTo>
                      <a:pt x="1034" y="219"/>
                      <a:pt x="859" y="0"/>
                      <a:pt x="645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19;p24">
                <a:extLst>
                  <a:ext uri="{FF2B5EF4-FFF2-40B4-BE49-F238E27FC236}">
                    <a16:creationId xmlns:a16="http://schemas.microsoft.com/office/drawing/2014/main" id="{763469A9-75B2-35F6-3FBC-51E30E7223AA}"/>
                  </a:ext>
                </a:extLst>
              </p:cNvPr>
              <p:cNvSpPr/>
              <p:nvPr/>
            </p:nvSpPr>
            <p:spPr>
              <a:xfrm>
                <a:off x="6943869" y="4414100"/>
                <a:ext cx="27003" cy="22933"/>
              </a:xfrm>
              <a:custGeom>
                <a:avLst/>
                <a:gdLst/>
                <a:ahLst/>
                <a:cxnLst/>
                <a:rect l="l" t="t" r="r" b="b"/>
                <a:pathLst>
                  <a:path w="1035" h="879" extrusionOk="0">
                    <a:moveTo>
                      <a:pt x="567" y="1"/>
                    </a:moveTo>
                    <a:cubicBezTo>
                      <a:pt x="167" y="1"/>
                      <a:pt x="0" y="468"/>
                      <a:pt x="267" y="734"/>
                    </a:cubicBezTo>
                    <a:cubicBezTo>
                      <a:pt x="356" y="835"/>
                      <a:pt x="467" y="879"/>
                      <a:pt x="577" y="879"/>
                    </a:cubicBezTo>
                    <a:cubicBezTo>
                      <a:pt x="797" y="879"/>
                      <a:pt x="1012" y="701"/>
                      <a:pt x="1034" y="434"/>
                    </a:cubicBezTo>
                    <a:cubicBezTo>
                      <a:pt x="1034" y="201"/>
                      <a:pt x="834" y="1"/>
                      <a:pt x="5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20;p24">
                <a:extLst>
                  <a:ext uri="{FF2B5EF4-FFF2-40B4-BE49-F238E27FC236}">
                    <a16:creationId xmlns:a16="http://schemas.microsoft.com/office/drawing/2014/main" id="{3C2FC601-E873-3C27-7741-7D1EF34ACD5D}"/>
                  </a:ext>
                </a:extLst>
              </p:cNvPr>
              <p:cNvSpPr/>
              <p:nvPr/>
            </p:nvSpPr>
            <p:spPr>
              <a:xfrm>
                <a:off x="4413163" y="721138"/>
                <a:ext cx="294250" cy="273725"/>
              </a:xfrm>
              <a:custGeom>
                <a:avLst/>
                <a:gdLst/>
                <a:ahLst/>
                <a:cxnLst/>
                <a:rect l="l" t="t" r="r" b="b"/>
                <a:pathLst>
                  <a:path w="11770" h="10949" extrusionOk="0">
                    <a:moveTo>
                      <a:pt x="8742" y="0"/>
                    </a:moveTo>
                    <a:cubicBezTo>
                      <a:pt x="8526" y="0"/>
                      <a:pt x="8302" y="35"/>
                      <a:pt x="8073" y="107"/>
                    </a:cubicBezTo>
                    <a:cubicBezTo>
                      <a:pt x="5705" y="808"/>
                      <a:pt x="5972" y="3944"/>
                      <a:pt x="5972" y="3944"/>
                    </a:cubicBezTo>
                    <a:cubicBezTo>
                      <a:pt x="5972" y="3944"/>
                      <a:pt x="4789" y="1762"/>
                      <a:pt x="2890" y="1762"/>
                    </a:cubicBezTo>
                    <a:cubicBezTo>
                      <a:pt x="2650" y="1762"/>
                      <a:pt x="2398" y="1797"/>
                      <a:pt x="2136" y="1875"/>
                    </a:cubicBezTo>
                    <a:cubicBezTo>
                      <a:pt x="1" y="2509"/>
                      <a:pt x="34" y="5511"/>
                      <a:pt x="2302" y="7780"/>
                    </a:cubicBezTo>
                    <a:cubicBezTo>
                      <a:pt x="4337" y="9781"/>
                      <a:pt x="8073" y="10949"/>
                      <a:pt x="8073" y="10949"/>
                    </a:cubicBezTo>
                    <a:cubicBezTo>
                      <a:pt x="8073" y="10949"/>
                      <a:pt x="10575" y="7913"/>
                      <a:pt x="11175" y="5111"/>
                    </a:cubicBezTo>
                    <a:cubicBezTo>
                      <a:pt x="11770" y="2317"/>
                      <a:pt x="10510" y="0"/>
                      <a:pt x="8742" y="0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21;p24">
                <a:extLst>
                  <a:ext uri="{FF2B5EF4-FFF2-40B4-BE49-F238E27FC236}">
                    <a16:creationId xmlns:a16="http://schemas.microsoft.com/office/drawing/2014/main" id="{35BE5AC3-ECBB-2D16-9F73-7CCC3404A62E}"/>
                  </a:ext>
                </a:extLst>
              </p:cNvPr>
              <p:cNvSpPr/>
              <p:nvPr/>
            </p:nvSpPr>
            <p:spPr>
              <a:xfrm rot="1418576">
                <a:off x="4899877" y="1254013"/>
                <a:ext cx="220705" cy="205328"/>
              </a:xfrm>
              <a:custGeom>
                <a:avLst/>
                <a:gdLst/>
                <a:ahLst/>
                <a:cxnLst/>
                <a:rect l="l" t="t" r="r" b="b"/>
                <a:pathLst>
                  <a:path w="11770" h="10950" extrusionOk="0">
                    <a:moveTo>
                      <a:pt x="8742" y="1"/>
                    </a:moveTo>
                    <a:cubicBezTo>
                      <a:pt x="8526" y="1"/>
                      <a:pt x="8302" y="35"/>
                      <a:pt x="8073" y="108"/>
                    </a:cubicBezTo>
                    <a:cubicBezTo>
                      <a:pt x="5704" y="808"/>
                      <a:pt x="5971" y="3944"/>
                      <a:pt x="5971" y="3944"/>
                    </a:cubicBezTo>
                    <a:cubicBezTo>
                      <a:pt x="5971" y="3944"/>
                      <a:pt x="4788" y="1762"/>
                      <a:pt x="2889" y="1762"/>
                    </a:cubicBezTo>
                    <a:cubicBezTo>
                      <a:pt x="2649" y="1762"/>
                      <a:pt x="2397" y="1797"/>
                      <a:pt x="2135" y="1876"/>
                    </a:cubicBezTo>
                    <a:cubicBezTo>
                      <a:pt x="0" y="2510"/>
                      <a:pt x="34" y="5512"/>
                      <a:pt x="2302" y="7780"/>
                    </a:cubicBezTo>
                    <a:cubicBezTo>
                      <a:pt x="4337" y="9782"/>
                      <a:pt x="8073" y="10949"/>
                      <a:pt x="8073" y="10949"/>
                    </a:cubicBezTo>
                    <a:cubicBezTo>
                      <a:pt x="8073" y="10949"/>
                      <a:pt x="10575" y="7914"/>
                      <a:pt x="11175" y="5112"/>
                    </a:cubicBezTo>
                    <a:cubicBezTo>
                      <a:pt x="11769" y="2318"/>
                      <a:pt x="10510" y="1"/>
                      <a:pt x="8742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422;p24">
              <a:extLst>
                <a:ext uri="{FF2B5EF4-FFF2-40B4-BE49-F238E27FC236}">
                  <a16:creationId xmlns:a16="http://schemas.microsoft.com/office/drawing/2014/main" id="{60D198FC-B870-3B20-8E7C-5D216F19BC90}"/>
                </a:ext>
              </a:extLst>
            </p:cNvPr>
            <p:cNvGrpSpPr/>
            <p:nvPr/>
          </p:nvGrpSpPr>
          <p:grpSpPr>
            <a:xfrm>
              <a:off x="7869500" y="1061146"/>
              <a:ext cx="825851" cy="724748"/>
              <a:chOff x="3052927" y="1232752"/>
              <a:chExt cx="1182491" cy="1037727"/>
            </a:xfrm>
          </p:grpSpPr>
          <p:sp>
            <p:nvSpPr>
              <p:cNvPr id="5" name="Google Shape;423;p24">
                <a:extLst>
                  <a:ext uri="{FF2B5EF4-FFF2-40B4-BE49-F238E27FC236}">
                    <a16:creationId xmlns:a16="http://schemas.microsoft.com/office/drawing/2014/main" id="{D2995EBA-75EA-145B-9156-E6E1DD9881C7}"/>
                  </a:ext>
                </a:extLst>
              </p:cNvPr>
              <p:cNvSpPr/>
              <p:nvPr/>
            </p:nvSpPr>
            <p:spPr>
              <a:xfrm>
                <a:off x="3052927" y="1232752"/>
                <a:ext cx="1182491" cy="1037727"/>
              </a:xfrm>
              <a:custGeom>
                <a:avLst/>
                <a:gdLst/>
                <a:ahLst/>
                <a:cxnLst/>
                <a:rect l="l" t="t" r="r" b="b"/>
                <a:pathLst>
                  <a:path w="33858" h="29713" extrusionOk="0">
                    <a:moveTo>
                      <a:pt x="16900" y="1"/>
                    </a:moveTo>
                    <a:cubicBezTo>
                      <a:pt x="11309" y="1"/>
                      <a:pt x="5956" y="3169"/>
                      <a:pt x="3436" y="8572"/>
                    </a:cubicBezTo>
                    <a:cubicBezTo>
                      <a:pt x="0" y="16010"/>
                      <a:pt x="3203" y="24850"/>
                      <a:pt x="10641" y="28319"/>
                    </a:cubicBezTo>
                    <a:cubicBezTo>
                      <a:pt x="12669" y="29265"/>
                      <a:pt x="14800" y="29712"/>
                      <a:pt x="16899" y="29712"/>
                    </a:cubicBezTo>
                    <a:cubicBezTo>
                      <a:pt x="22500" y="29712"/>
                      <a:pt x="27865" y="26525"/>
                      <a:pt x="30389" y="21114"/>
                    </a:cubicBezTo>
                    <a:cubicBezTo>
                      <a:pt x="33858" y="13675"/>
                      <a:pt x="30622" y="4869"/>
                      <a:pt x="23184" y="1400"/>
                    </a:cubicBezTo>
                    <a:cubicBezTo>
                      <a:pt x="21148" y="451"/>
                      <a:pt x="19007" y="1"/>
                      <a:pt x="16900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" name="Google Shape;424;p24">
                <a:extLst>
                  <a:ext uri="{FF2B5EF4-FFF2-40B4-BE49-F238E27FC236}">
                    <a16:creationId xmlns:a16="http://schemas.microsoft.com/office/drawing/2014/main" id="{A57286DF-366D-388E-7AC8-BFBA027CC9E6}"/>
                  </a:ext>
                </a:extLst>
              </p:cNvPr>
              <p:cNvSpPr/>
              <p:nvPr/>
            </p:nvSpPr>
            <p:spPr>
              <a:xfrm>
                <a:off x="3103011" y="1543521"/>
                <a:ext cx="411067" cy="382394"/>
              </a:xfrm>
              <a:custGeom>
                <a:avLst/>
                <a:gdLst/>
                <a:ahLst/>
                <a:cxnLst/>
                <a:rect l="l" t="t" r="r" b="b"/>
                <a:pathLst>
                  <a:path w="11770" h="10949" extrusionOk="0">
                    <a:moveTo>
                      <a:pt x="8742" y="0"/>
                    </a:moveTo>
                    <a:cubicBezTo>
                      <a:pt x="8526" y="0"/>
                      <a:pt x="8302" y="35"/>
                      <a:pt x="8073" y="107"/>
                    </a:cubicBezTo>
                    <a:cubicBezTo>
                      <a:pt x="5705" y="808"/>
                      <a:pt x="5972" y="3944"/>
                      <a:pt x="5972" y="3944"/>
                    </a:cubicBezTo>
                    <a:cubicBezTo>
                      <a:pt x="5972" y="3944"/>
                      <a:pt x="4789" y="1762"/>
                      <a:pt x="2890" y="1762"/>
                    </a:cubicBezTo>
                    <a:cubicBezTo>
                      <a:pt x="2650" y="1762"/>
                      <a:pt x="2398" y="1797"/>
                      <a:pt x="2136" y="1875"/>
                    </a:cubicBezTo>
                    <a:cubicBezTo>
                      <a:pt x="1" y="2509"/>
                      <a:pt x="34" y="5511"/>
                      <a:pt x="2302" y="7780"/>
                    </a:cubicBezTo>
                    <a:cubicBezTo>
                      <a:pt x="4337" y="9781"/>
                      <a:pt x="8073" y="10949"/>
                      <a:pt x="8073" y="10949"/>
                    </a:cubicBezTo>
                    <a:cubicBezTo>
                      <a:pt x="8073" y="10949"/>
                      <a:pt x="10575" y="7913"/>
                      <a:pt x="11175" y="5111"/>
                    </a:cubicBezTo>
                    <a:cubicBezTo>
                      <a:pt x="11770" y="2317"/>
                      <a:pt x="10510" y="0"/>
                      <a:pt x="874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425;p24">
                <a:extLst>
                  <a:ext uri="{FF2B5EF4-FFF2-40B4-BE49-F238E27FC236}">
                    <a16:creationId xmlns:a16="http://schemas.microsoft.com/office/drawing/2014/main" id="{1324D18D-00E6-61F3-19C9-D8EFF8FA44BD}"/>
                  </a:ext>
                </a:extLst>
              </p:cNvPr>
              <p:cNvSpPr/>
              <p:nvPr/>
            </p:nvSpPr>
            <p:spPr>
              <a:xfrm>
                <a:off x="3672724" y="1372245"/>
                <a:ext cx="411067" cy="382429"/>
              </a:xfrm>
              <a:custGeom>
                <a:avLst/>
                <a:gdLst/>
                <a:ahLst/>
                <a:cxnLst/>
                <a:rect l="l" t="t" r="r" b="b"/>
                <a:pathLst>
                  <a:path w="11770" h="10950" extrusionOk="0">
                    <a:moveTo>
                      <a:pt x="8742" y="1"/>
                    </a:moveTo>
                    <a:cubicBezTo>
                      <a:pt x="8526" y="1"/>
                      <a:pt x="8302" y="35"/>
                      <a:pt x="8073" y="108"/>
                    </a:cubicBezTo>
                    <a:cubicBezTo>
                      <a:pt x="5704" y="808"/>
                      <a:pt x="5971" y="3944"/>
                      <a:pt x="5971" y="3944"/>
                    </a:cubicBezTo>
                    <a:cubicBezTo>
                      <a:pt x="5971" y="3944"/>
                      <a:pt x="4788" y="1762"/>
                      <a:pt x="2889" y="1762"/>
                    </a:cubicBezTo>
                    <a:cubicBezTo>
                      <a:pt x="2649" y="1762"/>
                      <a:pt x="2397" y="1797"/>
                      <a:pt x="2135" y="1876"/>
                    </a:cubicBezTo>
                    <a:cubicBezTo>
                      <a:pt x="0" y="2510"/>
                      <a:pt x="34" y="5512"/>
                      <a:pt x="2302" y="7780"/>
                    </a:cubicBezTo>
                    <a:cubicBezTo>
                      <a:pt x="4337" y="9782"/>
                      <a:pt x="8073" y="10949"/>
                      <a:pt x="8073" y="10949"/>
                    </a:cubicBezTo>
                    <a:cubicBezTo>
                      <a:pt x="8073" y="10949"/>
                      <a:pt x="10575" y="7914"/>
                      <a:pt x="11175" y="5112"/>
                    </a:cubicBezTo>
                    <a:cubicBezTo>
                      <a:pt x="11769" y="2318"/>
                      <a:pt x="10510" y="1"/>
                      <a:pt x="874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426;p24">
                <a:extLst>
                  <a:ext uri="{FF2B5EF4-FFF2-40B4-BE49-F238E27FC236}">
                    <a16:creationId xmlns:a16="http://schemas.microsoft.com/office/drawing/2014/main" id="{E4303E76-5326-0B65-197E-A6D3BCDA247A}"/>
                  </a:ext>
                </a:extLst>
              </p:cNvPr>
              <p:cNvSpPr/>
              <p:nvPr/>
            </p:nvSpPr>
            <p:spPr>
              <a:xfrm>
                <a:off x="3515452" y="1712701"/>
                <a:ext cx="258655" cy="145952"/>
              </a:xfrm>
              <a:custGeom>
                <a:avLst/>
                <a:gdLst/>
                <a:ahLst/>
                <a:cxnLst/>
                <a:rect l="l" t="t" r="r" b="b"/>
                <a:pathLst>
                  <a:path w="7406" h="4179" extrusionOk="0">
                    <a:moveTo>
                      <a:pt x="7339" y="0"/>
                    </a:moveTo>
                    <a:lnTo>
                      <a:pt x="0" y="2235"/>
                    </a:lnTo>
                    <a:cubicBezTo>
                      <a:pt x="0" y="2235"/>
                      <a:pt x="1230" y="4178"/>
                      <a:pt x="3394" y="4178"/>
                    </a:cubicBezTo>
                    <a:cubicBezTo>
                      <a:pt x="3750" y="4178"/>
                      <a:pt x="4131" y="4126"/>
                      <a:pt x="4537" y="4003"/>
                    </a:cubicBezTo>
                    <a:cubicBezTo>
                      <a:pt x="7405" y="3136"/>
                      <a:pt x="7339" y="0"/>
                      <a:pt x="733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0" name="Google Shape;1269;p39">
            <a:extLst>
              <a:ext uri="{FF2B5EF4-FFF2-40B4-BE49-F238E27FC236}">
                <a16:creationId xmlns:a16="http://schemas.microsoft.com/office/drawing/2014/main" id="{45AFC14A-5CCD-519A-A888-9D8B58F2E39E}"/>
              </a:ext>
            </a:extLst>
          </p:cNvPr>
          <p:cNvGrpSpPr/>
          <p:nvPr/>
        </p:nvGrpSpPr>
        <p:grpSpPr>
          <a:xfrm flipH="1">
            <a:off x="629436" y="1187547"/>
            <a:ext cx="5600934" cy="3746786"/>
            <a:chOff x="2473909" y="786127"/>
            <a:chExt cx="5822177" cy="3894788"/>
          </a:xfrm>
        </p:grpSpPr>
        <p:sp>
          <p:nvSpPr>
            <p:cNvPr id="501" name="Google Shape;1270;p39">
              <a:extLst>
                <a:ext uri="{FF2B5EF4-FFF2-40B4-BE49-F238E27FC236}">
                  <a16:creationId xmlns:a16="http://schemas.microsoft.com/office/drawing/2014/main" id="{F769DA7F-7E56-6A11-8FA7-5EF2569A412C}"/>
                </a:ext>
              </a:extLst>
            </p:cNvPr>
            <p:cNvSpPr/>
            <p:nvPr/>
          </p:nvSpPr>
          <p:spPr>
            <a:xfrm>
              <a:off x="6087684" y="1556861"/>
              <a:ext cx="232959" cy="98546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0" y="0"/>
                  </a:moveTo>
                  <a:lnTo>
                    <a:pt x="0" y="4670"/>
                  </a:lnTo>
                  <a:lnTo>
                    <a:pt x="11042" y="467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271;p39">
              <a:extLst>
                <a:ext uri="{FF2B5EF4-FFF2-40B4-BE49-F238E27FC236}">
                  <a16:creationId xmlns:a16="http://schemas.microsoft.com/office/drawing/2014/main" id="{6B1DA513-B4E9-7282-9080-7C9D3A322B60}"/>
                </a:ext>
              </a:extLst>
            </p:cNvPr>
            <p:cNvSpPr/>
            <p:nvPr/>
          </p:nvSpPr>
          <p:spPr>
            <a:xfrm>
              <a:off x="5958187" y="1681420"/>
              <a:ext cx="232959" cy="98546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1" y="0"/>
                  </a:moveTo>
                  <a:lnTo>
                    <a:pt x="1" y="4670"/>
                  </a:lnTo>
                  <a:lnTo>
                    <a:pt x="11042" y="467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272;p39">
              <a:extLst>
                <a:ext uri="{FF2B5EF4-FFF2-40B4-BE49-F238E27FC236}">
                  <a16:creationId xmlns:a16="http://schemas.microsoft.com/office/drawing/2014/main" id="{F110FA00-02F3-1506-718B-9B4EA4A2F434}"/>
                </a:ext>
              </a:extLst>
            </p:cNvPr>
            <p:cNvSpPr/>
            <p:nvPr/>
          </p:nvSpPr>
          <p:spPr>
            <a:xfrm>
              <a:off x="5828712" y="1556861"/>
              <a:ext cx="232959" cy="98546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0" y="0"/>
                  </a:moveTo>
                  <a:lnTo>
                    <a:pt x="0" y="4670"/>
                  </a:lnTo>
                  <a:lnTo>
                    <a:pt x="11041" y="4670"/>
                  </a:lnTo>
                  <a:lnTo>
                    <a:pt x="1104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273;p39">
              <a:extLst>
                <a:ext uri="{FF2B5EF4-FFF2-40B4-BE49-F238E27FC236}">
                  <a16:creationId xmlns:a16="http://schemas.microsoft.com/office/drawing/2014/main" id="{89F2AB5B-4B28-4FCE-C1A2-ABE6C4D75082}"/>
                </a:ext>
              </a:extLst>
            </p:cNvPr>
            <p:cNvSpPr/>
            <p:nvPr/>
          </p:nvSpPr>
          <p:spPr>
            <a:xfrm>
              <a:off x="8063106" y="3570300"/>
              <a:ext cx="232980" cy="98546"/>
            </a:xfrm>
            <a:custGeom>
              <a:avLst/>
              <a:gdLst/>
              <a:ahLst/>
              <a:cxnLst/>
              <a:rect l="l" t="t" r="r" b="b"/>
              <a:pathLst>
                <a:path w="11043" h="4671" extrusionOk="0">
                  <a:moveTo>
                    <a:pt x="1" y="0"/>
                  </a:moveTo>
                  <a:lnTo>
                    <a:pt x="1" y="4670"/>
                  </a:lnTo>
                  <a:lnTo>
                    <a:pt x="11042" y="4670"/>
                  </a:lnTo>
                  <a:lnTo>
                    <a:pt x="1104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274;p39">
              <a:extLst>
                <a:ext uri="{FF2B5EF4-FFF2-40B4-BE49-F238E27FC236}">
                  <a16:creationId xmlns:a16="http://schemas.microsoft.com/office/drawing/2014/main" id="{925D0677-A932-7EEE-635A-41B415241084}"/>
                </a:ext>
              </a:extLst>
            </p:cNvPr>
            <p:cNvSpPr/>
            <p:nvPr/>
          </p:nvSpPr>
          <p:spPr>
            <a:xfrm>
              <a:off x="7933631" y="796085"/>
              <a:ext cx="232959" cy="98546"/>
            </a:xfrm>
            <a:custGeom>
              <a:avLst/>
              <a:gdLst/>
              <a:ahLst/>
              <a:cxnLst/>
              <a:rect l="l" t="t" r="r" b="b"/>
              <a:pathLst>
                <a:path w="11042" h="4671" extrusionOk="0">
                  <a:moveTo>
                    <a:pt x="0" y="1"/>
                  </a:moveTo>
                  <a:lnTo>
                    <a:pt x="0" y="4671"/>
                  </a:lnTo>
                  <a:lnTo>
                    <a:pt x="11042" y="4671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1275;p39">
              <a:extLst>
                <a:ext uri="{FF2B5EF4-FFF2-40B4-BE49-F238E27FC236}">
                  <a16:creationId xmlns:a16="http://schemas.microsoft.com/office/drawing/2014/main" id="{553F4FCD-BFF9-D49F-CEA7-E8738525AB01}"/>
                </a:ext>
              </a:extLst>
            </p:cNvPr>
            <p:cNvSpPr/>
            <p:nvPr/>
          </p:nvSpPr>
          <p:spPr>
            <a:xfrm>
              <a:off x="8063106" y="919948"/>
              <a:ext cx="232980" cy="98546"/>
            </a:xfrm>
            <a:custGeom>
              <a:avLst/>
              <a:gdLst/>
              <a:ahLst/>
              <a:cxnLst/>
              <a:rect l="l" t="t" r="r" b="b"/>
              <a:pathLst>
                <a:path w="11043" h="4671" extrusionOk="0">
                  <a:moveTo>
                    <a:pt x="1" y="1"/>
                  </a:moveTo>
                  <a:lnTo>
                    <a:pt x="1" y="4671"/>
                  </a:lnTo>
                  <a:lnTo>
                    <a:pt x="11042" y="4671"/>
                  </a:lnTo>
                  <a:lnTo>
                    <a:pt x="1104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1276;p39">
              <a:extLst>
                <a:ext uri="{FF2B5EF4-FFF2-40B4-BE49-F238E27FC236}">
                  <a16:creationId xmlns:a16="http://schemas.microsoft.com/office/drawing/2014/main" id="{4C28FF4F-CBCB-E627-92E1-20C0F0F7E7B2}"/>
                </a:ext>
              </a:extLst>
            </p:cNvPr>
            <p:cNvSpPr/>
            <p:nvPr/>
          </p:nvSpPr>
          <p:spPr>
            <a:xfrm>
              <a:off x="6667570" y="1297171"/>
              <a:ext cx="1408933" cy="60550"/>
            </a:xfrm>
            <a:custGeom>
              <a:avLst/>
              <a:gdLst/>
              <a:ahLst/>
              <a:cxnLst/>
              <a:rect l="l" t="t" r="r" b="b"/>
              <a:pathLst>
                <a:path w="66782" h="2870" extrusionOk="0">
                  <a:moveTo>
                    <a:pt x="1" y="0"/>
                  </a:moveTo>
                  <a:lnTo>
                    <a:pt x="1" y="2869"/>
                  </a:lnTo>
                  <a:lnTo>
                    <a:pt x="66782" y="2869"/>
                  </a:lnTo>
                  <a:lnTo>
                    <a:pt x="66782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1277;p39">
              <a:extLst>
                <a:ext uri="{FF2B5EF4-FFF2-40B4-BE49-F238E27FC236}">
                  <a16:creationId xmlns:a16="http://schemas.microsoft.com/office/drawing/2014/main" id="{CA5948C5-5B20-950F-F101-EA02865DFC2C}"/>
                </a:ext>
              </a:extLst>
            </p:cNvPr>
            <p:cNvSpPr/>
            <p:nvPr/>
          </p:nvSpPr>
          <p:spPr>
            <a:xfrm>
              <a:off x="6795653" y="1357700"/>
              <a:ext cx="76732" cy="237874"/>
            </a:xfrm>
            <a:custGeom>
              <a:avLst/>
              <a:gdLst/>
              <a:ahLst/>
              <a:cxnLst/>
              <a:rect l="l" t="t" r="r" b="b"/>
              <a:pathLst>
                <a:path w="3637" h="11275" extrusionOk="0">
                  <a:moveTo>
                    <a:pt x="1" y="0"/>
                  </a:moveTo>
                  <a:lnTo>
                    <a:pt x="1035" y="11275"/>
                  </a:lnTo>
                  <a:lnTo>
                    <a:pt x="3637" y="11275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1278;p39">
              <a:extLst>
                <a:ext uri="{FF2B5EF4-FFF2-40B4-BE49-F238E27FC236}">
                  <a16:creationId xmlns:a16="http://schemas.microsoft.com/office/drawing/2014/main" id="{F2423470-A13F-9192-79C9-33EDCD092F75}"/>
                </a:ext>
              </a:extLst>
            </p:cNvPr>
            <p:cNvSpPr/>
            <p:nvPr/>
          </p:nvSpPr>
          <p:spPr>
            <a:xfrm>
              <a:off x="7871688" y="1357700"/>
              <a:ext cx="76732" cy="237874"/>
            </a:xfrm>
            <a:custGeom>
              <a:avLst/>
              <a:gdLst/>
              <a:ahLst/>
              <a:cxnLst/>
              <a:rect l="l" t="t" r="r" b="b"/>
              <a:pathLst>
                <a:path w="3637" h="11275" extrusionOk="0">
                  <a:moveTo>
                    <a:pt x="1" y="0"/>
                  </a:moveTo>
                  <a:lnTo>
                    <a:pt x="1" y="11275"/>
                  </a:lnTo>
                  <a:lnTo>
                    <a:pt x="2603" y="11275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1279;p39">
              <a:extLst>
                <a:ext uri="{FF2B5EF4-FFF2-40B4-BE49-F238E27FC236}">
                  <a16:creationId xmlns:a16="http://schemas.microsoft.com/office/drawing/2014/main" id="{93B0C0F6-FE80-15F9-012F-F5BE83721508}"/>
                </a:ext>
              </a:extLst>
            </p:cNvPr>
            <p:cNvSpPr/>
            <p:nvPr/>
          </p:nvSpPr>
          <p:spPr>
            <a:xfrm>
              <a:off x="6795653" y="1357700"/>
              <a:ext cx="76732" cy="82344"/>
            </a:xfrm>
            <a:custGeom>
              <a:avLst/>
              <a:gdLst/>
              <a:ahLst/>
              <a:cxnLst/>
              <a:rect l="l" t="t" r="r" b="b"/>
              <a:pathLst>
                <a:path w="3637" h="3903" extrusionOk="0">
                  <a:moveTo>
                    <a:pt x="1" y="0"/>
                  </a:moveTo>
                  <a:lnTo>
                    <a:pt x="368" y="3903"/>
                  </a:lnTo>
                  <a:lnTo>
                    <a:pt x="3637" y="390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1280;p39">
              <a:extLst>
                <a:ext uri="{FF2B5EF4-FFF2-40B4-BE49-F238E27FC236}">
                  <a16:creationId xmlns:a16="http://schemas.microsoft.com/office/drawing/2014/main" id="{66DC9DCC-C01C-F494-4340-797D7F14DF8F}"/>
                </a:ext>
              </a:extLst>
            </p:cNvPr>
            <p:cNvSpPr/>
            <p:nvPr/>
          </p:nvSpPr>
          <p:spPr>
            <a:xfrm>
              <a:off x="7871688" y="1357700"/>
              <a:ext cx="76732" cy="82344"/>
            </a:xfrm>
            <a:custGeom>
              <a:avLst/>
              <a:gdLst/>
              <a:ahLst/>
              <a:cxnLst/>
              <a:rect l="l" t="t" r="r" b="b"/>
              <a:pathLst>
                <a:path w="3637" h="3903" extrusionOk="0">
                  <a:moveTo>
                    <a:pt x="1" y="0"/>
                  </a:moveTo>
                  <a:lnTo>
                    <a:pt x="1" y="3903"/>
                  </a:lnTo>
                  <a:lnTo>
                    <a:pt x="3303" y="3903"/>
                  </a:lnTo>
                  <a:lnTo>
                    <a:pt x="3637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281;p39">
              <a:extLst>
                <a:ext uri="{FF2B5EF4-FFF2-40B4-BE49-F238E27FC236}">
                  <a16:creationId xmlns:a16="http://schemas.microsoft.com/office/drawing/2014/main" id="{85F8E43B-B16F-DDF1-4BBE-384E6EB09622}"/>
                </a:ext>
              </a:extLst>
            </p:cNvPr>
            <p:cNvSpPr/>
            <p:nvPr/>
          </p:nvSpPr>
          <p:spPr>
            <a:xfrm>
              <a:off x="7034223" y="933113"/>
              <a:ext cx="154856" cy="291863"/>
            </a:xfrm>
            <a:custGeom>
              <a:avLst/>
              <a:gdLst/>
              <a:ahLst/>
              <a:cxnLst/>
              <a:rect l="l" t="t" r="r" b="b"/>
              <a:pathLst>
                <a:path w="7340" h="13834" extrusionOk="0">
                  <a:moveTo>
                    <a:pt x="6911" y="0"/>
                  </a:moveTo>
                  <a:cubicBezTo>
                    <a:pt x="6872" y="0"/>
                    <a:pt x="6833" y="16"/>
                    <a:pt x="6806" y="44"/>
                  </a:cubicBezTo>
                  <a:cubicBezTo>
                    <a:pt x="3837" y="4080"/>
                    <a:pt x="768" y="8717"/>
                    <a:pt x="1" y="13754"/>
                  </a:cubicBezTo>
                  <a:cubicBezTo>
                    <a:pt x="1" y="13809"/>
                    <a:pt x="31" y="13834"/>
                    <a:pt x="64" y="13834"/>
                  </a:cubicBezTo>
                  <a:cubicBezTo>
                    <a:pt x="91" y="13834"/>
                    <a:pt x="119" y="13817"/>
                    <a:pt x="134" y="13787"/>
                  </a:cubicBezTo>
                  <a:cubicBezTo>
                    <a:pt x="468" y="12419"/>
                    <a:pt x="901" y="11052"/>
                    <a:pt x="1435" y="9751"/>
                  </a:cubicBezTo>
                  <a:cubicBezTo>
                    <a:pt x="3403" y="9217"/>
                    <a:pt x="5305" y="8784"/>
                    <a:pt x="6339" y="6849"/>
                  </a:cubicBezTo>
                  <a:cubicBezTo>
                    <a:pt x="7339" y="4881"/>
                    <a:pt x="7239" y="2246"/>
                    <a:pt x="7039" y="111"/>
                  </a:cubicBezTo>
                  <a:cubicBezTo>
                    <a:pt x="7020" y="33"/>
                    <a:pt x="6966" y="0"/>
                    <a:pt x="691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1282;p39">
              <a:extLst>
                <a:ext uri="{FF2B5EF4-FFF2-40B4-BE49-F238E27FC236}">
                  <a16:creationId xmlns:a16="http://schemas.microsoft.com/office/drawing/2014/main" id="{6964D0E9-2F7C-250E-7E97-66507E54D292}"/>
                </a:ext>
              </a:extLst>
            </p:cNvPr>
            <p:cNvSpPr/>
            <p:nvPr/>
          </p:nvSpPr>
          <p:spPr>
            <a:xfrm>
              <a:off x="7064751" y="960076"/>
              <a:ext cx="110952" cy="179835"/>
            </a:xfrm>
            <a:custGeom>
              <a:avLst/>
              <a:gdLst/>
              <a:ahLst/>
              <a:cxnLst/>
              <a:rect l="l" t="t" r="r" b="b"/>
              <a:pathLst>
                <a:path w="5259" h="8524" extrusionOk="0">
                  <a:moveTo>
                    <a:pt x="822" y="7506"/>
                  </a:moveTo>
                  <a:cubicBezTo>
                    <a:pt x="764" y="7535"/>
                    <a:pt x="680" y="7564"/>
                    <a:pt x="615" y="7616"/>
                  </a:cubicBezTo>
                  <a:lnTo>
                    <a:pt x="615" y="7616"/>
                  </a:lnTo>
                  <a:cubicBezTo>
                    <a:pt x="694" y="7580"/>
                    <a:pt x="769" y="7532"/>
                    <a:pt x="822" y="7506"/>
                  </a:cubicBezTo>
                  <a:close/>
                  <a:moveTo>
                    <a:pt x="5225" y="0"/>
                  </a:moveTo>
                  <a:cubicBezTo>
                    <a:pt x="3090" y="2535"/>
                    <a:pt x="1322" y="5371"/>
                    <a:pt x="22" y="8440"/>
                  </a:cubicBezTo>
                  <a:cubicBezTo>
                    <a:pt x="0" y="8482"/>
                    <a:pt x="33" y="8524"/>
                    <a:pt x="59" y="8524"/>
                  </a:cubicBezTo>
                  <a:cubicBezTo>
                    <a:pt x="75" y="8524"/>
                    <a:pt x="88" y="8510"/>
                    <a:pt x="88" y="8473"/>
                  </a:cubicBezTo>
                  <a:cubicBezTo>
                    <a:pt x="255" y="8206"/>
                    <a:pt x="388" y="7906"/>
                    <a:pt x="555" y="7639"/>
                  </a:cubicBezTo>
                  <a:cubicBezTo>
                    <a:pt x="569" y="7634"/>
                    <a:pt x="583" y="7629"/>
                    <a:pt x="597" y="7623"/>
                  </a:cubicBezTo>
                  <a:lnTo>
                    <a:pt x="597" y="7623"/>
                  </a:lnTo>
                  <a:cubicBezTo>
                    <a:pt x="595" y="7628"/>
                    <a:pt x="592" y="7634"/>
                    <a:pt x="589" y="7639"/>
                  </a:cubicBezTo>
                  <a:cubicBezTo>
                    <a:pt x="597" y="7631"/>
                    <a:pt x="606" y="7623"/>
                    <a:pt x="615" y="7616"/>
                  </a:cubicBezTo>
                  <a:lnTo>
                    <a:pt x="615" y="7616"/>
                  </a:lnTo>
                  <a:cubicBezTo>
                    <a:pt x="609" y="7618"/>
                    <a:pt x="603" y="7621"/>
                    <a:pt x="597" y="7623"/>
                  </a:cubicBezTo>
                  <a:lnTo>
                    <a:pt x="597" y="7623"/>
                  </a:lnTo>
                  <a:cubicBezTo>
                    <a:pt x="928" y="7028"/>
                    <a:pt x="1258" y="6433"/>
                    <a:pt x="1556" y="5838"/>
                  </a:cubicBezTo>
                  <a:cubicBezTo>
                    <a:pt x="2757" y="5004"/>
                    <a:pt x="3791" y="3803"/>
                    <a:pt x="4692" y="2702"/>
                  </a:cubicBezTo>
                  <a:cubicBezTo>
                    <a:pt x="4725" y="2669"/>
                    <a:pt x="4658" y="2669"/>
                    <a:pt x="4658" y="2669"/>
                  </a:cubicBezTo>
                  <a:cubicBezTo>
                    <a:pt x="3724" y="3736"/>
                    <a:pt x="2657" y="4637"/>
                    <a:pt x="1689" y="5638"/>
                  </a:cubicBezTo>
                  <a:cubicBezTo>
                    <a:pt x="2690" y="3636"/>
                    <a:pt x="3891" y="1768"/>
                    <a:pt x="5225" y="34"/>
                  </a:cubicBezTo>
                  <a:cubicBezTo>
                    <a:pt x="5259" y="0"/>
                    <a:pt x="5225" y="0"/>
                    <a:pt x="5225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1283;p39">
              <a:extLst>
                <a:ext uri="{FF2B5EF4-FFF2-40B4-BE49-F238E27FC236}">
                  <a16:creationId xmlns:a16="http://schemas.microsoft.com/office/drawing/2014/main" id="{3738D395-4E56-E562-5E09-DE2D78DCD0CD}"/>
                </a:ext>
              </a:extLst>
            </p:cNvPr>
            <p:cNvSpPr/>
            <p:nvPr/>
          </p:nvSpPr>
          <p:spPr>
            <a:xfrm>
              <a:off x="7085743" y="1083939"/>
              <a:ext cx="49136" cy="33292"/>
            </a:xfrm>
            <a:custGeom>
              <a:avLst/>
              <a:gdLst/>
              <a:ahLst/>
              <a:cxnLst/>
              <a:rect l="l" t="t" r="r" b="b"/>
              <a:pathLst>
                <a:path w="2329" h="1578" extrusionOk="0">
                  <a:moveTo>
                    <a:pt x="2296" y="0"/>
                  </a:moveTo>
                  <a:cubicBezTo>
                    <a:pt x="1562" y="567"/>
                    <a:pt x="828" y="1067"/>
                    <a:pt x="27" y="1534"/>
                  </a:cubicBezTo>
                  <a:cubicBezTo>
                    <a:pt x="1" y="1534"/>
                    <a:pt x="17" y="1577"/>
                    <a:pt x="41" y="1577"/>
                  </a:cubicBezTo>
                  <a:cubicBezTo>
                    <a:pt x="47" y="1577"/>
                    <a:pt x="54" y="1575"/>
                    <a:pt x="61" y="1568"/>
                  </a:cubicBezTo>
                  <a:cubicBezTo>
                    <a:pt x="861" y="1168"/>
                    <a:pt x="1628" y="634"/>
                    <a:pt x="2329" y="33"/>
                  </a:cubicBezTo>
                  <a:cubicBezTo>
                    <a:pt x="2329" y="0"/>
                    <a:pt x="2329" y="0"/>
                    <a:pt x="2296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1284;p39">
              <a:extLst>
                <a:ext uri="{FF2B5EF4-FFF2-40B4-BE49-F238E27FC236}">
                  <a16:creationId xmlns:a16="http://schemas.microsoft.com/office/drawing/2014/main" id="{6CB79A14-8828-F144-0313-D2625FD9328C}"/>
                </a:ext>
              </a:extLst>
            </p:cNvPr>
            <p:cNvSpPr/>
            <p:nvPr/>
          </p:nvSpPr>
          <p:spPr>
            <a:xfrm>
              <a:off x="7019455" y="786127"/>
              <a:ext cx="109749" cy="437520"/>
            </a:xfrm>
            <a:custGeom>
              <a:avLst/>
              <a:gdLst/>
              <a:ahLst/>
              <a:cxnLst/>
              <a:rect l="l" t="t" r="r" b="b"/>
              <a:pathLst>
                <a:path w="5202" h="20738" extrusionOk="0">
                  <a:moveTo>
                    <a:pt x="3808" y="1"/>
                  </a:moveTo>
                  <a:cubicBezTo>
                    <a:pt x="3795" y="1"/>
                    <a:pt x="3783" y="3"/>
                    <a:pt x="3770" y="6"/>
                  </a:cubicBezTo>
                  <a:cubicBezTo>
                    <a:pt x="3403" y="106"/>
                    <a:pt x="2135" y="3008"/>
                    <a:pt x="1802" y="3975"/>
                  </a:cubicBezTo>
                  <a:cubicBezTo>
                    <a:pt x="1268" y="5543"/>
                    <a:pt x="868" y="7178"/>
                    <a:pt x="634" y="8846"/>
                  </a:cubicBezTo>
                  <a:cubicBezTo>
                    <a:pt x="100" y="12782"/>
                    <a:pt x="0" y="16751"/>
                    <a:pt x="367" y="20687"/>
                  </a:cubicBezTo>
                  <a:cubicBezTo>
                    <a:pt x="367" y="20721"/>
                    <a:pt x="401" y="20737"/>
                    <a:pt x="434" y="20737"/>
                  </a:cubicBezTo>
                  <a:cubicBezTo>
                    <a:pt x="467" y="20737"/>
                    <a:pt x="501" y="20721"/>
                    <a:pt x="501" y="20687"/>
                  </a:cubicBezTo>
                  <a:cubicBezTo>
                    <a:pt x="501" y="19020"/>
                    <a:pt x="501" y="17352"/>
                    <a:pt x="501" y="15684"/>
                  </a:cubicBezTo>
                  <a:cubicBezTo>
                    <a:pt x="934" y="14850"/>
                    <a:pt x="1835" y="14350"/>
                    <a:pt x="2469" y="13649"/>
                  </a:cubicBezTo>
                  <a:cubicBezTo>
                    <a:pt x="2936" y="13149"/>
                    <a:pt x="3336" y="12615"/>
                    <a:pt x="3670" y="12015"/>
                  </a:cubicBezTo>
                  <a:cubicBezTo>
                    <a:pt x="4437" y="10614"/>
                    <a:pt x="4904" y="9046"/>
                    <a:pt x="5037" y="7445"/>
                  </a:cubicBezTo>
                  <a:cubicBezTo>
                    <a:pt x="5201" y="5706"/>
                    <a:pt x="4559" y="1"/>
                    <a:pt x="380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1285;p39">
              <a:extLst>
                <a:ext uri="{FF2B5EF4-FFF2-40B4-BE49-F238E27FC236}">
                  <a16:creationId xmlns:a16="http://schemas.microsoft.com/office/drawing/2014/main" id="{845AA68E-6F4C-44A4-1D8F-ADA524921F35}"/>
                </a:ext>
              </a:extLst>
            </p:cNvPr>
            <p:cNvSpPr/>
            <p:nvPr/>
          </p:nvSpPr>
          <p:spPr>
            <a:xfrm>
              <a:off x="7026480" y="808469"/>
              <a:ext cx="76035" cy="276715"/>
            </a:xfrm>
            <a:custGeom>
              <a:avLst/>
              <a:gdLst/>
              <a:ahLst/>
              <a:cxnLst/>
              <a:rect l="l" t="t" r="r" b="b"/>
              <a:pathLst>
                <a:path w="3604" h="13116" extrusionOk="0">
                  <a:moveTo>
                    <a:pt x="3217" y="1"/>
                  </a:moveTo>
                  <a:cubicBezTo>
                    <a:pt x="3209" y="1"/>
                    <a:pt x="3203" y="5"/>
                    <a:pt x="3203" y="14"/>
                  </a:cubicBezTo>
                  <a:cubicBezTo>
                    <a:pt x="2069" y="1949"/>
                    <a:pt x="1502" y="4017"/>
                    <a:pt x="1035" y="6219"/>
                  </a:cubicBezTo>
                  <a:cubicBezTo>
                    <a:pt x="535" y="8287"/>
                    <a:pt x="201" y="10355"/>
                    <a:pt x="34" y="12490"/>
                  </a:cubicBezTo>
                  <a:cubicBezTo>
                    <a:pt x="1" y="12490"/>
                    <a:pt x="1" y="12523"/>
                    <a:pt x="34" y="12523"/>
                  </a:cubicBezTo>
                  <a:lnTo>
                    <a:pt x="34" y="13090"/>
                  </a:lnTo>
                  <a:cubicBezTo>
                    <a:pt x="34" y="13107"/>
                    <a:pt x="51" y="13115"/>
                    <a:pt x="68" y="13115"/>
                  </a:cubicBezTo>
                  <a:cubicBezTo>
                    <a:pt x="84" y="13115"/>
                    <a:pt x="101" y="13107"/>
                    <a:pt x="101" y="13090"/>
                  </a:cubicBezTo>
                  <a:cubicBezTo>
                    <a:pt x="134" y="12857"/>
                    <a:pt x="168" y="12657"/>
                    <a:pt x="201" y="12457"/>
                  </a:cubicBezTo>
                  <a:cubicBezTo>
                    <a:pt x="1802" y="11289"/>
                    <a:pt x="3003" y="9688"/>
                    <a:pt x="3603" y="7820"/>
                  </a:cubicBezTo>
                  <a:lnTo>
                    <a:pt x="3603" y="7820"/>
                  </a:lnTo>
                  <a:cubicBezTo>
                    <a:pt x="2870" y="9555"/>
                    <a:pt x="1702" y="11089"/>
                    <a:pt x="234" y="12290"/>
                  </a:cubicBezTo>
                  <a:cubicBezTo>
                    <a:pt x="334" y="11489"/>
                    <a:pt x="468" y="10689"/>
                    <a:pt x="568" y="9855"/>
                  </a:cubicBezTo>
                  <a:lnTo>
                    <a:pt x="668" y="9721"/>
                  </a:lnTo>
                  <a:lnTo>
                    <a:pt x="635" y="9721"/>
                  </a:lnTo>
                  <a:lnTo>
                    <a:pt x="601" y="9788"/>
                  </a:lnTo>
                  <a:cubicBezTo>
                    <a:pt x="835" y="8187"/>
                    <a:pt x="1102" y="6586"/>
                    <a:pt x="1502" y="5018"/>
                  </a:cubicBezTo>
                  <a:cubicBezTo>
                    <a:pt x="1635" y="4851"/>
                    <a:pt x="1769" y="4684"/>
                    <a:pt x="1869" y="4518"/>
                  </a:cubicBezTo>
                  <a:cubicBezTo>
                    <a:pt x="1893" y="4469"/>
                    <a:pt x="1846" y="4438"/>
                    <a:pt x="1806" y="4438"/>
                  </a:cubicBezTo>
                  <a:cubicBezTo>
                    <a:pt x="1792" y="4438"/>
                    <a:pt x="1778" y="4442"/>
                    <a:pt x="1769" y="4451"/>
                  </a:cubicBezTo>
                  <a:cubicBezTo>
                    <a:pt x="1702" y="4584"/>
                    <a:pt x="1602" y="4684"/>
                    <a:pt x="1535" y="4818"/>
                  </a:cubicBezTo>
                  <a:cubicBezTo>
                    <a:pt x="1936" y="3150"/>
                    <a:pt x="2503" y="1549"/>
                    <a:pt x="3270" y="48"/>
                  </a:cubicBezTo>
                  <a:cubicBezTo>
                    <a:pt x="3270" y="24"/>
                    <a:pt x="3237" y="1"/>
                    <a:pt x="3217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1286;p39">
              <a:extLst>
                <a:ext uri="{FF2B5EF4-FFF2-40B4-BE49-F238E27FC236}">
                  <a16:creationId xmlns:a16="http://schemas.microsoft.com/office/drawing/2014/main" id="{E2B81549-0A13-6CCD-A250-DB9D2D53CBBC}"/>
                </a:ext>
              </a:extLst>
            </p:cNvPr>
            <p:cNvSpPr/>
            <p:nvPr/>
          </p:nvSpPr>
          <p:spPr>
            <a:xfrm>
              <a:off x="7041270" y="900644"/>
              <a:ext cx="63124" cy="107914"/>
            </a:xfrm>
            <a:custGeom>
              <a:avLst/>
              <a:gdLst/>
              <a:ahLst/>
              <a:cxnLst/>
              <a:rect l="l" t="t" r="r" b="b"/>
              <a:pathLst>
                <a:path w="2992" h="5115" extrusionOk="0">
                  <a:moveTo>
                    <a:pt x="2952" y="0"/>
                  </a:moveTo>
                  <a:cubicBezTo>
                    <a:pt x="2943" y="0"/>
                    <a:pt x="2936" y="4"/>
                    <a:pt x="2936" y="15"/>
                  </a:cubicBezTo>
                  <a:cubicBezTo>
                    <a:pt x="2102" y="1783"/>
                    <a:pt x="1135" y="3451"/>
                    <a:pt x="0" y="5052"/>
                  </a:cubicBezTo>
                  <a:cubicBezTo>
                    <a:pt x="0" y="5075"/>
                    <a:pt x="16" y="5114"/>
                    <a:pt x="37" y="5114"/>
                  </a:cubicBezTo>
                  <a:cubicBezTo>
                    <a:pt x="46" y="5114"/>
                    <a:pt x="57" y="5106"/>
                    <a:pt x="67" y="5085"/>
                  </a:cubicBezTo>
                  <a:cubicBezTo>
                    <a:pt x="1335" y="3584"/>
                    <a:pt x="2335" y="1850"/>
                    <a:pt x="2969" y="15"/>
                  </a:cubicBezTo>
                  <a:cubicBezTo>
                    <a:pt x="2991" y="15"/>
                    <a:pt x="2969" y="0"/>
                    <a:pt x="2952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1287;p39">
              <a:extLst>
                <a:ext uri="{FF2B5EF4-FFF2-40B4-BE49-F238E27FC236}">
                  <a16:creationId xmlns:a16="http://schemas.microsoft.com/office/drawing/2014/main" id="{411CFCF9-CFB2-C029-C642-95628462F08D}"/>
                </a:ext>
              </a:extLst>
            </p:cNvPr>
            <p:cNvSpPr/>
            <p:nvPr/>
          </p:nvSpPr>
          <p:spPr>
            <a:xfrm>
              <a:off x="7072241" y="840811"/>
              <a:ext cx="30043" cy="52005"/>
            </a:xfrm>
            <a:custGeom>
              <a:avLst/>
              <a:gdLst/>
              <a:ahLst/>
              <a:cxnLst/>
              <a:rect l="l" t="t" r="r" b="b"/>
              <a:pathLst>
                <a:path w="1424" h="2465" extrusionOk="0">
                  <a:moveTo>
                    <a:pt x="1384" y="1"/>
                  </a:moveTo>
                  <a:cubicBezTo>
                    <a:pt x="1375" y="1"/>
                    <a:pt x="1368" y="5"/>
                    <a:pt x="1368" y="16"/>
                  </a:cubicBezTo>
                  <a:cubicBezTo>
                    <a:pt x="934" y="816"/>
                    <a:pt x="467" y="1617"/>
                    <a:pt x="0" y="2418"/>
                  </a:cubicBezTo>
                  <a:cubicBezTo>
                    <a:pt x="0" y="2441"/>
                    <a:pt x="33" y="2465"/>
                    <a:pt x="53" y="2465"/>
                  </a:cubicBezTo>
                  <a:cubicBezTo>
                    <a:pt x="61" y="2465"/>
                    <a:pt x="67" y="2461"/>
                    <a:pt x="67" y="2451"/>
                  </a:cubicBezTo>
                  <a:cubicBezTo>
                    <a:pt x="601" y="1684"/>
                    <a:pt x="1068" y="850"/>
                    <a:pt x="1401" y="16"/>
                  </a:cubicBezTo>
                  <a:cubicBezTo>
                    <a:pt x="1423" y="16"/>
                    <a:pt x="1401" y="1"/>
                    <a:pt x="1384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1288;p39">
              <a:extLst>
                <a:ext uri="{FF2B5EF4-FFF2-40B4-BE49-F238E27FC236}">
                  <a16:creationId xmlns:a16="http://schemas.microsoft.com/office/drawing/2014/main" id="{06888093-51C6-36D9-9B1D-D7911AD6B6B0}"/>
                </a:ext>
              </a:extLst>
            </p:cNvPr>
            <p:cNvSpPr/>
            <p:nvPr/>
          </p:nvSpPr>
          <p:spPr>
            <a:xfrm>
              <a:off x="7068718" y="899547"/>
              <a:ext cx="21" cy="21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1289;p39">
              <a:extLst>
                <a:ext uri="{FF2B5EF4-FFF2-40B4-BE49-F238E27FC236}">
                  <a16:creationId xmlns:a16="http://schemas.microsoft.com/office/drawing/2014/main" id="{113A8EEA-71CD-2D37-E40A-6D4B6D499314}"/>
                </a:ext>
              </a:extLst>
            </p:cNvPr>
            <p:cNvSpPr/>
            <p:nvPr/>
          </p:nvSpPr>
          <p:spPr>
            <a:xfrm>
              <a:off x="6905444" y="850959"/>
              <a:ext cx="111205" cy="358257"/>
            </a:xfrm>
            <a:custGeom>
              <a:avLst/>
              <a:gdLst/>
              <a:ahLst/>
              <a:cxnLst/>
              <a:rect l="l" t="t" r="r" b="b"/>
              <a:pathLst>
                <a:path w="5271" h="16981" extrusionOk="0">
                  <a:moveTo>
                    <a:pt x="1013" y="0"/>
                  </a:moveTo>
                  <a:cubicBezTo>
                    <a:pt x="953" y="0"/>
                    <a:pt x="889" y="37"/>
                    <a:pt x="868" y="102"/>
                  </a:cubicBezTo>
                  <a:cubicBezTo>
                    <a:pt x="0" y="2270"/>
                    <a:pt x="301" y="4872"/>
                    <a:pt x="1035" y="7040"/>
                  </a:cubicBezTo>
                  <a:cubicBezTo>
                    <a:pt x="1435" y="8241"/>
                    <a:pt x="2002" y="9342"/>
                    <a:pt x="2702" y="10343"/>
                  </a:cubicBezTo>
                  <a:cubicBezTo>
                    <a:pt x="3436" y="11377"/>
                    <a:pt x="4370" y="12277"/>
                    <a:pt x="4971" y="13378"/>
                  </a:cubicBezTo>
                  <a:cubicBezTo>
                    <a:pt x="4937" y="14445"/>
                    <a:pt x="4804" y="15546"/>
                    <a:pt x="4570" y="16614"/>
                  </a:cubicBezTo>
                  <a:lnTo>
                    <a:pt x="4637" y="16981"/>
                  </a:lnTo>
                  <a:cubicBezTo>
                    <a:pt x="4971" y="15813"/>
                    <a:pt x="5171" y="14579"/>
                    <a:pt x="5204" y="13345"/>
                  </a:cubicBezTo>
                  <a:cubicBezTo>
                    <a:pt x="5238" y="13311"/>
                    <a:pt x="5238" y="13278"/>
                    <a:pt x="5204" y="13245"/>
                  </a:cubicBezTo>
                  <a:cubicBezTo>
                    <a:pt x="5271" y="11577"/>
                    <a:pt x="5137" y="9942"/>
                    <a:pt x="4837" y="8308"/>
                  </a:cubicBezTo>
                  <a:cubicBezTo>
                    <a:pt x="4337" y="5272"/>
                    <a:pt x="3203" y="2337"/>
                    <a:pt x="1101" y="35"/>
                  </a:cubicBezTo>
                  <a:cubicBezTo>
                    <a:pt x="1078" y="12"/>
                    <a:pt x="1046" y="0"/>
                    <a:pt x="1013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1290;p39">
              <a:extLst>
                <a:ext uri="{FF2B5EF4-FFF2-40B4-BE49-F238E27FC236}">
                  <a16:creationId xmlns:a16="http://schemas.microsoft.com/office/drawing/2014/main" id="{B3E021D0-7BE9-66BE-B169-C6B37DB474DE}"/>
                </a:ext>
              </a:extLst>
            </p:cNvPr>
            <p:cNvSpPr/>
            <p:nvPr/>
          </p:nvSpPr>
          <p:spPr>
            <a:xfrm>
              <a:off x="6931478" y="872922"/>
              <a:ext cx="78145" cy="233908"/>
            </a:xfrm>
            <a:custGeom>
              <a:avLst/>
              <a:gdLst/>
              <a:ahLst/>
              <a:cxnLst/>
              <a:rect l="l" t="t" r="r" b="b"/>
              <a:pathLst>
                <a:path w="3704" h="11087" extrusionOk="0">
                  <a:moveTo>
                    <a:pt x="80" y="1"/>
                  </a:moveTo>
                  <a:cubicBezTo>
                    <a:pt x="51" y="1"/>
                    <a:pt x="1" y="48"/>
                    <a:pt x="1" y="95"/>
                  </a:cubicBezTo>
                  <a:cubicBezTo>
                    <a:pt x="634" y="1196"/>
                    <a:pt x="1202" y="2363"/>
                    <a:pt x="1669" y="3531"/>
                  </a:cubicBezTo>
                  <a:cubicBezTo>
                    <a:pt x="1535" y="3397"/>
                    <a:pt x="1402" y="3231"/>
                    <a:pt x="1268" y="3097"/>
                  </a:cubicBezTo>
                  <a:cubicBezTo>
                    <a:pt x="935" y="2697"/>
                    <a:pt x="601" y="2263"/>
                    <a:pt x="334" y="1830"/>
                  </a:cubicBezTo>
                  <a:cubicBezTo>
                    <a:pt x="323" y="1818"/>
                    <a:pt x="316" y="1815"/>
                    <a:pt x="311" y="1815"/>
                  </a:cubicBezTo>
                  <a:cubicBezTo>
                    <a:pt x="301" y="1815"/>
                    <a:pt x="301" y="1830"/>
                    <a:pt x="301" y="1830"/>
                  </a:cubicBezTo>
                  <a:cubicBezTo>
                    <a:pt x="701" y="2530"/>
                    <a:pt x="1202" y="3130"/>
                    <a:pt x="1769" y="3698"/>
                  </a:cubicBezTo>
                  <a:cubicBezTo>
                    <a:pt x="2169" y="4798"/>
                    <a:pt x="2536" y="5899"/>
                    <a:pt x="2803" y="7033"/>
                  </a:cubicBezTo>
                  <a:lnTo>
                    <a:pt x="2769" y="7000"/>
                  </a:lnTo>
                  <a:cubicBezTo>
                    <a:pt x="2760" y="6991"/>
                    <a:pt x="2749" y="6987"/>
                    <a:pt x="2738" y="6987"/>
                  </a:cubicBezTo>
                  <a:cubicBezTo>
                    <a:pt x="2707" y="6987"/>
                    <a:pt x="2678" y="7018"/>
                    <a:pt x="2703" y="7067"/>
                  </a:cubicBezTo>
                  <a:lnTo>
                    <a:pt x="2869" y="7233"/>
                  </a:lnTo>
                  <a:cubicBezTo>
                    <a:pt x="3070" y="8067"/>
                    <a:pt x="3236" y="8901"/>
                    <a:pt x="3370" y="9769"/>
                  </a:cubicBezTo>
                  <a:cubicBezTo>
                    <a:pt x="2603" y="9001"/>
                    <a:pt x="1869" y="8201"/>
                    <a:pt x="1168" y="7333"/>
                  </a:cubicBezTo>
                  <a:cubicBezTo>
                    <a:pt x="1135" y="7333"/>
                    <a:pt x="1135" y="7367"/>
                    <a:pt x="1135" y="7367"/>
                  </a:cubicBezTo>
                  <a:cubicBezTo>
                    <a:pt x="1769" y="8334"/>
                    <a:pt x="2536" y="9235"/>
                    <a:pt x="3436" y="10002"/>
                  </a:cubicBezTo>
                  <a:cubicBezTo>
                    <a:pt x="3470" y="10336"/>
                    <a:pt x="3537" y="10669"/>
                    <a:pt x="3570" y="11036"/>
                  </a:cubicBezTo>
                  <a:cubicBezTo>
                    <a:pt x="3587" y="11069"/>
                    <a:pt x="3620" y="11086"/>
                    <a:pt x="3649" y="11086"/>
                  </a:cubicBezTo>
                  <a:cubicBezTo>
                    <a:pt x="3678" y="11086"/>
                    <a:pt x="3703" y="11069"/>
                    <a:pt x="3703" y="11036"/>
                  </a:cubicBezTo>
                  <a:cubicBezTo>
                    <a:pt x="3537" y="7167"/>
                    <a:pt x="2136" y="3297"/>
                    <a:pt x="101" y="28"/>
                  </a:cubicBezTo>
                  <a:cubicBezTo>
                    <a:pt x="101" y="9"/>
                    <a:pt x="92" y="1"/>
                    <a:pt x="80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1291;p39">
              <a:extLst>
                <a:ext uri="{FF2B5EF4-FFF2-40B4-BE49-F238E27FC236}">
                  <a16:creationId xmlns:a16="http://schemas.microsoft.com/office/drawing/2014/main" id="{3A46126F-520E-D763-9E34-086B2DE13EAC}"/>
                </a:ext>
              </a:extLst>
            </p:cNvPr>
            <p:cNvSpPr/>
            <p:nvPr/>
          </p:nvSpPr>
          <p:spPr>
            <a:xfrm>
              <a:off x="6941331" y="958367"/>
              <a:ext cx="43651" cy="56204"/>
            </a:xfrm>
            <a:custGeom>
              <a:avLst/>
              <a:gdLst/>
              <a:ahLst/>
              <a:cxnLst/>
              <a:rect l="l" t="t" r="r" b="b"/>
              <a:pathLst>
                <a:path w="2069" h="2664" extrusionOk="0">
                  <a:moveTo>
                    <a:pt x="39" y="1"/>
                  </a:moveTo>
                  <a:cubicBezTo>
                    <a:pt x="17" y="1"/>
                    <a:pt x="1" y="24"/>
                    <a:pt x="1" y="48"/>
                  </a:cubicBezTo>
                  <a:cubicBezTo>
                    <a:pt x="568" y="982"/>
                    <a:pt x="1235" y="1882"/>
                    <a:pt x="2002" y="2650"/>
                  </a:cubicBezTo>
                  <a:cubicBezTo>
                    <a:pt x="2012" y="2659"/>
                    <a:pt x="2022" y="2664"/>
                    <a:pt x="2031" y="2664"/>
                  </a:cubicBezTo>
                  <a:cubicBezTo>
                    <a:pt x="2052" y="2664"/>
                    <a:pt x="2069" y="2640"/>
                    <a:pt x="2069" y="2616"/>
                  </a:cubicBezTo>
                  <a:cubicBezTo>
                    <a:pt x="1435" y="1716"/>
                    <a:pt x="701" y="882"/>
                    <a:pt x="67" y="14"/>
                  </a:cubicBezTo>
                  <a:cubicBezTo>
                    <a:pt x="58" y="5"/>
                    <a:pt x="48" y="1"/>
                    <a:pt x="39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1292;p39">
              <a:extLst>
                <a:ext uri="{FF2B5EF4-FFF2-40B4-BE49-F238E27FC236}">
                  <a16:creationId xmlns:a16="http://schemas.microsoft.com/office/drawing/2014/main" id="{63CA6184-95CE-4629-0E0B-413C304D37F2}"/>
                </a:ext>
              </a:extLst>
            </p:cNvPr>
            <p:cNvSpPr/>
            <p:nvPr/>
          </p:nvSpPr>
          <p:spPr>
            <a:xfrm>
              <a:off x="6985678" y="1017777"/>
              <a:ext cx="1920" cy="1730"/>
            </a:xfrm>
            <a:custGeom>
              <a:avLst/>
              <a:gdLst/>
              <a:ahLst/>
              <a:cxnLst/>
              <a:rect l="l" t="t" r="r" b="b"/>
              <a:pathLst>
                <a:path w="91" h="82" extrusionOk="0">
                  <a:moveTo>
                    <a:pt x="34" y="0"/>
                  </a:moveTo>
                  <a:cubicBezTo>
                    <a:pt x="34" y="0"/>
                    <a:pt x="0" y="0"/>
                    <a:pt x="0" y="34"/>
                  </a:cubicBezTo>
                  <a:lnTo>
                    <a:pt x="34" y="67"/>
                  </a:lnTo>
                  <a:cubicBezTo>
                    <a:pt x="43" y="77"/>
                    <a:pt x="53" y="81"/>
                    <a:pt x="61" y="81"/>
                  </a:cubicBezTo>
                  <a:cubicBezTo>
                    <a:pt x="81" y="81"/>
                    <a:pt x="90" y="57"/>
                    <a:pt x="67" y="34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1293;p39">
              <a:extLst>
                <a:ext uri="{FF2B5EF4-FFF2-40B4-BE49-F238E27FC236}">
                  <a16:creationId xmlns:a16="http://schemas.microsoft.com/office/drawing/2014/main" id="{D5E3789C-A08E-1E56-6BDA-3847C86AEB45}"/>
                </a:ext>
              </a:extLst>
            </p:cNvPr>
            <p:cNvSpPr/>
            <p:nvPr/>
          </p:nvSpPr>
          <p:spPr>
            <a:xfrm>
              <a:off x="6860612" y="984549"/>
              <a:ext cx="148294" cy="221861"/>
            </a:xfrm>
            <a:custGeom>
              <a:avLst/>
              <a:gdLst/>
              <a:ahLst/>
              <a:cxnLst/>
              <a:rect l="l" t="t" r="r" b="b"/>
              <a:pathLst>
                <a:path w="7029" h="10516" extrusionOk="0">
                  <a:moveTo>
                    <a:pt x="162" y="0"/>
                  </a:moveTo>
                  <a:cubicBezTo>
                    <a:pt x="79" y="0"/>
                    <a:pt x="0" y="79"/>
                    <a:pt x="24" y="174"/>
                  </a:cubicBezTo>
                  <a:cubicBezTo>
                    <a:pt x="257" y="2009"/>
                    <a:pt x="991" y="3744"/>
                    <a:pt x="2125" y="5178"/>
                  </a:cubicBezTo>
                  <a:cubicBezTo>
                    <a:pt x="2592" y="5745"/>
                    <a:pt x="3193" y="6212"/>
                    <a:pt x="3860" y="6546"/>
                  </a:cubicBezTo>
                  <a:cubicBezTo>
                    <a:pt x="4594" y="6913"/>
                    <a:pt x="5394" y="7313"/>
                    <a:pt x="6162" y="7613"/>
                  </a:cubicBezTo>
                  <a:cubicBezTo>
                    <a:pt x="6529" y="8547"/>
                    <a:pt x="6795" y="9514"/>
                    <a:pt x="6962" y="10515"/>
                  </a:cubicBezTo>
                  <a:lnTo>
                    <a:pt x="7029" y="10248"/>
                  </a:lnTo>
                  <a:cubicBezTo>
                    <a:pt x="6562" y="6012"/>
                    <a:pt x="3793" y="2376"/>
                    <a:pt x="257" y="41"/>
                  </a:cubicBezTo>
                  <a:cubicBezTo>
                    <a:pt x="229" y="13"/>
                    <a:pt x="195" y="0"/>
                    <a:pt x="162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1294;p39">
              <a:extLst>
                <a:ext uri="{FF2B5EF4-FFF2-40B4-BE49-F238E27FC236}">
                  <a16:creationId xmlns:a16="http://schemas.microsoft.com/office/drawing/2014/main" id="{81313784-EA35-9042-DEE3-B770CCB551FE}"/>
                </a:ext>
              </a:extLst>
            </p:cNvPr>
            <p:cNvSpPr/>
            <p:nvPr/>
          </p:nvSpPr>
          <p:spPr>
            <a:xfrm>
              <a:off x="6885887" y="1014064"/>
              <a:ext cx="96289" cy="118336"/>
            </a:xfrm>
            <a:custGeom>
              <a:avLst/>
              <a:gdLst/>
              <a:ahLst/>
              <a:cxnLst/>
              <a:rect l="l" t="t" r="r" b="b"/>
              <a:pathLst>
                <a:path w="4564" h="5609" extrusionOk="0">
                  <a:moveTo>
                    <a:pt x="41" y="0"/>
                  </a:moveTo>
                  <a:cubicBezTo>
                    <a:pt x="16" y="0"/>
                    <a:pt x="0" y="43"/>
                    <a:pt x="27" y="43"/>
                  </a:cubicBezTo>
                  <a:cubicBezTo>
                    <a:pt x="394" y="377"/>
                    <a:pt x="694" y="677"/>
                    <a:pt x="994" y="1010"/>
                  </a:cubicBezTo>
                  <a:cubicBezTo>
                    <a:pt x="827" y="877"/>
                    <a:pt x="594" y="777"/>
                    <a:pt x="394" y="710"/>
                  </a:cubicBezTo>
                  <a:lnTo>
                    <a:pt x="394" y="744"/>
                  </a:lnTo>
                  <a:cubicBezTo>
                    <a:pt x="661" y="910"/>
                    <a:pt x="927" y="1044"/>
                    <a:pt x="1194" y="1211"/>
                  </a:cubicBezTo>
                  <a:cubicBezTo>
                    <a:pt x="1761" y="1778"/>
                    <a:pt x="2295" y="2378"/>
                    <a:pt x="2795" y="3012"/>
                  </a:cubicBezTo>
                  <a:cubicBezTo>
                    <a:pt x="1995" y="2678"/>
                    <a:pt x="1261" y="2278"/>
                    <a:pt x="527" y="1878"/>
                  </a:cubicBezTo>
                  <a:cubicBezTo>
                    <a:pt x="527" y="1871"/>
                    <a:pt x="526" y="1868"/>
                    <a:pt x="524" y="1868"/>
                  </a:cubicBezTo>
                  <a:lnTo>
                    <a:pt x="524" y="1868"/>
                  </a:lnTo>
                  <a:cubicBezTo>
                    <a:pt x="517" y="1868"/>
                    <a:pt x="501" y="1911"/>
                    <a:pt x="527" y="1911"/>
                  </a:cubicBezTo>
                  <a:cubicBezTo>
                    <a:pt x="1261" y="2478"/>
                    <a:pt x="2062" y="2945"/>
                    <a:pt x="2929" y="3245"/>
                  </a:cubicBezTo>
                  <a:cubicBezTo>
                    <a:pt x="3262" y="3712"/>
                    <a:pt x="3563" y="4146"/>
                    <a:pt x="3863" y="4613"/>
                  </a:cubicBezTo>
                  <a:cubicBezTo>
                    <a:pt x="3529" y="4513"/>
                    <a:pt x="3162" y="4379"/>
                    <a:pt x="2829" y="4213"/>
                  </a:cubicBezTo>
                  <a:cubicBezTo>
                    <a:pt x="2462" y="4013"/>
                    <a:pt x="2128" y="3779"/>
                    <a:pt x="1828" y="3512"/>
                  </a:cubicBezTo>
                  <a:cubicBezTo>
                    <a:pt x="1817" y="3501"/>
                    <a:pt x="1810" y="3497"/>
                    <a:pt x="1805" y="3497"/>
                  </a:cubicBezTo>
                  <a:cubicBezTo>
                    <a:pt x="1795" y="3497"/>
                    <a:pt x="1795" y="3512"/>
                    <a:pt x="1795" y="3512"/>
                  </a:cubicBezTo>
                  <a:cubicBezTo>
                    <a:pt x="2395" y="4113"/>
                    <a:pt x="3129" y="4546"/>
                    <a:pt x="3963" y="4746"/>
                  </a:cubicBezTo>
                  <a:cubicBezTo>
                    <a:pt x="4130" y="5013"/>
                    <a:pt x="4297" y="5313"/>
                    <a:pt x="4463" y="5580"/>
                  </a:cubicBezTo>
                  <a:cubicBezTo>
                    <a:pt x="4474" y="5601"/>
                    <a:pt x="4487" y="5609"/>
                    <a:pt x="4501" y="5609"/>
                  </a:cubicBezTo>
                  <a:cubicBezTo>
                    <a:pt x="4532" y="5609"/>
                    <a:pt x="4563" y="5570"/>
                    <a:pt x="4563" y="5547"/>
                  </a:cubicBezTo>
                  <a:cubicBezTo>
                    <a:pt x="3529" y="3345"/>
                    <a:pt x="1995" y="1444"/>
                    <a:pt x="60" y="10"/>
                  </a:cubicBezTo>
                  <a:cubicBezTo>
                    <a:pt x="54" y="3"/>
                    <a:pt x="47" y="0"/>
                    <a:pt x="41" y="0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1295;p39">
              <a:extLst>
                <a:ext uri="{FF2B5EF4-FFF2-40B4-BE49-F238E27FC236}">
                  <a16:creationId xmlns:a16="http://schemas.microsoft.com/office/drawing/2014/main" id="{4E05A3E8-2621-CC76-2697-2FE479CBE0F5}"/>
                </a:ext>
              </a:extLst>
            </p:cNvPr>
            <p:cNvSpPr/>
            <p:nvPr/>
          </p:nvSpPr>
          <p:spPr>
            <a:xfrm>
              <a:off x="6887152" y="1045921"/>
              <a:ext cx="3523" cy="2848"/>
            </a:xfrm>
            <a:custGeom>
              <a:avLst/>
              <a:gdLst/>
              <a:ahLst/>
              <a:cxnLst/>
              <a:rect l="l" t="t" r="r" b="b"/>
              <a:pathLst>
                <a:path w="167" h="135" extrusionOk="0">
                  <a:moveTo>
                    <a:pt x="34" y="1"/>
                  </a:moveTo>
                  <a:cubicBezTo>
                    <a:pt x="34" y="1"/>
                    <a:pt x="0" y="34"/>
                    <a:pt x="34" y="34"/>
                  </a:cubicBezTo>
                  <a:lnTo>
                    <a:pt x="167" y="134"/>
                  </a:lnTo>
                  <a:lnTo>
                    <a:pt x="167" y="101"/>
                  </a:lnTo>
                  <a:cubicBezTo>
                    <a:pt x="134" y="67"/>
                    <a:pt x="100" y="34"/>
                    <a:pt x="34" y="1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1296;p39">
              <a:extLst>
                <a:ext uri="{FF2B5EF4-FFF2-40B4-BE49-F238E27FC236}">
                  <a16:creationId xmlns:a16="http://schemas.microsoft.com/office/drawing/2014/main" id="{1E05877C-7A39-B778-673B-BF76AE14C773}"/>
                </a:ext>
              </a:extLst>
            </p:cNvPr>
            <p:cNvSpPr/>
            <p:nvPr/>
          </p:nvSpPr>
          <p:spPr>
            <a:xfrm>
              <a:off x="6947660" y="1164152"/>
              <a:ext cx="152746" cy="133041"/>
            </a:xfrm>
            <a:custGeom>
              <a:avLst/>
              <a:gdLst/>
              <a:ahLst/>
              <a:cxnLst/>
              <a:rect l="l" t="t" r="r" b="b"/>
              <a:pathLst>
                <a:path w="7240" h="6306" extrusionOk="0">
                  <a:moveTo>
                    <a:pt x="501" y="1"/>
                  </a:moveTo>
                  <a:lnTo>
                    <a:pt x="368" y="1569"/>
                  </a:lnTo>
                  <a:lnTo>
                    <a:pt x="1" y="6305"/>
                  </a:lnTo>
                  <a:lnTo>
                    <a:pt x="7239" y="6305"/>
                  </a:lnTo>
                  <a:lnTo>
                    <a:pt x="6839" y="1569"/>
                  </a:lnTo>
                  <a:lnTo>
                    <a:pt x="670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1297;p39">
              <a:extLst>
                <a:ext uri="{FF2B5EF4-FFF2-40B4-BE49-F238E27FC236}">
                  <a16:creationId xmlns:a16="http://schemas.microsoft.com/office/drawing/2014/main" id="{9204D552-8B8D-C7DD-12B8-3623712ED4D5}"/>
                </a:ext>
              </a:extLst>
            </p:cNvPr>
            <p:cNvSpPr/>
            <p:nvPr/>
          </p:nvSpPr>
          <p:spPr>
            <a:xfrm>
              <a:off x="6955403" y="1164152"/>
              <a:ext cx="136564" cy="33102"/>
            </a:xfrm>
            <a:custGeom>
              <a:avLst/>
              <a:gdLst/>
              <a:ahLst/>
              <a:cxnLst/>
              <a:rect l="l" t="t" r="r" b="b"/>
              <a:pathLst>
                <a:path w="6473" h="1569" extrusionOk="0">
                  <a:moveTo>
                    <a:pt x="134" y="1"/>
                  </a:moveTo>
                  <a:lnTo>
                    <a:pt x="1" y="1569"/>
                  </a:lnTo>
                  <a:lnTo>
                    <a:pt x="6472" y="1569"/>
                  </a:lnTo>
                  <a:lnTo>
                    <a:pt x="633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1298;p39">
              <a:extLst>
                <a:ext uri="{FF2B5EF4-FFF2-40B4-BE49-F238E27FC236}">
                  <a16:creationId xmlns:a16="http://schemas.microsoft.com/office/drawing/2014/main" id="{F887668C-CF6E-4F5B-4F05-A5A7BEB01157}"/>
                </a:ext>
              </a:extLst>
            </p:cNvPr>
            <p:cNvSpPr/>
            <p:nvPr/>
          </p:nvSpPr>
          <p:spPr>
            <a:xfrm>
              <a:off x="6947660" y="1137421"/>
              <a:ext cx="151332" cy="33798"/>
            </a:xfrm>
            <a:custGeom>
              <a:avLst/>
              <a:gdLst/>
              <a:ahLst/>
              <a:cxnLst/>
              <a:rect l="l" t="t" r="r" b="b"/>
              <a:pathLst>
                <a:path w="7173" h="1602" extrusionOk="0">
                  <a:moveTo>
                    <a:pt x="1" y="0"/>
                  </a:moveTo>
                  <a:lnTo>
                    <a:pt x="1" y="1601"/>
                  </a:lnTo>
                  <a:lnTo>
                    <a:pt x="7173" y="1601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1299;p39">
              <a:extLst>
                <a:ext uri="{FF2B5EF4-FFF2-40B4-BE49-F238E27FC236}">
                  <a16:creationId xmlns:a16="http://schemas.microsoft.com/office/drawing/2014/main" id="{FCEE21D9-3BE6-EE19-1C4F-6C7A07C6670F}"/>
                </a:ext>
              </a:extLst>
            </p:cNvPr>
            <p:cNvSpPr/>
            <p:nvPr/>
          </p:nvSpPr>
          <p:spPr>
            <a:xfrm>
              <a:off x="7380475" y="932628"/>
              <a:ext cx="92217" cy="364565"/>
            </a:xfrm>
            <a:custGeom>
              <a:avLst/>
              <a:gdLst/>
              <a:ahLst/>
              <a:cxnLst/>
              <a:rect l="l" t="t" r="r" b="b"/>
              <a:pathLst>
                <a:path w="4371" h="17280" extrusionOk="0">
                  <a:moveTo>
                    <a:pt x="1" y="0"/>
                  </a:moveTo>
                  <a:lnTo>
                    <a:pt x="1" y="17279"/>
                  </a:lnTo>
                  <a:lnTo>
                    <a:pt x="4370" y="17279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1300;p39">
              <a:extLst>
                <a:ext uri="{FF2B5EF4-FFF2-40B4-BE49-F238E27FC236}">
                  <a16:creationId xmlns:a16="http://schemas.microsoft.com/office/drawing/2014/main" id="{B4D8FB6D-BEEE-CC0E-5A1F-572CAC0DEA0E}"/>
                </a:ext>
              </a:extLst>
            </p:cNvPr>
            <p:cNvSpPr/>
            <p:nvPr/>
          </p:nvSpPr>
          <p:spPr>
            <a:xfrm>
              <a:off x="7380475" y="912923"/>
              <a:ext cx="92217" cy="40127"/>
            </a:xfrm>
            <a:custGeom>
              <a:avLst/>
              <a:gdLst/>
              <a:ahLst/>
              <a:cxnLst/>
              <a:rect l="l" t="t" r="r" b="b"/>
              <a:pathLst>
                <a:path w="4371" h="1902" extrusionOk="0">
                  <a:moveTo>
                    <a:pt x="1" y="0"/>
                  </a:moveTo>
                  <a:lnTo>
                    <a:pt x="1" y="1902"/>
                  </a:lnTo>
                  <a:lnTo>
                    <a:pt x="4370" y="1902"/>
                  </a:lnTo>
                  <a:lnTo>
                    <a:pt x="4370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1301;p39">
              <a:extLst>
                <a:ext uri="{FF2B5EF4-FFF2-40B4-BE49-F238E27FC236}">
                  <a16:creationId xmlns:a16="http://schemas.microsoft.com/office/drawing/2014/main" id="{1D16B04F-A7B1-C37D-D480-02FDBFBFC870}"/>
                </a:ext>
              </a:extLst>
            </p:cNvPr>
            <p:cNvSpPr/>
            <p:nvPr/>
          </p:nvSpPr>
          <p:spPr>
            <a:xfrm>
              <a:off x="7380475" y="1004401"/>
              <a:ext cx="92217" cy="14810"/>
            </a:xfrm>
            <a:custGeom>
              <a:avLst/>
              <a:gdLst/>
              <a:ahLst/>
              <a:cxnLst/>
              <a:rect l="l" t="t" r="r" b="b"/>
              <a:pathLst>
                <a:path w="4371" h="702" extrusionOk="0">
                  <a:moveTo>
                    <a:pt x="1" y="1"/>
                  </a:moveTo>
                  <a:lnTo>
                    <a:pt x="1" y="701"/>
                  </a:lnTo>
                  <a:lnTo>
                    <a:pt x="4370" y="701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1302;p39">
              <a:extLst>
                <a:ext uri="{FF2B5EF4-FFF2-40B4-BE49-F238E27FC236}">
                  <a16:creationId xmlns:a16="http://schemas.microsoft.com/office/drawing/2014/main" id="{2B20CEB7-775F-2E6E-E2EA-E0644D78E469}"/>
                </a:ext>
              </a:extLst>
            </p:cNvPr>
            <p:cNvSpPr/>
            <p:nvPr/>
          </p:nvSpPr>
          <p:spPr>
            <a:xfrm>
              <a:off x="7380475" y="1209195"/>
              <a:ext cx="92217" cy="40127"/>
            </a:xfrm>
            <a:custGeom>
              <a:avLst/>
              <a:gdLst/>
              <a:ahLst/>
              <a:cxnLst/>
              <a:rect l="l" t="t" r="r" b="b"/>
              <a:pathLst>
                <a:path w="4371" h="1902" extrusionOk="0">
                  <a:moveTo>
                    <a:pt x="1" y="1"/>
                  </a:moveTo>
                  <a:lnTo>
                    <a:pt x="1" y="1902"/>
                  </a:lnTo>
                  <a:lnTo>
                    <a:pt x="4370" y="1902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1303;p39">
              <a:extLst>
                <a:ext uri="{FF2B5EF4-FFF2-40B4-BE49-F238E27FC236}">
                  <a16:creationId xmlns:a16="http://schemas.microsoft.com/office/drawing/2014/main" id="{AFB7ADE7-3623-8B17-2164-4B220829AC19}"/>
                </a:ext>
              </a:extLst>
            </p:cNvPr>
            <p:cNvSpPr/>
            <p:nvPr/>
          </p:nvSpPr>
          <p:spPr>
            <a:xfrm>
              <a:off x="7472671" y="872099"/>
              <a:ext cx="64052" cy="425094"/>
            </a:xfrm>
            <a:custGeom>
              <a:avLst/>
              <a:gdLst/>
              <a:ahLst/>
              <a:cxnLst/>
              <a:rect l="l" t="t" r="r" b="b"/>
              <a:pathLst>
                <a:path w="3036" h="20149" extrusionOk="0">
                  <a:moveTo>
                    <a:pt x="0" y="1"/>
                  </a:moveTo>
                  <a:lnTo>
                    <a:pt x="0" y="20148"/>
                  </a:lnTo>
                  <a:lnTo>
                    <a:pt x="3036" y="20148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1304;p39">
              <a:extLst>
                <a:ext uri="{FF2B5EF4-FFF2-40B4-BE49-F238E27FC236}">
                  <a16:creationId xmlns:a16="http://schemas.microsoft.com/office/drawing/2014/main" id="{738AC252-9E83-2AAA-FE6C-DA83800FF85B}"/>
                </a:ext>
              </a:extLst>
            </p:cNvPr>
            <p:cNvSpPr/>
            <p:nvPr/>
          </p:nvSpPr>
          <p:spPr>
            <a:xfrm>
              <a:off x="7485330" y="912205"/>
              <a:ext cx="38039" cy="163295"/>
            </a:xfrm>
            <a:custGeom>
              <a:avLst/>
              <a:gdLst/>
              <a:ahLst/>
              <a:cxnLst/>
              <a:rect l="l" t="t" r="r" b="b"/>
              <a:pathLst>
                <a:path w="1803" h="7740" extrusionOk="0">
                  <a:moveTo>
                    <a:pt x="1" y="1"/>
                  </a:moveTo>
                  <a:lnTo>
                    <a:pt x="1" y="7740"/>
                  </a:lnTo>
                  <a:lnTo>
                    <a:pt x="1802" y="7740"/>
                  </a:lnTo>
                  <a:lnTo>
                    <a:pt x="18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1305;p39">
              <a:extLst>
                <a:ext uri="{FF2B5EF4-FFF2-40B4-BE49-F238E27FC236}">
                  <a16:creationId xmlns:a16="http://schemas.microsoft.com/office/drawing/2014/main" id="{895627ED-D779-489A-1072-16FF4CDDA7D2}"/>
                </a:ext>
              </a:extLst>
            </p:cNvPr>
            <p:cNvSpPr/>
            <p:nvPr/>
          </p:nvSpPr>
          <p:spPr>
            <a:xfrm>
              <a:off x="7645797" y="952333"/>
              <a:ext cx="346969" cy="344142"/>
            </a:xfrm>
            <a:custGeom>
              <a:avLst/>
              <a:gdLst/>
              <a:ahLst/>
              <a:cxnLst/>
              <a:rect l="l" t="t" r="r" b="b"/>
              <a:pathLst>
                <a:path w="16446" h="16312" extrusionOk="0">
                  <a:moveTo>
                    <a:pt x="2135" y="0"/>
                  </a:moveTo>
                  <a:lnTo>
                    <a:pt x="0" y="2168"/>
                  </a:lnTo>
                  <a:lnTo>
                    <a:pt x="14310" y="16312"/>
                  </a:lnTo>
                  <a:lnTo>
                    <a:pt x="16445" y="14144"/>
                  </a:lnTo>
                  <a:lnTo>
                    <a:pt x="213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1306;p39">
              <a:extLst>
                <a:ext uri="{FF2B5EF4-FFF2-40B4-BE49-F238E27FC236}">
                  <a16:creationId xmlns:a16="http://schemas.microsoft.com/office/drawing/2014/main" id="{8F12A2DD-99C1-0FC9-7DA6-C7B7DDEB1AF6}"/>
                </a:ext>
              </a:extLst>
            </p:cNvPr>
            <p:cNvSpPr/>
            <p:nvPr/>
          </p:nvSpPr>
          <p:spPr>
            <a:xfrm>
              <a:off x="7769661" y="1074783"/>
              <a:ext cx="143568" cy="142176"/>
            </a:xfrm>
            <a:custGeom>
              <a:avLst/>
              <a:gdLst/>
              <a:ahLst/>
              <a:cxnLst/>
              <a:rect l="l" t="t" r="r" b="b"/>
              <a:pathLst>
                <a:path w="6805" h="6739" extrusionOk="0">
                  <a:moveTo>
                    <a:pt x="1301" y="0"/>
                  </a:moveTo>
                  <a:lnTo>
                    <a:pt x="0" y="1301"/>
                  </a:lnTo>
                  <a:lnTo>
                    <a:pt x="5537" y="6739"/>
                  </a:lnTo>
                  <a:lnTo>
                    <a:pt x="6805" y="5471"/>
                  </a:lnTo>
                  <a:lnTo>
                    <a:pt x="1301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1307;p39">
              <a:extLst>
                <a:ext uri="{FF2B5EF4-FFF2-40B4-BE49-F238E27FC236}">
                  <a16:creationId xmlns:a16="http://schemas.microsoft.com/office/drawing/2014/main" id="{059A52F5-FE0A-FA3A-19F7-B7737C739FA0}"/>
                </a:ext>
              </a:extLst>
            </p:cNvPr>
            <p:cNvSpPr/>
            <p:nvPr/>
          </p:nvSpPr>
          <p:spPr>
            <a:xfrm>
              <a:off x="7536702" y="974148"/>
              <a:ext cx="108399" cy="323045"/>
            </a:xfrm>
            <a:custGeom>
              <a:avLst/>
              <a:gdLst/>
              <a:ahLst/>
              <a:cxnLst/>
              <a:rect l="l" t="t" r="r" b="b"/>
              <a:pathLst>
                <a:path w="5138" h="15312" extrusionOk="0">
                  <a:moveTo>
                    <a:pt x="1" y="0"/>
                  </a:moveTo>
                  <a:lnTo>
                    <a:pt x="1" y="15311"/>
                  </a:lnTo>
                  <a:lnTo>
                    <a:pt x="5138" y="15311"/>
                  </a:lnTo>
                  <a:lnTo>
                    <a:pt x="5138" y="0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308;p39">
              <a:extLst>
                <a:ext uri="{FF2B5EF4-FFF2-40B4-BE49-F238E27FC236}">
                  <a16:creationId xmlns:a16="http://schemas.microsoft.com/office/drawing/2014/main" id="{65495805-66CB-614F-5299-1B64D7F80418}"/>
                </a:ext>
              </a:extLst>
            </p:cNvPr>
            <p:cNvSpPr/>
            <p:nvPr/>
          </p:nvSpPr>
          <p:spPr>
            <a:xfrm>
              <a:off x="7536702" y="1232423"/>
              <a:ext cx="109116" cy="30275"/>
            </a:xfrm>
            <a:custGeom>
              <a:avLst/>
              <a:gdLst/>
              <a:ahLst/>
              <a:cxnLst/>
              <a:rect l="l" t="t" r="r" b="b"/>
              <a:pathLst>
                <a:path w="5172" h="1435" extrusionOk="0">
                  <a:moveTo>
                    <a:pt x="1" y="0"/>
                  </a:moveTo>
                  <a:lnTo>
                    <a:pt x="1" y="1435"/>
                  </a:lnTo>
                  <a:lnTo>
                    <a:pt x="5171" y="1435"/>
                  </a:lnTo>
                  <a:lnTo>
                    <a:pt x="517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309;p39">
              <a:extLst>
                <a:ext uri="{FF2B5EF4-FFF2-40B4-BE49-F238E27FC236}">
                  <a16:creationId xmlns:a16="http://schemas.microsoft.com/office/drawing/2014/main" id="{DF8BB27B-E68E-C6F6-A1EF-85FC0825E9FE}"/>
                </a:ext>
              </a:extLst>
            </p:cNvPr>
            <p:cNvSpPr/>
            <p:nvPr/>
          </p:nvSpPr>
          <p:spPr>
            <a:xfrm>
              <a:off x="7536702" y="1201452"/>
              <a:ext cx="108399" cy="11983"/>
            </a:xfrm>
            <a:custGeom>
              <a:avLst/>
              <a:gdLst/>
              <a:ahLst/>
              <a:cxnLst/>
              <a:rect l="l" t="t" r="r" b="b"/>
              <a:pathLst>
                <a:path w="5138" h="568" extrusionOk="0">
                  <a:moveTo>
                    <a:pt x="1" y="1"/>
                  </a:moveTo>
                  <a:lnTo>
                    <a:pt x="1" y="568"/>
                  </a:lnTo>
                  <a:lnTo>
                    <a:pt x="5138" y="568"/>
                  </a:lnTo>
                  <a:lnTo>
                    <a:pt x="5138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310;p39">
              <a:extLst>
                <a:ext uri="{FF2B5EF4-FFF2-40B4-BE49-F238E27FC236}">
                  <a16:creationId xmlns:a16="http://schemas.microsoft.com/office/drawing/2014/main" id="{C919C8D5-8625-71FE-9340-826088108D06}"/>
                </a:ext>
              </a:extLst>
            </p:cNvPr>
            <p:cNvSpPr/>
            <p:nvPr/>
          </p:nvSpPr>
          <p:spPr>
            <a:xfrm>
              <a:off x="7192581" y="988916"/>
              <a:ext cx="189329" cy="308277"/>
            </a:xfrm>
            <a:custGeom>
              <a:avLst/>
              <a:gdLst/>
              <a:ahLst/>
              <a:cxnLst/>
              <a:rect l="l" t="t" r="r" b="b"/>
              <a:pathLst>
                <a:path w="8974" h="14612" extrusionOk="0">
                  <a:moveTo>
                    <a:pt x="5671" y="1"/>
                  </a:moveTo>
                  <a:lnTo>
                    <a:pt x="0" y="13210"/>
                  </a:lnTo>
                  <a:lnTo>
                    <a:pt x="3303" y="14611"/>
                  </a:lnTo>
                  <a:lnTo>
                    <a:pt x="8973" y="1402"/>
                  </a:lnTo>
                  <a:lnTo>
                    <a:pt x="567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311;p39">
              <a:extLst>
                <a:ext uri="{FF2B5EF4-FFF2-40B4-BE49-F238E27FC236}">
                  <a16:creationId xmlns:a16="http://schemas.microsoft.com/office/drawing/2014/main" id="{CF040378-6680-F5A0-3F17-FD5C5C50BF17}"/>
                </a:ext>
              </a:extLst>
            </p:cNvPr>
            <p:cNvSpPr/>
            <p:nvPr/>
          </p:nvSpPr>
          <p:spPr>
            <a:xfrm>
              <a:off x="7205239" y="1212022"/>
              <a:ext cx="80255" cy="55613"/>
            </a:xfrm>
            <a:custGeom>
              <a:avLst/>
              <a:gdLst/>
              <a:ahLst/>
              <a:cxnLst/>
              <a:rect l="l" t="t" r="r" b="b"/>
              <a:pathLst>
                <a:path w="3804" h="2636" extrusionOk="0">
                  <a:moveTo>
                    <a:pt x="534" y="0"/>
                  </a:moveTo>
                  <a:lnTo>
                    <a:pt x="1" y="1234"/>
                  </a:lnTo>
                  <a:lnTo>
                    <a:pt x="3270" y="2635"/>
                  </a:lnTo>
                  <a:lnTo>
                    <a:pt x="3803" y="1401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1312;p39">
              <a:extLst>
                <a:ext uri="{FF2B5EF4-FFF2-40B4-BE49-F238E27FC236}">
                  <a16:creationId xmlns:a16="http://schemas.microsoft.com/office/drawing/2014/main" id="{2BEC31F3-E68A-6495-CD05-7D06007F1FEE}"/>
                </a:ext>
              </a:extLst>
            </p:cNvPr>
            <p:cNvSpPr/>
            <p:nvPr/>
          </p:nvSpPr>
          <p:spPr>
            <a:xfrm>
              <a:off x="7276317" y="1046639"/>
              <a:ext cx="80255" cy="55613"/>
            </a:xfrm>
            <a:custGeom>
              <a:avLst/>
              <a:gdLst/>
              <a:ahLst/>
              <a:cxnLst/>
              <a:rect l="l" t="t" r="r" b="b"/>
              <a:pathLst>
                <a:path w="3804" h="2636" extrusionOk="0">
                  <a:moveTo>
                    <a:pt x="534" y="0"/>
                  </a:moveTo>
                  <a:lnTo>
                    <a:pt x="1" y="1234"/>
                  </a:lnTo>
                  <a:lnTo>
                    <a:pt x="3303" y="2635"/>
                  </a:lnTo>
                  <a:lnTo>
                    <a:pt x="3803" y="1401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313;p39">
              <a:extLst>
                <a:ext uri="{FF2B5EF4-FFF2-40B4-BE49-F238E27FC236}">
                  <a16:creationId xmlns:a16="http://schemas.microsoft.com/office/drawing/2014/main" id="{47FBA3BE-4255-381F-0FB1-5A67FCD7FF9A}"/>
                </a:ext>
              </a:extLst>
            </p:cNvPr>
            <p:cNvSpPr/>
            <p:nvPr/>
          </p:nvSpPr>
          <p:spPr>
            <a:xfrm>
              <a:off x="7264355" y="1090268"/>
              <a:ext cx="73926" cy="39431"/>
            </a:xfrm>
            <a:custGeom>
              <a:avLst/>
              <a:gdLst/>
              <a:ahLst/>
              <a:cxnLst/>
              <a:rect l="l" t="t" r="r" b="b"/>
              <a:pathLst>
                <a:path w="3504" h="1869" extrusionOk="0">
                  <a:moveTo>
                    <a:pt x="201" y="0"/>
                  </a:moveTo>
                  <a:lnTo>
                    <a:pt x="1" y="467"/>
                  </a:lnTo>
                  <a:lnTo>
                    <a:pt x="3270" y="1868"/>
                  </a:lnTo>
                  <a:lnTo>
                    <a:pt x="3503" y="1401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314;p39">
              <a:extLst>
                <a:ext uri="{FF2B5EF4-FFF2-40B4-BE49-F238E27FC236}">
                  <a16:creationId xmlns:a16="http://schemas.microsoft.com/office/drawing/2014/main" id="{A7F37C10-8436-2AD1-609E-485D8FFB9838}"/>
                </a:ext>
              </a:extLst>
            </p:cNvPr>
            <p:cNvSpPr/>
            <p:nvPr/>
          </p:nvSpPr>
          <p:spPr>
            <a:xfrm>
              <a:off x="5006015" y="1451985"/>
              <a:ext cx="100656" cy="291378"/>
            </a:xfrm>
            <a:custGeom>
              <a:avLst/>
              <a:gdLst/>
              <a:ahLst/>
              <a:cxnLst/>
              <a:rect l="l" t="t" r="r" b="b"/>
              <a:pathLst>
                <a:path w="4771" h="13811" extrusionOk="0">
                  <a:moveTo>
                    <a:pt x="1" y="1"/>
                  </a:moveTo>
                  <a:lnTo>
                    <a:pt x="1" y="13811"/>
                  </a:lnTo>
                  <a:lnTo>
                    <a:pt x="4771" y="13811"/>
                  </a:lnTo>
                  <a:lnTo>
                    <a:pt x="4771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315;p39">
              <a:extLst>
                <a:ext uri="{FF2B5EF4-FFF2-40B4-BE49-F238E27FC236}">
                  <a16:creationId xmlns:a16="http://schemas.microsoft.com/office/drawing/2014/main" id="{3A10C4A0-3927-73C5-FFDF-98EFE4D35BC4}"/>
                </a:ext>
              </a:extLst>
            </p:cNvPr>
            <p:cNvSpPr/>
            <p:nvPr/>
          </p:nvSpPr>
          <p:spPr>
            <a:xfrm>
              <a:off x="4982090" y="2016406"/>
              <a:ext cx="212557" cy="126690"/>
            </a:xfrm>
            <a:custGeom>
              <a:avLst/>
              <a:gdLst/>
              <a:ahLst/>
              <a:cxnLst/>
              <a:rect l="l" t="t" r="r" b="b"/>
              <a:pathLst>
                <a:path w="10075" h="6005" extrusionOk="0">
                  <a:moveTo>
                    <a:pt x="0" y="0"/>
                  </a:moveTo>
                  <a:lnTo>
                    <a:pt x="0" y="6005"/>
                  </a:lnTo>
                  <a:lnTo>
                    <a:pt x="10074" y="6005"/>
                  </a:lnTo>
                  <a:lnTo>
                    <a:pt x="1007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1316;p39">
              <a:extLst>
                <a:ext uri="{FF2B5EF4-FFF2-40B4-BE49-F238E27FC236}">
                  <a16:creationId xmlns:a16="http://schemas.microsoft.com/office/drawing/2014/main" id="{E2E99559-A0A5-B4A2-014D-F6248FDAC04F}"/>
                </a:ext>
              </a:extLst>
            </p:cNvPr>
            <p:cNvSpPr/>
            <p:nvPr/>
          </p:nvSpPr>
          <p:spPr>
            <a:xfrm>
              <a:off x="4919452" y="1370359"/>
              <a:ext cx="426507" cy="426486"/>
            </a:xfrm>
            <a:custGeom>
              <a:avLst/>
              <a:gdLst/>
              <a:ahLst/>
              <a:cxnLst/>
              <a:rect l="l" t="t" r="r" b="b"/>
              <a:pathLst>
                <a:path w="20216" h="20215" extrusionOk="0">
                  <a:moveTo>
                    <a:pt x="19281" y="934"/>
                  </a:moveTo>
                  <a:lnTo>
                    <a:pt x="19281" y="19281"/>
                  </a:lnTo>
                  <a:lnTo>
                    <a:pt x="935" y="19281"/>
                  </a:lnTo>
                  <a:lnTo>
                    <a:pt x="935" y="934"/>
                  </a:lnTo>
                  <a:close/>
                  <a:moveTo>
                    <a:pt x="1" y="0"/>
                  </a:moveTo>
                  <a:lnTo>
                    <a:pt x="1" y="20215"/>
                  </a:lnTo>
                  <a:lnTo>
                    <a:pt x="20215" y="20215"/>
                  </a:lnTo>
                  <a:lnTo>
                    <a:pt x="2021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1317;p39">
              <a:extLst>
                <a:ext uri="{FF2B5EF4-FFF2-40B4-BE49-F238E27FC236}">
                  <a16:creationId xmlns:a16="http://schemas.microsoft.com/office/drawing/2014/main" id="{2C06DFA8-245D-94CE-B238-A1B13FC2810B}"/>
                </a:ext>
              </a:extLst>
            </p:cNvPr>
            <p:cNvSpPr/>
            <p:nvPr/>
          </p:nvSpPr>
          <p:spPr>
            <a:xfrm>
              <a:off x="4919452" y="1943219"/>
              <a:ext cx="426507" cy="427203"/>
            </a:xfrm>
            <a:custGeom>
              <a:avLst/>
              <a:gdLst/>
              <a:ahLst/>
              <a:cxnLst/>
              <a:rect l="l" t="t" r="r" b="b"/>
              <a:pathLst>
                <a:path w="20216" h="20249" extrusionOk="0">
                  <a:moveTo>
                    <a:pt x="19281" y="968"/>
                  </a:moveTo>
                  <a:lnTo>
                    <a:pt x="19281" y="19281"/>
                  </a:lnTo>
                  <a:lnTo>
                    <a:pt x="935" y="19281"/>
                  </a:lnTo>
                  <a:lnTo>
                    <a:pt x="935" y="968"/>
                  </a:lnTo>
                  <a:close/>
                  <a:moveTo>
                    <a:pt x="1" y="0"/>
                  </a:moveTo>
                  <a:lnTo>
                    <a:pt x="1" y="20248"/>
                  </a:lnTo>
                  <a:lnTo>
                    <a:pt x="20215" y="20248"/>
                  </a:lnTo>
                  <a:lnTo>
                    <a:pt x="20215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318;p39">
              <a:extLst>
                <a:ext uri="{FF2B5EF4-FFF2-40B4-BE49-F238E27FC236}">
                  <a16:creationId xmlns:a16="http://schemas.microsoft.com/office/drawing/2014/main" id="{A2605610-9961-CA60-6522-3F5727281FF7}"/>
                </a:ext>
              </a:extLst>
            </p:cNvPr>
            <p:cNvSpPr/>
            <p:nvPr/>
          </p:nvSpPr>
          <p:spPr>
            <a:xfrm>
              <a:off x="5055278" y="1506184"/>
              <a:ext cx="154856" cy="154835"/>
            </a:xfrm>
            <a:custGeom>
              <a:avLst/>
              <a:gdLst/>
              <a:ahLst/>
              <a:cxnLst/>
              <a:rect l="l" t="t" r="r" b="b"/>
              <a:pathLst>
                <a:path w="7340" h="7339" extrusionOk="0">
                  <a:moveTo>
                    <a:pt x="1" y="0"/>
                  </a:moveTo>
                  <a:lnTo>
                    <a:pt x="1" y="7339"/>
                  </a:lnTo>
                  <a:lnTo>
                    <a:pt x="7339" y="7339"/>
                  </a:lnTo>
                  <a:lnTo>
                    <a:pt x="733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319;p39">
              <a:extLst>
                <a:ext uri="{FF2B5EF4-FFF2-40B4-BE49-F238E27FC236}">
                  <a16:creationId xmlns:a16="http://schemas.microsoft.com/office/drawing/2014/main" id="{DDA44BC4-E6F4-58CB-15EA-C2AB89BB47E3}"/>
                </a:ext>
              </a:extLst>
            </p:cNvPr>
            <p:cNvSpPr/>
            <p:nvPr/>
          </p:nvSpPr>
          <p:spPr>
            <a:xfrm>
              <a:off x="5055278" y="2079741"/>
              <a:ext cx="154856" cy="154138"/>
            </a:xfrm>
            <a:custGeom>
              <a:avLst/>
              <a:gdLst/>
              <a:ahLst/>
              <a:cxnLst/>
              <a:rect l="l" t="t" r="r" b="b"/>
              <a:pathLst>
                <a:path w="7340" h="7306" extrusionOk="0">
                  <a:moveTo>
                    <a:pt x="1" y="1"/>
                  </a:moveTo>
                  <a:lnTo>
                    <a:pt x="1" y="7306"/>
                  </a:lnTo>
                  <a:lnTo>
                    <a:pt x="7339" y="7306"/>
                  </a:lnTo>
                  <a:lnTo>
                    <a:pt x="7339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320;p39">
              <a:extLst>
                <a:ext uri="{FF2B5EF4-FFF2-40B4-BE49-F238E27FC236}">
                  <a16:creationId xmlns:a16="http://schemas.microsoft.com/office/drawing/2014/main" id="{F0993AD6-731D-8A3E-C2F0-4F112299F964}"/>
                </a:ext>
              </a:extLst>
            </p:cNvPr>
            <p:cNvSpPr/>
            <p:nvPr/>
          </p:nvSpPr>
          <p:spPr>
            <a:xfrm>
              <a:off x="4785736" y="4176221"/>
              <a:ext cx="3173950" cy="427203"/>
            </a:xfrm>
            <a:custGeom>
              <a:avLst/>
              <a:gdLst/>
              <a:ahLst/>
              <a:cxnLst/>
              <a:rect l="l" t="t" r="r" b="b"/>
              <a:pathLst>
                <a:path w="150442" h="20249" extrusionOk="0">
                  <a:moveTo>
                    <a:pt x="75221" y="1"/>
                  </a:moveTo>
                  <a:cubicBezTo>
                    <a:pt x="33691" y="1"/>
                    <a:pt x="1" y="4537"/>
                    <a:pt x="1" y="10141"/>
                  </a:cubicBezTo>
                  <a:cubicBezTo>
                    <a:pt x="1" y="15712"/>
                    <a:pt x="33691" y="20248"/>
                    <a:pt x="75221" y="20248"/>
                  </a:cubicBezTo>
                  <a:cubicBezTo>
                    <a:pt x="116751" y="20248"/>
                    <a:pt x="150441" y="15712"/>
                    <a:pt x="150441" y="10141"/>
                  </a:cubicBezTo>
                  <a:cubicBezTo>
                    <a:pt x="150441" y="4537"/>
                    <a:pt x="116751" y="1"/>
                    <a:pt x="7522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1321;p39">
              <a:extLst>
                <a:ext uri="{FF2B5EF4-FFF2-40B4-BE49-F238E27FC236}">
                  <a16:creationId xmlns:a16="http://schemas.microsoft.com/office/drawing/2014/main" id="{826EC6B4-71B5-80F6-E2B1-58D053072E9E}"/>
                </a:ext>
              </a:extLst>
            </p:cNvPr>
            <p:cNvSpPr/>
            <p:nvPr/>
          </p:nvSpPr>
          <p:spPr>
            <a:xfrm>
              <a:off x="2473909" y="3924650"/>
              <a:ext cx="3810841" cy="9156"/>
            </a:xfrm>
            <a:custGeom>
              <a:avLst/>
              <a:gdLst/>
              <a:ahLst/>
              <a:cxnLst/>
              <a:rect l="l" t="t" r="r" b="b"/>
              <a:pathLst>
                <a:path w="180630" h="434" extrusionOk="0">
                  <a:moveTo>
                    <a:pt x="90298" y="0"/>
                  </a:moveTo>
                  <a:lnTo>
                    <a:pt x="45133" y="100"/>
                  </a:lnTo>
                  <a:lnTo>
                    <a:pt x="22550" y="134"/>
                  </a:lnTo>
                  <a:lnTo>
                    <a:pt x="0" y="234"/>
                  </a:lnTo>
                  <a:lnTo>
                    <a:pt x="22550" y="334"/>
                  </a:lnTo>
                  <a:lnTo>
                    <a:pt x="45133" y="367"/>
                  </a:lnTo>
                  <a:lnTo>
                    <a:pt x="90298" y="434"/>
                  </a:lnTo>
                  <a:lnTo>
                    <a:pt x="135464" y="367"/>
                  </a:lnTo>
                  <a:lnTo>
                    <a:pt x="158046" y="334"/>
                  </a:lnTo>
                  <a:lnTo>
                    <a:pt x="180629" y="234"/>
                  </a:lnTo>
                  <a:lnTo>
                    <a:pt x="158046" y="134"/>
                  </a:lnTo>
                  <a:lnTo>
                    <a:pt x="135464" y="100"/>
                  </a:lnTo>
                  <a:lnTo>
                    <a:pt x="9029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1322;p39">
              <a:extLst>
                <a:ext uri="{FF2B5EF4-FFF2-40B4-BE49-F238E27FC236}">
                  <a16:creationId xmlns:a16="http://schemas.microsoft.com/office/drawing/2014/main" id="{6D194F58-B547-564E-FDB2-0E30B4EBBCDF}"/>
                </a:ext>
              </a:extLst>
            </p:cNvPr>
            <p:cNvSpPr/>
            <p:nvPr/>
          </p:nvSpPr>
          <p:spPr>
            <a:xfrm>
              <a:off x="5253742" y="2959443"/>
              <a:ext cx="41541" cy="21836"/>
            </a:xfrm>
            <a:custGeom>
              <a:avLst/>
              <a:gdLst/>
              <a:ahLst/>
              <a:cxnLst/>
              <a:rect l="l" t="t" r="r" b="b"/>
              <a:pathLst>
                <a:path w="1969" h="1035" extrusionOk="0">
                  <a:moveTo>
                    <a:pt x="0" y="0"/>
                  </a:moveTo>
                  <a:cubicBezTo>
                    <a:pt x="0" y="0"/>
                    <a:pt x="0" y="33"/>
                    <a:pt x="0" y="33"/>
                  </a:cubicBezTo>
                  <a:cubicBezTo>
                    <a:pt x="601" y="400"/>
                    <a:pt x="1268" y="734"/>
                    <a:pt x="1902" y="1034"/>
                  </a:cubicBezTo>
                  <a:cubicBezTo>
                    <a:pt x="1935" y="1034"/>
                    <a:pt x="1968" y="967"/>
                    <a:pt x="1935" y="967"/>
                  </a:cubicBezTo>
                  <a:cubicBezTo>
                    <a:pt x="1268" y="701"/>
                    <a:pt x="634" y="334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4" name="Google Shape;1323;p39">
              <a:extLst>
                <a:ext uri="{FF2B5EF4-FFF2-40B4-BE49-F238E27FC236}">
                  <a16:creationId xmlns:a16="http://schemas.microsoft.com/office/drawing/2014/main" id="{73FEDBC1-8C68-C47A-45EC-DB6944B09EBD}"/>
                </a:ext>
              </a:extLst>
            </p:cNvPr>
            <p:cNvGrpSpPr/>
            <p:nvPr/>
          </p:nvGrpSpPr>
          <p:grpSpPr>
            <a:xfrm>
              <a:off x="4449357" y="2021322"/>
              <a:ext cx="993713" cy="2031056"/>
              <a:chOff x="4449357" y="2021322"/>
              <a:chExt cx="993713" cy="2031056"/>
            </a:xfrm>
          </p:grpSpPr>
          <p:sp>
            <p:nvSpPr>
              <p:cNvPr id="711" name="Google Shape;1324;p39">
                <a:extLst>
                  <a:ext uri="{FF2B5EF4-FFF2-40B4-BE49-F238E27FC236}">
                    <a16:creationId xmlns:a16="http://schemas.microsoft.com/office/drawing/2014/main" id="{D48EACC7-CE88-7768-4451-C2E4F37FE293}"/>
                  </a:ext>
                </a:extLst>
              </p:cNvPr>
              <p:cNvSpPr/>
              <p:nvPr/>
            </p:nvSpPr>
            <p:spPr>
              <a:xfrm>
                <a:off x="4578833" y="3446437"/>
                <a:ext cx="232959" cy="98546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4671" extrusionOk="0">
                    <a:moveTo>
                      <a:pt x="1" y="0"/>
                    </a:moveTo>
                    <a:lnTo>
                      <a:pt x="1" y="4670"/>
                    </a:lnTo>
                    <a:lnTo>
                      <a:pt x="11042" y="4670"/>
                    </a:lnTo>
                    <a:lnTo>
                      <a:pt x="11042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1325;p39">
                <a:extLst>
                  <a:ext uri="{FF2B5EF4-FFF2-40B4-BE49-F238E27FC236}">
                    <a16:creationId xmlns:a16="http://schemas.microsoft.com/office/drawing/2014/main" id="{2795B563-5005-D187-11FE-F6C0EAACB9F7}"/>
                  </a:ext>
                </a:extLst>
              </p:cNvPr>
              <p:cNvSpPr/>
              <p:nvPr/>
            </p:nvSpPr>
            <p:spPr>
              <a:xfrm>
                <a:off x="4449357" y="3570300"/>
                <a:ext cx="232959" cy="98546"/>
              </a:xfrm>
              <a:custGeom>
                <a:avLst/>
                <a:gdLst/>
                <a:ahLst/>
                <a:cxnLst/>
                <a:rect l="l" t="t" r="r" b="b"/>
                <a:pathLst>
                  <a:path w="11042" h="4671" extrusionOk="0">
                    <a:moveTo>
                      <a:pt x="0" y="0"/>
                    </a:moveTo>
                    <a:lnTo>
                      <a:pt x="0" y="4670"/>
                    </a:lnTo>
                    <a:lnTo>
                      <a:pt x="11041" y="4670"/>
                    </a:lnTo>
                    <a:lnTo>
                      <a:pt x="11041" y="0"/>
                    </a:lnTo>
                    <a:close/>
                  </a:path>
                </a:pathLst>
              </a:custGeom>
              <a:solidFill>
                <a:srgbClr val="EBEBE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1326;p39">
                <a:extLst>
                  <a:ext uri="{FF2B5EF4-FFF2-40B4-BE49-F238E27FC236}">
                    <a16:creationId xmlns:a16="http://schemas.microsoft.com/office/drawing/2014/main" id="{976582FE-92C7-FB33-F902-91A39B84E762}"/>
                  </a:ext>
                </a:extLst>
              </p:cNvPr>
              <p:cNvSpPr/>
              <p:nvPr/>
            </p:nvSpPr>
            <p:spPr>
              <a:xfrm>
                <a:off x="4856813" y="2189532"/>
                <a:ext cx="297011" cy="296293"/>
              </a:xfrm>
              <a:custGeom>
                <a:avLst/>
                <a:gdLst/>
                <a:ahLst/>
                <a:cxnLst/>
                <a:rect l="l" t="t" r="r" b="b"/>
                <a:pathLst>
                  <a:path w="14078" h="14044" extrusionOk="0">
                    <a:moveTo>
                      <a:pt x="11642" y="0"/>
                    </a:moveTo>
                    <a:cubicBezTo>
                      <a:pt x="11642" y="0"/>
                      <a:pt x="1" y="2636"/>
                      <a:pt x="3637" y="14044"/>
                    </a:cubicBezTo>
                    <a:cubicBezTo>
                      <a:pt x="3637" y="14044"/>
                      <a:pt x="14078" y="12576"/>
                      <a:pt x="11642" y="0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1327;p39">
                <a:extLst>
                  <a:ext uri="{FF2B5EF4-FFF2-40B4-BE49-F238E27FC236}">
                    <a16:creationId xmlns:a16="http://schemas.microsoft.com/office/drawing/2014/main" id="{C3E61F59-6723-EC78-F1FC-A4909B5BDE86}"/>
                  </a:ext>
                </a:extLst>
              </p:cNvPr>
              <p:cNvSpPr/>
              <p:nvPr/>
            </p:nvSpPr>
            <p:spPr>
              <a:xfrm>
                <a:off x="4856813" y="2189532"/>
                <a:ext cx="297011" cy="296293"/>
              </a:xfrm>
              <a:custGeom>
                <a:avLst/>
                <a:gdLst/>
                <a:ahLst/>
                <a:cxnLst/>
                <a:rect l="l" t="t" r="r" b="b"/>
                <a:pathLst>
                  <a:path w="14078" h="14044" extrusionOk="0">
                    <a:moveTo>
                      <a:pt x="11642" y="0"/>
                    </a:moveTo>
                    <a:cubicBezTo>
                      <a:pt x="11642" y="0"/>
                      <a:pt x="1" y="2636"/>
                      <a:pt x="3637" y="14044"/>
                    </a:cubicBezTo>
                    <a:cubicBezTo>
                      <a:pt x="3637" y="14044"/>
                      <a:pt x="14078" y="12576"/>
                      <a:pt x="1164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1328;p39">
                <a:extLst>
                  <a:ext uri="{FF2B5EF4-FFF2-40B4-BE49-F238E27FC236}">
                    <a16:creationId xmlns:a16="http://schemas.microsoft.com/office/drawing/2014/main" id="{840E95EC-F06B-85D5-513E-733C89266ADF}"/>
                  </a:ext>
                </a:extLst>
              </p:cNvPr>
              <p:cNvSpPr/>
              <p:nvPr/>
            </p:nvSpPr>
            <p:spPr>
              <a:xfrm>
                <a:off x="4931414" y="2244829"/>
                <a:ext cx="131627" cy="343045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16260" extrusionOk="0">
                    <a:moveTo>
                      <a:pt x="6106" y="1"/>
                    </a:moveTo>
                    <a:cubicBezTo>
                      <a:pt x="6094" y="1"/>
                      <a:pt x="6081" y="5"/>
                      <a:pt x="6072" y="14"/>
                    </a:cubicBezTo>
                    <a:cubicBezTo>
                      <a:pt x="5671" y="481"/>
                      <a:pt x="5238" y="948"/>
                      <a:pt x="4837" y="1415"/>
                    </a:cubicBezTo>
                    <a:cubicBezTo>
                      <a:pt x="4437" y="1882"/>
                      <a:pt x="4037" y="2349"/>
                      <a:pt x="3703" y="2850"/>
                    </a:cubicBezTo>
                    <a:cubicBezTo>
                      <a:pt x="2903" y="3984"/>
                      <a:pt x="2202" y="5185"/>
                      <a:pt x="1602" y="6419"/>
                    </a:cubicBezTo>
                    <a:lnTo>
                      <a:pt x="1602" y="6186"/>
                    </a:lnTo>
                    <a:cubicBezTo>
                      <a:pt x="1635" y="5785"/>
                      <a:pt x="1669" y="5418"/>
                      <a:pt x="1669" y="5051"/>
                    </a:cubicBezTo>
                    <a:lnTo>
                      <a:pt x="1669" y="2783"/>
                    </a:lnTo>
                    <a:cubicBezTo>
                      <a:pt x="1669" y="2766"/>
                      <a:pt x="1652" y="2758"/>
                      <a:pt x="1635" y="2758"/>
                    </a:cubicBezTo>
                    <a:cubicBezTo>
                      <a:pt x="1618" y="2758"/>
                      <a:pt x="1602" y="2766"/>
                      <a:pt x="1602" y="2783"/>
                    </a:cubicBezTo>
                    <a:cubicBezTo>
                      <a:pt x="1602" y="3550"/>
                      <a:pt x="1535" y="4284"/>
                      <a:pt x="1502" y="5051"/>
                    </a:cubicBezTo>
                    <a:cubicBezTo>
                      <a:pt x="1468" y="5418"/>
                      <a:pt x="1468" y="5785"/>
                      <a:pt x="1435" y="6186"/>
                    </a:cubicBezTo>
                    <a:cubicBezTo>
                      <a:pt x="1402" y="6352"/>
                      <a:pt x="1368" y="6519"/>
                      <a:pt x="1368" y="6686"/>
                    </a:cubicBezTo>
                    <a:cubicBezTo>
                      <a:pt x="1368" y="6753"/>
                      <a:pt x="1368" y="6853"/>
                      <a:pt x="1368" y="6919"/>
                    </a:cubicBezTo>
                    <a:cubicBezTo>
                      <a:pt x="1068" y="7553"/>
                      <a:pt x="835" y="8154"/>
                      <a:pt x="634" y="8821"/>
                    </a:cubicBezTo>
                    <a:cubicBezTo>
                      <a:pt x="234" y="9955"/>
                      <a:pt x="34" y="11156"/>
                      <a:pt x="1" y="12357"/>
                    </a:cubicBezTo>
                    <a:cubicBezTo>
                      <a:pt x="34" y="13658"/>
                      <a:pt x="67" y="14958"/>
                      <a:pt x="167" y="16259"/>
                    </a:cubicBezTo>
                    <a:lnTo>
                      <a:pt x="234" y="16259"/>
                    </a:lnTo>
                    <a:cubicBezTo>
                      <a:pt x="268" y="14825"/>
                      <a:pt x="234" y="13391"/>
                      <a:pt x="368" y="11956"/>
                    </a:cubicBezTo>
                    <a:cubicBezTo>
                      <a:pt x="434" y="10956"/>
                      <a:pt x="634" y="9955"/>
                      <a:pt x="968" y="9021"/>
                    </a:cubicBezTo>
                    <a:cubicBezTo>
                      <a:pt x="1302" y="8921"/>
                      <a:pt x="1635" y="8787"/>
                      <a:pt x="1935" y="8621"/>
                    </a:cubicBezTo>
                    <a:cubicBezTo>
                      <a:pt x="2302" y="8454"/>
                      <a:pt x="2669" y="8254"/>
                      <a:pt x="3036" y="8054"/>
                    </a:cubicBezTo>
                    <a:cubicBezTo>
                      <a:pt x="3770" y="7653"/>
                      <a:pt x="4471" y="7253"/>
                      <a:pt x="5171" y="6853"/>
                    </a:cubicBezTo>
                    <a:cubicBezTo>
                      <a:pt x="5204" y="6853"/>
                      <a:pt x="5171" y="6786"/>
                      <a:pt x="5138" y="6786"/>
                    </a:cubicBezTo>
                    <a:cubicBezTo>
                      <a:pt x="4437" y="7186"/>
                      <a:pt x="3703" y="7553"/>
                      <a:pt x="2969" y="7887"/>
                    </a:cubicBezTo>
                    <a:lnTo>
                      <a:pt x="1902" y="8354"/>
                    </a:lnTo>
                    <a:cubicBezTo>
                      <a:pt x="1602" y="8487"/>
                      <a:pt x="1335" y="8621"/>
                      <a:pt x="1068" y="8787"/>
                    </a:cubicBezTo>
                    <a:lnTo>
                      <a:pt x="1135" y="8554"/>
                    </a:lnTo>
                    <a:cubicBezTo>
                      <a:pt x="1502" y="7553"/>
                      <a:pt x="1935" y="6552"/>
                      <a:pt x="2436" y="5552"/>
                    </a:cubicBezTo>
                    <a:cubicBezTo>
                      <a:pt x="2603" y="5185"/>
                      <a:pt x="2836" y="4785"/>
                      <a:pt x="3036" y="4418"/>
                    </a:cubicBezTo>
                    <a:cubicBezTo>
                      <a:pt x="3136" y="4418"/>
                      <a:pt x="3203" y="4384"/>
                      <a:pt x="3303" y="4318"/>
                    </a:cubicBezTo>
                    <a:lnTo>
                      <a:pt x="3737" y="4151"/>
                    </a:lnTo>
                    <a:lnTo>
                      <a:pt x="4537" y="3817"/>
                    </a:lnTo>
                    <a:cubicBezTo>
                      <a:pt x="5104" y="3584"/>
                      <a:pt x="5638" y="3350"/>
                      <a:pt x="6205" y="3117"/>
                    </a:cubicBezTo>
                    <a:cubicBezTo>
                      <a:pt x="6238" y="3117"/>
                      <a:pt x="6238" y="3050"/>
                      <a:pt x="6205" y="3050"/>
                    </a:cubicBezTo>
                    <a:cubicBezTo>
                      <a:pt x="5638" y="3250"/>
                      <a:pt x="5071" y="3484"/>
                      <a:pt x="4537" y="3684"/>
                    </a:cubicBezTo>
                    <a:cubicBezTo>
                      <a:pt x="4270" y="3784"/>
                      <a:pt x="3970" y="3884"/>
                      <a:pt x="3703" y="4017"/>
                    </a:cubicBezTo>
                    <a:cubicBezTo>
                      <a:pt x="3570" y="4051"/>
                      <a:pt x="3436" y="4117"/>
                      <a:pt x="3336" y="4151"/>
                    </a:cubicBezTo>
                    <a:lnTo>
                      <a:pt x="3236" y="4184"/>
                    </a:lnTo>
                    <a:cubicBezTo>
                      <a:pt x="3503" y="3684"/>
                      <a:pt x="3803" y="3217"/>
                      <a:pt x="4137" y="2716"/>
                    </a:cubicBezTo>
                    <a:cubicBezTo>
                      <a:pt x="4704" y="1782"/>
                      <a:pt x="5371" y="882"/>
                      <a:pt x="6138" y="48"/>
                    </a:cubicBezTo>
                    <a:cubicBezTo>
                      <a:pt x="6162" y="24"/>
                      <a:pt x="6136" y="1"/>
                      <a:pt x="6106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1329;p39">
                <a:extLst>
                  <a:ext uri="{FF2B5EF4-FFF2-40B4-BE49-F238E27FC236}">
                    <a16:creationId xmlns:a16="http://schemas.microsoft.com/office/drawing/2014/main" id="{049E8A68-6230-6E07-19A5-735A50BB052D}"/>
                  </a:ext>
                </a:extLst>
              </p:cNvPr>
              <p:cNvSpPr/>
              <p:nvPr/>
            </p:nvSpPr>
            <p:spPr>
              <a:xfrm>
                <a:off x="4977512" y="2274154"/>
                <a:ext cx="3903" cy="47005"/>
              </a:xfrm>
              <a:custGeom>
                <a:avLst/>
                <a:gdLst/>
                <a:ahLst/>
                <a:cxnLst/>
                <a:rect l="l" t="t" r="r" b="b"/>
                <a:pathLst>
                  <a:path w="185" h="2228" extrusionOk="0">
                    <a:moveTo>
                      <a:pt x="21" y="0"/>
                    </a:moveTo>
                    <a:cubicBezTo>
                      <a:pt x="9" y="0"/>
                      <a:pt x="1" y="9"/>
                      <a:pt x="17" y="25"/>
                    </a:cubicBezTo>
                    <a:cubicBezTo>
                      <a:pt x="84" y="759"/>
                      <a:pt x="84" y="1493"/>
                      <a:pt x="151" y="2227"/>
                    </a:cubicBezTo>
                    <a:cubicBezTo>
                      <a:pt x="184" y="1493"/>
                      <a:pt x="151" y="759"/>
                      <a:pt x="51" y="25"/>
                    </a:cubicBezTo>
                    <a:cubicBezTo>
                      <a:pt x="51" y="9"/>
                      <a:pt x="34" y="0"/>
                      <a:pt x="2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1330;p39">
                <a:extLst>
                  <a:ext uri="{FF2B5EF4-FFF2-40B4-BE49-F238E27FC236}">
                    <a16:creationId xmlns:a16="http://schemas.microsoft.com/office/drawing/2014/main" id="{B14B81E8-AF91-9F50-480B-3BB724612DEF}"/>
                  </a:ext>
                </a:extLst>
              </p:cNvPr>
              <p:cNvSpPr/>
              <p:nvPr/>
            </p:nvSpPr>
            <p:spPr>
              <a:xfrm>
                <a:off x="5041206" y="2273796"/>
                <a:ext cx="30148" cy="14979"/>
              </a:xfrm>
              <a:custGeom>
                <a:avLst/>
                <a:gdLst/>
                <a:ahLst/>
                <a:cxnLst/>
                <a:rect l="l" t="t" r="r" b="b"/>
                <a:pathLst>
                  <a:path w="1429" h="710" extrusionOk="0">
                    <a:moveTo>
                      <a:pt x="1387" y="0"/>
                    </a:moveTo>
                    <a:cubicBezTo>
                      <a:pt x="1381" y="0"/>
                      <a:pt x="1374" y="3"/>
                      <a:pt x="1368" y="9"/>
                    </a:cubicBezTo>
                    <a:cubicBezTo>
                      <a:pt x="934" y="276"/>
                      <a:pt x="501" y="476"/>
                      <a:pt x="34" y="676"/>
                    </a:cubicBezTo>
                    <a:cubicBezTo>
                      <a:pt x="0" y="710"/>
                      <a:pt x="0" y="710"/>
                      <a:pt x="34" y="710"/>
                    </a:cubicBezTo>
                    <a:cubicBezTo>
                      <a:pt x="534" y="543"/>
                      <a:pt x="968" y="343"/>
                      <a:pt x="1401" y="76"/>
                    </a:cubicBezTo>
                    <a:cubicBezTo>
                      <a:pt x="1428" y="49"/>
                      <a:pt x="1412" y="0"/>
                      <a:pt x="138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1331;p39">
                <a:extLst>
                  <a:ext uri="{FF2B5EF4-FFF2-40B4-BE49-F238E27FC236}">
                    <a16:creationId xmlns:a16="http://schemas.microsoft.com/office/drawing/2014/main" id="{80F6B04E-D9F0-F18A-D932-F0BD5D9C84D7}"/>
                  </a:ext>
                </a:extLst>
              </p:cNvPr>
              <p:cNvSpPr/>
              <p:nvPr/>
            </p:nvSpPr>
            <p:spPr>
              <a:xfrm>
                <a:off x="4925085" y="2345759"/>
                <a:ext cx="21140" cy="933902"/>
              </a:xfrm>
              <a:custGeom>
                <a:avLst/>
                <a:gdLst/>
                <a:ahLst/>
                <a:cxnLst/>
                <a:rect l="l" t="t" r="r" b="b"/>
                <a:pathLst>
                  <a:path w="1002" h="44266" extrusionOk="0">
                    <a:moveTo>
                      <a:pt x="534" y="1"/>
                    </a:moveTo>
                    <a:cubicBezTo>
                      <a:pt x="501" y="1"/>
                      <a:pt x="501" y="34"/>
                      <a:pt x="501" y="34"/>
                    </a:cubicBezTo>
                    <a:lnTo>
                      <a:pt x="501" y="2536"/>
                    </a:lnTo>
                    <a:cubicBezTo>
                      <a:pt x="467" y="2536"/>
                      <a:pt x="467" y="2569"/>
                      <a:pt x="467" y="2569"/>
                    </a:cubicBezTo>
                    <a:cubicBezTo>
                      <a:pt x="367" y="5605"/>
                      <a:pt x="301" y="8640"/>
                      <a:pt x="234" y="11676"/>
                    </a:cubicBezTo>
                    <a:cubicBezTo>
                      <a:pt x="167" y="15512"/>
                      <a:pt x="134" y="19348"/>
                      <a:pt x="134" y="23150"/>
                    </a:cubicBezTo>
                    <a:cubicBezTo>
                      <a:pt x="101" y="24318"/>
                      <a:pt x="101" y="25452"/>
                      <a:pt x="101" y="26620"/>
                    </a:cubicBezTo>
                    <a:cubicBezTo>
                      <a:pt x="67" y="28855"/>
                      <a:pt x="67" y="31089"/>
                      <a:pt x="0" y="33324"/>
                    </a:cubicBezTo>
                    <a:cubicBezTo>
                      <a:pt x="0" y="36860"/>
                      <a:pt x="34" y="40429"/>
                      <a:pt x="34" y="43999"/>
                    </a:cubicBezTo>
                    <a:cubicBezTo>
                      <a:pt x="34" y="44199"/>
                      <a:pt x="301" y="44266"/>
                      <a:pt x="534" y="44266"/>
                    </a:cubicBezTo>
                    <a:cubicBezTo>
                      <a:pt x="734" y="44266"/>
                      <a:pt x="934" y="44165"/>
                      <a:pt x="934" y="43999"/>
                    </a:cubicBezTo>
                    <a:cubicBezTo>
                      <a:pt x="934" y="40763"/>
                      <a:pt x="968" y="37561"/>
                      <a:pt x="968" y="34325"/>
                    </a:cubicBezTo>
                    <a:lnTo>
                      <a:pt x="968" y="32657"/>
                    </a:lnTo>
                    <a:cubicBezTo>
                      <a:pt x="1001" y="29121"/>
                      <a:pt x="968" y="25619"/>
                      <a:pt x="934" y="22083"/>
                    </a:cubicBezTo>
                    <a:lnTo>
                      <a:pt x="934" y="18814"/>
                    </a:lnTo>
                    <a:cubicBezTo>
                      <a:pt x="901" y="13410"/>
                      <a:pt x="768" y="8006"/>
                      <a:pt x="601" y="2602"/>
                    </a:cubicBezTo>
                    <a:cubicBezTo>
                      <a:pt x="601" y="2569"/>
                      <a:pt x="601" y="2569"/>
                      <a:pt x="601" y="2536"/>
                    </a:cubicBezTo>
                    <a:lnTo>
                      <a:pt x="601" y="34"/>
                    </a:lnTo>
                    <a:cubicBezTo>
                      <a:pt x="601" y="1"/>
                      <a:pt x="568" y="1"/>
                      <a:pt x="5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1332;p39">
                <a:extLst>
                  <a:ext uri="{FF2B5EF4-FFF2-40B4-BE49-F238E27FC236}">
                    <a16:creationId xmlns:a16="http://schemas.microsoft.com/office/drawing/2014/main" id="{DC6C5AFE-21D2-ED41-60BE-2DF99C7CFBD2}"/>
                  </a:ext>
                </a:extLst>
              </p:cNvPr>
              <p:cNvSpPr/>
              <p:nvPr/>
            </p:nvSpPr>
            <p:spPr>
              <a:xfrm>
                <a:off x="5010952" y="2789925"/>
                <a:ext cx="330070" cy="277854"/>
              </a:xfrm>
              <a:custGeom>
                <a:avLst/>
                <a:gdLst/>
                <a:ahLst/>
                <a:cxnLst/>
                <a:rect l="l" t="t" r="r" b="b"/>
                <a:pathLst>
                  <a:path w="15645" h="13170" extrusionOk="0">
                    <a:moveTo>
                      <a:pt x="6590" y="1"/>
                    </a:moveTo>
                    <a:cubicBezTo>
                      <a:pt x="3175" y="1"/>
                      <a:pt x="367" y="2097"/>
                      <a:pt x="367" y="2097"/>
                    </a:cubicBezTo>
                    <a:cubicBezTo>
                      <a:pt x="367" y="2097"/>
                      <a:pt x="0" y="5833"/>
                      <a:pt x="4270" y="9870"/>
                    </a:cubicBezTo>
                    <a:cubicBezTo>
                      <a:pt x="7255" y="12718"/>
                      <a:pt x="11469" y="13169"/>
                      <a:pt x="13840" y="13169"/>
                    </a:cubicBezTo>
                    <a:cubicBezTo>
                      <a:pt x="14941" y="13169"/>
                      <a:pt x="15645" y="13072"/>
                      <a:pt x="15645" y="13072"/>
                    </a:cubicBezTo>
                    <a:cubicBezTo>
                      <a:pt x="15645" y="13072"/>
                      <a:pt x="14911" y="3398"/>
                      <a:pt x="10141" y="863"/>
                    </a:cubicBezTo>
                    <a:cubicBezTo>
                      <a:pt x="8944" y="236"/>
                      <a:pt x="7733" y="1"/>
                      <a:pt x="6590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1333;p39">
                <a:extLst>
                  <a:ext uri="{FF2B5EF4-FFF2-40B4-BE49-F238E27FC236}">
                    <a16:creationId xmlns:a16="http://schemas.microsoft.com/office/drawing/2014/main" id="{B9E891D2-5547-6382-482D-6AB701154604}"/>
                  </a:ext>
                </a:extLst>
              </p:cNvPr>
              <p:cNvSpPr/>
              <p:nvPr/>
            </p:nvSpPr>
            <p:spPr>
              <a:xfrm>
                <a:off x="4939410" y="2820791"/>
                <a:ext cx="333340" cy="193148"/>
              </a:xfrm>
              <a:custGeom>
                <a:avLst/>
                <a:gdLst/>
                <a:ahLst/>
                <a:cxnLst/>
                <a:rect l="l" t="t" r="r" b="b"/>
                <a:pathLst>
                  <a:path w="15800" h="9155" extrusionOk="0">
                    <a:moveTo>
                      <a:pt x="11063" y="1"/>
                    </a:moveTo>
                    <a:cubicBezTo>
                      <a:pt x="10062" y="101"/>
                      <a:pt x="9095" y="167"/>
                      <a:pt x="8094" y="234"/>
                    </a:cubicBezTo>
                    <a:lnTo>
                      <a:pt x="6627" y="334"/>
                    </a:lnTo>
                    <a:lnTo>
                      <a:pt x="5926" y="401"/>
                    </a:lnTo>
                    <a:cubicBezTo>
                      <a:pt x="5726" y="401"/>
                      <a:pt x="5526" y="401"/>
                      <a:pt x="5326" y="434"/>
                    </a:cubicBezTo>
                    <a:cubicBezTo>
                      <a:pt x="5111" y="413"/>
                      <a:pt x="4897" y="402"/>
                      <a:pt x="4683" y="402"/>
                    </a:cubicBezTo>
                    <a:cubicBezTo>
                      <a:pt x="3899" y="402"/>
                      <a:pt x="3124" y="546"/>
                      <a:pt x="2390" y="835"/>
                    </a:cubicBezTo>
                    <a:cubicBezTo>
                      <a:pt x="1290" y="1302"/>
                      <a:pt x="289" y="2202"/>
                      <a:pt x="22" y="3403"/>
                    </a:cubicBezTo>
                    <a:cubicBezTo>
                      <a:pt x="0" y="3468"/>
                      <a:pt x="63" y="3519"/>
                      <a:pt x="119" y="3519"/>
                    </a:cubicBezTo>
                    <a:cubicBezTo>
                      <a:pt x="149" y="3519"/>
                      <a:pt x="177" y="3505"/>
                      <a:pt x="189" y="3470"/>
                    </a:cubicBezTo>
                    <a:cubicBezTo>
                      <a:pt x="756" y="2202"/>
                      <a:pt x="1857" y="1302"/>
                      <a:pt x="3224" y="1035"/>
                    </a:cubicBezTo>
                    <a:cubicBezTo>
                      <a:pt x="3551" y="972"/>
                      <a:pt x="3880" y="945"/>
                      <a:pt x="4209" y="945"/>
                    </a:cubicBezTo>
                    <a:cubicBezTo>
                      <a:pt x="5290" y="945"/>
                      <a:pt x="6371" y="1244"/>
                      <a:pt x="7394" y="1602"/>
                    </a:cubicBezTo>
                    <a:cubicBezTo>
                      <a:pt x="7494" y="1635"/>
                      <a:pt x="7561" y="1702"/>
                      <a:pt x="7661" y="1735"/>
                    </a:cubicBezTo>
                    <a:cubicBezTo>
                      <a:pt x="7694" y="1869"/>
                      <a:pt x="7694" y="1969"/>
                      <a:pt x="7727" y="2102"/>
                    </a:cubicBezTo>
                    <a:lnTo>
                      <a:pt x="7861" y="2803"/>
                    </a:lnTo>
                    <a:cubicBezTo>
                      <a:pt x="7961" y="3303"/>
                      <a:pt x="8094" y="3770"/>
                      <a:pt x="8194" y="4270"/>
                    </a:cubicBezTo>
                    <a:cubicBezTo>
                      <a:pt x="8395" y="5238"/>
                      <a:pt x="8695" y="6205"/>
                      <a:pt x="8928" y="7172"/>
                    </a:cubicBezTo>
                    <a:cubicBezTo>
                      <a:pt x="8928" y="7206"/>
                      <a:pt x="8945" y="7222"/>
                      <a:pt x="8962" y="7222"/>
                    </a:cubicBezTo>
                    <a:cubicBezTo>
                      <a:pt x="8978" y="7222"/>
                      <a:pt x="8995" y="7206"/>
                      <a:pt x="8995" y="7172"/>
                    </a:cubicBezTo>
                    <a:cubicBezTo>
                      <a:pt x="8795" y="6205"/>
                      <a:pt x="8695" y="5238"/>
                      <a:pt x="8495" y="4270"/>
                    </a:cubicBezTo>
                    <a:cubicBezTo>
                      <a:pt x="8395" y="3770"/>
                      <a:pt x="8328" y="3303"/>
                      <a:pt x="8228" y="2836"/>
                    </a:cubicBezTo>
                    <a:lnTo>
                      <a:pt x="8061" y="2169"/>
                    </a:lnTo>
                    <a:lnTo>
                      <a:pt x="8028" y="1902"/>
                    </a:lnTo>
                    <a:lnTo>
                      <a:pt x="8028" y="1902"/>
                    </a:lnTo>
                    <a:cubicBezTo>
                      <a:pt x="8962" y="2302"/>
                      <a:pt x="9862" y="2803"/>
                      <a:pt x="10663" y="3436"/>
                    </a:cubicBezTo>
                    <a:cubicBezTo>
                      <a:pt x="11297" y="3870"/>
                      <a:pt x="11897" y="4404"/>
                      <a:pt x="12464" y="4938"/>
                    </a:cubicBezTo>
                    <a:cubicBezTo>
                      <a:pt x="12464" y="4971"/>
                      <a:pt x="12498" y="5038"/>
                      <a:pt x="12498" y="5071"/>
                    </a:cubicBezTo>
                    <a:lnTo>
                      <a:pt x="12664" y="5505"/>
                    </a:lnTo>
                    <a:lnTo>
                      <a:pt x="12965" y="6339"/>
                    </a:lnTo>
                    <a:cubicBezTo>
                      <a:pt x="13131" y="6906"/>
                      <a:pt x="13365" y="7506"/>
                      <a:pt x="13565" y="8073"/>
                    </a:cubicBezTo>
                    <a:cubicBezTo>
                      <a:pt x="13565" y="8090"/>
                      <a:pt x="13582" y="8098"/>
                      <a:pt x="13598" y="8098"/>
                    </a:cubicBezTo>
                    <a:cubicBezTo>
                      <a:pt x="13615" y="8098"/>
                      <a:pt x="13632" y="8090"/>
                      <a:pt x="13632" y="8073"/>
                    </a:cubicBezTo>
                    <a:cubicBezTo>
                      <a:pt x="13465" y="7473"/>
                      <a:pt x="13265" y="6872"/>
                      <a:pt x="13065" y="6305"/>
                    </a:cubicBezTo>
                    <a:cubicBezTo>
                      <a:pt x="12965" y="6005"/>
                      <a:pt x="12898" y="5705"/>
                      <a:pt x="12798" y="5405"/>
                    </a:cubicBezTo>
                    <a:cubicBezTo>
                      <a:pt x="12764" y="5338"/>
                      <a:pt x="12764" y="5271"/>
                      <a:pt x="12731" y="5204"/>
                    </a:cubicBezTo>
                    <a:lnTo>
                      <a:pt x="12731" y="5204"/>
                    </a:lnTo>
                    <a:cubicBezTo>
                      <a:pt x="13899" y="6372"/>
                      <a:pt x="14899" y="7706"/>
                      <a:pt x="15733" y="9141"/>
                    </a:cubicBezTo>
                    <a:cubicBezTo>
                      <a:pt x="15743" y="9150"/>
                      <a:pt x="15753" y="9154"/>
                      <a:pt x="15762" y="9154"/>
                    </a:cubicBezTo>
                    <a:cubicBezTo>
                      <a:pt x="15783" y="9154"/>
                      <a:pt x="15800" y="9131"/>
                      <a:pt x="15800" y="9107"/>
                    </a:cubicBezTo>
                    <a:cubicBezTo>
                      <a:pt x="15133" y="7706"/>
                      <a:pt x="14299" y="6405"/>
                      <a:pt x="13298" y="5204"/>
                    </a:cubicBezTo>
                    <a:cubicBezTo>
                      <a:pt x="12297" y="4004"/>
                      <a:pt x="11097" y="2936"/>
                      <a:pt x="9762" y="2102"/>
                    </a:cubicBezTo>
                    <a:lnTo>
                      <a:pt x="9762" y="2102"/>
                    </a:lnTo>
                    <a:lnTo>
                      <a:pt x="10196" y="2202"/>
                    </a:lnTo>
                    <a:cubicBezTo>
                      <a:pt x="10796" y="2336"/>
                      <a:pt x="11397" y="2502"/>
                      <a:pt x="11964" y="2636"/>
                    </a:cubicBezTo>
                    <a:cubicBezTo>
                      <a:pt x="13198" y="2903"/>
                      <a:pt x="14399" y="3203"/>
                      <a:pt x="15600" y="3470"/>
                    </a:cubicBezTo>
                    <a:cubicBezTo>
                      <a:pt x="15633" y="3470"/>
                      <a:pt x="15633" y="3436"/>
                      <a:pt x="15600" y="3436"/>
                    </a:cubicBezTo>
                    <a:cubicBezTo>
                      <a:pt x="14399" y="3070"/>
                      <a:pt x="13198" y="2703"/>
                      <a:pt x="11964" y="2402"/>
                    </a:cubicBezTo>
                    <a:cubicBezTo>
                      <a:pt x="11363" y="2236"/>
                      <a:pt x="10730" y="2069"/>
                      <a:pt x="10129" y="1935"/>
                    </a:cubicBezTo>
                    <a:cubicBezTo>
                      <a:pt x="9729" y="1835"/>
                      <a:pt x="9362" y="1735"/>
                      <a:pt x="8962" y="1669"/>
                    </a:cubicBezTo>
                    <a:cubicBezTo>
                      <a:pt x="8228" y="1268"/>
                      <a:pt x="7461" y="968"/>
                      <a:pt x="6660" y="735"/>
                    </a:cubicBezTo>
                    <a:cubicBezTo>
                      <a:pt x="6527" y="701"/>
                      <a:pt x="6393" y="668"/>
                      <a:pt x="6226" y="634"/>
                    </a:cubicBezTo>
                    <a:lnTo>
                      <a:pt x="6627" y="568"/>
                    </a:lnTo>
                    <a:cubicBezTo>
                      <a:pt x="7127" y="534"/>
                      <a:pt x="7627" y="468"/>
                      <a:pt x="8128" y="434"/>
                    </a:cubicBezTo>
                    <a:cubicBezTo>
                      <a:pt x="9095" y="334"/>
                      <a:pt x="10096" y="201"/>
                      <a:pt x="11063" y="67"/>
                    </a:cubicBezTo>
                    <a:cubicBezTo>
                      <a:pt x="11097" y="67"/>
                      <a:pt x="11097" y="1"/>
                      <a:pt x="1106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1334;p39">
                <a:extLst>
                  <a:ext uri="{FF2B5EF4-FFF2-40B4-BE49-F238E27FC236}">
                    <a16:creationId xmlns:a16="http://schemas.microsoft.com/office/drawing/2014/main" id="{1C58C975-4EF4-F8FB-5C61-EDB69485291B}"/>
                  </a:ext>
                </a:extLst>
              </p:cNvPr>
              <p:cNvSpPr/>
              <p:nvPr/>
            </p:nvSpPr>
            <p:spPr>
              <a:xfrm>
                <a:off x="5150280" y="2925118"/>
                <a:ext cx="17616" cy="79896"/>
              </a:xfrm>
              <a:custGeom>
                <a:avLst/>
                <a:gdLst/>
                <a:ahLst/>
                <a:cxnLst/>
                <a:rect l="l" t="t" r="r" b="b"/>
                <a:pathLst>
                  <a:path w="835" h="3787" extrusionOk="0">
                    <a:moveTo>
                      <a:pt x="34" y="1"/>
                    </a:moveTo>
                    <a:cubicBezTo>
                      <a:pt x="17" y="1"/>
                      <a:pt x="1" y="9"/>
                      <a:pt x="1" y="26"/>
                    </a:cubicBezTo>
                    <a:cubicBezTo>
                      <a:pt x="134" y="660"/>
                      <a:pt x="268" y="1293"/>
                      <a:pt x="368" y="1894"/>
                    </a:cubicBezTo>
                    <a:cubicBezTo>
                      <a:pt x="468" y="2528"/>
                      <a:pt x="601" y="3161"/>
                      <a:pt x="801" y="3762"/>
                    </a:cubicBezTo>
                    <a:cubicBezTo>
                      <a:pt x="801" y="3779"/>
                      <a:pt x="810" y="3787"/>
                      <a:pt x="818" y="3787"/>
                    </a:cubicBezTo>
                    <a:cubicBezTo>
                      <a:pt x="826" y="3787"/>
                      <a:pt x="835" y="3779"/>
                      <a:pt x="835" y="3762"/>
                    </a:cubicBezTo>
                    <a:cubicBezTo>
                      <a:pt x="768" y="3161"/>
                      <a:pt x="635" y="2528"/>
                      <a:pt x="501" y="1927"/>
                    </a:cubicBezTo>
                    <a:cubicBezTo>
                      <a:pt x="368" y="1260"/>
                      <a:pt x="201" y="660"/>
                      <a:pt x="67" y="26"/>
                    </a:cubicBezTo>
                    <a:cubicBezTo>
                      <a:pt x="67" y="9"/>
                      <a:pt x="51" y="1"/>
                      <a:pt x="3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1335;p39">
                <a:extLst>
                  <a:ext uri="{FF2B5EF4-FFF2-40B4-BE49-F238E27FC236}">
                    <a16:creationId xmlns:a16="http://schemas.microsoft.com/office/drawing/2014/main" id="{CD3BBE17-E73D-8349-94F8-3184C2FC753A}"/>
                  </a:ext>
                </a:extLst>
              </p:cNvPr>
              <p:cNvSpPr/>
              <p:nvPr/>
            </p:nvSpPr>
            <p:spPr>
              <a:xfrm>
                <a:off x="4987723" y="2405571"/>
                <a:ext cx="256883" cy="284521"/>
              </a:xfrm>
              <a:custGeom>
                <a:avLst/>
                <a:gdLst/>
                <a:ahLst/>
                <a:cxnLst/>
                <a:rect l="l" t="t" r="r" b="b"/>
                <a:pathLst>
                  <a:path w="12176" h="13486" extrusionOk="0">
                    <a:moveTo>
                      <a:pt x="11542" y="1"/>
                    </a:moveTo>
                    <a:lnTo>
                      <a:pt x="11542" y="1"/>
                    </a:lnTo>
                    <a:cubicBezTo>
                      <a:pt x="11542" y="1"/>
                      <a:pt x="5104" y="802"/>
                      <a:pt x="2535" y="3704"/>
                    </a:cubicBezTo>
                    <a:cubicBezTo>
                      <a:pt x="0" y="6572"/>
                      <a:pt x="334" y="13477"/>
                      <a:pt x="334" y="13477"/>
                    </a:cubicBezTo>
                    <a:cubicBezTo>
                      <a:pt x="334" y="13477"/>
                      <a:pt x="479" y="13486"/>
                      <a:pt x="735" y="13486"/>
                    </a:cubicBezTo>
                    <a:cubicBezTo>
                      <a:pt x="2144" y="13486"/>
                      <a:pt x="6908" y="13223"/>
                      <a:pt x="9307" y="9808"/>
                    </a:cubicBezTo>
                    <a:cubicBezTo>
                      <a:pt x="12176" y="5772"/>
                      <a:pt x="11542" y="1"/>
                      <a:pt x="11542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1336;p39">
                <a:extLst>
                  <a:ext uri="{FF2B5EF4-FFF2-40B4-BE49-F238E27FC236}">
                    <a16:creationId xmlns:a16="http://schemas.microsoft.com/office/drawing/2014/main" id="{ADA652B8-195F-5C71-D89F-AFDFCFF2EE19}"/>
                  </a:ext>
                </a:extLst>
              </p:cNvPr>
              <p:cNvSpPr/>
              <p:nvPr/>
            </p:nvSpPr>
            <p:spPr>
              <a:xfrm>
                <a:off x="4933819" y="2453441"/>
                <a:ext cx="248866" cy="366653"/>
              </a:xfrm>
              <a:custGeom>
                <a:avLst/>
                <a:gdLst/>
                <a:ahLst/>
                <a:cxnLst/>
                <a:rect l="l" t="t" r="r" b="b"/>
                <a:pathLst>
                  <a:path w="11796" h="17379" extrusionOk="0">
                    <a:moveTo>
                      <a:pt x="11161" y="0"/>
                    </a:moveTo>
                    <a:cubicBezTo>
                      <a:pt x="10327" y="834"/>
                      <a:pt x="9527" y="1668"/>
                      <a:pt x="8760" y="2502"/>
                    </a:cubicBezTo>
                    <a:cubicBezTo>
                      <a:pt x="8760" y="2469"/>
                      <a:pt x="8793" y="2435"/>
                      <a:pt x="8793" y="2402"/>
                    </a:cubicBezTo>
                    <a:cubicBezTo>
                      <a:pt x="8860" y="2168"/>
                      <a:pt x="8960" y="1935"/>
                      <a:pt x="9027" y="1701"/>
                    </a:cubicBezTo>
                    <a:cubicBezTo>
                      <a:pt x="9193" y="1201"/>
                      <a:pt x="9327" y="701"/>
                      <a:pt x="9427" y="200"/>
                    </a:cubicBezTo>
                    <a:cubicBezTo>
                      <a:pt x="9427" y="161"/>
                      <a:pt x="9415" y="145"/>
                      <a:pt x="9399" y="145"/>
                    </a:cubicBezTo>
                    <a:cubicBezTo>
                      <a:pt x="9388" y="145"/>
                      <a:pt x="9374" y="153"/>
                      <a:pt x="9360" y="167"/>
                    </a:cubicBezTo>
                    <a:cubicBezTo>
                      <a:pt x="9260" y="667"/>
                      <a:pt x="9093" y="1134"/>
                      <a:pt x="8926" y="1635"/>
                    </a:cubicBezTo>
                    <a:cubicBezTo>
                      <a:pt x="8826" y="1868"/>
                      <a:pt x="8760" y="2102"/>
                      <a:pt x="8660" y="2369"/>
                    </a:cubicBezTo>
                    <a:cubicBezTo>
                      <a:pt x="8626" y="2469"/>
                      <a:pt x="8560" y="2602"/>
                      <a:pt x="8526" y="2702"/>
                    </a:cubicBezTo>
                    <a:cubicBezTo>
                      <a:pt x="8493" y="2735"/>
                      <a:pt x="8459" y="2802"/>
                      <a:pt x="8459" y="2836"/>
                    </a:cubicBezTo>
                    <a:cubicBezTo>
                      <a:pt x="8326" y="3002"/>
                      <a:pt x="8159" y="3169"/>
                      <a:pt x="8026" y="3336"/>
                    </a:cubicBezTo>
                    <a:cubicBezTo>
                      <a:pt x="6925" y="4603"/>
                      <a:pt x="5924" y="5904"/>
                      <a:pt x="4990" y="7272"/>
                    </a:cubicBezTo>
                    <a:cubicBezTo>
                      <a:pt x="5024" y="7139"/>
                      <a:pt x="5057" y="6972"/>
                      <a:pt x="5057" y="6838"/>
                    </a:cubicBezTo>
                    <a:cubicBezTo>
                      <a:pt x="5124" y="6405"/>
                      <a:pt x="5157" y="6004"/>
                      <a:pt x="5224" y="5571"/>
                    </a:cubicBezTo>
                    <a:cubicBezTo>
                      <a:pt x="5357" y="4737"/>
                      <a:pt x="5424" y="3903"/>
                      <a:pt x="5557" y="3069"/>
                    </a:cubicBezTo>
                    <a:cubicBezTo>
                      <a:pt x="5557" y="3052"/>
                      <a:pt x="5541" y="3044"/>
                      <a:pt x="5524" y="3044"/>
                    </a:cubicBezTo>
                    <a:cubicBezTo>
                      <a:pt x="5507" y="3044"/>
                      <a:pt x="5491" y="3052"/>
                      <a:pt x="5491" y="3069"/>
                    </a:cubicBezTo>
                    <a:cubicBezTo>
                      <a:pt x="5357" y="3936"/>
                      <a:pt x="5190" y="4770"/>
                      <a:pt x="5024" y="5604"/>
                    </a:cubicBezTo>
                    <a:cubicBezTo>
                      <a:pt x="4990" y="6004"/>
                      <a:pt x="4924" y="6371"/>
                      <a:pt x="4857" y="6772"/>
                    </a:cubicBezTo>
                    <a:cubicBezTo>
                      <a:pt x="4824" y="6972"/>
                      <a:pt x="4790" y="7139"/>
                      <a:pt x="4757" y="7339"/>
                    </a:cubicBezTo>
                    <a:cubicBezTo>
                      <a:pt x="4757" y="7439"/>
                      <a:pt x="4723" y="7572"/>
                      <a:pt x="4723" y="7672"/>
                    </a:cubicBezTo>
                    <a:cubicBezTo>
                      <a:pt x="4223" y="8373"/>
                      <a:pt x="3756" y="9107"/>
                      <a:pt x="3356" y="9841"/>
                    </a:cubicBezTo>
                    <a:cubicBezTo>
                      <a:pt x="2655" y="11008"/>
                      <a:pt x="2055" y="12209"/>
                      <a:pt x="1521" y="13443"/>
                    </a:cubicBezTo>
                    <a:cubicBezTo>
                      <a:pt x="1221" y="14044"/>
                      <a:pt x="987" y="14644"/>
                      <a:pt x="754" y="15278"/>
                    </a:cubicBezTo>
                    <a:cubicBezTo>
                      <a:pt x="487" y="15945"/>
                      <a:pt x="220" y="16579"/>
                      <a:pt x="20" y="17246"/>
                    </a:cubicBezTo>
                    <a:cubicBezTo>
                      <a:pt x="1" y="17323"/>
                      <a:pt x="60" y="17378"/>
                      <a:pt x="120" y="17378"/>
                    </a:cubicBezTo>
                    <a:cubicBezTo>
                      <a:pt x="163" y="17378"/>
                      <a:pt x="206" y="17349"/>
                      <a:pt x="220" y="17279"/>
                    </a:cubicBezTo>
                    <a:cubicBezTo>
                      <a:pt x="520" y="16579"/>
                      <a:pt x="821" y="15845"/>
                      <a:pt x="1121" y="15178"/>
                    </a:cubicBezTo>
                    <a:cubicBezTo>
                      <a:pt x="1454" y="14511"/>
                      <a:pt x="1788" y="13843"/>
                      <a:pt x="2122" y="13176"/>
                    </a:cubicBezTo>
                    <a:cubicBezTo>
                      <a:pt x="2889" y="11642"/>
                      <a:pt x="3723" y="10174"/>
                      <a:pt x="4623" y="8706"/>
                    </a:cubicBezTo>
                    <a:cubicBezTo>
                      <a:pt x="4723" y="8706"/>
                      <a:pt x="4790" y="8673"/>
                      <a:pt x="4890" y="8673"/>
                    </a:cubicBezTo>
                    <a:lnTo>
                      <a:pt x="5591" y="8506"/>
                    </a:lnTo>
                    <a:cubicBezTo>
                      <a:pt x="6024" y="8406"/>
                      <a:pt x="6491" y="8306"/>
                      <a:pt x="6925" y="8173"/>
                    </a:cubicBezTo>
                    <a:cubicBezTo>
                      <a:pt x="7859" y="7939"/>
                      <a:pt x="8793" y="7672"/>
                      <a:pt x="9727" y="7472"/>
                    </a:cubicBezTo>
                    <a:cubicBezTo>
                      <a:pt x="9794" y="7439"/>
                      <a:pt x="9760" y="7405"/>
                      <a:pt x="9727" y="7405"/>
                    </a:cubicBezTo>
                    <a:cubicBezTo>
                      <a:pt x="8793" y="7606"/>
                      <a:pt x="7859" y="7772"/>
                      <a:pt x="6925" y="7939"/>
                    </a:cubicBezTo>
                    <a:cubicBezTo>
                      <a:pt x="6458" y="8006"/>
                      <a:pt x="5991" y="8106"/>
                      <a:pt x="5524" y="8173"/>
                    </a:cubicBezTo>
                    <a:lnTo>
                      <a:pt x="4890" y="8306"/>
                    </a:lnTo>
                    <a:cubicBezTo>
                      <a:pt x="5324" y="7639"/>
                      <a:pt x="5724" y="6972"/>
                      <a:pt x="6191" y="6305"/>
                    </a:cubicBezTo>
                    <a:cubicBezTo>
                      <a:pt x="6291" y="6171"/>
                      <a:pt x="6391" y="6038"/>
                      <a:pt x="6491" y="5904"/>
                    </a:cubicBezTo>
                    <a:cubicBezTo>
                      <a:pt x="6825" y="5771"/>
                      <a:pt x="7192" y="5671"/>
                      <a:pt x="7559" y="5571"/>
                    </a:cubicBezTo>
                    <a:cubicBezTo>
                      <a:pt x="8026" y="5504"/>
                      <a:pt x="8459" y="5404"/>
                      <a:pt x="8893" y="5304"/>
                    </a:cubicBezTo>
                    <a:cubicBezTo>
                      <a:pt x="9860" y="5104"/>
                      <a:pt x="10794" y="4870"/>
                      <a:pt x="11728" y="4704"/>
                    </a:cubicBezTo>
                    <a:cubicBezTo>
                      <a:pt x="11795" y="4670"/>
                      <a:pt x="11762" y="4637"/>
                      <a:pt x="11728" y="4637"/>
                    </a:cubicBezTo>
                    <a:cubicBezTo>
                      <a:pt x="10728" y="4804"/>
                      <a:pt x="9760" y="4904"/>
                      <a:pt x="8760" y="5037"/>
                    </a:cubicBezTo>
                    <a:cubicBezTo>
                      <a:pt x="8259" y="5104"/>
                      <a:pt x="7792" y="5171"/>
                      <a:pt x="7325" y="5271"/>
                    </a:cubicBezTo>
                    <a:cubicBezTo>
                      <a:pt x="7159" y="5304"/>
                      <a:pt x="7025" y="5337"/>
                      <a:pt x="6858" y="5371"/>
                    </a:cubicBezTo>
                    <a:cubicBezTo>
                      <a:pt x="8193" y="3503"/>
                      <a:pt x="9627" y="1701"/>
                      <a:pt x="11228" y="67"/>
                    </a:cubicBezTo>
                    <a:cubicBezTo>
                      <a:pt x="11228" y="34"/>
                      <a:pt x="11195" y="0"/>
                      <a:pt x="11161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1337;p39">
                <a:extLst>
                  <a:ext uri="{FF2B5EF4-FFF2-40B4-BE49-F238E27FC236}">
                    <a16:creationId xmlns:a16="http://schemas.microsoft.com/office/drawing/2014/main" id="{3CBFE7A9-0155-113A-864E-5EE8FC89025F}"/>
                  </a:ext>
                </a:extLst>
              </p:cNvPr>
              <p:cNvSpPr/>
              <p:nvPr/>
            </p:nvSpPr>
            <p:spPr>
              <a:xfrm>
                <a:off x="5061607" y="2482682"/>
                <a:ext cx="14093" cy="7352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485" extrusionOk="0">
                    <a:moveTo>
                      <a:pt x="618" y="0"/>
                    </a:moveTo>
                    <a:cubicBezTo>
                      <a:pt x="609" y="0"/>
                      <a:pt x="601" y="4"/>
                      <a:pt x="601" y="15"/>
                    </a:cubicBezTo>
                    <a:cubicBezTo>
                      <a:pt x="468" y="616"/>
                      <a:pt x="334" y="1183"/>
                      <a:pt x="234" y="1783"/>
                    </a:cubicBezTo>
                    <a:cubicBezTo>
                      <a:pt x="101" y="2317"/>
                      <a:pt x="34" y="2884"/>
                      <a:pt x="1" y="3484"/>
                    </a:cubicBezTo>
                    <a:cubicBezTo>
                      <a:pt x="134" y="2917"/>
                      <a:pt x="234" y="2317"/>
                      <a:pt x="334" y="1750"/>
                    </a:cubicBezTo>
                    <a:cubicBezTo>
                      <a:pt x="434" y="1183"/>
                      <a:pt x="534" y="616"/>
                      <a:pt x="668" y="15"/>
                    </a:cubicBezTo>
                    <a:cubicBezTo>
                      <a:pt x="668" y="15"/>
                      <a:pt x="638" y="0"/>
                      <a:pt x="61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1338;p39">
                <a:extLst>
                  <a:ext uri="{FF2B5EF4-FFF2-40B4-BE49-F238E27FC236}">
                    <a16:creationId xmlns:a16="http://schemas.microsoft.com/office/drawing/2014/main" id="{1DB0C8CD-7293-6292-92E2-A6BA7936B5B7}"/>
                  </a:ext>
                </a:extLst>
              </p:cNvPr>
              <p:cNvSpPr/>
              <p:nvPr/>
            </p:nvSpPr>
            <p:spPr>
              <a:xfrm>
                <a:off x="5141144" y="2500383"/>
                <a:ext cx="41246" cy="17110"/>
              </a:xfrm>
              <a:custGeom>
                <a:avLst/>
                <a:gdLst/>
                <a:ahLst/>
                <a:cxnLst/>
                <a:rect l="l" t="t" r="r" b="b"/>
                <a:pathLst>
                  <a:path w="1955" h="811" extrusionOk="0">
                    <a:moveTo>
                      <a:pt x="1904" y="1"/>
                    </a:moveTo>
                    <a:cubicBezTo>
                      <a:pt x="1893" y="1"/>
                      <a:pt x="1881" y="3"/>
                      <a:pt x="1868" y="10"/>
                    </a:cubicBezTo>
                    <a:cubicBezTo>
                      <a:pt x="1801" y="43"/>
                      <a:pt x="1701" y="77"/>
                      <a:pt x="1635" y="110"/>
                    </a:cubicBezTo>
                    <a:lnTo>
                      <a:pt x="1368" y="210"/>
                    </a:lnTo>
                    <a:lnTo>
                      <a:pt x="901" y="410"/>
                    </a:lnTo>
                    <a:cubicBezTo>
                      <a:pt x="634" y="510"/>
                      <a:pt x="334" y="611"/>
                      <a:pt x="33" y="777"/>
                    </a:cubicBezTo>
                    <a:cubicBezTo>
                      <a:pt x="0" y="777"/>
                      <a:pt x="33" y="811"/>
                      <a:pt x="67" y="811"/>
                    </a:cubicBezTo>
                    <a:cubicBezTo>
                      <a:pt x="367" y="711"/>
                      <a:pt x="667" y="611"/>
                      <a:pt x="967" y="477"/>
                    </a:cubicBezTo>
                    <a:lnTo>
                      <a:pt x="1401" y="277"/>
                    </a:lnTo>
                    <a:lnTo>
                      <a:pt x="1635" y="177"/>
                    </a:lnTo>
                    <a:cubicBezTo>
                      <a:pt x="1735" y="110"/>
                      <a:pt x="1801" y="77"/>
                      <a:pt x="1901" y="43"/>
                    </a:cubicBezTo>
                    <a:cubicBezTo>
                      <a:pt x="1955" y="43"/>
                      <a:pt x="1944" y="1"/>
                      <a:pt x="1904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1339;p39">
                <a:extLst>
                  <a:ext uri="{FF2B5EF4-FFF2-40B4-BE49-F238E27FC236}">
                    <a16:creationId xmlns:a16="http://schemas.microsoft.com/office/drawing/2014/main" id="{B69B5B2B-8EBB-807D-265A-3DC9A1E083BC}"/>
                  </a:ext>
                </a:extLst>
              </p:cNvPr>
              <p:cNvSpPr/>
              <p:nvPr/>
            </p:nvSpPr>
            <p:spPr>
              <a:xfrm>
                <a:off x="4473282" y="2416183"/>
                <a:ext cx="389186" cy="235828"/>
              </a:xfrm>
              <a:custGeom>
                <a:avLst/>
                <a:gdLst/>
                <a:ahLst/>
                <a:cxnLst/>
                <a:rect l="l" t="t" r="r" b="b"/>
                <a:pathLst>
                  <a:path w="18447" h="11178" extrusionOk="0">
                    <a:moveTo>
                      <a:pt x="7729" y="1"/>
                    </a:moveTo>
                    <a:cubicBezTo>
                      <a:pt x="2910" y="1"/>
                      <a:pt x="0" y="4868"/>
                      <a:pt x="0" y="4868"/>
                    </a:cubicBezTo>
                    <a:cubicBezTo>
                      <a:pt x="0" y="4868"/>
                      <a:pt x="4136" y="10139"/>
                      <a:pt x="9307" y="11039"/>
                    </a:cubicBezTo>
                    <a:cubicBezTo>
                      <a:pt x="9854" y="11135"/>
                      <a:pt x="10388" y="11177"/>
                      <a:pt x="10905" y="11177"/>
                    </a:cubicBezTo>
                    <a:cubicBezTo>
                      <a:pt x="15273" y="11177"/>
                      <a:pt x="18447" y="8137"/>
                      <a:pt x="18447" y="8137"/>
                    </a:cubicBezTo>
                    <a:cubicBezTo>
                      <a:pt x="18447" y="8137"/>
                      <a:pt x="14744" y="1232"/>
                      <a:pt x="9107" y="132"/>
                    </a:cubicBezTo>
                    <a:cubicBezTo>
                      <a:pt x="8632" y="42"/>
                      <a:pt x="8173" y="1"/>
                      <a:pt x="7729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1340;p39">
                <a:extLst>
                  <a:ext uri="{FF2B5EF4-FFF2-40B4-BE49-F238E27FC236}">
                    <a16:creationId xmlns:a16="http://schemas.microsoft.com/office/drawing/2014/main" id="{0148F8D9-1356-8758-91D6-A7D931BEF9BE}"/>
                  </a:ext>
                </a:extLst>
              </p:cNvPr>
              <p:cNvSpPr/>
              <p:nvPr/>
            </p:nvSpPr>
            <p:spPr>
              <a:xfrm>
                <a:off x="4584466" y="2440614"/>
                <a:ext cx="359649" cy="297454"/>
              </a:xfrm>
              <a:custGeom>
                <a:avLst/>
                <a:gdLst/>
                <a:ahLst/>
                <a:cxnLst/>
                <a:rect l="l" t="t" r="r" b="b"/>
                <a:pathLst>
                  <a:path w="17047" h="14099" extrusionOk="0">
                    <a:moveTo>
                      <a:pt x="353" y="1"/>
                    </a:moveTo>
                    <a:cubicBezTo>
                      <a:pt x="326" y="1"/>
                      <a:pt x="306" y="74"/>
                      <a:pt x="334" y="74"/>
                    </a:cubicBezTo>
                    <a:cubicBezTo>
                      <a:pt x="1235" y="441"/>
                      <a:pt x="2102" y="875"/>
                      <a:pt x="2969" y="1375"/>
                    </a:cubicBezTo>
                    <a:cubicBezTo>
                      <a:pt x="3403" y="1609"/>
                      <a:pt x="3803" y="1809"/>
                      <a:pt x="4237" y="2009"/>
                    </a:cubicBezTo>
                    <a:lnTo>
                      <a:pt x="4470" y="2143"/>
                    </a:lnTo>
                    <a:cubicBezTo>
                      <a:pt x="3652" y="2012"/>
                      <a:pt x="2834" y="1944"/>
                      <a:pt x="2016" y="1944"/>
                    </a:cubicBezTo>
                    <a:cubicBezTo>
                      <a:pt x="1366" y="1944"/>
                      <a:pt x="717" y="1987"/>
                      <a:pt x="67" y="2076"/>
                    </a:cubicBezTo>
                    <a:cubicBezTo>
                      <a:pt x="1" y="2109"/>
                      <a:pt x="1" y="2176"/>
                      <a:pt x="67" y="2209"/>
                    </a:cubicBezTo>
                    <a:cubicBezTo>
                      <a:pt x="458" y="2179"/>
                      <a:pt x="850" y="2164"/>
                      <a:pt x="1242" y="2164"/>
                    </a:cubicBezTo>
                    <a:cubicBezTo>
                      <a:pt x="2594" y="2164"/>
                      <a:pt x="3953" y="2340"/>
                      <a:pt x="5271" y="2676"/>
                    </a:cubicBezTo>
                    <a:cubicBezTo>
                      <a:pt x="8140" y="3410"/>
                      <a:pt x="10775" y="4945"/>
                      <a:pt x="12843" y="7046"/>
                    </a:cubicBezTo>
                    <a:cubicBezTo>
                      <a:pt x="14778" y="9014"/>
                      <a:pt x="16179" y="11416"/>
                      <a:pt x="16979" y="14085"/>
                    </a:cubicBezTo>
                    <a:cubicBezTo>
                      <a:pt x="16979" y="14094"/>
                      <a:pt x="16985" y="14098"/>
                      <a:pt x="16993" y="14098"/>
                    </a:cubicBezTo>
                    <a:cubicBezTo>
                      <a:pt x="17013" y="14098"/>
                      <a:pt x="17046" y="14075"/>
                      <a:pt x="17046" y="14051"/>
                    </a:cubicBezTo>
                    <a:cubicBezTo>
                      <a:pt x="16179" y="9681"/>
                      <a:pt x="13410" y="5945"/>
                      <a:pt x="9474" y="3844"/>
                    </a:cubicBezTo>
                    <a:cubicBezTo>
                      <a:pt x="9374" y="3677"/>
                      <a:pt x="9241" y="3544"/>
                      <a:pt x="9107" y="3377"/>
                    </a:cubicBezTo>
                    <a:cubicBezTo>
                      <a:pt x="8840" y="3110"/>
                      <a:pt x="8573" y="2810"/>
                      <a:pt x="8307" y="2543"/>
                    </a:cubicBezTo>
                    <a:cubicBezTo>
                      <a:pt x="7739" y="1976"/>
                      <a:pt x="7106" y="1509"/>
                      <a:pt x="6505" y="975"/>
                    </a:cubicBezTo>
                    <a:cubicBezTo>
                      <a:pt x="6495" y="965"/>
                      <a:pt x="6486" y="961"/>
                      <a:pt x="6478" y="961"/>
                    </a:cubicBezTo>
                    <a:cubicBezTo>
                      <a:pt x="6458" y="961"/>
                      <a:pt x="6448" y="985"/>
                      <a:pt x="6472" y="1008"/>
                    </a:cubicBezTo>
                    <a:cubicBezTo>
                      <a:pt x="7039" y="1542"/>
                      <a:pt x="7573" y="2143"/>
                      <a:pt x="8073" y="2710"/>
                    </a:cubicBezTo>
                    <a:cubicBezTo>
                      <a:pt x="8307" y="2977"/>
                      <a:pt x="8540" y="3210"/>
                      <a:pt x="8807" y="3477"/>
                    </a:cubicBezTo>
                    <a:cubicBezTo>
                      <a:pt x="7639" y="2943"/>
                      <a:pt x="6439" y="2543"/>
                      <a:pt x="5204" y="2276"/>
                    </a:cubicBezTo>
                    <a:cubicBezTo>
                      <a:pt x="4937" y="2109"/>
                      <a:pt x="4637" y="1976"/>
                      <a:pt x="4337" y="1809"/>
                    </a:cubicBezTo>
                    <a:cubicBezTo>
                      <a:pt x="3903" y="1609"/>
                      <a:pt x="3470" y="1375"/>
                      <a:pt x="3036" y="1175"/>
                    </a:cubicBezTo>
                    <a:cubicBezTo>
                      <a:pt x="2169" y="775"/>
                      <a:pt x="1235" y="441"/>
                      <a:pt x="368" y="8"/>
                    </a:cubicBezTo>
                    <a:cubicBezTo>
                      <a:pt x="363" y="3"/>
                      <a:pt x="358" y="1"/>
                      <a:pt x="353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1341;p39">
                <a:extLst>
                  <a:ext uri="{FF2B5EF4-FFF2-40B4-BE49-F238E27FC236}">
                    <a16:creationId xmlns:a16="http://schemas.microsoft.com/office/drawing/2014/main" id="{0CFF4C3F-04F1-BABD-C252-2BAEAB763E36}"/>
                  </a:ext>
                </a:extLst>
              </p:cNvPr>
              <p:cNvSpPr/>
              <p:nvPr/>
            </p:nvSpPr>
            <p:spPr>
              <a:xfrm>
                <a:off x="4473282" y="2503231"/>
                <a:ext cx="382160" cy="148864"/>
              </a:xfrm>
              <a:custGeom>
                <a:avLst/>
                <a:gdLst/>
                <a:ahLst/>
                <a:cxnLst/>
                <a:rect l="l" t="t" r="r" b="b"/>
                <a:pathLst>
                  <a:path w="18114" h="7056" extrusionOk="0">
                    <a:moveTo>
                      <a:pt x="5956" y="0"/>
                    </a:moveTo>
                    <a:cubicBezTo>
                      <a:pt x="2639" y="0"/>
                      <a:pt x="0" y="742"/>
                      <a:pt x="0" y="742"/>
                    </a:cubicBezTo>
                    <a:cubicBezTo>
                      <a:pt x="0" y="742"/>
                      <a:pt x="4136" y="6013"/>
                      <a:pt x="9307" y="6913"/>
                    </a:cubicBezTo>
                    <a:cubicBezTo>
                      <a:pt x="9858" y="7012"/>
                      <a:pt x="10397" y="7055"/>
                      <a:pt x="10918" y="7055"/>
                    </a:cubicBezTo>
                    <a:cubicBezTo>
                      <a:pt x="14120" y="7055"/>
                      <a:pt x="16694" y="5406"/>
                      <a:pt x="17813" y="4545"/>
                    </a:cubicBezTo>
                    <a:lnTo>
                      <a:pt x="18113" y="4078"/>
                    </a:lnTo>
                    <a:cubicBezTo>
                      <a:pt x="18113" y="4078"/>
                      <a:pt x="15445" y="1810"/>
                      <a:pt x="10374" y="509"/>
                    </a:cubicBezTo>
                    <a:cubicBezTo>
                      <a:pt x="8879" y="133"/>
                      <a:pt x="7357" y="0"/>
                      <a:pt x="595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1342;p39">
                <a:extLst>
                  <a:ext uri="{FF2B5EF4-FFF2-40B4-BE49-F238E27FC236}">
                    <a16:creationId xmlns:a16="http://schemas.microsoft.com/office/drawing/2014/main" id="{153A3EB3-5F18-8323-0C59-2261C28344CD}"/>
                  </a:ext>
                </a:extLst>
              </p:cNvPr>
              <p:cNvSpPr/>
              <p:nvPr/>
            </p:nvSpPr>
            <p:spPr>
              <a:xfrm>
                <a:off x="4653434" y="2432322"/>
                <a:ext cx="51394" cy="40127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902" extrusionOk="0">
                    <a:moveTo>
                      <a:pt x="67" y="0"/>
                    </a:moveTo>
                    <a:cubicBezTo>
                      <a:pt x="34" y="0"/>
                      <a:pt x="1" y="34"/>
                      <a:pt x="34" y="101"/>
                    </a:cubicBezTo>
                    <a:cubicBezTo>
                      <a:pt x="434" y="334"/>
                      <a:pt x="835" y="634"/>
                      <a:pt x="1201" y="934"/>
                    </a:cubicBezTo>
                    <a:cubicBezTo>
                      <a:pt x="1602" y="1235"/>
                      <a:pt x="1969" y="1568"/>
                      <a:pt x="2369" y="1902"/>
                    </a:cubicBezTo>
                    <a:cubicBezTo>
                      <a:pt x="2369" y="1902"/>
                      <a:pt x="2436" y="1868"/>
                      <a:pt x="2402" y="1835"/>
                    </a:cubicBezTo>
                    <a:cubicBezTo>
                      <a:pt x="2069" y="1468"/>
                      <a:pt x="1702" y="1135"/>
                      <a:pt x="1302" y="834"/>
                    </a:cubicBezTo>
                    <a:cubicBezTo>
                      <a:pt x="901" y="534"/>
                      <a:pt x="501" y="267"/>
                      <a:pt x="67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1343;p39">
                <a:extLst>
                  <a:ext uri="{FF2B5EF4-FFF2-40B4-BE49-F238E27FC236}">
                    <a16:creationId xmlns:a16="http://schemas.microsoft.com/office/drawing/2014/main" id="{D17C41AE-10E9-BB9D-E5BE-3B6115A832D0}"/>
                  </a:ext>
                </a:extLst>
              </p:cNvPr>
              <p:cNvSpPr/>
              <p:nvPr/>
            </p:nvSpPr>
            <p:spPr>
              <a:xfrm>
                <a:off x="4588263" y="2457471"/>
                <a:ext cx="28587" cy="12321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584" extrusionOk="0">
                    <a:moveTo>
                      <a:pt x="36" y="0"/>
                    </a:moveTo>
                    <a:cubicBezTo>
                      <a:pt x="12" y="0"/>
                      <a:pt x="0" y="49"/>
                      <a:pt x="54" y="76"/>
                    </a:cubicBezTo>
                    <a:cubicBezTo>
                      <a:pt x="254" y="143"/>
                      <a:pt x="454" y="243"/>
                      <a:pt x="655" y="343"/>
                    </a:cubicBezTo>
                    <a:lnTo>
                      <a:pt x="1322" y="576"/>
                    </a:lnTo>
                    <a:cubicBezTo>
                      <a:pt x="1326" y="581"/>
                      <a:pt x="1331" y="583"/>
                      <a:pt x="1334" y="583"/>
                    </a:cubicBezTo>
                    <a:cubicBezTo>
                      <a:pt x="1354" y="583"/>
                      <a:pt x="1350" y="510"/>
                      <a:pt x="1322" y="510"/>
                    </a:cubicBezTo>
                    <a:lnTo>
                      <a:pt x="688" y="243"/>
                    </a:lnTo>
                    <a:cubicBezTo>
                      <a:pt x="488" y="143"/>
                      <a:pt x="254" y="76"/>
                      <a:pt x="54" y="9"/>
                    </a:cubicBezTo>
                    <a:cubicBezTo>
                      <a:pt x="48" y="3"/>
                      <a:pt x="41" y="0"/>
                      <a:pt x="3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1344;p39">
                <a:extLst>
                  <a:ext uri="{FF2B5EF4-FFF2-40B4-BE49-F238E27FC236}">
                    <a16:creationId xmlns:a16="http://schemas.microsoft.com/office/drawing/2014/main" id="{B35B0FD0-F9F3-6ABE-333D-25DD7D5E3326}"/>
                  </a:ext>
                </a:extLst>
              </p:cNvPr>
              <p:cNvSpPr/>
              <p:nvPr/>
            </p:nvSpPr>
            <p:spPr>
              <a:xfrm>
                <a:off x="4506342" y="2745620"/>
                <a:ext cx="371611" cy="244794"/>
              </a:xfrm>
              <a:custGeom>
                <a:avLst/>
                <a:gdLst/>
                <a:ahLst/>
                <a:cxnLst/>
                <a:rect l="l" t="t" r="r" b="b"/>
                <a:pathLst>
                  <a:path w="17614" h="11603" extrusionOk="0">
                    <a:moveTo>
                      <a:pt x="11327" y="0"/>
                    </a:moveTo>
                    <a:cubicBezTo>
                      <a:pt x="1749" y="0"/>
                      <a:pt x="1" y="10535"/>
                      <a:pt x="1" y="10535"/>
                    </a:cubicBezTo>
                    <a:cubicBezTo>
                      <a:pt x="1" y="10535"/>
                      <a:pt x="2803" y="11603"/>
                      <a:pt x="6203" y="11603"/>
                    </a:cubicBezTo>
                    <a:cubicBezTo>
                      <a:pt x="7903" y="11603"/>
                      <a:pt x="9752" y="11336"/>
                      <a:pt x="11476" y="10535"/>
                    </a:cubicBezTo>
                    <a:cubicBezTo>
                      <a:pt x="16646" y="8134"/>
                      <a:pt x="17614" y="1262"/>
                      <a:pt x="17614" y="1262"/>
                    </a:cubicBezTo>
                    <a:cubicBezTo>
                      <a:pt x="15213" y="374"/>
                      <a:pt x="13132" y="0"/>
                      <a:pt x="11327" y="0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1345;p39">
                <a:extLst>
                  <a:ext uri="{FF2B5EF4-FFF2-40B4-BE49-F238E27FC236}">
                    <a16:creationId xmlns:a16="http://schemas.microsoft.com/office/drawing/2014/main" id="{4CF5345F-02C9-6ED4-D840-095369B08669}"/>
                  </a:ext>
                </a:extLst>
              </p:cNvPr>
              <p:cNvSpPr/>
              <p:nvPr/>
            </p:nvSpPr>
            <p:spPr>
              <a:xfrm>
                <a:off x="4580943" y="2763173"/>
                <a:ext cx="360345" cy="186713"/>
              </a:xfrm>
              <a:custGeom>
                <a:avLst/>
                <a:gdLst/>
                <a:ahLst/>
                <a:cxnLst/>
                <a:rect l="l" t="t" r="r" b="b"/>
                <a:pathLst>
                  <a:path w="17080" h="8850" extrusionOk="0">
                    <a:moveTo>
                      <a:pt x="12423" y="0"/>
                    </a:moveTo>
                    <a:cubicBezTo>
                      <a:pt x="11535" y="0"/>
                      <a:pt x="10653" y="148"/>
                      <a:pt x="9808" y="430"/>
                    </a:cubicBezTo>
                    <a:cubicBezTo>
                      <a:pt x="9508" y="530"/>
                      <a:pt x="9207" y="630"/>
                      <a:pt x="8907" y="730"/>
                    </a:cubicBezTo>
                    <a:lnTo>
                      <a:pt x="8674" y="764"/>
                    </a:lnTo>
                    <a:lnTo>
                      <a:pt x="7840" y="830"/>
                    </a:lnTo>
                    <a:lnTo>
                      <a:pt x="6172" y="997"/>
                    </a:lnTo>
                    <a:cubicBezTo>
                      <a:pt x="5038" y="1097"/>
                      <a:pt x="3937" y="1197"/>
                      <a:pt x="2769" y="1297"/>
                    </a:cubicBezTo>
                    <a:cubicBezTo>
                      <a:pt x="2765" y="1293"/>
                      <a:pt x="2761" y="1290"/>
                      <a:pt x="2757" y="1290"/>
                    </a:cubicBezTo>
                    <a:cubicBezTo>
                      <a:pt x="2737" y="1290"/>
                      <a:pt x="2741" y="1364"/>
                      <a:pt x="2769" y="1364"/>
                    </a:cubicBezTo>
                    <a:cubicBezTo>
                      <a:pt x="3904" y="1264"/>
                      <a:pt x="5038" y="1264"/>
                      <a:pt x="6172" y="1197"/>
                    </a:cubicBezTo>
                    <a:lnTo>
                      <a:pt x="7873" y="1131"/>
                    </a:lnTo>
                    <a:lnTo>
                      <a:pt x="7973" y="1131"/>
                    </a:lnTo>
                    <a:cubicBezTo>
                      <a:pt x="7339" y="1397"/>
                      <a:pt x="6706" y="1731"/>
                      <a:pt x="6072" y="2098"/>
                    </a:cubicBezTo>
                    <a:cubicBezTo>
                      <a:pt x="4971" y="2765"/>
                      <a:pt x="3904" y="3532"/>
                      <a:pt x="2936" y="4400"/>
                    </a:cubicBezTo>
                    <a:cubicBezTo>
                      <a:pt x="2769" y="4533"/>
                      <a:pt x="2636" y="4666"/>
                      <a:pt x="2503" y="4800"/>
                    </a:cubicBezTo>
                    <a:lnTo>
                      <a:pt x="2136" y="4867"/>
                    </a:lnTo>
                    <a:lnTo>
                      <a:pt x="1469" y="5000"/>
                    </a:lnTo>
                    <a:cubicBezTo>
                      <a:pt x="968" y="5067"/>
                      <a:pt x="501" y="5167"/>
                      <a:pt x="34" y="5200"/>
                    </a:cubicBezTo>
                    <a:cubicBezTo>
                      <a:pt x="1" y="5233"/>
                      <a:pt x="1" y="5267"/>
                      <a:pt x="68" y="5267"/>
                    </a:cubicBezTo>
                    <a:cubicBezTo>
                      <a:pt x="535" y="5233"/>
                      <a:pt x="1035" y="5167"/>
                      <a:pt x="1502" y="5133"/>
                    </a:cubicBezTo>
                    <a:lnTo>
                      <a:pt x="2236" y="5000"/>
                    </a:lnTo>
                    <a:lnTo>
                      <a:pt x="2302" y="5000"/>
                    </a:lnTo>
                    <a:cubicBezTo>
                      <a:pt x="2036" y="5267"/>
                      <a:pt x="1769" y="5534"/>
                      <a:pt x="1502" y="5801"/>
                    </a:cubicBezTo>
                    <a:cubicBezTo>
                      <a:pt x="1068" y="6301"/>
                      <a:pt x="635" y="6801"/>
                      <a:pt x="268" y="7335"/>
                    </a:cubicBezTo>
                    <a:cubicBezTo>
                      <a:pt x="245" y="7358"/>
                      <a:pt x="269" y="7397"/>
                      <a:pt x="298" y="7397"/>
                    </a:cubicBezTo>
                    <a:cubicBezTo>
                      <a:pt x="310" y="7397"/>
                      <a:pt x="324" y="7389"/>
                      <a:pt x="334" y="7368"/>
                    </a:cubicBezTo>
                    <a:cubicBezTo>
                      <a:pt x="1268" y="6334"/>
                      <a:pt x="2302" y="5400"/>
                      <a:pt x="3403" y="4566"/>
                    </a:cubicBezTo>
                    <a:cubicBezTo>
                      <a:pt x="4070" y="4099"/>
                      <a:pt x="4738" y="3632"/>
                      <a:pt x="5438" y="3232"/>
                    </a:cubicBezTo>
                    <a:lnTo>
                      <a:pt x="5438" y="3232"/>
                    </a:lnTo>
                    <a:cubicBezTo>
                      <a:pt x="5405" y="3299"/>
                      <a:pt x="5405" y="3399"/>
                      <a:pt x="5405" y="3466"/>
                    </a:cubicBezTo>
                    <a:cubicBezTo>
                      <a:pt x="5338" y="3699"/>
                      <a:pt x="5305" y="3966"/>
                      <a:pt x="5238" y="4233"/>
                    </a:cubicBezTo>
                    <a:cubicBezTo>
                      <a:pt x="5138" y="4733"/>
                      <a:pt x="5038" y="5233"/>
                      <a:pt x="4904" y="5767"/>
                    </a:cubicBezTo>
                    <a:cubicBezTo>
                      <a:pt x="4704" y="6768"/>
                      <a:pt x="4404" y="7802"/>
                      <a:pt x="4170" y="8803"/>
                    </a:cubicBezTo>
                    <a:cubicBezTo>
                      <a:pt x="4170" y="8826"/>
                      <a:pt x="4187" y="8850"/>
                      <a:pt x="4209" y="8850"/>
                    </a:cubicBezTo>
                    <a:cubicBezTo>
                      <a:pt x="4218" y="8850"/>
                      <a:pt x="4227" y="8846"/>
                      <a:pt x="4237" y="8836"/>
                    </a:cubicBezTo>
                    <a:lnTo>
                      <a:pt x="4271" y="8803"/>
                    </a:lnTo>
                    <a:cubicBezTo>
                      <a:pt x="4271" y="8803"/>
                      <a:pt x="4271" y="8769"/>
                      <a:pt x="4271" y="8769"/>
                    </a:cubicBezTo>
                    <a:cubicBezTo>
                      <a:pt x="4604" y="7802"/>
                      <a:pt x="4904" y="6801"/>
                      <a:pt x="5138" y="5801"/>
                    </a:cubicBezTo>
                    <a:cubicBezTo>
                      <a:pt x="5238" y="5267"/>
                      <a:pt x="5371" y="4733"/>
                      <a:pt x="5471" y="4199"/>
                    </a:cubicBezTo>
                    <a:cubicBezTo>
                      <a:pt x="5505" y="3966"/>
                      <a:pt x="5538" y="3732"/>
                      <a:pt x="5571" y="3499"/>
                    </a:cubicBezTo>
                    <a:cubicBezTo>
                      <a:pt x="5605" y="3365"/>
                      <a:pt x="5638" y="3232"/>
                      <a:pt x="5638" y="3099"/>
                    </a:cubicBezTo>
                    <a:cubicBezTo>
                      <a:pt x="6272" y="2732"/>
                      <a:pt x="6872" y="2431"/>
                      <a:pt x="7540" y="2131"/>
                    </a:cubicBezTo>
                    <a:lnTo>
                      <a:pt x="7540" y="2131"/>
                    </a:lnTo>
                    <a:cubicBezTo>
                      <a:pt x="7439" y="2598"/>
                      <a:pt x="7339" y="3032"/>
                      <a:pt x="7239" y="3499"/>
                    </a:cubicBezTo>
                    <a:cubicBezTo>
                      <a:pt x="7139" y="4033"/>
                      <a:pt x="7006" y="4600"/>
                      <a:pt x="6906" y="5167"/>
                    </a:cubicBezTo>
                    <a:cubicBezTo>
                      <a:pt x="6906" y="5200"/>
                      <a:pt x="6906" y="5233"/>
                      <a:pt x="6906" y="5267"/>
                    </a:cubicBezTo>
                    <a:cubicBezTo>
                      <a:pt x="6906" y="5283"/>
                      <a:pt x="6914" y="5292"/>
                      <a:pt x="6922" y="5292"/>
                    </a:cubicBezTo>
                    <a:cubicBezTo>
                      <a:pt x="6931" y="5292"/>
                      <a:pt x="6939" y="5283"/>
                      <a:pt x="6939" y="5267"/>
                    </a:cubicBezTo>
                    <a:cubicBezTo>
                      <a:pt x="7139" y="4700"/>
                      <a:pt x="7306" y="4099"/>
                      <a:pt x="7439" y="3466"/>
                    </a:cubicBezTo>
                    <a:cubicBezTo>
                      <a:pt x="7540" y="2999"/>
                      <a:pt x="7673" y="2498"/>
                      <a:pt x="7740" y="2031"/>
                    </a:cubicBezTo>
                    <a:cubicBezTo>
                      <a:pt x="8507" y="1698"/>
                      <a:pt x="9274" y="1397"/>
                      <a:pt x="10075" y="1164"/>
                    </a:cubicBezTo>
                    <a:cubicBezTo>
                      <a:pt x="10508" y="1030"/>
                      <a:pt x="10975" y="930"/>
                      <a:pt x="11409" y="864"/>
                    </a:cubicBezTo>
                    <a:lnTo>
                      <a:pt x="11409" y="864"/>
                    </a:lnTo>
                    <a:cubicBezTo>
                      <a:pt x="11309" y="1164"/>
                      <a:pt x="11209" y="1497"/>
                      <a:pt x="11142" y="1798"/>
                    </a:cubicBezTo>
                    <a:lnTo>
                      <a:pt x="10775" y="3232"/>
                    </a:lnTo>
                    <a:cubicBezTo>
                      <a:pt x="10542" y="4199"/>
                      <a:pt x="10342" y="5200"/>
                      <a:pt x="10108" y="6167"/>
                    </a:cubicBezTo>
                    <a:lnTo>
                      <a:pt x="10175" y="6167"/>
                    </a:lnTo>
                    <a:cubicBezTo>
                      <a:pt x="10442" y="5200"/>
                      <a:pt x="10775" y="4233"/>
                      <a:pt x="11075" y="3265"/>
                    </a:cubicBezTo>
                    <a:cubicBezTo>
                      <a:pt x="11209" y="2798"/>
                      <a:pt x="11342" y="2298"/>
                      <a:pt x="11476" y="1831"/>
                    </a:cubicBezTo>
                    <a:cubicBezTo>
                      <a:pt x="11609" y="1464"/>
                      <a:pt x="11676" y="1131"/>
                      <a:pt x="11743" y="764"/>
                    </a:cubicBezTo>
                    <a:cubicBezTo>
                      <a:pt x="12077" y="720"/>
                      <a:pt x="12419" y="695"/>
                      <a:pt x="12761" y="695"/>
                    </a:cubicBezTo>
                    <a:cubicBezTo>
                      <a:pt x="13202" y="695"/>
                      <a:pt x="13645" y="736"/>
                      <a:pt x="14078" y="830"/>
                    </a:cubicBezTo>
                    <a:cubicBezTo>
                      <a:pt x="15245" y="1064"/>
                      <a:pt x="16513" y="1631"/>
                      <a:pt x="17013" y="2798"/>
                    </a:cubicBezTo>
                    <a:cubicBezTo>
                      <a:pt x="17013" y="2808"/>
                      <a:pt x="17019" y="2812"/>
                      <a:pt x="17027" y="2812"/>
                    </a:cubicBezTo>
                    <a:cubicBezTo>
                      <a:pt x="17046" y="2812"/>
                      <a:pt x="17080" y="2789"/>
                      <a:pt x="17080" y="2765"/>
                    </a:cubicBezTo>
                    <a:cubicBezTo>
                      <a:pt x="16779" y="1364"/>
                      <a:pt x="15479" y="530"/>
                      <a:pt x="14178" y="197"/>
                    </a:cubicBezTo>
                    <a:cubicBezTo>
                      <a:pt x="13595" y="64"/>
                      <a:pt x="13008" y="0"/>
                      <a:pt x="1242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1346;p39">
                <a:extLst>
                  <a:ext uri="{FF2B5EF4-FFF2-40B4-BE49-F238E27FC236}">
                    <a16:creationId xmlns:a16="http://schemas.microsoft.com/office/drawing/2014/main" id="{A7EE65BD-06BF-319B-A82D-A8D09E3906C6}"/>
                  </a:ext>
                </a:extLst>
              </p:cNvPr>
              <p:cNvSpPr/>
              <p:nvPr/>
            </p:nvSpPr>
            <p:spPr>
              <a:xfrm>
                <a:off x="4658370" y="2884315"/>
                <a:ext cx="8460" cy="37849"/>
              </a:xfrm>
              <a:custGeom>
                <a:avLst/>
                <a:gdLst/>
                <a:ahLst/>
                <a:cxnLst/>
                <a:rect l="l" t="t" r="r" b="b"/>
                <a:pathLst>
                  <a:path w="401" h="1794" extrusionOk="0">
                    <a:moveTo>
                      <a:pt x="384" y="0"/>
                    </a:moveTo>
                    <a:cubicBezTo>
                      <a:pt x="375" y="0"/>
                      <a:pt x="367" y="8"/>
                      <a:pt x="367" y="25"/>
                    </a:cubicBezTo>
                    <a:cubicBezTo>
                      <a:pt x="267" y="492"/>
                      <a:pt x="200" y="926"/>
                      <a:pt x="67" y="1393"/>
                    </a:cubicBezTo>
                    <a:cubicBezTo>
                      <a:pt x="67" y="1460"/>
                      <a:pt x="33" y="1560"/>
                      <a:pt x="33" y="1626"/>
                    </a:cubicBezTo>
                    <a:cubicBezTo>
                      <a:pt x="0" y="1693"/>
                      <a:pt x="0" y="1760"/>
                      <a:pt x="0" y="1793"/>
                    </a:cubicBezTo>
                    <a:lnTo>
                      <a:pt x="33" y="1793"/>
                    </a:lnTo>
                    <a:cubicBezTo>
                      <a:pt x="234" y="1226"/>
                      <a:pt x="367" y="626"/>
                      <a:pt x="400" y="25"/>
                    </a:cubicBezTo>
                    <a:cubicBezTo>
                      <a:pt x="400" y="8"/>
                      <a:pt x="392" y="0"/>
                      <a:pt x="38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1347;p39">
                <a:extLst>
                  <a:ext uri="{FF2B5EF4-FFF2-40B4-BE49-F238E27FC236}">
                    <a16:creationId xmlns:a16="http://schemas.microsoft.com/office/drawing/2014/main" id="{39C70A1D-29AC-6002-83D3-035B67847969}"/>
                  </a:ext>
                </a:extLst>
              </p:cNvPr>
              <p:cNvSpPr/>
              <p:nvPr/>
            </p:nvSpPr>
            <p:spPr>
              <a:xfrm>
                <a:off x="4749153" y="2839800"/>
                <a:ext cx="19726" cy="84285"/>
              </a:xfrm>
              <a:custGeom>
                <a:avLst/>
                <a:gdLst/>
                <a:ahLst/>
                <a:cxnLst/>
                <a:rect l="l" t="t" r="r" b="b"/>
                <a:pathLst>
                  <a:path w="935" h="3995" extrusionOk="0">
                    <a:moveTo>
                      <a:pt x="867" y="0"/>
                    </a:moveTo>
                    <a:cubicBezTo>
                      <a:pt x="801" y="167"/>
                      <a:pt x="767" y="301"/>
                      <a:pt x="734" y="467"/>
                    </a:cubicBezTo>
                    <a:cubicBezTo>
                      <a:pt x="734" y="634"/>
                      <a:pt x="701" y="801"/>
                      <a:pt x="667" y="968"/>
                    </a:cubicBezTo>
                    <a:cubicBezTo>
                      <a:pt x="601" y="1301"/>
                      <a:pt x="534" y="1635"/>
                      <a:pt x="467" y="1935"/>
                    </a:cubicBezTo>
                    <a:cubicBezTo>
                      <a:pt x="334" y="2569"/>
                      <a:pt x="200" y="3169"/>
                      <a:pt x="34" y="3770"/>
                    </a:cubicBezTo>
                    <a:cubicBezTo>
                      <a:pt x="34" y="3770"/>
                      <a:pt x="0" y="3770"/>
                      <a:pt x="0" y="3803"/>
                    </a:cubicBezTo>
                    <a:lnTo>
                      <a:pt x="0" y="3970"/>
                    </a:lnTo>
                    <a:cubicBezTo>
                      <a:pt x="0" y="3986"/>
                      <a:pt x="17" y="3995"/>
                      <a:pt x="34" y="3995"/>
                    </a:cubicBezTo>
                    <a:cubicBezTo>
                      <a:pt x="50" y="3995"/>
                      <a:pt x="67" y="3986"/>
                      <a:pt x="67" y="3970"/>
                    </a:cubicBezTo>
                    <a:cubicBezTo>
                      <a:pt x="267" y="3303"/>
                      <a:pt x="434" y="2602"/>
                      <a:pt x="601" y="1935"/>
                    </a:cubicBezTo>
                    <a:cubicBezTo>
                      <a:pt x="667" y="1601"/>
                      <a:pt x="734" y="1268"/>
                      <a:pt x="801" y="934"/>
                    </a:cubicBezTo>
                    <a:cubicBezTo>
                      <a:pt x="867" y="634"/>
                      <a:pt x="934" y="334"/>
                      <a:pt x="934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1348;p39">
                <a:extLst>
                  <a:ext uri="{FF2B5EF4-FFF2-40B4-BE49-F238E27FC236}">
                    <a16:creationId xmlns:a16="http://schemas.microsoft.com/office/drawing/2014/main" id="{B2970F3F-B761-BCF2-2842-4AB35B860F15}"/>
                  </a:ext>
                </a:extLst>
              </p:cNvPr>
              <p:cNvSpPr/>
              <p:nvPr/>
            </p:nvSpPr>
            <p:spPr>
              <a:xfrm>
                <a:off x="4590795" y="2823618"/>
                <a:ext cx="61963" cy="9156"/>
              </a:xfrm>
              <a:custGeom>
                <a:avLst/>
                <a:gdLst/>
                <a:ahLst/>
                <a:cxnLst/>
                <a:rect l="l" t="t" r="r" b="b"/>
                <a:pathLst>
                  <a:path w="2937" h="434" extrusionOk="0">
                    <a:moveTo>
                      <a:pt x="2870" y="0"/>
                    </a:moveTo>
                    <a:cubicBezTo>
                      <a:pt x="1936" y="100"/>
                      <a:pt x="968" y="234"/>
                      <a:pt x="34" y="367"/>
                    </a:cubicBezTo>
                    <a:cubicBezTo>
                      <a:pt x="1" y="367"/>
                      <a:pt x="1" y="434"/>
                      <a:pt x="34" y="434"/>
                    </a:cubicBezTo>
                    <a:cubicBezTo>
                      <a:pt x="968" y="300"/>
                      <a:pt x="1936" y="200"/>
                      <a:pt x="2870" y="33"/>
                    </a:cubicBezTo>
                    <a:cubicBezTo>
                      <a:pt x="2936" y="33"/>
                      <a:pt x="2903" y="0"/>
                      <a:pt x="287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1349;p39">
                <a:extLst>
                  <a:ext uri="{FF2B5EF4-FFF2-40B4-BE49-F238E27FC236}">
                    <a16:creationId xmlns:a16="http://schemas.microsoft.com/office/drawing/2014/main" id="{889D162E-635D-5891-7461-C7EEC75E7429}"/>
                  </a:ext>
                </a:extLst>
              </p:cNvPr>
              <p:cNvSpPr/>
              <p:nvPr/>
            </p:nvSpPr>
            <p:spPr>
              <a:xfrm>
                <a:off x="4599255" y="2021322"/>
                <a:ext cx="401148" cy="410325"/>
              </a:xfrm>
              <a:custGeom>
                <a:avLst/>
                <a:gdLst/>
                <a:ahLst/>
                <a:cxnLst/>
                <a:rect l="l" t="t" r="r" b="b"/>
                <a:pathLst>
                  <a:path w="19014" h="19449" extrusionOk="0">
                    <a:moveTo>
                      <a:pt x="4136" y="1"/>
                    </a:moveTo>
                    <a:cubicBezTo>
                      <a:pt x="4136" y="1"/>
                      <a:pt x="0" y="18247"/>
                      <a:pt x="15878" y="19448"/>
                    </a:cubicBezTo>
                    <a:cubicBezTo>
                      <a:pt x="15878" y="19448"/>
                      <a:pt x="19014" y="5605"/>
                      <a:pt x="4136" y="1"/>
                    </a:cubicBez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1350;p39">
                <a:extLst>
                  <a:ext uri="{FF2B5EF4-FFF2-40B4-BE49-F238E27FC236}">
                    <a16:creationId xmlns:a16="http://schemas.microsoft.com/office/drawing/2014/main" id="{5DFFC344-D836-7B0E-8869-9764F16194B7}"/>
                  </a:ext>
                </a:extLst>
              </p:cNvPr>
              <p:cNvSpPr/>
              <p:nvPr/>
            </p:nvSpPr>
            <p:spPr>
              <a:xfrm>
                <a:off x="4736051" y="2124911"/>
                <a:ext cx="204540" cy="366548"/>
              </a:xfrm>
              <a:custGeom>
                <a:avLst/>
                <a:gdLst/>
                <a:ahLst/>
                <a:cxnLst/>
                <a:rect l="l" t="t" r="r" b="b"/>
                <a:pathLst>
                  <a:path w="9695" h="17374" extrusionOk="0">
                    <a:moveTo>
                      <a:pt x="1866" y="0"/>
                    </a:moveTo>
                    <a:cubicBezTo>
                      <a:pt x="1825" y="0"/>
                      <a:pt x="1798" y="47"/>
                      <a:pt x="1822" y="94"/>
                    </a:cubicBezTo>
                    <a:cubicBezTo>
                      <a:pt x="2723" y="1195"/>
                      <a:pt x="3557" y="2329"/>
                      <a:pt x="4324" y="3497"/>
                    </a:cubicBezTo>
                    <a:cubicBezTo>
                      <a:pt x="4924" y="4398"/>
                      <a:pt x="5458" y="5332"/>
                      <a:pt x="5958" y="6266"/>
                    </a:cubicBezTo>
                    <a:lnTo>
                      <a:pt x="5258" y="5899"/>
                    </a:lnTo>
                    <a:lnTo>
                      <a:pt x="3557" y="4998"/>
                    </a:lnTo>
                    <a:cubicBezTo>
                      <a:pt x="2389" y="4398"/>
                      <a:pt x="1222" y="3797"/>
                      <a:pt x="87" y="3197"/>
                    </a:cubicBezTo>
                    <a:cubicBezTo>
                      <a:pt x="81" y="3190"/>
                      <a:pt x="73" y="3187"/>
                      <a:pt x="65" y="3187"/>
                    </a:cubicBezTo>
                    <a:cubicBezTo>
                      <a:pt x="33" y="3187"/>
                      <a:pt x="1" y="3230"/>
                      <a:pt x="54" y="3230"/>
                    </a:cubicBezTo>
                    <a:cubicBezTo>
                      <a:pt x="1188" y="3864"/>
                      <a:pt x="2322" y="4531"/>
                      <a:pt x="3457" y="5165"/>
                    </a:cubicBezTo>
                    <a:lnTo>
                      <a:pt x="5191" y="6132"/>
                    </a:lnTo>
                    <a:cubicBezTo>
                      <a:pt x="5458" y="6266"/>
                      <a:pt x="5725" y="6432"/>
                      <a:pt x="6025" y="6599"/>
                    </a:cubicBezTo>
                    <a:cubicBezTo>
                      <a:pt x="6058" y="6632"/>
                      <a:pt x="6125" y="6666"/>
                      <a:pt x="6158" y="6699"/>
                    </a:cubicBezTo>
                    <a:cubicBezTo>
                      <a:pt x="6759" y="7800"/>
                      <a:pt x="7259" y="8934"/>
                      <a:pt x="7760" y="10102"/>
                    </a:cubicBezTo>
                    <a:cubicBezTo>
                      <a:pt x="7926" y="10502"/>
                      <a:pt x="8060" y="10969"/>
                      <a:pt x="8193" y="11369"/>
                    </a:cubicBezTo>
                    <a:cubicBezTo>
                      <a:pt x="7726" y="11036"/>
                      <a:pt x="7193" y="10735"/>
                      <a:pt x="6659" y="10469"/>
                    </a:cubicBezTo>
                    <a:cubicBezTo>
                      <a:pt x="6025" y="10102"/>
                      <a:pt x="5425" y="9768"/>
                      <a:pt x="4791" y="9434"/>
                    </a:cubicBezTo>
                    <a:cubicBezTo>
                      <a:pt x="3490" y="8801"/>
                      <a:pt x="2189" y="8234"/>
                      <a:pt x="888" y="7667"/>
                    </a:cubicBezTo>
                    <a:cubicBezTo>
                      <a:pt x="881" y="7660"/>
                      <a:pt x="875" y="7657"/>
                      <a:pt x="869" y="7657"/>
                    </a:cubicBezTo>
                    <a:cubicBezTo>
                      <a:pt x="844" y="7657"/>
                      <a:pt x="828" y="7700"/>
                      <a:pt x="855" y="7700"/>
                    </a:cubicBezTo>
                    <a:cubicBezTo>
                      <a:pt x="2122" y="8300"/>
                      <a:pt x="3356" y="9001"/>
                      <a:pt x="4624" y="9701"/>
                    </a:cubicBezTo>
                    <a:cubicBezTo>
                      <a:pt x="5224" y="10035"/>
                      <a:pt x="5892" y="10368"/>
                      <a:pt x="6492" y="10702"/>
                    </a:cubicBezTo>
                    <a:cubicBezTo>
                      <a:pt x="7092" y="11036"/>
                      <a:pt x="7693" y="11403"/>
                      <a:pt x="8293" y="11703"/>
                    </a:cubicBezTo>
                    <a:cubicBezTo>
                      <a:pt x="8493" y="12337"/>
                      <a:pt x="8694" y="13004"/>
                      <a:pt x="8894" y="13637"/>
                    </a:cubicBezTo>
                    <a:cubicBezTo>
                      <a:pt x="9261" y="14872"/>
                      <a:pt x="9528" y="16106"/>
                      <a:pt x="9694" y="17373"/>
                    </a:cubicBezTo>
                    <a:cubicBezTo>
                      <a:pt x="9561" y="15972"/>
                      <a:pt x="9394" y="14605"/>
                      <a:pt x="9127" y="13204"/>
                    </a:cubicBezTo>
                    <a:cubicBezTo>
                      <a:pt x="8860" y="11903"/>
                      <a:pt x="8460" y="10635"/>
                      <a:pt x="7993" y="9401"/>
                    </a:cubicBezTo>
                    <a:lnTo>
                      <a:pt x="8026" y="9001"/>
                    </a:lnTo>
                    <a:cubicBezTo>
                      <a:pt x="8060" y="8601"/>
                      <a:pt x="8093" y="8234"/>
                      <a:pt x="8093" y="7867"/>
                    </a:cubicBezTo>
                    <a:lnTo>
                      <a:pt x="8093" y="5565"/>
                    </a:lnTo>
                    <a:cubicBezTo>
                      <a:pt x="8093" y="5548"/>
                      <a:pt x="8076" y="5540"/>
                      <a:pt x="8060" y="5540"/>
                    </a:cubicBezTo>
                    <a:cubicBezTo>
                      <a:pt x="8043" y="5540"/>
                      <a:pt x="8026" y="5548"/>
                      <a:pt x="8026" y="5565"/>
                    </a:cubicBezTo>
                    <a:cubicBezTo>
                      <a:pt x="7993" y="6332"/>
                      <a:pt x="7893" y="7099"/>
                      <a:pt x="7860" y="7833"/>
                    </a:cubicBezTo>
                    <a:cubicBezTo>
                      <a:pt x="7826" y="8200"/>
                      <a:pt x="7793" y="8534"/>
                      <a:pt x="7793" y="8867"/>
                    </a:cubicBezTo>
                    <a:cubicBezTo>
                      <a:pt x="7393" y="7933"/>
                      <a:pt x="6959" y="6999"/>
                      <a:pt x="6459" y="6099"/>
                    </a:cubicBezTo>
                    <a:cubicBezTo>
                      <a:pt x="6158" y="5598"/>
                      <a:pt x="5892" y="5098"/>
                      <a:pt x="5558" y="4598"/>
                    </a:cubicBezTo>
                    <a:lnTo>
                      <a:pt x="5558" y="4031"/>
                    </a:lnTo>
                    <a:cubicBezTo>
                      <a:pt x="5558" y="3697"/>
                      <a:pt x="5525" y="3363"/>
                      <a:pt x="5525" y="3030"/>
                    </a:cubicBezTo>
                    <a:cubicBezTo>
                      <a:pt x="5491" y="2363"/>
                      <a:pt x="5425" y="1696"/>
                      <a:pt x="5391" y="1028"/>
                    </a:cubicBezTo>
                    <a:cubicBezTo>
                      <a:pt x="5391" y="1012"/>
                      <a:pt x="5375" y="1003"/>
                      <a:pt x="5358" y="1003"/>
                    </a:cubicBezTo>
                    <a:cubicBezTo>
                      <a:pt x="5341" y="1003"/>
                      <a:pt x="5325" y="1012"/>
                      <a:pt x="5325" y="1028"/>
                    </a:cubicBezTo>
                    <a:lnTo>
                      <a:pt x="5325" y="3063"/>
                    </a:lnTo>
                    <a:cubicBezTo>
                      <a:pt x="5325" y="3397"/>
                      <a:pt x="5358" y="3764"/>
                      <a:pt x="5358" y="4097"/>
                    </a:cubicBezTo>
                    <a:lnTo>
                      <a:pt x="5358" y="4231"/>
                    </a:lnTo>
                    <a:cubicBezTo>
                      <a:pt x="4357" y="2696"/>
                      <a:pt x="3223" y="1295"/>
                      <a:pt x="1922" y="28"/>
                    </a:cubicBezTo>
                    <a:cubicBezTo>
                      <a:pt x="1903" y="8"/>
                      <a:pt x="1883" y="0"/>
                      <a:pt x="1866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1351;p39">
                <a:extLst>
                  <a:ext uri="{FF2B5EF4-FFF2-40B4-BE49-F238E27FC236}">
                    <a16:creationId xmlns:a16="http://schemas.microsoft.com/office/drawing/2014/main" id="{06707F53-EA6D-759E-5B3A-12B0685B070E}"/>
                  </a:ext>
                </a:extLst>
              </p:cNvPr>
              <p:cNvSpPr/>
              <p:nvPr/>
            </p:nvSpPr>
            <p:spPr>
              <a:xfrm>
                <a:off x="4889198" y="2198330"/>
                <a:ext cx="4937" cy="51562"/>
              </a:xfrm>
              <a:custGeom>
                <a:avLst/>
                <a:gdLst/>
                <a:ahLst/>
                <a:cxnLst/>
                <a:rect l="l" t="t" r="r" b="b"/>
                <a:pathLst>
                  <a:path w="234" h="2444" extrusionOk="0">
                    <a:moveTo>
                      <a:pt x="200" y="0"/>
                    </a:moveTo>
                    <a:cubicBezTo>
                      <a:pt x="184" y="0"/>
                      <a:pt x="167" y="17"/>
                      <a:pt x="167" y="50"/>
                    </a:cubicBezTo>
                    <a:cubicBezTo>
                      <a:pt x="100" y="817"/>
                      <a:pt x="34" y="1618"/>
                      <a:pt x="0" y="2419"/>
                    </a:cubicBezTo>
                    <a:cubicBezTo>
                      <a:pt x="0" y="2435"/>
                      <a:pt x="17" y="2444"/>
                      <a:pt x="34" y="2444"/>
                    </a:cubicBezTo>
                    <a:cubicBezTo>
                      <a:pt x="50" y="2444"/>
                      <a:pt x="67" y="2435"/>
                      <a:pt x="67" y="2419"/>
                    </a:cubicBezTo>
                    <a:cubicBezTo>
                      <a:pt x="134" y="1618"/>
                      <a:pt x="167" y="817"/>
                      <a:pt x="234" y="50"/>
                    </a:cubicBezTo>
                    <a:cubicBezTo>
                      <a:pt x="234" y="17"/>
                      <a:pt x="217" y="0"/>
                      <a:pt x="200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1352;p39">
                <a:extLst>
                  <a:ext uri="{FF2B5EF4-FFF2-40B4-BE49-F238E27FC236}">
                    <a16:creationId xmlns:a16="http://schemas.microsoft.com/office/drawing/2014/main" id="{B2783F44-A584-687F-C2EE-452D9C4228E7}"/>
                  </a:ext>
                </a:extLst>
              </p:cNvPr>
              <p:cNvSpPr/>
              <p:nvPr/>
            </p:nvSpPr>
            <p:spPr>
              <a:xfrm>
                <a:off x="4740693" y="2254977"/>
                <a:ext cx="61246" cy="24642"/>
              </a:xfrm>
              <a:custGeom>
                <a:avLst/>
                <a:gdLst/>
                <a:ahLst/>
                <a:cxnLst/>
                <a:rect l="l" t="t" r="r" b="b"/>
                <a:pathLst>
                  <a:path w="2903" h="1168" extrusionOk="0">
                    <a:moveTo>
                      <a:pt x="68" y="0"/>
                    </a:moveTo>
                    <a:cubicBezTo>
                      <a:pt x="34" y="0"/>
                      <a:pt x="1" y="34"/>
                      <a:pt x="68" y="67"/>
                    </a:cubicBezTo>
                    <a:cubicBezTo>
                      <a:pt x="1002" y="434"/>
                      <a:pt x="1936" y="801"/>
                      <a:pt x="2870" y="1168"/>
                    </a:cubicBezTo>
                    <a:cubicBezTo>
                      <a:pt x="2870" y="1168"/>
                      <a:pt x="2903" y="1135"/>
                      <a:pt x="2870" y="1135"/>
                    </a:cubicBezTo>
                    <a:cubicBezTo>
                      <a:pt x="1936" y="734"/>
                      <a:pt x="1002" y="367"/>
                      <a:pt x="68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1353;p39">
                <a:extLst>
                  <a:ext uri="{FF2B5EF4-FFF2-40B4-BE49-F238E27FC236}">
                    <a16:creationId xmlns:a16="http://schemas.microsoft.com/office/drawing/2014/main" id="{A23D0E0D-5358-5B30-A7F5-241CBC18E91A}"/>
                  </a:ext>
                </a:extLst>
              </p:cNvPr>
              <p:cNvSpPr/>
              <p:nvPr/>
            </p:nvSpPr>
            <p:spPr>
              <a:xfrm>
                <a:off x="4710439" y="2119847"/>
                <a:ext cx="58292" cy="31899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1512" extrusionOk="0">
                    <a:moveTo>
                      <a:pt x="67" y="1"/>
                    </a:moveTo>
                    <a:cubicBezTo>
                      <a:pt x="34" y="1"/>
                      <a:pt x="1" y="68"/>
                      <a:pt x="34" y="68"/>
                    </a:cubicBezTo>
                    <a:cubicBezTo>
                      <a:pt x="935" y="501"/>
                      <a:pt x="1835" y="1002"/>
                      <a:pt x="2702" y="1502"/>
                    </a:cubicBezTo>
                    <a:cubicBezTo>
                      <a:pt x="2709" y="1508"/>
                      <a:pt x="2715" y="1511"/>
                      <a:pt x="2721" y="1511"/>
                    </a:cubicBezTo>
                    <a:cubicBezTo>
                      <a:pt x="2746" y="1511"/>
                      <a:pt x="2763" y="1462"/>
                      <a:pt x="2736" y="1435"/>
                    </a:cubicBezTo>
                    <a:cubicBezTo>
                      <a:pt x="1869" y="902"/>
                      <a:pt x="1001" y="435"/>
                      <a:pt x="67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1354;p39">
                <a:extLst>
                  <a:ext uri="{FF2B5EF4-FFF2-40B4-BE49-F238E27FC236}">
                    <a16:creationId xmlns:a16="http://schemas.microsoft.com/office/drawing/2014/main" id="{6CA34B0D-EE0E-92EA-9940-E6F61077B04E}"/>
                  </a:ext>
                </a:extLst>
              </p:cNvPr>
              <p:cNvSpPr/>
              <p:nvPr/>
            </p:nvSpPr>
            <p:spPr>
              <a:xfrm>
                <a:off x="4716768" y="3064298"/>
                <a:ext cx="453238" cy="477858"/>
              </a:xfrm>
              <a:custGeom>
                <a:avLst/>
                <a:gdLst/>
                <a:ahLst/>
                <a:cxnLst/>
                <a:rect l="l" t="t" r="r" b="b"/>
                <a:pathLst>
                  <a:path w="21483" h="22650" extrusionOk="0">
                    <a:moveTo>
                      <a:pt x="1" y="0"/>
                    </a:moveTo>
                    <a:lnTo>
                      <a:pt x="1" y="22650"/>
                    </a:lnTo>
                    <a:lnTo>
                      <a:pt x="21483" y="22650"/>
                    </a:lnTo>
                    <a:lnTo>
                      <a:pt x="21483" y="0"/>
                    </a:lnTo>
                    <a:close/>
                  </a:path>
                </a:pathLst>
              </a:custGeom>
              <a:solidFill>
                <a:srgbClr val="37474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1355;p39">
                <a:extLst>
                  <a:ext uri="{FF2B5EF4-FFF2-40B4-BE49-F238E27FC236}">
                    <a16:creationId xmlns:a16="http://schemas.microsoft.com/office/drawing/2014/main" id="{69F48EAE-B47E-3EC3-FA29-C7CACF3DAD78}"/>
                  </a:ext>
                </a:extLst>
              </p:cNvPr>
              <p:cNvSpPr/>
              <p:nvPr/>
            </p:nvSpPr>
            <p:spPr>
              <a:xfrm>
                <a:off x="5178445" y="3233901"/>
                <a:ext cx="23228" cy="818478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38795" extrusionOk="0">
                    <a:moveTo>
                      <a:pt x="0" y="0"/>
                    </a:moveTo>
                    <a:lnTo>
                      <a:pt x="0" y="38795"/>
                    </a:lnTo>
                    <a:lnTo>
                      <a:pt x="1101" y="38795"/>
                    </a:lnTo>
                    <a:lnTo>
                      <a:pt x="110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1356;p39">
                <a:extLst>
                  <a:ext uri="{FF2B5EF4-FFF2-40B4-BE49-F238E27FC236}">
                    <a16:creationId xmlns:a16="http://schemas.microsoft.com/office/drawing/2014/main" id="{FBAC4D6A-430B-7F00-4999-C8992D28520B}"/>
                  </a:ext>
                </a:extLst>
              </p:cNvPr>
              <p:cNvSpPr/>
              <p:nvPr/>
            </p:nvSpPr>
            <p:spPr>
              <a:xfrm>
                <a:off x="4687928" y="3233901"/>
                <a:ext cx="23228" cy="818478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38795" extrusionOk="0">
                    <a:moveTo>
                      <a:pt x="0" y="0"/>
                    </a:moveTo>
                    <a:lnTo>
                      <a:pt x="0" y="38795"/>
                    </a:lnTo>
                    <a:lnTo>
                      <a:pt x="1101" y="38795"/>
                    </a:lnTo>
                    <a:lnTo>
                      <a:pt x="110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1357;p39">
                <a:extLst>
                  <a:ext uri="{FF2B5EF4-FFF2-40B4-BE49-F238E27FC236}">
                    <a16:creationId xmlns:a16="http://schemas.microsoft.com/office/drawing/2014/main" id="{5532A76C-68FA-97DB-9CF5-FDFA2574647D}"/>
                  </a:ext>
                </a:extLst>
              </p:cNvPr>
              <p:cNvSpPr/>
              <p:nvPr/>
            </p:nvSpPr>
            <p:spPr>
              <a:xfrm>
                <a:off x="4920865" y="3233901"/>
                <a:ext cx="23249" cy="818478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8795" extrusionOk="0">
                    <a:moveTo>
                      <a:pt x="0" y="0"/>
                    </a:moveTo>
                    <a:lnTo>
                      <a:pt x="0" y="38795"/>
                    </a:lnTo>
                    <a:lnTo>
                      <a:pt x="1101" y="38795"/>
                    </a:lnTo>
                    <a:lnTo>
                      <a:pt x="1101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1358;p39">
                <a:extLst>
                  <a:ext uri="{FF2B5EF4-FFF2-40B4-BE49-F238E27FC236}">
                    <a16:creationId xmlns:a16="http://schemas.microsoft.com/office/drawing/2014/main" id="{3D19469D-C15E-085B-6F7D-D3FE1CD65D66}"/>
                  </a:ext>
                </a:extLst>
              </p:cNvPr>
              <p:cNvSpPr/>
              <p:nvPr/>
            </p:nvSpPr>
            <p:spPr>
              <a:xfrm>
                <a:off x="4699890" y="3511881"/>
                <a:ext cx="489821" cy="66183"/>
              </a:xfrm>
              <a:custGeom>
                <a:avLst/>
                <a:gdLst/>
                <a:ahLst/>
                <a:cxnLst/>
                <a:rect l="l" t="t" r="r" b="b"/>
                <a:pathLst>
                  <a:path w="23217" h="3137" extrusionOk="0">
                    <a:moveTo>
                      <a:pt x="0" y="0"/>
                    </a:moveTo>
                    <a:lnTo>
                      <a:pt x="0" y="3136"/>
                    </a:lnTo>
                    <a:lnTo>
                      <a:pt x="23217" y="3136"/>
                    </a:lnTo>
                    <a:lnTo>
                      <a:pt x="23217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1359;p39">
                <a:extLst>
                  <a:ext uri="{FF2B5EF4-FFF2-40B4-BE49-F238E27FC236}">
                    <a16:creationId xmlns:a16="http://schemas.microsoft.com/office/drawing/2014/main" id="{0AA920BE-8091-86BA-180F-3F500730826F}"/>
                  </a:ext>
                </a:extLst>
              </p:cNvPr>
              <p:cNvSpPr/>
              <p:nvPr/>
            </p:nvSpPr>
            <p:spPr>
              <a:xfrm>
                <a:off x="4998968" y="2561102"/>
                <a:ext cx="444102" cy="1164751"/>
              </a:xfrm>
              <a:custGeom>
                <a:avLst/>
                <a:gdLst/>
                <a:ahLst/>
                <a:cxnLst/>
                <a:rect l="l" t="t" r="r" b="b"/>
                <a:pathLst>
                  <a:path w="21050" h="55208" extrusionOk="0">
                    <a:moveTo>
                      <a:pt x="1" y="1"/>
                    </a:moveTo>
                    <a:lnTo>
                      <a:pt x="1" y="55207"/>
                    </a:lnTo>
                    <a:lnTo>
                      <a:pt x="21049" y="55207"/>
                    </a:lnTo>
                    <a:lnTo>
                      <a:pt x="21049" y="1"/>
                    </a:lnTo>
                    <a:close/>
                  </a:path>
                </a:pathLst>
              </a:custGeom>
              <a:solidFill>
                <a:srgbClr val="90E6F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5" name="Google Shape;1360;p39">
              <a:extLst>
                <a:ext uri="{FF2B5EF4-FFF2-40B4-BE49-F238E27FC236}">
                  <a16:creationId xmlns:a16="http://schemas.microsoft.com/office/drawing/2014/main" id="{D63F4479-9EBA-45F7-F931-7080F646BE76}"/>
                </a:ext>
              </a:extLst>
            </p:cNvPr>
            <p:cNvSpPr/>
            <p:nvPr/>
          </p:nvSpPr>
          <p:spPr>
            <a:xfrm>
              <a:off x="4998968" y="2561102"/>
              <a:ext cx="444102" cy="1164751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1361;p39">
              <a:extLst>
                <a:ext uri="{FF2B5EF4-FFF2-40B4-BE49-F238E27FC236}">
                  <a16:creationId xmlns:a16="http://schemas.microsoft.com/office/drawing/2014/main" id="{EA050226-AEBD-BB41-D418-B74E671AA865}"/>
                </a:ext>
              </a:extLst>
            </p:cNvPr>
            <p:cNvSpPr/>
            <p:nvPr/>
          </p:nvSpPr>
          <p:spPr>
            <a:xfrm>
              <a:off x="7302351" y="2561102"/>
              <a:ext cx="444102" cy="1164751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1362;p39">
              <a:extLst>
                <a:ext uri="{FF2B5EF4-FFF2-40B4-BE49-F238E27FC236}">
                  <a16:creationId xmlns:a16="http://schemas.microsoft.com/office/drawing/2014/main" id="{26BDB8C4-4CA2-AF71-5986-A05A434D570C}"/>
                </a:ext>
              </a:extLst>
            </p:cNvPr>
            <p:cNvSpPr/>
            <p:nvPr/>
          </p:nvSpPr>
          <p:spPr>
            <a:xfrm>
              <a:off x="7302351" y="2561102"/>
              <a:ext cx="444102" cy="1164751"/>
            </a:xfrm>
            <a:custGeom>
              <a:avLst/>
              <a:gdLst/>
              <a:ahLst/>
              <a:cxnLst/>
              <a:rect l="l" t="t" r="r" b="b"/>
              <a:pathLst>
                <a:path w="21050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21049" y="55207"/>
                  </a:lnTo>
                  <a:lnTo>
                    <a:pt x="210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363;p39">
              <a:extLst>
                <a:ext uri="{FF2B5EF4-FFF2-40B4-BE49-F238E27FC236}">
                  <a16:creationId xmlns:a16="http://schemas.microsoft.com/office/drawing/2014/main" id="{30843EAE-F323-FDB2-2766-8B645B3477E6}"/>
                </a:ext>
              </a:extLst>
            </p:cNvPr>
            <p:cNvSpPr/>
            <p:nvPr/>
          </p:nvSpPr>
          <p:spPr>
            <a:xfrm>
              <a:off x="5443050" y="1740535"/>
              <a:ext cx="1859323" cy="1985317"/>
            </a:xfrm>
            <a:custGeom>
              <a:avLst/>
              <a:gdLst/>
              <a:ahLst/>
              <a:cxnLst/>
              <a:rect l="l" t="t" r="r" b="b"/>
              <a:pathLst>
                <a:path w="88130" h="94102" extrusionOk="0">
                  <a:moveTo>
                    <a:pt x="0" y="0"/>
                  </a:moveTo>
                  <a:lnTo>
                    <a:pt x="0" y="94101"/>
                  </a:lnTo>
                  <a:lnTo>
                    <a:pt x="88130" y="94101"/>
                  </a:lnTo>
                  <a:lnTo>
                    <a:pt x="88130" y="0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1364;p39">
              <a:extLst>
                <a:ext uri="{FF2B5EF4-FFF2-40B4-BE49-F238E27FC236}">
                  <a16:creationId xmlns:a16="http://schemas.microsoft.com/office/drawing/2014/main" id="{B9993322-E0D1-BBCF-A178-69451C877360}"/>
                </a:ext>
              </a:extLst>
            </p:cNvPr>
            <p:cNvSpPr/>
            <p:nvPr/>
          </p:nvSpPr>
          <p:spPr>
            <a:xfrm>
              <a:off x="5443050" y="1740535"/>
              <a:ext cx="1859323" cy="1985317"/>
            </a:xfrm>
            <a:custGeom>
              <a:avLst/>
              <a:gdLst/>
              <a:ahLst/>
              <a:cxnLst/>
              <a:rect l="l" t="t" r="r" b="b"/>
              <a:pathLst>
                <a:path w="88130" h="94102" extrusionOk="0">
                  <a:moveTo>
                    <a:pt x="0" y="0"/>
                  </a:moveTo>
                  <a:lnTo>
                    <a:pt x="0" y="94101"/>
                  </a:lnTo>
                  <a:lnTo>
                    <a:pt x="88130" y="94101"/>
                  </a:lnTo>
                  <a:lnTo>
                    <a:pt x="881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1365;p39">
              <a:extLst>
                <a:ext uri="{FF2B5EF4-FFF2-40B4-BE49-F238E27FC236}">
                  <a16:creationId xmlns:a16="http://schemas.microsoft.com/office/drawing/2014/main" id="{5B138E60-7FBF-CF40-49BD-265AF810C896}"/>
                </a:ext>
              </a:extLst>
            </p:cNvPr>
            <p:cNvSpPr/>
            <p:nvPr/>
          </p:nvSpPr>
          <p:spPr>
            <a:xfrm>
              <a:off x="7302351" y="2561102"/>
              <a:ext cx="10591" cy="1164751"/>
            </a:xfrm>
            <a:custGeom>
              <a:avLst/>
              <a:gdLst/>
              <a:ahLst/>
              <a:cxnLst/>
              <a:rect l="l" t="t" r="r" b="b"/>
              <a:pathLst>
                <a:path w="502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501" y="5520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366;p39">
              <a:extLst>
                <a:ext uri="{FF2B5EF4-FFF2-40B4-BE49-F238E27FC236}">
                  <a16:creationId xmlns:a16="http://schemas.microsoft.com/office/drawing/2014/main" id="{27751B41-06DD-010A-20FB-C77F8BE0B6F3}"/>
                </a:ext>
              </a:extLst>
            </p:cNvPr>
            <p:cNvSpPr/>
            <p:nvPr/>
          </p:nvSpPr>
          <p:spPr>
            <a:xfrm>
              <a:off x="5438113" y="2561102"/>
              <a:ext cx="10591" cy="1164751"/>
            </a:xfrm>
            <a:custGeom>
              <a:avLst/>
              <a:gdLst/>
              <a:ahLst/>
              <a:cxnLst/>
              <a:rect l="l" t="t" r="r" b="b"/>
              <a:pathLst>
                <a:path w="502" h="55208" extrusionOk="0">
                  <a:moveTo>
                    <a:pt x="1" y="1"/>
                  </a:moveTo>
                  <a:lnTo>
                    <a:pt x="1" y="55207"/>
                  </a:lnTo>
                  <a:lnTo>
                    <a:pt x="501" y="5520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367;p39">
              <a:extLst>
                <a:ext uri="{FF2B5EF4-FFF2-40B4-BE49-F238E27FC236}">
                  <a16:creationId xmlns:a16="http://schemas.microsoft.com/office/drawing/2014/main" id="{D1754774-9052-C4A5-B10E-4341E106BA58}"/>
                </a:ext>
              </a:extLst>
            </p:cNvPr>
            <p:cNvSpPr/>
            <p:nvPr/>
          </p:nvSpPr>
          <p:spPr>
            <a:xfrm>
              <a:off x="5438113" y="3026280"/>
              <a:ext cx="1874829" cy="361759"/>
            </a:xfrm>
            <a:custGeom>
              <a:avLst/>
              <a:gdLst/>
              <a:ahLst/>
              <a:cxnLst/>
              <a:rect l="l" t="t" r="r" b="b"/>
              <a:pathLst>
                <a:path w="88865" h="17147" extrusionOk="0">
                  <a:moveTo>
                    <a:pt x="88364" y="535"/>
                  </a:moveTo>
                  <a:lnTo>
                    <a:pt x="88364" y="16613"/>
                  </a:lnTo>
                  <a:lnTo>
                    <a:pt x="535" y="16613"/>
                  </a:lnTo>
                  <a:lnTo>
                    <a:pt x="535" y="535"/>
                  </a:lnTo>
                  <a:close/>
                  <a:moveTo>
                    <a:pt x="1" y="1"/>
                  </a:moveTo>
                  <a:lnTo>
                    <a:pt x="1" y="17147"/>
                  </a:lnTo>
                  <a:lnTo>
                    <a:pt x="88864" y="17147"/>
                  </a:lnTo>
                  <a:lnTo>
                    <a:pt x="8886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368;p39">
              <a:extLst>
                <a:ext uri="{FF2B5EF4-FFF2-40B4-BE49-F238E27FC236}">
                  <a16:creationId xmlns:a16="http://schemas.microsoft.com/office/drawing/2014/main" id="{0939A5D8-47B9-FF44-82E9-9BF195112B1A}"/>
                </a:ext>
              </a:extLst>
            </p:cNvPr>
            <p:cNvSpPr/>
            <p:nvPr/>
          </p:nvSpPr>
          <p:spPr>
            <a:xfrm>
              <a:off x="5550014" y="2378123"/>
              <a:ext cx="17616" cy="14114"/>
            </a:xfrm>
            <a:custGeom>
              <a:avLst/>
              <a:gdLst/>
              <a:ahLst/>
              <a:cxnLst/>
              <a:rect l="l" t="t" r="r" b="b"/>
              <a:pathLst>
                <a:path w="835" h="669" extrusionOk="0">
                  <a:moveTo>
                    <a:pt x="434" y="1"/>
                  </a:moveTo>
                  <a:cubicBezTo>
                    <a:pt x="1" y="34"/>
                    <a:pt x="1" y="635"/>
                    <a:pt x="434" y="668"/>
                  </a:cubicBezTo>
                  <a:cubicBezTo>
                    <a:pt x="835" y="635"/>
                    <a:pt x="835" y="34"/>
                    <a:pt x="4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369;p39">
              <a:extLst>
                <a:ext uri="{FF2B5EF4-FFF2-40B4-BE49-F238E27FC236}">
                  <a16:creationId xmlns:a16="http://schemas.microsoft.com/office/drawing/2014/main" id="{63396FCC-44B1-D2B0-F87B-53508DD6C2F5}"/>
                </a:ext>
              </a:extLst>
            </p:cNvPr>
            <p:cNvSpPr/>
            <p:nvPr/>
          </p:nvSpPr>
          <p:spPr>
            <a:xfrm>
              <a:off x="5562694" y="3277530"/>
              <a:ext cx="17595" cy="14789"/>
            </a:xfrm>
            <a:custGeom>
              <a:avLst/>
              <a:gdLst/>
              <a:ahLst/>
              <a:cxnLst/>
              <a:rect l="l" t="t" r="r" b="b"/>
              <a:pathLst>
                <a:path w="834" h="701" extrusionOk="0">
                  <a:moveTo>
                    <a:pt x="434" y="0"/>
                  </a:moveTo>
                  <a:cubicBezTo>
                    <a:pt x="0" y="34"/>
                    <a:pt x="0" y="634"/>
                    <a:pt x="434" y="701"/>
                  </a:cubicBezTo>
                  <a:cubicBezTo>
                    <a:pt x="834" y="634"/>
                    <a:pt x="834" y="34"/>
                    <a:pt x="4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370;p39">
              <a:extLst>
                <a:ext uri="{FF2B5EF4-FFF2-40B4-BE49-F238E27FC236}">
                  <a16:creationId xmlns:a16="http://schemas.microsoft.com/office/drawing/2014/main" id="{712946C7-87A3-ABA4-4869-B18F42B30E70}"/>
                </a:ext>
              </a:extLst>
            </p:cNvPr>
            <p:cNvSpPr/>
            <p:nvPr/>
          </p:nvSpPr>
          <p:spPr>
            <a:xfrm>
              <a:off x="6063759" y="3133076"/>
              <a:ext cx="12680" cy="10064"/>
            </a:xfrm>
            <a:custGeom>
              <a:avLst/>
              <a:gdLst/>
              <a:ahLst/>
              <a:cxnLst/>
              <a:rect l="l" t="t" r="r" b="b"/>
              <a:pathLst>
                <a:path w="601" h="477" extrusionOk="0">
                  <a:moveTo>
                    <a:pt x="301" y="1"/>
                  </a:moveTo>
                  <a:cubicBezTo>
                    <a:pt x="251" y="1"/>
                    <a:pt x="200" y="26"/>
                    <a:pt x="167" y="76"/>
                  </a:cubicBezTo>
                  <a:cubicBezTo>
                    <a:pt x="134" y="109"/>
                    <a:pt x="134" y="143"/>
                    <a:pt x="100" y="176"/>
                  </a:cubicBezTo>
                  <a:cubicBezTo>
                    <a:pt x="0" y="376"/>
                    <a:pt x="150" y="476"/>
                    <a:pt x="301" y="476"/>
                  </a:cubicBezTo>
                  <a:cubicBezTo>
                    <a:pt x="451" y="476"/>
                    <a:pt x="601" y="376"/>
                    <a:pt x="501" y="176"/>
                  </a:cubicBezTo>
                  <a:cubicBezTo>
                    <a:pt x="501" y="143"/>
                    <a:pt x="467" y="109"/>
                    <a:pt x="434" y="76"/>
                  </a:cubicBezTo>
                  <a:cubicBezTo>
                    <a:pt x="401" y="26"/>
                    <a:pt x="351" y="1"/>
                    <a:pt x="3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371;p39">
              <a:extLst>
                <a:ext uri="{FF2B5EF4-FFF2-40B4-BE49-F238E27FC236}">
                  <a16:creationId xmlns:a16="http://schemas.microsoft.com/office/drawing/2014/main" id="{AE6B4D3B-C3F1-27F5-9514-5C2F79BFEE25}"/>
                </a:ext>
              </a:extLst>
            </p:cNvPr>
            <p:cNvSpPr/>
            <p:nvPr/>
          </p:nvSpPr>
          <p:spPr>
            <a:xfrm>
              <a:off x="5330094" y="3292130"/>
              <a:ext cx="12342" cy="10042"/>
            </a:xfrm>
            <a:custGeom>
              <a:avLst/>
              <a:gdLst/>
              <a:ahLst/>
              <a:cxnLst/>
              <a:rect l="l" t="t" r="r" b="b"/>
              <a:pathLst>
                <a:path w="585" h="476" extrusionOk="0">
                  <a:moveTo>
                    <a:pt x="284" y="1"/>
                  </a:moveTo>
                  <a:cubicBezTo>
                    <a:pt x="234" y="1"/>
                    <a:pt x="184" y="26"/>
                    <a:pt x="151" y="76"/>
                  </a:cubicBezTo>
                  <a:cubicBezTo>
                    <a:pt x="117" y="109"/>
                    <a:pt x="117" y="142"/>
                    <a:pt x="84" y="176"/>
                  </a:cubicBezTo>
                  <a:cubicBezTo>
                    <a:pt x="0" y="376"/>
                    <a:pt x="151" y="476"/>
                    <a:pt x="297" y="476"/>
                  </a:cubicBezTo>
                  <a:cubicBezTo>
                    <a:pt x="442" y="476"/>
                    <a:pt x="584" y="376"/>
                    <a:pt x="484" y="176"/>
                  </a:cubicBezTo>
                  <a:cubicBezTo>
                    <a:pt x="484" y="142"/>
                    <a:pt x="451" y="109"/>
                    <a:pt x="417" y="76"/>
                  </a:cubicBezTo>
                  <a:cubicBezTo>
                    <a:pt x="384" y="26"/>
                    <a:pt x="334" y="1"/>
                    <a:pt x="28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372;p39">
              <a:extLst>
                <a:ext uri="{FF2B5EF4-FFF2-40B4-BE49-F238E27FC236}">
                  <a16:creationId xmlns:a16="http://schemas.microsoft.com/office/drawing/2014/main" id="{590FAC25-CB93-3E85-B723-D2E9A5A199F9}"/>
                </a:ext>
              </a:extLst>
            </p:cNvPr>
            <p:cNvSpPr/>
            <p:nvPr/>
          </p:nvSpPr>
          <p:spPr>
            <a:xfrm>
              <a:off x="5614762" y="2422470"/>
              <a:ext cx="14789" cy="11287"/>
            </a:xfrm>
            <a:custGeom>
              <a:avLst/>
              <a:gdLst/>
              <a:ahLst/>
              <a:cxnLst/>
              <a:rect l="l" t="t" r="r" b="b"/>
              <a:pathLst>
                <a:path w="701" h="535" extrusionOk="0">
                  <a:moveTo>
                    <a:pt x="367" y="0"/>
                  </a:moveTo>
                  <a:cubicBezTo>
                    <a:pt x="0" y="0"/>
                    <a:pt x="0" y="534"/>
                    <a:pt x="367" y="534"/>
                  </a:cubicBezTo>
                  <a:cubicBezTo>
                    <a:pt x="701" y="534"/>
                    <a:pt x="701" y="0"/>
                    <a:pt x="3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1373;p39">
              <a:extLst>
                <a:ext uri="{FF2B5EF4-FFF2-40B4-BE49-F238E27FC236}">
                  <a16:creationId xmlns:a16="http://schemas.microsoft.com/office/drawing/2014/main" id="{7783AF43-84CA-0872-1872-61F658EA1595}"/>
                </a:ext>
              </a:extLst>
            </p:cNvPr>
            <p:cNvSpPr/>
            <p:nvPr/>
          </p:nvSpPr>
          <p:spPr>
            <a:xfrm>
              <a:off x="5224184" y="2992503"/>
              <a:ext cx="13397" cy="11287"/>
            </a:xfrm>
            <a:custGeom>
              <a:avLst/>
              <a:gdLst/>
              <a:ahLst/>
              <a:cxnLst/>
              <a:rect l="l" t="t" r="r" b="b"/>
              <a:pathLst>
                <a:path w="635" h="535" extrusionOk="0">
                  <a:moveTo>
                    <a:pt x="334" y="1"/>
                  </a:moveTo>
                  <a:cubicBezTo>
                    <a:pt x="0" y="68"/>
                    <a:pt x="0" y="501"/>
                    <a:pt x="334" y="535"/>
                  </a:cubicBezTo>
                  <a:cubicBezTo>
                    <a:pt x="634" y="501"/>
                    <a:pt x="634" y="68"/>
                    <a:pt x="33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1374;p39">
              <a:extLst>
                <a:ext uri="{FF2B5EF4-FFF2-40B4-BE49-F238E27FC236}">
                  <a16:creationId xmlns:a16="http://schemas.microsoft.com/office/drawing/2014/main" id="{51217740-CEF5-A873-DCB2-4F4F3CB6A8F5}"/>
                </a:ext>
              </a:extLst>
            </p:cNvPr>
            <p:cNvSpPr/>
            <p:nvPr/>
          </p:nvSpPr>
          <p:spPr>
            <a:xfrm>
              <a:off x="5953272" y="2107189"/>
              <a:ext cx="18313" cy="18503"/>
            </a:xfrm>
            <a:custGeom>
              <a:avLst/>
              <a:gdLst/>
              <a:ahLst/>
              <a:cxnLst/>
              <a:rect l="l" t="t" r="r" b="b"/>
              <a:pathLst>
                <a:path w="868" h="877" extrusionOk="0">
                  <a:moveTo>
                    <a:pt x="446" y="0"/>
                  </a:moveTo>
                  <a:cubicBezTo>
                    <a:pt x="351" y="0"/>
                    <a:pt x="250" y="34"/>
                    <a:pt x="167" y="101"/>
                  </a:cubicBezTo>
                  <a:cubicBezTo>
                    <a:pt x="67" y="234"/>
                    <a:pt x="0" y="434"/>
                    <a:pt x="67" y="601"/>
                  </a:cubicBezTo>
                  <a:cubicBezTo>
                    <a:pt x="134" y="784"/>
                    <a:pt x="292" y="876"/>
                    <a:pt x="451" y="876"/>
                  </a:cubicBezTo>
                  <a:cubicBezTo>
                    <a:pt x="609" y="876"/>
                    <a:pt x="767" y="784"/>
                    <a:pt x="834" y="601"/>
                  </a:cubicBezTo>
                  <a:cubicBezTo>
                    <a:pt x="868" y="434"/>
                    <a:pt x="834" y="234"/>
                    <a:pt x="701" y="101"/>
                  </a:cubicBezTo>
                  <a:cubicBezTo>
                    <a:pt x="634" y="34"/>
                    <a:pt x="542" y="0"/>
                    <a:pt x="44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1375;p39">
              <a:extLst>
                <a:ext uri="{FF2B5EF4-FFF2-40B4-BE49-F238E27FC236}">
                  <a16:creationId xmlns:a16="http://schemas.microsoft.com/office/drawing/2014/main" id="{ADC7A841-581A-5D15-E9EF-CEB3162B1A12}"/>
                </a:ext>
              </a:extLst>
            </p:cNvPr>
            <p:cNvSpPr/>
            <p:nvPr/>
          </p:nvSpPr>
          <p:spPr>
            <a:xfrm>
              <a:off x="5618285" y="3233373"/>
              <a:ext cx="18313" cy="18481"/>
            </a:xfrm>
            <a:custGeom>
              <a:avLst/>
              <a:gdLst/>
              <a:ahLst/>
              <a:cxnLst/>
              <a:rect l="l" t="t" r="r" b="b"/>
              <a:pathLst>
                <a:path w="868" h="876" extrusionOk="0">
                  <a:moveTo>
                    <a:pt x="451" y="0"/>
                  </a:moveTo>
                  <a:cubicBezTo>
                    <a:pt x="359" y="0"/>
                    <a:pt x="267" y="42"/>
                    <a:pt x="200" y="125"/>
                  </a:cubicBezTo>
                  <a:cubicBezTo>
                    <a:pt x="67" y="225"/>
                    <a:pt x="0" y="426"/>
                    <a:pt x="67" y="626"/>
                  </a:cubicBezTo>
                  <a:cubicBezTo>
                    <a:pt x="134" y="793"/>
                    <a:pt x="292" y="876"/>
                    <a:pt x="451" y="876"/>
                  </a:cubicBezTo>
                  <a:cubicBezTo>
                    <a:pt x="609" y="876"/>
                    <a:pt x="767" y="793"/>
                    <a:pt x="834" y="626"/>
                  </a:cubicBezTo>
                  <a:cubicBezTo>
                    <a:pt x="868" y="426"/>
                    <a:pt x="834" y="225"/>
                    <a:pt x="701" y="125"/>
                  </a:cubicBezTo>
                  <a:cubicBezTo>
                    <a:pt x="634" y="42"/>
                    <a:pt x="542" y="0"/>
                    <a:pt x="45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1376;p39">
              <a:extLst>
                <a:ext uri="{FF2B5EF4-FFF2-40B4-BE49-F238E27FC236}">
                  <a16:creationId xmlns:a16="http://schemas.microsoft.com/office/drawing/2014/main" id="{C865C683-9056-58A1-6796-7AC8038DEB46}"/>
                </a:ext>
              </a:extLst>
            </p:cNvPr>
            <p:cNvSpPr/>
            <p:nvPr/>
          </p:nvSpPr>
          <p:spPr>
            <a:xfrm>
              <a:off x="7167939" y="3296539"/>
              <a:ext cx="19726" cy="14789"/>
            </a:xfrm>
            <a:custGeom>
              <a:avLst/>
              <a:gdLst/>
              <a:ahLst/>
              <a:cxnLst/>
              <a:rect l="l" t="t" r="r" b="b"/>
              <a:pathLst>
                <a:path w="935" h="701" extrusionOk="0">
                  <a:moveTo>
                    <a:pt x="468" y="0"/>
                  </a:moveTo>
                  <a:cubicBezTo>
                    <a:pt x="1" y="0"/>
                    <a:pt x="1" y="701"/>
                    <a:pt x="468" y="701"/>
                  </a:cubicBezTo>
                  <a:cubicBezTo>
                    <a:pt x="935" y="701"/>
                    <a:pt x="935" y="0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1377;p39">
              <a:extLst>
                <a:ext uri="{FF2B5EF4-FFF2-40B4-BE49-F238E27FC236}">
                  <a16:creationId xmlns:a16="http://schemas.microsoft.com/office/drawing/2014/main" id="{F447F958-CBFA-37EE-538D-B31B10BB98E1}"/>
                </a:ext>
              </a:extLst>
            </p:cNvPr>
            <p:cNvSpPr/>
            <p:nvPr/>
          </p:nvSpPr>
          <p:spPr>
            <a:xfrm>
              <a:off x="6722465" y="2315506"/>
              <a:ext cx="17616" cy="14789"/>
            </a:xfrm>
            <a:custGeom>
              <a:avLst/>
              <a:gdLst/>
              <a:ahLst/>
              <a:cxnLst/>
              <a:rect l="l" t="t" r="r" b="b"/>
              <a:pathLst>
                <a:path w="835" h="701" extrusionOk="0">
                  <a:moveTo>
                    <a:pt x="434" y="0"/>
                  </a:moveTo>
                  <a:cubicBezTo>
                    <a:pt x="1" y="34"/>
                    <a:pt x="1" y="634"/>
                    <a:pt x="434" y="701"/>
                  </a:cubicBezTo>
                  <a:cubicBezTo>
                    <a:pt x="835" y="634"/>
                    <a:pt x="835" y="34"/>
                    <a:pt x="4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1378;p39">
              <a:extLst>
                <a:ext uri="{FF2B5EF4-FFF2-40B4-BE49-F238E27FC236}">
                  <a16:creationId xmlns:a16="http://schemas.microsoft.com/office/drawing/2014/main" id="{2B61CCB6-4555-0161-2A95-8A317BB455EA}"/>
                </a:ext>
              </a:extLst>
            </p:cNvPr>
            <p:cNvSpPr/>
            <p:nvPr/>
          </p:nvSpPr>
          <p:spPr>
            <a:xfrm>
              <a:off x="7413556" y="3235483"/>
              <a:ext cx="12680" cy="10570"/>
            </a:xfrm>
            <a:custGeom>
              <a:avLst/>
              <a:gdLst/>
              <a:ahLst/>
              <a:cxnLst/>
              <a:rect l="l" t="t" r="r" b="b"/>
              <a:pathLst>
                <a:path w="601" h="501" extrusionOk="0">
                  <a:moveTo>
                    <a:pt x="301" y="0"/>
                  </a:moveTo>
                  <a:cubicBezTo>
                    <a:pt x="150" y="0"/>
                    <a:pt x="0" y="109"/>
                    <a:pt x="100" y="326"/>
                  </a:cubicBezTo>
                  <a:cubicBezTo>
                    <a:pt x="100" y="359"/>
                    <a:pt x="134" y="392"/>
                    <a:pt x="167" y="426"/>
                  </a:cubicBezTo>
                  <a:cubicBezTo>
                    <a:pt x="200" y="476"/>
                    <a:pt x="251" y="501"/>
                    <a:pt x="301" y="501"/>
                  </a:cubicBezTo>
                  <a:cubicBezTo>
                    <a:pt x="351" y="501"/>
                    <a:pt x="401" y="476"/>
                    <a:pt x="434" y="426"/>
                  </a:cubicBezTo>
                  <a:cubicBezTo>
                    <a:pt x="467" y="392"/>
                    <a:pt x="467" y="359"/>
                    <a:pt x="501" y="326"/>
                  </a:cubicBezTo>
                  <a:cubicBezTo>
                    <a:pt x="601" y="109"/>
                    <a:pt x="451" y="0"/>
                    <a:pt x="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1379;p39">
              <a:extLst>
                <a:ext uri="{FF2B5EF4-FFF2-40B4-BE49-F238E27FC236}">
                  <a16:creationId xmlns:a16="http://schemas.microsoft.com/office/drawing/2014/main" id="{C41DC0E3-E214-B719-1D86-378DA384215B}"/>
                </a:ext>
              </a:extLst>
            </p:cNvPr>
            <p:cNvSpPr/>
            <p:nvPr/>
          </p:nvSpPr>
          <p:spPr>
            <a:xfrm>
              <a:off x="6503600" y="2783153"/>
              <a:ext cx="18313" cy="18481"/>
            </a:xfrm>
            <a:custGeom>
              <a:avLst/>
              <a:gdLst/>
              <a:ahLst/>
              <a:cxnLst/>
              <a:rect l="l" t="t" r="r" b="b"/>
              <a:pathLst>
                <a:path w="868" h="876" extrusionOk="0">
                  <a:moveTo>
                    <a:pt x="418" y="0"/>
                  </a:moveTo>
                  <a:cubicBezTo>
                    <a:pt x="259" y="0"/>
                    <a:pt x="101" y="83"/>
                    <a:pt x="34" y="250"/>
                  </a:cubicBezTo>
                  <a:cubicBezTo>
                    <a:pt x="1" y="417"/>
                    <a:pt x="34" y="617"/>
                    <a:pt x="167" y="751"/>
                  </a:cubicBezTo>
                  <a:cubicBezTo>
                    <a:pt x="234" y="834"/>
                    <a:pt x="326" y="876"/>
                    <a:pt x="422" y="876"/>
                  </a:cubicBezTo>
                  <a:cubicBezTo>
                    <a:pt x="518" y="876"/>
                    <a:pt x="618" y="834"/>
                    <a:pt x="701" y="751"/>
                  </a:cubicBezTo>
                  <a:cubicBezTo>
                    <a:pt x="801" y="617"/>
                    <a:pt x="868" y="417"/>
                    <a:pt x="801" y="250"/>
                  </a:cubicBezTo>
                  <a:cubicBezTo>
                    <a:pt x="734" y="83"/>
                    <a:pt x="576" y="0"/>
                    <a:pt x="41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1380;p39">
              <a:extLst>
                <a:ext uri="{FF2B5EF4-FFF2-40B4-BE49-F238E27FC236}">
                  <a16:creationId xmlns:a16="http://schemas.microsoft.com/office/drawing/2014/main" id="{58DB63F4-A638-9D25-C72B-D861F40766AB}"/>
                </a:ext>
              </a:extLst>
            </p:cNvPr>
            <p:cNvSpPr/>
            <p:nvPr/>
          </p:nvSpPr>
          <p:spPr>
            <a:xfrm>
              <a:off x="5449379" y="3388018"/>
              <a:ext cx="1852993" cy="91500"/>
            </a:xfrm>
            <a:custGeom>
              <a:avLst/>
              <a:gdLst/>
              <a:ahLst/>
              <a:cxnLst/>
              <a:rect l="l" t="t" r="r" b="b"/>
              <a:pathLst>
                <a:path w="87830" h="4337" extrusionOk="0">
                  <a:moveTo>
                    <a:pt x="1" y="1"/>
                  </a:moveTo>
                  <a:cubicBezTo>
                    <a:pt x="1" y="1"/>
                    <a:pt x="22183" y="4337"/>
                    <a:pt x="43899" y="4337"/>
                  </a:cubicBezTo>
                  <a:cubicBezTo>
                    <a:pt x="65614" y="4337"/>
                    <a:pt x="87830" y="1"/>
                    <a:pt x="8783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1381;p39">
              <a:extLst>
                <a:ext uri="{FF2B5EF4-FFF2-40B4-BE49-F238E27FC236}">
                  <a16:creationId xmlns:a16="http://schemas.microsoft.com/office/drawing/2014/main" id="{4F82068A-C9A4-3D26-D281-FD70627CBCDE}"/>
                </a:ext>
              </a:extLst>
            </p:cNvPr>
            <p:cNvSpPr/>
            <p:nvPr/>
          </p:nvSpPr>
          <p:spPr>
            <a:xfrm>
              <a:off x="4998968" y="3623065"/>
              <a:ext cx="2746768" cy="102787"/>
            </a:xfrm>
            <a:custGeom>
              <a:avLst/>
              <a:gdLst/>
              <a:ahLst/>
              <a:cxnLst/>
              <a:rect l="l" t="t" r="r" b="b"/>
              <a:pathLst>
                <a:path w="130194" h="4872" extrusionOk="0">
                  <a:moveTo>
                    <a:pt x="1" y="1"/>
                  </a:moveTo>
                  <a:lnTo>
                    <a:pt x="1" y="4871"/>
                  </a:lnTo>
                  <a:lnTo>
                    <a:pt x="130194" y="4871"/>
                  </a:lnTo>
                  <a:lnTo>
                    <a:pt x="130194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382;p39">
              <a:extLst>
                <a:ext uri="{FF2B5EF4-FFF2-40B4-BE49-F238E27FC236}">
                  <a16:creationId xmlns:a16="http://schemas.microsoft.com/office/drawing/2014/main" id="{DF3DFBA7-A8A2-5E96-BCDA-FF4C98CECDD0}"/>
                </a:ext>
              </a:extLst>
            </p:cNvPr>
            <p:cNvSpPr/>
            <p:nvPr/>
          </p:nvSpPr>
          <p:spPr>
            <a:xfrm>
              <a:off x="5269227" y="3725831"/>
              <a:ext cx="324437" cy="463786"/>
            </a:xfrm>
            <a:custGeom>
              <a:avLst/>
              <a:gdLst/>
              <a:ahLst/>
              <a:cxnLst/>
              <a:rect l="l" t="t" r="r" b="b"/>
              <a:pathLst>
                <a:path w="15378" h="21983" extrusionOk="0">
                  <a:moveTo>
                    <a:pt x="3469" y="0"/>
                  </a:moveTo>
                  <a:lnTo>
                    <a:pt x="1735" y="10941"/>
                  </a:lnTo>
                  <a:lnTo>
                    <a:pt x="0" y="21982"/>
                  </a:lnTo>
                  <a:lnTo>
                    <a:pt x="4670" y="21982"/>
                  </a:lnTo>
                  <a:lnTo>
                    <a:pt x="10041" y="10941"/>
                  </a:lnTo>
                  <a:lnTo>
                    <a:pt x="1537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383;p39">
              <a:extLst>
                <a:ext uri="{FF2B5EF4-FFF2-40B4-BE49-F238E27FC236}">
                  <a16:creationId xmlns:a16="http://schemas.microsoft.com/office/drawing/2014/main" id="{7DB5F322-48AF-67E3-3476-E5D3A6D3FAD4}"/>
                </a:ext>
              </a:extLst>
            </p:cNvPr>
            <p:cNvSpPr/>
            <p:nvPr/>
          </p:nvSpPr>
          <p:spPr>
            <a:xfrm>
              <a:off x="5319882" y="3725831"/>
              <a:ext cx="274500" cy="140066"/>
            </a:xfrm>
            <a:custGeom>
              <a:avLst/>
              <a:gdLst/>
              <a:ahLst/>
              <a:cxnLst/>
              <a:rect l="l" t="t" r="r" b="b"/>
              <a:pathLst>
                <a:path w="13011" h="6639" extrusionOk="0">
                  <a:moveTo>
                    <a:pt x="1068" y="0"/>
                  </a:moveTo>
                  <a:lnTo>
                    <a:pt x="1" y="6638"/>
                  </a:lnTo>
                  <a:lnTo>
                    <a:pt x="9741" y="6638"/>
                  </a:lnTo>
                  <a:lnTo>
                    <a:pt x="1301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384;p39">
              <a:extLst>
                <a:ext uri="{FF2B5EF4-FFF2-40B4-BE49-F238E27FC236}">
                  <a16:creationId xmlns:a16="http://schemas.microsoft.com/office/drawing/2014/main" id="{11F9D791-8201-25E2-C569-53E687026E39}"/>
                </a:ext>
              </a:extLst>
            </p:cNvPr>
            <p:cNvSpPr/>
            <p:nvPr/>
          </p:nvSpPr>
          <p:spPr>
            <a:xfrm>
              <a:off x="7108824" y="3725831"/>
              <a:ext cx="325155" cy="463786"/>
            </a:xfrm>
            <a:custGeom>
              <a:avLst/>
              <a:gdLst/>
              <a:ahLst/>
              <a:cxnLst/>
              <a:rect l="l" t="t" r="r" b="b"/>
              <a:pathLst>
                <a:path w="15412" h="21983" extrusionOk="0">
                  <a:moveTo>
                    <a:pt x="1" y="0"/>
                  </a:moveTo>
                  <a:lnTo>
                    <a:pt x="5371" y="10941"/>
                  </a:lnTo>
                  <a:lnTo>
                    <a:pt x="10742" y="21982"/>
                  </a:lnTo>
                  <a:lnTo>
                    <a:pt x="15412" y="21982"/>
                  </a:lnTo>
                  <a:lnTo>
                    <a:pt x="13677" y="10941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1385;p39">
              <a:extLst>
                <a:ext uri="{FF2B5EF4-FFF2-40B4-BE49-F238E27FC236}">
                  <a16:creationId xmlns:a16="http://schemas.microsoft.com/office/drawing/2014/main" id="{D33078DA-4061-D7F5-3063-32935293DA1A}"/>
                </a:ext>
              </a:extLst>
            </p:cNvPr>
            <p:cNvSpPr/>
            <p:nvPr/>
          </p:nvSpPr>
          <p:spPr>
            <a:xfrm>
              <a:off x="7108824" y="3725831"/>
              <a:ext cx="274478" cy="140066"/>
            </a:xfrm>
            <a:custGeom>
              <a:avLst/>
              <a:gdLst/>
              <a:ahLst/>
              <a:cxnLst/>
              <a:rect l="l" t="t" r="r" b="b"/>
              <a:pathLst>
                <a:path w="13010" h="6639" extrusionOk="0">
                  <a:moveTo>
                    <a:pt x="1" y="0"/>
                  </a:moveTo>
                  <a:lnTo>
                    <a:pt x="3270" y="6638"/>
                  </a:lnTo>
                  <a:lnTo>
                    <a:pt x="13010" y="6638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1386;p39">
              <a:extLst>
                <a:ext uri="{FF2B5EF4-FFF2-40B4-BE49-F238E27FC236}">
                  <a16:creationId xmlns:a16="http://schemas.microsoft.com/office/drawing/2014/main" id="{37D78D3E-93B7-B8F3-DCFC-37E526AA132E}"/>
                </a:ext>
              </a:extLst>
            </p:cNvPr>
            <p:cNvSpPr/>
            <p:nvPr/>
          </p:nvSpPr>
          <p:spPr>
            <a:xfrm>
              <a:off x="6414231" y="2620913"/>
              <a:ext cx="1050255" cy="647778"/>
            </a:xfrm>
            <a:custGeom>
              <a:avLst/>
              <a:gdLst/>
              <a:ahLst/>
              <a:cxnLst/>
              <a:rect l="l" t="t" r="r" b="b"/>
              <a:pathLst>
                <a:path w="49781" h="30704" extrusionOk="0">
                  <a:moveTo>
                    <a:pt x="27216" y="1"/>
                  </a:moveTo>
                  <a:cubicBezTo>
                    <a:pt x="26960" y="1"/>
                    <a:pt x="17913" y="6439"/>
                    <a:pt x="17913" y="6439"/>
                  </a:cubicBezTo>
                  <a:cubicBezTo>
                    <a:pt x="17890" y="6471"/>
                    <a:pt x="17797" y="6486"/>
                    <a:pt x="17644" y="6486"/>
                  </a:cubicBezTo>
                  <a:cubicBezTo>
                    <a:pt x="15398" y="6486"/>
                    <a:pt x="167" y="3270"/>
                    <a:pt x="167" y="3270"/>
                  </a:cubicBezTo>
                  <a:lnTo>
                    <a:pt x="0" y="24252"/>
                  </a:lnTo>
                  <a:lnTo>
                    <a:pt x="31656" y="23551"/>
                  </a:lnTo>
                  <a:cubicBezTo>
                    <a:pt x="31656" y="23551"/>
                    <a:pt x="35926" y="26053"/>
                    <a:pt x="39829" y="28121"/>
                  </a:cubicBezTo>
                  <a:cubicBezTo>
                    <a:pt x="42230" y="29389"/>
                    <a:pt x="44365" y="30456"/>
                    <a:pt x="44966" y="30623"/>
                  </a:cubicBezTo>
                  <a:cubicBezTo>
                    <a:pt x="45185" y="30678"/>
                    <a:pt x="45436" y="30703"/>
                    <a:pt x="45704" y="30703"/>
                  </a:cubicBezTo>
                  <a:cubicBezTo>
                    <a:pt x="47394" y="30703"/>
                    <a:pt x="49781" y="29696"/>
                    <a:pt x="49435" y="28688"/>
                  </a:cubicBezTo>
                  <a:cubicBezTo>
                    <a:pt x="49069" y="27554"/>
                    <a:pt x="28621" y="535"/>
                    <a:pt x="27220" y="1"/>
                  </a:cubicBezTo>
                  <a:cubicBezTo>
                    <a:pt x="27219" y="1"/>
                    <a:pt x="27218" y="1"/>
                    <a:pt x="27216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387;p39">
              <a:extLst>
                <a:ext uri="{FF2B5EF4-FFF2-40B4-BE49-F238E27FC236}">
                  <a16:creationId xmlns:a16="http://schemas.microsoft.com/office/drawing/2014/main" id="{F459A49E-19CE-9CDF-2152-42AD7BACCECD}"/>
                </a:ext>
              </a:extLst>
            </p:cNvPr>
            <p:cNvSpPr/>
            <p:nvPr/>
          </p:nvSpPr>
          <p:spPr>
            <a:xfrm>
              <a:off x="6700651" y="2620913"/>
              <a:ext cx="763835" cy="647778"/>
            </a:xfrm>
            <a:custGeom>
              <a:avLst/>
              <a:gdLst/>
              <a:ahLst/>
              <a:cxnLst/>
              <a:rect l="l" t="t" r="r" b="b"/>
              <a:pathLst>
                <a:path w="36205" h="30704" extrusionOk="0">
                  <a:moveTo>
                    <a:pt x="13640" y="1"/>
                  </a:moveTo>
                  <a:cubicBezTo>
                    <a:pt x="13384" y="1"/>
                    <a:pt x="4337" y="6439"/>
                    <a:pt x="4337" y="6439"/>
                  </a:cubicBezTo>
                  <a:cubicBezTo>
                    <a:pt x="4316" y="6474"/>
                    <a:pt x="4223" y="6490"/>
                    <a:pt x="4065" y="6490"/>
                  </a:cubicBezTo>
                  <a:cubicBezTo>
                    <a:pt x="3463" y="6490"/>
                    <a:pt x="1931" y="6256"/>
                    <a:pt x="1" y="5939"/>
                  </a:cubicBezTo>
                  <a:lnTo>
                    <a:pt x="1" y="5939"/>
                  </a:lnTo>
                  <a:lnTo>
                    <a:pt x="11042" y="23718"/>
                  </a:lnTo>
                  <a:lnTo>
                    <a:pt x="18080" y="23551"/>
                  </a:lnTo>
                  <a:cubicBezTo>
                    <a:pt x="18080" y="23551"/>
                    <a:pt x="22350" y="26087"/>
                    <a:pt x="26286" y="28121"/>
                  </a:cubicBezTo>
                  <a:cubicBezTo>
                    <a:pt x="28688" y="29389"/>
                    <a:pt x="30789" y="30456"/>
                    <a:pt x="31423" y="30623"/>
                  </a:cubicBezTo>
                  <a:cubicBezTo>
                    <a:pt x="31638" y="30678"/>
                    <a:pt x="31885" y="30703"/>
                    <a:pt x="32150" y="30703"/>
                  </a:cubicBezTo>
                  <a:cubicBezTo>
                    <a:pt x="33818" y="30703"/>
                    <a:pt x="36205" y="29696"/>
                    <a:pt x="35859" y="28688"/>
                  </a:cubicBezTo>
                  <a:cubicBezTo>
                    <a:pt x="35493" y="27521"/>
                    <a:pt x="15045" y="535"/>
                    <a:pt x="13644" y="1"/>
                  </a:cubicBezTo>
                  <a:cubicBezTo>
                    <a:pt x="13643" y="1"/>
                    <a:pt x="13642" y="1"/>
                    <a:pt x="13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388;p39">
              <a:extLst>
                <a:ext uri="{FF2B5EF4-FFF2-40B4-BE49-F238E27FC236}">
                  <a16:creationId xmlns:a16="http://schemas.microsoft.com/office/drawing/2014/main" id="{64D191F4-C5A1-7A2E-29CB-DFF4EF2B8A22}"/>
                </a:ext>
              </a:extLst>
            </p:cNvPr>
            <p:cNvSpPr/>
            <p:nvPr/>
          </p:nvSpPr>
          <p:spPr>
            <a:xfrm>
              <a:off x="6792129" y="2621335"/>
              <a:ext cx="676639" cy="650098"/>
            </a:xfrm>
            <a:custGeom>
              <a:avLst/>
              <a:gdLst/>
              <a:ahLst/>
              <a:cxnLst/>
              <a:rect l="l" t="t" r="r" b="b"/>
              <a:pathLst>
                <a:path w="32072" h="30814" extrusionOk="0">
                  <a:moveTo>
                    <a:pt x="9260" y="1"/>
                  </a:moveTo>
                  <a:cubicBezTo>
                    <a:pt x="8455" y="1"/>
                    <a:pt x="4167" y="2702"/>
                    <a:pt x="1" y="6419"/>
                  </a:cubicBezTo>
                  <a:lnTo>
                    <a:pt x="13277" y="23832"/>
                  </a:lnTo>
                  <a:cubicBezTo>
                    <a:pt x="13277" y="23832"/>
                    <a:pt x="25519" y="30303"/>
                    <a:pt x="27154" y="30737"/>
                  </a:cubicBezTo>
                  <a:cubicBezTo>
                    <a:pt x="27368" y="30789"/>
                    <a:pt x="27612" y="30813"/>
                    <a:pt x="27873" y="30813"/>
                  </a:cubicBezTo>
                  <a:cubicBezTo>
                    <a:pt x="29599" y="30813"/>
                    <a:pt x="32071" y="29745"/>
                    <a:pt x="31724" y="28702"/>
                  </a:cubicBezTo>
                  <a:cubicBezTo>
                    <a:pt x="31290" y="27534"/>
                    <a:pt x="10775" y="548"/>
                    <a:pt x="9341" y="15"/>
                  </a:cubicBezTo>
                  <a:cubicBezTo>
                    <a:pt x="9320" y="5"/>
                    <a:pt x="9293" y="1"/>
                    <a:pt x="9260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389;p39">
              <a:extLst>
                <a:ext uri="{FF2B5EF4-FFF2-40B4-BE49-F238E27FC236}">
                  <a16:creationId xmlns:a16="http://schemas.microsoft.com/office/drawing/2014/main" id="{FC82B9EF-02E2-9366-4CB6-37AC6D2299C9}"/>
                </a:ext>
              </a:extLst>
            </p:cNvPr>
            <p:cNvSpPr/>
            <p:nvPr/>
          </p:nvSpPr>
          <p:spPr>
            <a:xfrm>
              <a:off x="6996522" y="2658466"/>
              <a:ext cx="438301" cy="579147"/>
            </a:xfrm>
            <a:custGeom>
              <a:avLst/>
              <a:gdLst/>
              <a:ahLst/>
              <a:cxnLst/>
              <a:rect l="l" t="t" r="r" b="b"/>
              <a:pathLst>
                <a:path w="20775" h="27451" extrusionOk="0">
                  <a:moveTo>
                    <a:pt x="17" y="1"/>
                  </a:moveTo>
                  <a:cubicBezTo>
                    <a:pt x="4" y="1"/>
                    <a:pt x="0" y="17"/>
                    <a:pt x="20" y="56"/>
                  </a:cubicBezTo>
                  <a:cubicBezTo>
                    <a:pt x="3189" y="4693"/>
                    <a:pt x="17099" y="22939"/>
                    <a:pt x="20668" y="27375"/>
                  </a:cubicBezTo>
                  <a:cubicBezTo>
                    <a:pt x="20695" y="27429"/>
                    <a:pt x="20721" y="27450"/>
                    <a:pt x="20740" y="27450"/>
                  </a:cubicBezTo>
                  <a:cubicBezTo>
                    <a:pt x="20767" y="27450"/>
                    <a:pt x="20775" y="27402"/>
                    <a:pt x="20735" y="27342"/>
                  </a:cubicBezTo>
                  <a:cubicBezTo>
                    <a:pt x="17432" y="22705"/>
                    <a:pt x="3656" y="4359"/>
                    <a:pt x="53" y="22"/>
                  </a:cubicBezTo>
                  <a:cubicBezTo>
                    <a:pt x="39" y="9"/>
                    <a:pt x="26" y="1"/>
                    <a:pt x="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390;p39">
              <a:extLst>
                <a:ext uri="{FF2B5EF4-FFF2-40B4-BE49-F238E27FC236}">
                  <a16:creationId xmlns:a16="http://schemas.microsoft.com/office/drawing/2014/main" id="{B009E723-07A4-7E22-14C9-FD4F968C43A5}"/>
                </a:ext>
              </a:extLst>
            </p:cNvPr>
            <p:cNvSpPr/>
            <p:nvPr/>
          </p:nvSpPr>
          <p:spPr>
            <a:xfrm>
              <a:off x="7292499" y="3113561"/>
              <a:ext cx="40149" cy="135319"/>
            </a:xfrm>
            <a:custGeom>
              <a:avLst/>
              <a:gdLst/>
              <a:ahLst/>
              <a:cxnLst/>
              <a:rect l="l" t="t" r="r" b="b"/>
              <a:pathLst>
                <a:path w="1903" h="6414" extrusionOk="0">
                  <a:moveTo>
                    <a:pt x="1836" y="0"/>
                  </a:moveTo>
                  <a:cubicBezTo>
                    <a:pt x="935" y="701"/>
                    <a:pt x="334" y="1701"/>
                    <a:pt x="168" y="2836"/>
                  </a:cubicBezTo>
                  <a:cubicBezTo>
                    <a:pt x="1" y="4103"/>
                    <a:pt x="334" y="5404"/>
                    <a:pt x="1135" y="6405"/>
                  </a:cubicBezTo>
                  <a:cubicBezTo>
                    <a:pt x="1141" y="6411"/>
                    <a:pt x="1149" y="6414"/>
                    <a:pt x="1157" y="6414"/>
                  </a:cubicBezTo>
                  <a:cubicBezTo>
                    <a:pt x="1190" y="6414"/>
                    <a:pt x="1229" y="6365"/>
                    <a:pt x="1202" y="6338"/>
                  </a:cubicBezTo>
                  <a:cubicBezTo>
                    <a:pt x="1" y="4337"/>
                    <a:pt x="268" y="1768"/>
                    <a:pt x="1869" y="34"/>
                  </a:cubicBezTo>
                  <a:cubicBezTo>
                    <a:pt x="1902" y="34"/>
                    <a:pt x="1836" y="0"/>
                    <a:pt x="18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391;p39">
              <a:extLst>
                <a:ext uri="{FF2B5EF4-FFF2-40B4-BE49-F238E27FC236}">
                  <a16:creationId xmlns:a16="http://schemas.microsoft.com/office/drawing/2014/main" id="{79460353-C75A-78AC-EA28-6B6A72967BE7}"/>
                </a:ext>
              </a:extLst>
            </p:cNvPr>
            <p:cNvSpPr/>
            <p:nvPr/>
          </p:nvSpPr>
          <p:spPr>
            <a:xfrm>
              <a:off x="7054645" y="3005309"/>
              <a:ext cx="55908" cy="142197"/>
            </a:xfrm>
            <a:custGeom>
              <a:avLst/>
              <a:gdLst/>
              <a:ahLst/>
              <a:cxnLst/>
              <a:rect l="l" t="t" r="r" b="b"/>
              <a:pathLst>
                <a:path w="2650" h="6740" extrusionOk="0">
                  <a:moveTo>
                    <a:pt x="701" y="1"/>
                  </a:moveTo>
                  <a:cubicBezTo>
                    <a:pt x="674" y="1"/>
                    <a:pt x="648" y="19"/>
                    <a:pt x="634" y="61"/>
                  </a:cubicBezTo>
                  <a:cubicBezTo>
                    <a:pt x="0" y="2329"/>
                    <a:pt x="968" y="4898"/>
                    <a:pt x="2369" y="6699"/>
                  </a:cubicBezTo>
                  <a:cubicBezTo>
                    <a:pt x="2397" y="6727"/>
                    <a:pt x="2433" y="6740"/>
                    <a:pt x="2469" y="6740"/>
                  </a:cubicBezTo>
                  <a:cubicBezTo>
                    <a:pt x="2561" y="6740"/>
                    <a:pt x="2650" y="6661"/>
                    <a:pt x="2602" y="6566"/>
                  </a:cubicBezTo>
                  <a:cubicBezTo>
                    <a:pt x="1768" y="4464"/>
                    <a:pt x="1168" y="2296"/>
                    <a:pt x="801" y="94"/>
                  </a:cubicBezTo>
                  <a:cubicBezTo>
                    <a:pt x="781" y="36"/>
                    <a:pt x="739" y="1"/>
                    <a:pt x="7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392;p39">
              <a:extLst>
                <a:ext uri="{FF2B5EF4-FFF2-40B4-BE49-F238E27FC236}">
                  <a16:creationId xmlns:a16="http://schemas.microsoft.com/office/drawing/2014/main" id="{E0AEB3A6-5EAD-E226-6BED-888B6672214D}"/>
                </a:ext>
              </a:extLst>
            </p:cNvPr>
            <p:cNvSpPr/>
            <p:nvPr/>
          </p:nvSpPr>
          <p:spPr>
            <a:xfrm>
              <a:off x="7088423" y="3026365"/>
              <a:ext cx="55866" cy="142007"/>
            </a:xfrm>
            <a:custGeom>
              <a:avLst/>
              <a:gdLst/>
              <a:ahLst/>
              <a:cxnLst/>
              <a:rect l="l" t="t" r="r" b="b"/>
              <a:pathLst>
                <a:path w="2648" h="6731" extrusionOk="0">
                  <a:moveTo>
                    <a:pt x="691" y="1"/>
                  </a:moveTo>
                  <a:cubicBezTo>
                    <a:pt x="661" y="1"/>
                    <a:pt x="634" y="19"/>
                    <a:pt x="634" y="64"/>
                  </a:cubicBezTo>
                  <a:cubicBezTo>
                    <a:pt x="0" y="2299"/>
                    <a:pt x="968" y="4867"/>
                    <a:pt x="2369" y="6668"/>
                  </a:cubicBezTo>
                  <a:cubicBezTo>
                    <a:pt x="2390" y="6712"/>
                    <a:pt x="2429" y="6730"/>
                    <a:pt x="2470" y="6730"/>
                  </a:cubicBezTo>
                  <a:cubicBezTo>
                    <a:pt x="2555" y="6730"/>
                    <a:pt x="2647" y="6648"/>
                    <a:pt x="2602" y="6535"/>
                  </a:cubicBezTo>
                  <a:cubicBezTo>
                    <a:pt x="1768" y="4467"/>
                    <a:pt x="1168" y="2299"/>
                    <a:pt x="768" y="64"/>
                  </a:cubicBezTo>
                  <a:cubicBezTo>
                    <a:pt x="768" y="27"/>
                    <a:pt x="727" y="1"/>
                    <a:pt x="6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393;p39">
              <a:extLst>
                <a:ext uri="{FF2B5EF4-FFF2-40B4-BE49-F238E27FC236}">
                  <a16:creationId xmlns:a16="http://schemas.microsoft.com/office/drawing/2014/main" id="{1793096B-1206-3A70-8026-C101FE511250}"/>
                </a:ext>
              </a:extLst>
            </p:cNvPr>
            <p:cNvSpPr/>
            <p:nvPr/>
          </p:nvSpPr>
          <p:spPr>
            <a:xfrm>
              <a:off x="7122200" y="3046829"/>
              <a:ext cx="56605" cy="142514"/>
            </a:xfrm>
            <a:custGeom>
              <a:avLst/>
              <a:gdLst/>
              <a:ahLst/>
              <a:cxnLst/>
              <a:rect l="l" t="t" r="r" b="b"/>
              <a:pathLst>
                <a:path w="2683" h="6755" extrusionOk="0">
                  <a:moveTo>
                    <a:pt x="712" y="1"/>
                  </a:moveTo>
                  <a:cubicBezTo>
                    <a:pt x="680" y="1"/>
                    <a:pt x="648" y="19"/>
                    <a:pt x="634" y="61"/>
                  </a:cubicBezTo>
                  <a:cubicBezTo>
                    <a:pt x="0" y="2329"/>
                    <a:pt x="968" y="4898"/>
                    <a:pt x="2369" y="6699"/>
                  </a:cubicBezTo>
                  <a:cubicBezTo>
                    <a:pt x="2398" y="6738"/>
                    <a:pt x="2439" y="6754"/>
                    <a:pt x="2480" y="6754"/>
                  </a:cubicBezTo>
                  <a:cubicBezTo>
                    <a:pt x="2580" y="6754"/>
                    <a:pt x="2683" y="6660"/>
                    <a:pt x="2636" y="6566"/>
                  </a:cubicBezTo>
                  <a:cubicBezTo>
                    <a:pt x="1802" y="4464"/>
                    <a:pt x="1168" y="2296"/>
                    <a:pt x="801" y="94"/>
                  </a:cubicBezTo>
                  <a:cubicBezTo>
                    <a:pt x="801" y="36"/>
                    <a:pt x="756" y="1"/>
                    <a:pt x="7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394;p39">
              <a:extLst>
                <a:ext uri="{FF2B5EF4-FFF2-40B4-BE49-F238E27FC236}">
                  <a16:creationId xmlns:a16="http://schemas.microsoft.com/office/drawing/2014/main" id="{6C9DF800-DD87-9CC8-B3E2-8559EA1A0939}"/>
                </a:ext>
              </a:extLst>
            </p:cNvPr>
            <p:cNvSpPr/>
            <p:nvPr/>
          </p:nvSpPr>
          <p:spPr>
            <a:xfrm>
              <a:off x="7156673" y="3067758"/>
              <a:ext cx="55866" cy="142134"/>
            </a:xfrm>
            <a:custGeom>
              <a:avLst/>
              <a:gdLst/>
              <a:ahLst/>
              <a:cxnLst/>
              <a:rect l="l" t="t" r="r" b="b"/>
              <a:pathLst>
                <a:path w="2648" h="6737" extrusionOk="0">
                  <a:moveTo>
                    <a:pt x="678" y="0"/>
                  </a:moveTo>
                  <a:cubicBezTo>
                    <a:pt x="654" y="0"/>
                    <a:pt x="635" y="11"/>
                    <a:pt x="635" y="36"/>
                  </a:cubicBezTo>
                  <a:cubicBezTo>
                    <a:pt x="1" y="2305"/>
                    <a:pt x="935" y="4907"/>
                    <a:pt x="2369" y="6674"/>
                  </a:cubicBezTo>
                  <a:cubicBezTo>
                    <a:pt x="2391" y="6718"/>
                    <a:pt x="2430" y="6736"/>
                    <a:pt x="2470" y="6736"/>
                  </a:cubicBezTo>
                  <a:cubicBezTo>
                    <a:pt x="2556" y="6736"/>
                    <a:pt x="2648" y="6654"/>
                    <a:pt x="2603" y="6541"/>
                  </a:cubicBezTo>
                  <a:cubicBezTo>
                    <a:pt x="1769" y="4473"/>
                    <a:pt x="1135" y="2305"/>
                    <a:pt x="768" y="70"/>
                  </a:cubicBezTo>
                  <a:cubicBezTo>
                    <a:pt x="768" y="29"/>
                    <a:pt x="717" y="0"/>
                    <a:pt x="6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395;p39">
              <a:extLst>
                <a:ext uri="{FF2B5EF4-FFF2-40B4-BE49-F238E27FC236}">
                  <a16:creationId xmlns:a16="http://schemas.microsoft.com/office/drawing/2014/main" id="{5FC2682D-D068-C87A-0FC0-0B5E3E250D9E}"/>
                </a:ext>
              </a:extLst>
            </p:cNvPr>
            <p:cNvSpPr/>
            <p:nvPr/>
          </p:nvSpPr>
          <p:spPr>
            <a:xfrm>
              <a:off x="6900760" y="2685556"/>
              <a:ext cx="114201" cy="83398"/>
            </a:xfrm>
            <a:custGeom>
              <a:avLst/>
              <a:gdLst/>
              <a:ahLst/>
              <a:cxnLst/>
              <a:rect l="l" t="t" r="r" b="b"/>
              <a:pathLst>
                <a:path w="5413" h="3953" extrusionOk="0">
                  <a:moveTo>
                    <a:pt x="2826" y="1"/>
                  </a:moveTo>
                  <a:cubicBezTo>
                    <a:pt x="1396" y="1"/>
                    <a:pt x="0" y="1686"/>
                    <a:pt x="1123" y="3175"/>
                  </a:cubicBezTo>
                  <a:cubicBezTo>
                    <a:pt x="1546" y="3724"/>
                    <a:pt x="2084" y="3953"/>
                    <a:pt x="2613" y="3953"/>
                  </a:cubicBezTo>
                  <a:cubicBezTo>
                    <a:pt x="4044" y="3953"/>
                    <a:pt x="5412" y="2283"/>
                    <a:pt x="4292" y="773"/>
                  </a:cubicBezTo>
                  <a:cubicBezTo>
                    <a:pt x="3880" y="227"/>
                    <a:pt x="3351" y="1"/>
                    <a:pt x="28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396;p39">
              <a:extLst>
                <a:ext uri="{FF2B5EF4-FFF2-40B4-BE49-F238E27FC236}">
                  <a16:creationId xmlns:a16="http://schemas.microsoft.com/office/drawing/2014/main" id="{F67FFB95-0293-F904-87B8-9E72FBBC97F8}"/>
                </a:ext>
              </a:extLst>
            </p:cNvPr>
            <p:cNvSpPr/>
            <p:nvPr/>
          </p:nvSpPr>
          <p:spPr>
            <a:xfrm>
              <a:off x="7000446" y="3088096"/>
              <a:ext cx="97850" cy="178400"/>
            </a:xfrm>
            <a:custGeom>
              <a:avLst/>
              <a:gdLst/>
              <a:ahLst/>
              <a:cxnLst/>
              <a:rect l="l" t="t" r="r" b="b"/>
              <a:pathLst>
                <a:path w="4638" h="8456" extrusionOk="0">
                  <a:moveTo>
                    <a:pt x="3670" y="340"/>
                  </a:moveTo>
                  <a:cubicBezTo>
                    <a:pt x="3670" y="1307"/>
                    <a:pt x="3737" y="2275"/>
                    <a:pt x="3737" y="3275"/>
                  </a:cubicBezTo>
                  <a:cubicBezTo>
                    <a:pt x="3770" y="4410"/>
                    <a:pt x="3870" y="6745"/>
                    <a:pt x="2703" y="7478"/>
                  </a:cubicBezTo>
                  <a:cubicBezTo>
                    <a:pt x="2331" y="7709"/>
                    <a:pt x="2029" y="7806"/>
                    <a:pt x="1785" y="7806"/>
                  </a:cubicBezTo>
                  <a:cubicBezTo>
                    <a:pt x="654" y="7806"/>
                    <a:pt x="788" y="5696"/>
                    <a:pt x="1035" y="5010"/>
                  </a:cubicBezTo>
                  <a:cubicBezTo>
                    <a:pt x="1235" y="4443"/>
                    <a:pt x="1502" y="3943"/>
                    <a:pt x="1769" y="3409"/>
                  </a:cubicBezTo>
                  <a:cubicBezTo>
                    <a:pt x="2336" y="2375"/>
                    <a:pt x="3003" y="1341"/>
                    <a:pt x="3670" y="340"/>
                  </a:cubicBezTo>
                  <a:close/>
                  <a:moveTo>
                    <a:pt x="3974" y="0"/>
                  </a:moveTo>
                  <a:cubicBezTo>
                    <a:pt x="3929" y="0"/>
                    <a:pt x="3881" y="13"/>
                    <a:pt x="3837" y="40"/>
                  </a:cubicBezTo>
                  <a:cubicBezTo>
                    <a:pt x="3820" y="23"/>
                    <a:pt x="3803" y="15"/>
                    <a:pt x="3787" y="15"/>
                  </a:cubicBezTo>
                  <a:cubicBezTo>
                    <a:pt x="3770" y="15"/>
                    <a:pt x="3753" y="23"/>
                    <a:pt x="3737" y="40"/>
                  </a:cubicBezTo>
                  <a:cubicBezTo>
                    <a:pt x="2169" y="1407"/>
                    <a:pt x="1001" y="3209"/>
                    <a:pt x="334" y="5210"/>
                  </a:cubicBezTo>
                  <a:cubicBezTo>
                    <a:pt x="1" y="6378"/>
                    <a:pt x="134" y="8079"/>
                    <a:pt x="1602" y="8412"/>
                  </a:cubicBezTo>
                  <a:cubicBezTo>
                    <a:pt x="1735" y="8442"/>
                    <a:pt x="1863" y="8455"/>
                    <a:pt x="1986" y="8455"/>
                  </a:cubicBezTo>
                  <a:cubicBezTo>
                    <a:pt x="3133" y="8455"/>
                    <a:pt x="3866" y="7268"/>
                    <a:pt x="4137" y="6244"/>
                  </a:cubicBezTo>
                  <a:cubicBezTo>
                    <a:pt x="4637" y="4309"/>
                    <a:pt x="4304" y="2208"/>
                    <a:pt x="4204" y="240"/>
                  </a:cubicBezTo>
                  <a:cubicBezTo>
                    <a:pt x="4204" y="93"/>
                    <a:pt x="4096" y="0"/>
                    <a:pt x="397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397;p39">
              <a:extLst>
                <a:ext uri="{FF2B5EF4-FFF2-40B4-BE49-F238E27FC236}">
                  <a16:creationId xmlns:a16="http://schemas.microsoft.com/office/drawing/2014/main" id="{0FA586A5-C36F-7A06-4118-BCC7B9AAB193}"/>
                </a:ext>
              </a:extLst>
            </p:cNvPr>
            <p:cNvSpPr/>
            <p:nvPr/>
          </p:nvSpPr>
          <p:spPr>
            <a:xfrm>
              <a:off x="6928672" y="2961173"/>
              <a:ext cx="161185" cy="138336"/>
            </a:xfrm>
            <a:custGeom>
              <a:avLst/>
              <a:gdLst/>
              <a:ahLst/>
              <a:cxnLst/>
              <a:rect l="l" t="t" r="r" b="b"/>
              <a:pathLst>
                <a:path w="7640" h="6557" extrusionOk="0">
                  <a:moveTo>
                    <a:pt x="2436" y="717"/>
                  </a:moveTo>
                  <a:cubicBezTo>
                    <a:pt x="2469" y="717"/>
                    <a:pt x="2502" y="718"/>
                    <a:pt x="2535" y="719"/>
                  </a:cubicBezTo>
                  <a:cubicBezTo>
                    <a:pt x="3903" y="719"/>
                    <a:pt x="5004" y="2787"/>
                    <a:pt x="5604" y="3787"/>
                  </a:cubicBezTo>
                  <a:cubicBezTo>
                    <a:pt x="6071" y="4621"/>
                    <a:pt x="6505" y="5489"/>
                    <a:pt x="7039" y="6289"/>
                  </a:cubicBezTo>
                  <a:cubicBezTo>
                    <a:pt x="5938" y="5789"/>
                    <a:pt x="4870" y="5255"/>
                    <a:pt x="3803" y="4655"/>
                  </a:cubicBezTo>
                  <a:cubicBezTo>
                    <a:pt x="3303" y="4355"/>
                    <a:pt x="2836" y="4021"/>
                    <a:pt x="2369" y="3654"/>
                  </a:cubicBezTo>
                  <a:cubicBezTo>
                    <a:pt x="1678" y="3095"/>
                    <a:pt x="78" y="717"/>
                    <a:pt x="2436" y="717"/>
                  </a:cubicBezTo>
                  <a:close/>
                  <a:moveTo>
                    <a:pt x="2253" y="0"/>
                  </a:moveTo>
                  <a:cubicBezTo>
                    <a:pt x="1846" y="0"/>
                    <a:pt x="1447" y="139"/>
                    <a:pt x="1101" y="485"/>
                  </a:cubicBezTo>
                  <a:cubicBezTo>
                    <a:pt x="0" y="1519"/>
                    <a:pt x="801" y="3054"/>
                    <a:pt x="1701" y="3888"/>
                  </a:cubicBezTo>
                  <a:cubicBezTo>
                    <a:pt x="3269" y="5222"/>
                    <a:pt x="5204" y="6156"/>
                    <a:pt x="7239" y="6556"/>
                  </a:cubicBezTo>
                  <a:cubicBezTo>
                    <a:pt x="7305" y="6556"/>
                    <a:pt x="7339" y="6523"/>
                    <a:pt x="7339" y="6489"/>
                  </a:cubicBezTo>
                  <a:cubicBezTo>
                    <a:pt x="7506" y="6489"/>
                    <a:pt x="7639" y="6289"/>
                    <a:pt x="7539" y="6122"/>
                  </a:cubicBezTo>
                  <a:cubicBezTo>
                    <a:pt x="6605" y="4388"/>
                    <a:pt x="5838" y="2420"/>
                    <a:pt x="4370" y="1019"/>
                  </a:cubicBezTo>
                  <a:cubicBezTo>
                    <a:pt x="3825" y="495"/>
                    <a:pt x="3023" y="0"/>
                    <a:pt x="225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398;p39">
              <a:extLst>
                <a:ext uri="{FF2B5EF4-FFF2-40B4-BE49-F238E27FC236}">
                  <a16:creationId xmlns:a16="http://schemas.microsoft.com/office/drawing/2014/main" id="{627FBFD4-DA31-0FF2-3145-7521F3E7EC41}"/>
                </a:ext>
              </a:extLst>
            </p:cNvPr>
            <p:cNvSpPr/>
            <p:nvPr/>
          </p:nvSpPr>
          <p:spPr>
            <a:xfrm>
              <a:off x="5205872" y="2450361"/>
              <a:ext cx="1710142" cy="709340"/>
            </a:xfrm>
            <a:custGeom>
              <a:avLst/>
              <a:gdLst/>
              <a:ahLst/>
              <a:cxnLst/>
              <a:rect l="l" t="t" r="r" b="b"/>
              <a:pathLst>
                <a:path w="81059" h="33622" extrusionOk="0">
                  <a:moveTo>
                    <a:pt x="21636" y="0"/>
                  </a:moveTo>
                  <a:cubicBezTo>
                    <a:pt x="19557" y="0"/>
                    <a:pt x="17477" y="200"/>
                    <a:pt x="15479" y="680"/>
                  </a:cubicBezTo>
                  <a:cubicBezTo>
                    <a:pt x="1736" y="3949"/>
                    <a:pt x="1" y="21195"/>
                    <a:pt x="10242" y="27299"/>
                  </a:cubicBezTo>
                  <a:cubicBezTo>
                    <a:pt x="19603" y="32844"/>
                    <a:pt x="52165" y="33621"/>
                    <a:pt x="69688" y="33621"/>
                  </a:cubicBezTo>
                  <a:cubicBezTo>
                    <a:pt x="76515" y="33621"/>
                    <a:pt x="81059" y="33503"/>
                    <a:pt x="81059" y="33503"/>
                  </a:cubicBezTo>
                  <a:lnTo>
                    <a:pt x="68550" y="12322"/>
                  </a:lnTo>
                  <a:cubicBezTo>
                    <a:pt x="68550" y="12322"/>
                    <a:pt x="63618" y="11286"/>
                    <a:pt x="56483" y="10337"/>
                  </a:cubicBezTo>
                  <a:lnTo>
                    <a:pt x="56483" y="10337"/>
                  </a:lnTo>
                  <a:lnTo>
                    <a:pt x="56508" y="4950"/>
                  </a:lnTo>
                  <a:lnTo>
                    <a:pt x="42298" y="4950"/>
                  </a:lnTo>
                  <a:cubicBezTo>
                    <a:pt x="42298" y="4950"/>
                    <a:pt x="31982" y="0"/>
                    <a:pt x="216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399;p39">
              <a:extLst>
                <a:ext uri="{FF2B5EF4-FFF2-40B4-BE49-F238E27FC236}">
                  <a16:creationId xmlns:a16="http://schemas.microsoft.com/office/drawing/2014/main" id="{1EF6A721-AD93-6BA2-4B50-F1130D545767}"/>
                </a:ext>
              </a:extLst>
            </p:cNvPr>
            <p:cNvSpPr/>
            <p:nvPr/>
          </p:nvSpPr>
          <p:spPr>
            <a:xfrm>
              <a:off x="5694996" y="2610364"/>
              <a:ext cx="975422" cy="130931"/>
            </a:xfrm>
            <a:custGeom>
              <a:avLst/>
              <a:gdLst/>
              <a:ahLst/>
              <a:cxnLst/>
              <a:rect l="l" t="t" r="r" b="b"/>
              <a:pathLst>
                <a:path w="46234" h="6206" extrusionOk="0">
                  <a:moveTo>
                    <a:pt x="1635" y="1"/>
                  </a:moveTo>
                  <a:cubicBezTo>
                    <a:pt x="1601" y="1"/>
                    <a:pt x="1601" y="68"/>
                    <a:pt x="1635" y="68"/>
                  </a:cubicBezTo>
                  <a:cubicBezTo>
                    <a:pt x="2469" y="268"/>
                    <a:pt x="3269" y="501"/>
                    <a:pt x="4070" y="668"/>
                  </a:cubicBezTo>
                  <a:cubicBezTo>
                    <a:pt x="4337" y="735"/>
                    <a:pt x="4570" y="768"/>
                    <a:pt x="4804" y="835"/>
                  </a:cubicBezTo>
                  <a:cubicBezTo>
                    <a:pt x="3202" y="901"/>
                    <a:pt x="1635" y="1035"/>
                    <a:pt x="34" y="1168"/>
                  </a:cubicBezTo>
                  <a:cubicBezTo>
                    <a:pt x="0" y="1168"/>
                    <a:pt x="0" y="1235"/>
                    <a:pt x="34" y="1235"/>
                  </a:cubicBezTo>
                  <a:cubicBezTo>
                    <a:pt x="1660" y="1160"/>
                    <a:pt x="3286" y="1122"/>
                    <a:pt x="4912" y="1122"/>
                  </a:cubicBezTo>
                  <a:cubicBezTo>
                    <a:pt x="5454" y="1122"/>
                    <a:pt x="5996" y="1127"/>
                    <a:pt x="6538" y="1135"/>
                  </a:cubicBezTo>
                  <a:cubicBezTo>
                    <a:pt x="8673" y="1168"/>
                    <a:pt x="10808" y="1235"/>
                    <a:pt x="12943" y="1335"/>
                  </a:cubicBezTo>
                  <a:cubicBezTo>
                    <a:pt x="17279" y="1602"/>
                    <a:pt x="21582" y="1969"/>
                    <a:pt x="25885" y="2436"/>
                  </a:cubicBezTo>
                  <a:cubicBezTo>
                    <a:pt x="28320" y="2703"/>
                    <a:pt x="42964" y="4838"/>
                    <a:pt x="45399" y="4938"/>
                  </a:cubicBezTo>
                  <a:lnTo>
                    <a:pt x="45433" y="4938"/>
                  </a:lnTo>
                  <a:cubicBezTo>
                    <a:pt x="45433" y="5004"/>
                    <a:pt x="45466" y="5038"/>
                    <a:pt x="45499" y="5105"/>
                  </a:cubicBezTo>
                  <a:cubicBezTo>
                    <a:pt x="45566" y="5238"/>
                    <a:pt x="45633" y="5371"/>
                    <a:pt x="45699" y="5505"/>
                  </a:cubicBezTo>
                  <a:cubicBezTo>
                    <a:pt x="45766" y="5605"/>
                    <a:pt x="45833" y="5738"/>
                    <a:pt x="45900" y="5872"/>
                  </a:cubicBezTo>
                  <a:cubicBezTo>
                    <a:pt x="45933" y="5905"/>
                    <a:pt x="46000" y="5972"/>
                    <a:pt x="46033" y="6039"/>
                  </a:cubicBezTo>
                  <a:lnTo>
                    <a:pt x="46100" y="6105"/>
                  </a:lnTo>
                  <a:cubicBezTo>
                    <a:pt x="46100" y="6139"/>
                    <a:pt x="46133" y="6172"/>
                    <a:pt x="46166" y="6205"/>
                  </a:cubicBezTo>
                  <a:cubicBezTo>
                    <a:pt x="46166" y="6205"/>
                    <a:pt x="46233" y="6172"/>
                    <a:pt x="46200" y="6139"/>
                  </a:cubicBezTo>
                  <a:cubicBezTo>
                    <a:pt x="46200" y="6072"/>
                    <a:pt x="46166" y="6039"/>
                    <a:pt x="46166" y="6005"/>
                  </a:cubicBezTo>
                  <a:lnTo>
                    <a:pt x="46166" y="5938"/>
                  </a:lnTo>
                  <a:cubicBezTo>
                    <a:pt x="46166" y="5872"/>
                    <a:pt x="46133" y="5805"/>
                    <a:pt x="46100" y="5705"/>
                  </a:cubicBezTo>
                  <a:cubicBezTo>
                    <a:pt x="46066" y="5572"/>
                    <a:pt x="46000" y="5438"/>
                    <a:pt x="45966" y="5305"/>
                  </a:cubicBezTo>
                  <a:cubicBezTo>
                    <a:pt x="45900" y="5171"/>
                    <a:pt x="45833" y="5038"/>
                    <a:pt x="45766" y="4871"/>
                  </a:cubicBezTo>
                  <a:cubicBezTo>
                    <a:pt x="45699" y="4738"/>
                    <a:pt x="45633" y="4638"/>
                    <a:pt x="45533" y="4504"/>
                  </a:cubicBezTo>
                  <a:lnTo>
                    <a:pt x="45433" y="4504"/>
                  </a:lnTo>
                  <a:cubicBezTo>
                    <a:pt x="43298" y="4104"/>
                    <a:pt x="28954" y="2069"/>
                    <a:pt x="26819" y="1802"/>
                  </a:cubicBezTo>
                  <a:cubicBezTo>
                    <a:pt x="24684" y="1569"/>
                    <a:pt x="22483" y="1368"/>
                    <a:pt x="20348" y="1202"/>
                  </a:cubicBezTo>
                  <a:cubicBezTo>
                    <a:pt x="16715" y="866"/>
                    <a:pt x="13106" y="718"/>
                    <a:pt x="9481" y="718"/>
                  </a:cubicBezTo>
                  <a:cubicBezTo>
                    <a:pt x="8779" y="718"/>
                    <a:pt x="8076" y="724"/>
                    <a:pt x="7372" y="735"/>
                  </a:cubicBezTo>
                  <a:cubicBezTo>
                    <a:pt x="6938" y="735"/>
                    <a:pt x="6572" y="735"/>
                    <a:pt x="6171" y="768"/>
                  </a:cubicBezTo>
                  <a:cubicBezTo>
                    <a:pt x="6071" y="735"/>
                    <a:pt x="5971" y="701"/>
                    <a:pt x="5904" y="701"/>
                  </a:cubicBezTo>
                  <a:cubicBezTo>
                    <a:pt x="5671" y="635"/>
                    <a:pt x="5471" y="601"/>
                    <a:pt x="5271" y="568"/>
                  </a:cubicBezTo>
                  <a:cubicBezTo>
                    <a:pt x="4870" y="468"/>
                    <a:pt x="4470" y="434"/>
                    <a:pt x="4103" y="368"/>
                  </a:cubicBezTo>
                  <a:cubicBezTo>
                    <a:pt x="3269" y="234"/>
                    <a:pt x="2435" y="134"/>
                    <a:pt x="1635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400;p39">
              <a:extLst>
                <a:ext uri="{FF2B5EF4-FFF2-40B4-BE49-F238E27FC236}">
                  <a16:creationId xmlns:a16="http://schemas.microsoft.com/office/drawing/2014/main" id="{3384DD57-705D-2935-12CE-AD6B9AB18E5F}"/>
                </a:ext>
              </a:extLst>
            </p:cNvPr>
            <p:cNvSpPr/>
            <p:nvPr/>
          </p:nvSpPr>
          <p:spPr>
            <a:xfrm>
              <a:off x="6580310" y="2720578"/>
              <a:ext cx="241187" cy="411190"/>
            </a:xfrm>
            <a:custGeom>
              <a:avLst/>
              <a:gdLst/>
              <a:ahLst/>
              <a:cxnLst/>
              <a:rect l="l" t="t" r="r" b="b"/>
              <a:pathLst>
                <a:path w="11432" h="19490" extrusionOk="0">
                  <a:moveTo>
                    <a:pt x="68" y="1"/>
                  </a:moveTo>
                  <a:cubicBezTo>
                    <a:pt x="36" y="1"/>
                    <a:pt x="0" y="32"/>
                    <a:pt x="0" y="81"/>
                  </a:cubicBezTo>
                  <a:cubicBezTo>
                    <a:pt x="267" y="748"/>
                    <a:pt x="3436" y="6419"/>
                    <a:pt x="4170" y="7686"/>
                  </a:cubicBezTo>
                  <a:cubicBezTo>
                    <a:pt x="5638" y="10221"/>
                    <a:pt x="7172" y="12690"/>
                    <a:pt x="8707" y="15191"/>
                  </a:cubicBezTo>
                  <a:cubicBezTo>
                    <a:pt x="9140" y="15892"/>
                    <a:pt x="9574" y="16592"/>
                    <a:pt x="10041" y="17326"/>
                  </a:cubicBezTo>
                  <a:cubicBezTo>
                    <a:pt x="10475" y="18027"/>
                    <a:pt x="10942" y="18727"/>
                    <a:pt x="11342" y="19461"/>
                  </a:cubicBezTo>
                  <a:cubicBezTo>
                    <a:pt x="11342" y="19482"/>
                    <a:pt x="11352" y="19490"/>
                    <a:pt x="11364" y="19490"/>
                  </a:cubicBezTo>
                  <a:cubicBezTo>
                    <a:pt x="11391" y="19490"/>
                    <a:pt x="11432" y="19451"/>
                    <a:pt x="11409" y="19428"/>
                  </a:cubicBezTo>
                  <a:cubicBezTo>
                    <a:pt x="10641" y="18160"/>
                    <a:pt x="9974" y="16859"/>
                    <a:pt x="9274" y="15592"/>
                  </a:cubicBezTo>
                  <a:cubicBezTo>
                    <a:pt x="8540" y="14324"/>
                    <a:pt x="7839" y="13023"/>
                    <a:pt x="7139" y="11756"/>
                  </a:cubicBezTo>
                  <a:cubicBezTo>
                    <a:pt x="5705" y="9187"/>
                    <a:pt x="601" y="614"/>
                    <a:pt x="101" y="14"/>
                  </a:cubicBezTo>
                  <a:cubicBezTo>
                    <a:pt x="92" y="5"/>
                    <a:pt x="80" y="1"/>
                    <a:pt x="68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401;p39">
              <a:extLst>
                <a:ext uri="{FF2B5EF4-FFF2-40B4-BE49-F238E27FC236}">
                  <a16:creationId xmlns:a16="http://schemas.microsoft.com/office/drawing/2014/main" id="{4EA56DB3-CF93-FECF-2D38-70E04BF8F903}"/>
                </a:ext>
              </a:extLst>
            </p:cNvPr>
            <p:cNvSpPr/>
            <p:nvPr/>
          </p:nvSpPr>
          <p:spPr>
            <a:xfrm>
              <a:off x="5734406" y="2647665"/>
              <a:ext cx="845925" cy="120361"/>
            </a:xfrm>
            <a:custGeom>
              <a:avLst/>
              <a:gdLst/>
              <a:ahLst/>
              <a:cxnLst/>
              <a:rect l="l" t="t" r="r" b="b"/>
              <a:pathLst>
                <a:path w="40096" h="5705" extrusionOk="0">
                  <a:moveTo>
                    <a:pt x="67" y="1"/>
                  </a:moveTo>
                  <a:cubicBezTo>
                    <a:pt x="0" y="1"/>
                    <a:pt x="34" y="67"/>
                    <a:pt x="67" y="67"/>
                  </a:cubicBezTo>
                  <a:cubicBezTo>
                    <a:pt x="5337" y="334"/>
                    <a:pt x="10574" y="1035"/>
                    <a:pt x="15811" y="1769"/>
                  </a:cubicBezTo>
                  <a:cubicBezTo>
                    <a:pt x="21015" y="2536"/>
                    <a:pt x="26119" y="3337"/>
                    <a:pt x="31222" y="4204"/>
                  </a:cubicBezTo>
                  <a:cubicBezTo>
                    <a:pt x="32690" y="4437"/>
                    <a:pt x="34125" y="4704"/>
                    <a:pt x="35592" y="4938"/>
                  </a:cubicBezTo>
                  <a:cubicBezTo>
                    <a:pt x="37060" y="5205"/>
                    <a:pt x="38528" y="5505"/>
                    <a:pt x="39995" y="5705"/>
                  </a:cubicBezTo>
                  <a:cubicBezTo>
                    <a:pt x="40062" y="5705"/>
                    <a:pt x="40095" y="5638"/>
                    <a:pt x="40029" y="5605"/>
                  </a:cubicBezTo>
                  <a:cubicBezTo>
                    <a:pt x="38761" y="5305"/>
                    <a:pt x="37460" y="5104"/>
                    <a:pt x="36159" y="4871"/>
                  </a:cubicBezTo>
                  <a:cubicBezTo>
                    <a:pt x="34892" y="4604"/>
                    <a:pt x="33591" y="4371"/>
                    <a:pt x="32290" y="4137"/>
                  </a:cubicBezTo>
                  <a:cubicBezTo>
                    <a:pt x="29721" y="3637"/>
                    <a:pt x="27120" y="3203"/>
                    <a:pt x="24518" y="2769"/>
                  </a:cubicBezTo>
                  <a:cubicBezTo>
                    <a:pt x="19347" y="1902"/>
                    <a:pt x="14144" y="1168"/>
                    <a:pt x="8940" y="668"/>
                  </a:cubicBezTo>
                  <a:cubicBezTo>
                    <a:pt x="5971" y="401"/>
                    <a:pt x="3036" y="20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402;p39">
              <a:extLst>
                <a:ext uri="{FF2B5EF4-FFF2-40B4-BE49-F238E27FC236}">
                  <a16:creationId xmlns:a16="http://schemas.microsoft.com/office/drawing/2014/main" id="{DB244344-FC20-4895-3E60-FFC7D00AE860}"/>
                </a:ext>
              </a:extLst>
            </p:cNvPr>
            <p:cNvSpPr/>
            <p:nvPr/>
          </p:nvSpPr>
          <p:spPr>
            <a:xfrm>
              <a:off x="6184796" y="3704713"/>
              <a:ext cx="740079" cy="976202"/>
            </a:xfrm>
            <a:custGeom>
              <a:avLst/>
              <a:gdLst/>
              <a:ahLst/>
              <a:cxnLst/>
              <a:rect l="l" t="t" r="r" b="b"/>
              <a:pathLst>
                <a:path w="35079" h="46271" extrusionOk="0">
                  <a:moveTo>
                    <a:pt x="12943" y="0"/>
                  </a:moveTo>
                  <a:cubicBezTo>
                    <a:pt x="12943" y="0"/>
                    <a:pt x="9074" y="8506"/>
                    <a:pt x="5638" y="16612"/>
                  </a:cubicBezTo>
                  <a:cubicBezTo>
                    <a:pt x="5104" y="17880"/>
                    <a:pt x="4571" y="19081"/>
                    <a:pt x="4070" y="20282"/>
                  </a:cubicBezTo>
                  <a:cubicBezTo>
                    <a:pt x="1769" y="25819"/>
                    <a:pt x="1" y="30455"/>
                    <a:pt x="334" y="30922"/>
                  </a:cubicBezTo>
                  <a:cubicBezTo>
                    <a:pt x="1168" y="32223"/>
                    <a:pt x="32124" y="46133"/>
                    <a:pt x="33391" y="46267"/>
                  </a:cubicBezTo>
                  <a:cubicBezTo>
                    <a:pt x="33414" y="46269"/>
                    <a:pt x="33436" y="46270"/>
                    <a:pt x="33458" y="46270"/>
                  </a:cubicBezTo>
                  <a:cubicBezTo>
                    <a:pt x="34642" y="46270"/>
                    <a:pt x="35078" y="42804"/>
                    <a:pt x="34325" y="41330"/>
                  </a:cubicBezTo>
                  <a:cubicBezTo>
                    <a:pt x="33558" y="39829"/>
                    <a:pt x="24085" y="29221"/>
                    <a:pt x="24085" y="29221"/>
                  </a:cubicBezTo>
                  <a:lnTo>
                    <a:pt x="25786" y="25619"/>
                  </a:lnTo>
                  <a:lnTo>
                    <a:pt x="33658" y="9240"/>
                  </a:lnTo>
                  <a:lnTo>
                    <a:pt x="12943" y="0"/>
                  </a:ln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403;p39">
              <a:extLst>
                <a:ext uri="{FF2B5EF4-FFF2-40B4-BE49-F238E27FC236}">
                  <a16:creationId xmlns:a16="http://schemas.microsoft.com/office/drawing/2014/main" id="{DAB762B8-CB8B-A8CD-14E6-78D91AE79FD1}"/>
                </a:ext>
              </a:extLst>
            </p:cNvPr>
            <p:cNvSpPr/>
            <p:nvPr/>
          </p:nvSpPr>
          <p:spPr>
            <a:xfrm>
              <a:off x="6183403" y="4055184"/>
              <a:ext cx="741451" cy="625731"/>
            </a:xfrm>
            <a:custGeom>
              <a:avLst/>
              <a:gdLst/>
              <a:ahLst/>
              <a:cxnLst/>
              <a:rect l="l" t="t" r="r" b="b"/>
              <a:pathLst>
                <a:path w="35144" h="29659" extrusionOk="0">
                  <a:moveTo>
                    <a:pt x="5671" y="0"/>
                  </a:moveTo>
                  <a:cubicBezTo>
                    <a:pt x="2669" y="7039"/>
                    <a:pt x="0" y="13743"/>
                    <a:pt x="400" y="14310"/>
                  </a:cubicBezTo>
                  <a:cubicBezTo>
                    <a:pt x="1234" y="15611"/>
                    <a:pt x="32190" y="29521"/>
                    <a:pt x="33457" y="29655"/>
                  </a:cubicBezTo>
                  <a:cubicBezTo>
                    <a:pt x="33480" y="29657"/>
                    <a:pt x="33502" y="29658"/>
                    <a:pt x="33524" y="29658"/>
                  </a:cubicBezTo>
                  <a:cubicBezTo>
                    <a:pt x="34708" y="29658"/>
                    <a:pt x="35144" y="26192"/>
                    <a:pt x="34358" y="24718"/>
                  </a:cubicBezTo>
                  <a:cubicBezTo>
                    <a:pt x="33591" y="23217"/>
                    <a:pt x="24117" y="12609"/>
                    <a:pt x="24117" y="12609"/>
                  </a:cubicBezTo>
                  <a:lnTo>
                    <a:pt x="25852" y="9007"/>
                  </a:lnTo>
                  <a:lnTo>
                    <a:pt x="56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404;p39">
              <a:extLst>
                <a:ext uri="{FF2B5EF4-FFF2-40B4-BE49-F238E27FC236}">
                  <a16:creationId xmlns:a16="http://schemas.microsoft.com/office/drawing/2014/main" id="{748A4C27-4E71-B1C1-00C6-5FA4A73EA677}"/>
                </a:ext>
              </a:extLst>
            </p:cNvPr>
            <p:cNvSpPr/>
            <p:nvPr/>
          </p:nvSpPr>
          <p:spPr>
            <a:xfrm>
              <a:off x="6184796" y="4132591"/>
              <a:ext cx="740079" cy="548324"/>
            </a:xfrm>
            <a:custGeom>
              <a:avLst/>
              <a:gdLst/>
              <a:ahLst/>
              <a:cxnLst/>
              <a:rect l="l" t="t" r="r" b="b"/>
              <a:pathLst>
                <a:path w="35079" h="25990" extrusionOk="0">
                  <a:moveTo>
                    <a:pt x="4070" y="1"/>
                  </a:moveTo>
                  <a:cubicBezTo>
                    <a:pt x="1769" y="5538"/>
                    <a:pt x="1" y="10174"/>
                    <a:pt x="334" y="10641"/>
                  </a:cubicBezTo>
                  <a:cubicBezTo>
                    <a:pt x="1168" y="11942"/>
                    <a:pt x="32124" y="25852"/>
                    <a:pt x="33391" y="25986"/>
                  </a:cubicBezTo>
                  <a:cubicBezTo>
                    <a:pt x="33414" y="25988"/>
                    <a:pt x="33436" y="25989"/>
                    <a:pt x="33458" y="25989"/>
                  </a:cubicBezTo>
                  <a:cubicBezTo>
                    <a:pt x="34642" y="25989"/>
                    <a:pt x="35078" y="22523"/>
                    <a:pt x="34325" y="21049"/>
                  </a:cubicBezTo>
                  <a:cubicBezTo>
                    <a:pt x="33558" y="19548"/>
                    <a:pt x="24085" y="8940"/>
                    <a:pt x="24085" y="8940"/>
                  </a:cubicBezTo>
                  <a:lnTo>
                    <a:pt x="4070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1405;p39">
              <a:extLst>
                <a:ext uri="{FF2B5EF4-FFF2-40B4-BE49-F238E27FC236}">
                  <a16:creationId xmlns:a16="http://schemas.microsoft.com/office/drawing/2014/main" id="{406309F7-05E4-5780-D371-F203D03F9EDC}"/>
                </a:ext>
              </a:extLst>
            </p:cNvPr>
            <p:cNvSpPr/>
            <p:nvPr/>
          </p:nvSpPr>
          <p:spPr>
            <a:xfrm>
              <a:off x="6229143" y="4356393"/>
              <a:ext cx="664550" cy="296061"/>
            </a:xfrm>
            <a:custGeom>
              <a:avLst/>
              <a:gdLst/>
              <a:ahLst/>
              <a:cxnLst/>
              <a:rect l="l" t="t" r="r" b="b"/>
              <a:pathLst>
                <a:path w="31499" h="14033" extrusionOk="0">
                  <a:moveTo>
                    <a:pt x="67" y="0"/>
                  </a:moveTo>
                  <a:cubicBezTo>
                    <a:pt x="34" y="0"/>
                    <a:pt x="0" y="0"/>
                    <a:pt x="67" y="33"/>
                  </a:cubicBezTo>
                  <a:cubicBezTo>
                    <a:pt x="5104" y="2569"/>
                    <a:pt x="26119" y="11842"/>
                    <a:pt x="31389" y="14010"/>
                  </a:cubicBezTo>
                  <a:cubicBezTo>
                    <a:pt x="31413" y="14026"/>
                    <a:pt x="31434" y="14033"/>
                    <a:pt x="31449" y="14033"/>
                  </a:cubicBezTo>
                  <a:cubicBezTo>
                    <a:pt x="31498" y="14033"/>
                    <a:pt x="31499" y="13969"/>
                    <a:pt x="31423" y="13943"/>
                  </a:cubicBezTo>
                  <a:cubicBezTo>
                    <a:pt x="26286" y="11475"/>
                    <a:pt x="5337" y="2035"/>
                    <a:pt x="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406;p39">
              <a:extLst>
                <a:ext uri="{FF2B5EF4-FFF2-40B4-BE49-F238E27FC236}">
                  <a16:creationId xmlns:a16="http://schemas.microsoft.com/office/drawing/2014/main" id="{D38E4637-2EE4-F810-2C0D-94D2604CEC28}"/>
                </a:ext>
              </a:extLst>
            </p:cNvPr>
            <p:cNvSpPr/>
            <p:nvPr/>
          </p:nvSpPr>
          <p:spPr>
            <a:xfrm>
              <a:off x="6748500" y="4525026"/>
              <a:ext cx="129518" cy="55170"/>
            </a:xfrm>
            <a:custGeom>
              <a:avLst/>
              <a:gdLst/>
              <a:ahLst/>
              <a:cxnLst/>
              <a:rect l="l" t="t" r="r" b="b"/>
              <a:pathLst>
                <a:path w="6139" h="2615" extrusionOk="0">
                  <a:moveTo>
                    <a:pt x="4078" y="1"/>
                  </a:moveTo>
                  <a:cubicBezTo>
                    <a:pt x="3511" y="1"/>
                    <a:pt x="2943" y="103"/>
                    <a:pt x="2403" y="313"/>
                  </a:cubicBezTo>
                  <a:cubicBezTo>
                    <a:pt x="1368" y="747"/>
                    <a:pt x="501" y="1547"/>
                    <a:pt x="1" y="2581"/>
                  </a:cubicBezTo>
                  <a:cubicBezTo>
                    <a:pt x="1" y="2615"/>
                    <a:pt x="68" y="2615"/>
                    <a:pt x="68" y="2615"/>
                  </a:cubicBezTo>
                  <a:cubicBezTo>
                    <a:pt x="1062" y="1110"/>
                    <a:pt x="2739" y="268"/>
                    <a:pt x="4472" y="268"/>
                  </a:cubicBezTo>
                  <a:cubicBezTo>
                    <a:pt x="5006" y="268"/>
                    <a:pt x="5546" y="348"/>
                    <a:pt x="6072" y="513"/>
                  </a:cubicBezTo>
                  <a:cubicBezTo>
                    <a:pt x="6105" y="513"/>
                    <a:pt x="6139" y="480"/>
                    <a:pt x="6105" y="446"/>
                  </a:cubicBezTo>
                  <a:cubicBezTo>
                    <a:pt x="5463" y="153"/>
                    <a:pt x="4771" y="1"/>
                    <a:pt x="407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407;p39">
              <a:extLst>
                <a:ext uri="{FF2B5EF4-FFF2-40B4-BE49-F238E27FC236}">
                  <a16:creationId xmlns:a16="http://schemas.microsoft.com/office/drawing/2014/main" id="{76BAA0FB-A41C-C24C-D78A-E02ABB758DAB}"/>
                </a:ext>
              </a:extLst>
            </p:cNvPr>
            <p:cNvSpPr/>
            <p:nvPr/>
          </p:nvSpPr>
          <p:spPr>
            <a:xfrm>
              <a:off x="6583116" y="4332131"/>
              <a:ext cx="149687" cy="24347"/>
            </a:xfrm>
            <a:custGeom>
              <a:avLst/>
              <a:gdLst/>
              <a:ahLst/>
              <a:cxnLst/>
              <a:rect l="l" t="t" r="r" b="b"/>
              <a:pathLst>
                <a:path w="7095" h="1154" extrusionOk="0">
                  <a:moveTo>
                    <a:pt x="3101" y="1"/>
                  </a:moveTo>
                  <a:cubicBezTo>
                    <a:pt x="2042" y="1"/>
                    <a:pt x="1000" y="215"/>
                    <a:pt x="101" y="716"/>
                  </a:cubicBezTo>
                  <a:cubicBezTo>
                    <a:pt x="1" y="750"/>
                    <a:pt x="101" y="850"/>
                    <a:pt x="168" y="850"/>
                  </a:cubicBezTo>
                  <a:cubicBezTo>
                    <a:pt x="806" y="812"/>
                    <a:pt x="1445" y="793"/>
                    <a:pt x="2083" y="793"/>
                  </a:cubicBezTo>
                  <a:cubicBezTo>
                    <a:pt x="3680" y="793"/>
                    <a:pt x="5276" y="912"/>
                    <a:pt x="6872" y="1150"/>
                  </a:cubicBezTo>
                  <a:cubicBezTo>
                    <a:pt x="6883" y="1152"/>
                    <a:pt x="6894" y="1153"/>
                    <a:pt x="6904" y="1153"/>
                  </a:cubicBezTo>
                  <a:cubicBezTo>
                    <a:pt x="7047" y="1153"/>
                    <a:pt x="7095" y="946"/>
                    <a:pt x="6939" y="883"/>
                  </a:cubicBezTo>
                  <a:cubicBezTo>
                    <a:pt x="5803" y="343"/>
                    <a:pt x="4439" y="1"/>
                    <a:pt x="31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408;p39">
              <a:extLst>
                <a:ext uri="{FF2B5EF4-FFF2-40B4-BE49-F238E27FC236}">
                  <a16:creationId xmlns:a16="http://schemas.microsoft.com/office/drawing/2014/main" id="{6760518F-5B06-5C6C-34FD-A16DDA1DB02F}"/>
                </a:ext>
              </a:extLst>
            </p:cNvPr>
            <p:cNvSpPr/>
            <p:nvPr/>
          </p:nvSpPr>
          <p:spPr>
            <a:xfrm>
              <a:off x="6611514" y="4360571"/>
              <a:ext cx="149455" cy="24747"/>
            </a:xfrm>
            <a:custGeom>
              <a:avLst/>
              <a:gdLst/>
              <a:ahLst/>
              <a:cxnLst/>
              <a:rect l="l" t="t" r="r" b="b"/>
              <a:pathLst>
                <a:path w="7084" h="1173" extrusionOk="0">
                  <a:moveTo>
                    <a:pt x="3025" y="1"/>
                  </a:moveTo>
                  <a:cubicBezTo>
                    <a:pt x="1989" y="1"/>
                    <a:pt x="973" y="210"/>
                    <a:pt x="89" y="703"/>
                  </a:cubicBezTo>
                  <a:cubicBezTo>
                    <a:pt x="0" y="732"/>
                    <a:pt x="70" y="841"/>
                    <a:pt x="110" y="841"/>
                  </a:cubicBezTo>
                  <a:cubicBezTo>
                    <a:pt x="115" y="841"/>
                    <a:pt x="119" y="840"/>
                    <a:pt x="123" y="836"/>
                  </a:cubicBezTo>
                  <a:cubicBezTo>
                    <a:pt x="758" y="799"/>
                    <a:pt x="1391" y="780"/>
                    <a:pt x="2022" y="780"/>
                  </a:cubicBezTo>
                  <a:cubicBezTo>
                    <a:pt x="3643" y="780"/>
                    <a:pt x="5252" y="906"/>
                    <a:pt x="6861" y="1170"/>
                  </a:cubicBezTo>
                  <a:cubicBezTo>
                    <a:pt x="6872" y="1172"/>
                    <a:pt x="6882" y="1173"/>
                    <a:pt x="6892" y="1173"/>
                  </a:cubicBezTo>
                  <a:cubicBezTo>
                    <a:pt x="7035" y="1173"/>
                    <a:pt x="7083" y="965"/>
                    <a:pt x="6927" y="903"/>
                  </a:cubicBezTo>
                  <a:cubicBezTo>
                    <a:pt x="5758" y="356"/>
                    <a:pt x="4374" y="1"/>
                    <a:pt x="30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409;p39">
              <a:extLst>
                <a:ext uri="{FF2B5EF4-FFF2-40B4-BE49-F238E27FC236}">
                  <a16:creationId xmlns:a16="http://schemas.microsoft.com/office/drawing/2014/main" id="{AF956E78-089E-0E02-D812-9DA92D0B8225}"/>
                </a:ext>
              </a:extLst>
            </p:cNvPr>
            <p:cNvSpPr/>
            <p:nvPr/>
          </p:nvSpPr>
          <p:spPr>
            <a:xfrm>
              <a:off x="6639426" y="4389010"/>
              <a:ext cx="149687" cy="24473"/>
            </a:xfrm>
            <a:custGeom>
              <a:avLst/>
              <a:gdLst/>
              <a:ahLst/>
              <a:cxnLst/>
              <a:rect l="l" t="t" r="r" b="b"/>
              <a:pathLst>
                <a:path w="7095" h="1160" extrusionOk="0">
                  <a:moveTo>
                    <a:pt x="3050" y="1"/>
                  </a:moveTo>
                  <a:cubicBezTo>
                    <a:pt x="2002" y="1"/>
                    <a:pt x="971" y="208"/>
                    <a:pt x="67" y="689"/>
                  </a:cubicBezTo>
                  <a:cubicBezTo>
                    <a:pt x="0" y="756"/>
                    <a:pt x="67" y="856"/>
                    <a:pt x="134" y="856"/>
                  </a:cubicBezTo>
                  <a:cubicBezTo>
                    <a:pt x="772" y="818"/>
                    <a:pt x="1414" y="799"/>
                    <a:pt x="2055" y="799"/>
                  </a:cubicBezTo>
                  <a:cubicBezTo>
                    <a:pt x="3660" y="799"/>
                    <a:pt x="5266" y="918"/>
                    <a:pt x="6839" y="1156"/>
                  </a:cubicBezTo>
                  <a:cubicBezTo>
                    <a:pt x="6850" y="1158"/>
                    <a:pt x="6860" y="1159"/>
                    <a:pt x="6871" y="1159"/>
                  </a:cubicBezTo>
                  <a:cubicBezTo>
                    <a:pt x="7018" y="1159"/>
                    <a:pt x="7095" y="951"/>
                    <a:pt x="6939" y="889"/>
                  </a:cubicBezTo>
                  <a:cubicBezTo>
                    <a:pt x="5774" y="345"/>
                    <a:pt x="4399" y="1"/>
                    <a:pt x="30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410;p39">
              <a:extLst>
                <a:ext uri="{FF2B5EF4-FFF2-40B4-BE49-F238E27FC236}">
                  <a16:creationId xmlns:a16="http://schemas.microsoft.com/office/drawing/2014/main" id="{B65815D0-9A2C-CAC6-F91A-05A028841800}"/>
                </a:ext>
              </a:extLst>
            </p:cNvPr>
            <p:cNvSpPr/>
            <p:nvPr/>
          </p:nvSpPr>
          <p:spPr>
            <a:xfrm>
              <a:off x="6666873" y="4417386"/>
              <a:ext cx="149687" cy="24241"/>
            </a:xfrm>
            <a:custGeom>
              <a:avLst/>
              <a:gdLst/>
              <a:ahLst/>
              <a:cxnLst/>
              <a:rect l="l" t="t" r="r" b="b"/>
              <a:pathLst>
                <a:path w="7095" h="1149" extrusionOk="0">
                  <a:moveTo>
                    <a:pt x="3033" y="1"/>
                  </a:moveTo>
                  <a:cubicBezTo>
                    <a:pt x="1997" y="1"/>
                    <a:pt x="980" y="202"/>
                    <a:pt x="100" y="678"/>
                  </a:cubicBezTo>
                  <a:cubicBezTo>
                    <a:pt x="0" y="745"/>
                    <a:pt x="100" y="845"/>
                    <a:pt x="167" y="845"/>
                  </a:cubicBezTo>
                  <a:cubicBezTo>
                    <a:pt x="806" y="807"/>
                    <a:pt x="1444" y="788"/>
                    <a:pt x="2083" y="788"/>
                  </a:cubicBezTo>
                  <a:cubicBezTo>
                    <a:pt x="3679" y="788"/>
                    <a:pt x="5276" y="907"/>
                    <a:pt x="6872" y="1145"/>
                  </a:cubicBezTo>
                  <a:cubicBezTo>
                    <a:pt x="6883" y="1148"/>
                    <a:pt x="6894" y="1149"/>
                    <a:pt x="6904" y="1149"/>
                  </a:cubicBezTo>
                  <a:cubicBezTo>
                    <a:pt x="7047" y="1149"/>
                    <a:pt x="7094" y="941"/>
                    <a:pt x="6939" y="878"/>
                  </a:cubicBezTo>
                  <a:cubicBezTo>
                    <a:pt x="5784" y="348"/>
                    <a:pt x="4392" y="1"/>
                    <a:pt x="30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411;p39">
              <a:extLst>
                <a:ext uri="{FF2B5EF4-FFF2-40B4-BE49-F238E27FC236}">
                  <a16:creationId xmlns:a16="http://schemas.microsoft.com/office/drawing/2014/main" id="{5F910B9E-8B9A-4FE3-CB31-9D3DE37C2C96}"/>
                </a:ext>
              </a:extLst>
            </p:cNvPr>
            <p:cNvSpPr/>
            <p:nvPr/>
          </p:nvSpPr>
          <p:spPr>
            <a:xfrm>
              <a:off x="6227581" y="4260801"/>
              <a:ext cx="120657" cy="84221"/>
            </a:xfrm>
            <a:custGeom>
              <a:avLst/>
              <a:gdLst/>
              <a:ahLst/>
              <a:cxnLst/>
              <a:rect l="l" t="t" r="r" b="b"/>
              <a:pathLst>
                <a:path w="5719" h="3992" extrusionOk="0">
                  <a:moveTo>
                    <a:pt x="2836" y="1"/>
                  </a:moveTo>
                  <a:cubicBezTo>
                    <a:pt x="994" y="1"/>
                    <a:pt x="1" y="2893"/>
                    <a:pt x="2042" y="3797"/>
                  </a:cubicBezTo>
                  <a:cubicBezTo>
                    <a:pt x="2340" y="3931"/>
                    <a:pt x="2626" y="3991"/>
                    <a:pt x="2893" y="3991"/>
                  </a:cubicBezTo>
                  <a:cubicBezTo>
                    <a:pt x="4751" y="3991"/>
                    <a:pt x="5718" y="1099"/>
                    <a:pt x="3677" y="195"/>
                  </a:cubicBezTo>
                  <a:cubicBezTo>
                    <a:pt x="3383" y="60"/>
                    <a:pt x="3101" y="1"/>
                    <a:pt x="28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412;p39">
              <a:extLst>
                <a:ext uri="{FF2B5EF4-FFF2-40B4-BE49-F238E27FC236}">
                  <a16:creationId xmlns:a16="http://schemas.microsoft.com/office/drawing/2014/main" id="{9F0926B1-A35A-3A2F-E498-BDE89A45523B}"/>
                </a:ext>
              </a:extLst>
            </p:cNvPr>
            <p:cNvSpPr/>
            <p:nvPr/>
          </p:nvSpPr>
          <p:spPr>
            <a:xfrm>
              <a:off x="6667570" y="4234766"/>
              <a:ext cx="175257" cy="113969"/>
            </a:xfrm>
            <a:custGeom>
              <a:avLst/>
              <a:gdLst/>
              <a:ahLst/>
              <a:cxnLst/>
              <a:rect l="l" t="t" r="r" b="b"/>
              <a:pathLst>
                <a:path w="8307" h="5402" extrusionOk="0">
                  <a:moveTo>
                    <a:pt x="6153" y="680"/>
                  </a:moveTo>
                  <a:cubicBezTo>
                    <a:pt x="6895" y="680"/>
                    <a:pt x="7456" y="1046"/>
                    <a:pt x="7039" y="2263"/>
                  </a:cubicBezTo>
                  <a:cubicBezTo>
                    <a:pt x="6572" y="3564"/>
                    <a:pt x="4304" y="3997"/>
                    <a:pt x="3170" y="4231"/>
                  </a:cubicBezTo>
                  <a:cubicBezTo>
                    <a:pt x="2236" y="4431"/>
                    <a:pt x="1268" y="4598"/>
                    <a:pt x="334" y="4831"/>
                  </a:cubicBezTo>
                  <a:cubicBezTo>
                    <a:pt x="1135" y="3930"/>
                    <a:pt x="2002" y="3097"/>
                    <a:pt x="2869" y="2263"/>
                  </a:cubicBezTo>
                  <a:cubicBezTo>
                    <a:pt x="3336" y="1896"/>
                    <a:pt x="3770" y="1529"/>
                    <a:pt x="4270" y="1229"/>
                  </a:cubicBezTo>
                  <a:cubicBezTo>
                    <a:pt x="4638" y="989"/>
                    <a:pt x="5472" y="680"/>
                    <a:pt x="6153" y="680"/>
                  </a:cubicBezTo>
                  <a:close/>
                  <a:moveTo>
                    <a:pt x="6037" y="1"/>
                  </a:moveTo>
                  <a:cubicBezTo>
                    <a:pt x="5424" y="1"/>
                    <a:pt x="4776" y="210"/>
                    <a:pt x="4270" y="495"/>
                  </a:cubicBezTo>
                  <a:cubicBezTo>
                    <a:pt x="2503" y="1595"/>
                    <a:pt x="1001" y="3130"/>
                    <a:pt x="1" y="4965"/>
                  </a:cubicBezTo>
                  <a:cubicBezTo>
                    <a:pt x="1" y="4998"/>
                    <a:pt x="1" y="5031"/>
                    <a:pt x="34" y="5065"/>
                  </a:cubicBezTo>
                  <a:cubicBezTo>
                    <a:pt x="34" y="5219"/>
                    <a:pt x="120" y="5402"/>
                    <a:pt x="291" y="5402"/>
                  </a:cubicBezTo>
                  <a:cubicBezTo>
                    <a:pt x="305" y="5402"/>
                    <a:pt x="319" y="5401"/>
                    <a:pt x="334" y="5398"/>
                  </a:cubicBezTo>
                  <a:cubicBezTo>
                    <a:pt x="2269" y="5031"/>
                    <a:pt x="4404" y="4898"/>
                    <a:pt x="6172" y="3930"/>
                  </a:cubicBezTo>
                  <a:cubicBezTo>
                    <a:pt x="7206" y="3397"/>
                    <a:pt x="8307" y="2229"/>
                    <a:pt x="7706" y="962"/>
                  </a:cubicBezTo>
                  <a:cubicBezTo>
                    <a:pt x="7355" y="259"/>
                    <a:pt x="6718" y="1"/>
                    <a:pt x="60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413;p39">
              <a:extLst>
                <a:ext uri="{FF2B5EF4-FFF2-40B4-BE49-F238E27FC236}">
                  <a16:creationId xmlns:a16="http://schemas.microsoft.com/office/drawing/2014/main" id="{12FDF8C3-F9ED-B343-640C-9DFF21423EBF}"/>
                </a:ext>
              </a:extLst>
            </p:cNvPr>
            <p:cNvSpPr/>
            <p:nvPr/>
          </p:nvSpPr>
          <p:spPr>
            <a:xfrm>
              <a:off x="6508537" y="4223690"/>
              <a:ext cx="171016" cy="124349"/>
            </a:xfrm>
            <a:custGeom>
              <a:avLst/>
              <a:gdLst/>
              <a:ahLst/>
              <a:cxnLst/>
              <a:rect l="l" t="t" r="r" b="b"/>
              <a:pathLst>
                <a:path w="8106" h="5894" extrusionOk="0">
                  <a:moveTo>
                    <a:pt x="2140" y="684"/>
                  </a:moveTo>
                  <a:cubicBezTo>
                    <a:pt x="2850" y="684"/>
                    <a:pt x="3771" y="1108"/>
                    <a:pt x="4136" y="1387"/>
                  </a:cubicBezTo>
                  <a:cubicBezTo>
                    <a:pt x="4603" y="1754"/>
                    <a:pt x="5037" y="2154"/>
                    <a:pt x="5437" y="2554"/>
                  </a:cubicBezTo>
                  <a:cubicBezTo>
                    <a:pt x="6271" y="3421"/>
                    <a:pt x="7038" y="4355"/>
                    <a:pt x="7772" y="5323"/>
                  </a:cubicBezTo>
                  <a:cubicBezTo>
                    <a:pt x="6838" y="5023"/>
                    <a:pt x="5904" y="4789"/>
                    <a:pt x="4970" y="4489"/>
                  </a:cubicBezTo>
                  <a:cubicBezTo>
                    <a:pt x="3869" y="4189"/>
                    <a:pt x="1635" y="3521"/>
                    <a:pt x="1301" y="2187"/>
                  </a:cubicBezTo>
                  <a:cubicBezTo>
                    <a:pt x="1014" y="1039"/>
                    <a:pt x="1489" y="684"/>
                    <a:pt x="2140" y="684"/>
                  </a:cubicBezTo>
                  <a:close/>
                  <a:moveTo>
                    <a:pt x="2286" y="0"/>
                  </a:moveTo>
                  <a:cubicBezTo>
                    <a:pt x="1675" y="0"/>
                    <a:pt x="1099" y="234"/>
                    <a:pt x="734" y="853"/>
                  </a:cubicBezTo>
                  <a:cubicBezTo>
                    <a:pt x="0" y="2054"/>
                    <a:pt x="1034" y="3288"/>
                    <a:pt x="2001" y="3955"/>
                  </a:cubicBezTo>
                  <a:cubicBezTo>
                    <a:pt x="3669" y="5023"/>
                    <a:pt x="5804" y="5356"/>
                    <a:pt x="7706" y="5890"/>
                  </a:cubicBezTo>
                  <a:cubicBezTo>
                    <a:pt x="7720" y="5892"/>
                    <a:pt x="7735" y="5893"/>
                    <a:pt x="7749" y="5893"/>
                  </a:cubicBezTo>
                  <a:cubicBezTo>
                    <a:pt x="7925" y="5893"/>
                    <a:pt x="8039" y="5711"/>
                    <a:pt x="8039" y="5556"/>
                  </a:cubicBezTo>
                  <a:cubicBezTo>
                    <a:pt x="8072" y="5556"/>
                    <a:pt x="8106" y="5523"/>
                    <a:pt x="8072" y="5490"/>
                  </a:cubicBezTo>
                  <a:cubicBezTo>
                    <a:pt x="7239" y="3555"/>
                    <a:pt x="5871" y="1887"/>
                    <a:pt x="4203" y="653"/>
                  </a:cubicBezTo>
                  <a:cubicBezTo>
                    <a:pt x="3678" y="285"/>
                    <a:pt x="2960" y="0"/>
                    <a:pt x="22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414;p39">
              <a:extLst>
                <a:ext uri="{FF2B5EF4-FFF2-40B4-BE49-F238E27FC236}">
                  <a16:creationId xmlns:a16="http://schemas.microsoft.com/office/drawing/2014/main" id="{246E8F6B-3C0E-48D3-8FE3-FF39CDA5C6A5}"/>
                </a:ext>
              </a:extLst>
            </p:cNvPr>
            <p:cNvSpPr/>
            <p:nvPr/>
          </p:nvSpPr>
          <p:spPr>
            <a:xfrm>
              <a:off x="6312878" y="2458947"/>
              <a:ext cx="1102766" cy="1779237"/>
            </a:xfrm>
            <a:custGeom>
              <a:avLst/>
              <a:gdLst/>
              <a:ahLst/>
              <a:cxnLst/>
              <a:rect l="l" t="t" r="r" b="b"/>
              <a:pathLst>
                <a:path w="52270" h="84334" extrusionOk="0">
                  <a:moveTo>
                    <a:pt x="36153" y="1"/>
                  </a:moveTo>
                  <a:cubicBezTo>
                    <a:pt x="30096" y="1"/>
                    <a:pt x="22036" y="1397"/>
                    <a:pt x="11542" y="4409"/>
                  </a:cubicBezTo>
                  <a:lnTo>
                    <a:pt x="3904" y="4509"/>
                  </a:lnTo>
                  <a:lnTo>
                    <a:pt x="3904" y="9813"/>
                  </a:lnTo>
                  <a:cubicBezTo>
                    <a:pt x="7273" y="10247"/>
                    <a:pt x="16212" y="11648"/>
                    <a:pt x="16212" y="11648"/>
                  </a:cubicBezTo>
                  <a:cubicBezTo>
                    <a:pt x="22750" y="14116"/>
                    <a:pt x="24852" y="15117"/>
                    <a:pt x="24752" y="15350"/>
                  </a:cubicBezTo>
                  <a:cubicBezTo>
                    <a:pt x="8473" y="48207"/>
                    <a:pt x="1" y="73759"/>
                    <a:pt x="1" y="73759"/>
                  </a:cubicBezTo>
                  <a:lnTo>
                    <a:pt x="23351" y="84333"/>
                  </a:lnTo>
                  <a:cubicBezTo>
                    <a:pt x="23351" y="84333"/>
                    <a:pt x="51137" y="31028"/>
                    <a:pt x="51871" y="14683"/>
                  </a:cubicBezTo>
                  <a:cubicBezTo>
                    <a:pt x="52270" y="5465"/>
                    <a:pt x="48135" y="1"/>
                    <a:pt x="361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415;p39">
              <a:extLst>
                <a:ext uri="{FF2B5EF4-FFF2-40B4-BE49-F238E27FC236}">
                  <a16:creationId xmlns:a16="http://schemas.microsoft.com/office/drawing/2014/main" id="{F1D26832-C198-4472-2231-60F3135875AC}"/>
                </a:ext>
              </a:extLst>
            </p:cNvPr>
            <p:cNvSpPr/>
            <p:nvPr/>
          </p:nvSpPr>
          <p:spPr>
            <a:xfrm>
              <a:off x="6424780" y="2644141"/>
              <a:ext cx="492437" cy="518999"/>
            </a:xfrm>
            <a:custGeom>
              <a:avLst/>
              <a:gdLst/>
              <a:ahLst/>
              <a:cxnLst/>
              <a:rect l="l" t="t" r="r" b="b"/>
              <a:pathLst>
                <a:path w="23341" h="24600" extrusionOk="0">
                  <a:moveTo>
                    <a:pt x="67" y="1"/>
                  </a:moveTo>
                  <a:cubicBezTo>
                    <a:pt x="1" y="1"/>
                    <a:pt x="1" y="101"/>
                    <a:pt x="67" y="101"/>
                  </a:cubicBezTo>
                  <a:cubicBezTo>
                    <a:pt x="5571" y="501"/>
                    <a:pt x="11008" y="1535"/>
                    <a:pt x="16245" y="3170"/>
                  </a:cubicBezTo>
                  <a:cubicBezTo>
                    <a:pt x="17713" y="3637"/>
                    <a:pt x="19114" y="4137"/>
                    <a:pt x="20549" y="4671"/>
                  </a:cubicBezTo>
                  <a:cubicBezTo>
                    <a:pt x="19548" y="6272"/>
                    <a:pt x="18614" y="7907"/>
                    <a:pt x="17713" y="9575"/>
                  </a:cubicBezTo>
                  <a:cubicBezTo>
                    <a:pt x="16012" y="12643"/>
                    <a:pt x="14478" y="15812"/>
                    <a:pt x="13143" y="19081"/>
                  </a:cubicBezTo>
                  <a:cubicBezTo>
                    <a:pt x="12409" y="20883"/>
                    <a:pt x="11676" y="22684"/>
                    <a:pt x="11008" y="24552"/>
                  </a:cubicBezTo>
                  <a:cubicBezTo>
                    <a:pt x="11008" y="24575"/>
                    <a:pt x="11042" y="24599"/>
                    <a:pt x="11073" y="24599"/>
                  </a:cubicBezTo>
                  <a:cubicBezTo>
                    <a:pt x="11086" y="24599"/>
                    <a:pt x="11099" y="24595"/>
                    <a:pt x="11108" y="24585"/>
                  </a:cubicBezTo>
                  <a:cubicBezTo>
                    <a:pt x="13977" y="18214"/>
                    <a:pt x="17079" y="12010"/>
                    <a:pt x="20448" y="5905"/>
                  </a:cubicBezTo>
                  <a:cubicBezTo>
                    <a:pt x="21382" y="4204"/>
                    <a:pt x="22383" y="2503"/>
                    <a:pt x="23317" y="768"/>
                  </a:cubicBezTo>
                  <a:cubicBezTo>
                    <a:pt x="23340" y="745"/>
                    <a:pt x="23316" y="706"/>
                    <a:pt x="23287" y="706"/>
                  </a:cubicBezTo>
                  <a:cubicBezTo>
                    <a:pt x="23274" y="706"/>
                    <a:pt x="23261" y="714"/>
                    <a:pt x="23250" y="735"/>
                  </a:cubicBezTo>
                  <a:cubicBezTo>
                    <a:pt x="22316" y="1969"/>
                    <a:pt x="21416" y="3270"/>
                    <a:pt x="20582" y="4604"/>
                  </a:cubicBezTo>
                  <a:cubicBezTo>
                    <a:pt x="15578" y="2369"/>
                    <a:pt x="10141" y="1102"/>
                    <a:pt x="4704" y="435"/>
                  </a:cubicBezTo>
                  <a:cubicBezTo>
                    <a:pt x="3169" y="234"/>
                    <a:pt x="1635" y="101"/>
                    <a:pt x="6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416;p39">
              <a:extLst>
                <a:ext uri="{FF2B5EF4-FFF2-40B4-BE49-F238E27FC236}">
                  <a16:creationId xmlns:a16="http://schemas.microsoft.com/office/drawing/2014/main" id="{6582D257-1C51-7327-7183-3998C4648E26}"/>
                </a:ext>
              </a:extLst>
            </p:cNvPr>
            <p:cNvSpPr/>
            <p:nvPr/>
          </p:nvSpPr>
          <p:spPr>
            <a:xfrm>
              <a:off x="6378323" y="3933431"/>
              <a:ext cx="438469" cy="187219"/>
            </a:xfrm>
            <a:custGeom>
              <a:avLst/>
              <a:gdLst/>
              <a:ahLst/>
              <a:cxnLst/>
              <a:rect l="l" t="t" r="r" b="b"/>
              <a:pathLst>
                <a:path w="20783" h="8874" extrusionOk="0">
                  <a:moveTo>
                    <a:pt x="68" y="0"/>
                  </a:moveTo>
                  <a:cubicBezTo>
                    <a:pt x="34" y="0"/>
                    <a:pt x="1" y="67"/>
                    <a:pt x="34" y="100"/>
                  </a:cubicBezTo>
                  <a:cubicBezTo>
                    <a:pt x="635" y="467"/>
                    <a:pt x="6572" y="3136"/>
                    <a:pt x="7940" y="3703"/>
                  </a:cubicBezTo>
                  <a:cubicBezTo>
                    <a:pt x="10609" y="4871"/>
                    <a:pt x="13344" y="5938"/>
                    <a:pt x="16046" y="7039"/>
                  </a:cubicBezTo>
                  <a:cubicBezTo>
                    <a:pt x="16813" y="7339"/>
                    <a:pt x="17614" y="7639"/>
                    <a:pt x="18381" y="7939"/>
                  </a:cubicBezTo>
                  <a:cubicBezTo>
                    <a:pt x="19181" y="8240"/>
                    <a:pt x="19949" y="8540"/>
                    <a:pt x="20716" y="8873"/>
                  </a:cubicBezTo>
                  <a:cubicBezTo>
                    <a:pt x="20749" y="8873"/>
                    <a:pt x="20782" y="8807"/>
                    <a:pt x="20749" y="8773"/>
                  </a:cubicBezTo>
                  <a:cubicBezTo>
                    <a:pt x="19381" y="8273"/>
                    <a:pt x="18047" y="7606"/>
                    <a:pt x="16746" y="7005"/>
                  </a:cubicBezTo>
                  <a:lnTo>
                    <a:pt x="12710" y="5204"/>
                  </a:lnTo>
                  <a:cubicBezTo>
                    <a:pt x="10075" y="4003"/>
                    <a:pt x="835" y="201"/>
                    <a:pt x="6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417;p39">
              <a:extLst>
                <a:ext uri="{FF2B5EF4-FFF2-40B4-BE49-F238E27FC236}">
                  <a16:creationId xmlns:a16="http://schemas.microsoft.com/office/drawing/2014/main" id="{1B9C1AB3-4D76-C5C9-24CA-CBDAC015A8AD}"/>
                </a:ext>
              </a:extLst>
            </p:cNvPr>
            <p:cNvSpPr/>
            <p:nvPr/>
          </p:nvSpPr>
          <p:spPr>
            <a:xfrm>
              <a:off x="6444485" y="2709227"/>
              <a:ext cx="471276" cy="1188401"/>
            </a:xfrm>
            <a:custGeom>
              <a:avLst/>
              <a:gdLst/>
              <a:ahLst/>
              <a:cxnLst/>
              <a:rect l="l" t="t" r="r" b="b"/>
              <a:pathLst>
                <a:path w="22338" h="56329" extrusionOk="0">
                  <a:moveTo>
                    <a:pt x="22262" y="1"/>
                  </a:moveTo>
                  <a:cubicBezTo>
                    <a:pt x="22237" y="1"/>
                    <a:pt x="22208" y="15"/>
                    <a:pt x="22183" y="52"/>
                  </a:cubicBezTo>
                  <a:cubicBezTo>
                    <a:pt x="20348" y="3554"/>
                    <a:pt x="18781" y="7190"/>
                    <a:pt x="17179" y="10826"/>
                  </a:cubicBezTo>
                  <a:cubicBezTo>
                    <a:pt x="15578" y="14429"/>
                    <a:pt x="14044" y="18031"/>
                    <a:pt x="12543" y="21667"/>
                  </a:cubicBezTo>
                  <a:cubicBezTo>
                    <a:pt x="9541" y="28906"/>
                    <a:pt x="6772" y="36211"/>
                    <a:pt x="4170" y="43616"/>
                  </a:cubicBezTo>
                  <a:cubicBezTo>
                    <a:pt x="2702" y="47786"/>
                    <a:pt x="1335" y="52022"/>
                    <a:pt x="1" y="56258"/>
                  </a:cubicBezTo>
                  <a:cubicBezTo>
                    <a:pt x="1" y="56300"/>
                    <a:pt x="39" y="56328"/>
                    <a:pt x="68" y="56328"/>
                  </a:cubicBezTo>
                  <a:cubicBezTo>
                    <a:pt x="86" y="56328"/>
                    <a:pt x="101" y="56317"/>
                    <a:pt x="101" y="56292"/>
                  </a:cubicBezTo>
                  <a:cubicBezTo>
                    <a:pt x="2569" y="48820"/>
                    <a:pt x="5271" y="41381"/>
                    <a:pt x="8040" y="34043"/>
                  </a:cubicBezTo>
                  <a:cubicBezTo>
                    <a:pt x="10842" y="26671"/>
                    <a:pt x="13810" y="19399"/>
                    <a:pt x="16946" y="12194"/>
                  </a:cubicBezTo>
                  <a:cubicBezTo>
                    <a:pt x="17813" y="10159"/>
                    <a:pt x="18714" y="8157"/>
                    <a:pt x="19615" y="6156"/>
                  </a:cubicBezTo>
                  <a:cubicBezTo>
                    <a:pt x="20515" y="4121"/>
                    <a:pt x="21483" y="2120"/>
                    <a:pt x="22316" y="85"/>
                  </a:cubicBezTo>
                  <a:cubicBezTo>
                    <a:pt x="22338" y="43"/>
                    <a:pt x="22305" y="1"/>
                    <a:pt x="2226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418;p39">
              <a:extLst>
                <a:ext uri="{FF2B5EF4-FFF2-40B4-BE49-F238E27FC236}">
                  <a16:creationId xmlns:a16="http://schemas.microsoft.com/office/drawing/2014/main" id="{28E95C97-F037-DF2F-B8BA-A2F35170D3F7}"/>
                </a:ext>
              </a:extLst>
            </p:cNvPr>
            <p:cNvSpPr/>
            <p:nvPr/>
          </p:nvSpPr>
          <p:spPr>
            <a:xfrm>
              <a:off x="6073612" y="1700134"/>
              <a:ext cx="717146" cy="868753"/>
            </a:xfrm>
            <a:custGeom>
              <a:avLst/>
              <a:gdLst/>
              <a:ahLst/>
              <a:cxnLst/>
              <a:rect l="l" t="t" r="r" b="b"/>
              <a:pathLst>
                <a:path w="33992" h="41178" extrusionOk="0">
                  <a:moveTo>
                    <a:pt x="14594" y="1"/>
                  </a:moveTo>
                  <a:cubicBezTo>
                    <a:pt x="13481" y="1"/>
                    <a:pt x="12507" y="122"/>
                    <a:pt x="12109" y="281"/>
                  </a:cubicBezTo>
                  <a:cubicBezTo>
                    <a:pt x="11175" y="681"/>
                    <a:pt x="7172" y="5184"/>
                    <a:pt x="5971" y="8820"/>
                  </a:cubicBezTo>
                  <a:cubicBezTo>
                    <a:pt x="3536" y="16159"/>
                    <a:pt x="0" y="39576"/>
                    <a:pt x="467" y="40043"/>
                  </a:cubicBezTo>
                  <a:cubicBezTo>
                    <a:pt x="910" y="40545"/>
                    <a:pt x="26360" y="41177"/>
                    <a:pt x="32319" y="41177"/>
                  </a:cubicBezTo>
                  <a:cubicBezTo>
                    <a:pt x="33093" y="41177"/>
                    <a:pt x="33538" y="41166"/>
                    <a:pt x="33558" y="41143"/>
                  </a:cubicBezTo>
                  <a:cubicBezTo>
                    <a:pt x="33991" y="40576"/>
                    <a:pt x="29822" y="19995"/>
                    <a:pt x="26419" y="12123"/>
                  </a:cubicBezTo>
                  <a:cubicBezTo>
                    <a:pt x="22116" y="2049"/>
                    <a:pt x="19648" y="1148"/>
                    <a:pt x="18180" y="548"/>
                  </a:cubicBezTo>
                  <a:cubicBezTo>
                    <a:pt x="17203" y="146"/>
                    <a:pt x="15815" y="1"/>
                    <a:pt x="1459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1419;p39">
              <a:extLst>
                <a:ext uri="{FF2B5EF4-FFF2-40B4-BE49-F238E27FC236}">
                  <a16:creationId xmlns:a16="http://schemas.microsoft.com/office/drawing/2014/main" id="{6F726F80-479B-BFF8-C810-C09E0DE1510C}"/>
                </a:ext>
              </a:extLst>
            </p:cNvPr>
            <p:cNvSpPr/>
            <p:nvPr/>
          </p:nvSpPr>
          <p:spPr>
            <a:xfrm>
              <a:off x="6082051" y="1735599"/>
              <a:ext cx="698855" cy="810756"/>
            </a:xfrm>
            <a:custGeom>
              <a:avLst/>
              <a:gdLst/>
              <a:ahLst/>
              <a:cxnLst/>
              <a:rect l="l" t="t" r="r" b="b"/>
              <a:pathLst>
                <a:path w="33125" h="38429" extrusionOk="0">
                  <a:moveTo>
                    <a:pt x="10141" y="1"/>
                  </a:moveTo>
                  <a:cubicBezTo>
                    <a:pt x="9974" y="201"/>
                    <a:pt x="9774" y="434"/>
                    <a:pt x="9574" y="668"/>
                  </a:cubicBezTo>
                  <a:lnTo>
                    <a:pt x="20415" y="668"/>
                  </a:lnTo>
                  <a:cubicBezTo>
                    <a:pt x="20182" y="401"/>
                    <a:pt x="19948" y="168"/>
                    <a:pt x="19748" y="1"/>
                  </a:cubicBezTo>
                  <a:close/>
                  <a:moveTo>
                    <a:pt x="8206" y="2369"/>
                  </a:moveTo>
                  <a:lnTo>
                    <a:pt x="7739" y="3003"/>
                  </a:lnTo>
                  <a:lnTo>
                    <a:pt x="22216" y="3003"/>
                  </a:lnTo>
                  <a:cubicBezTo>
                    <a:pt x="22083" y="2769"/>
                    <a:pt x="21950" y="2569"/>
                    <a:pt x="21783" y="2369"/>
                  </a:cubicBezTo>
                  <a:close/>
                  <a:moveTo>
                    <a:pt x="6705" y="4704"/>
                  </a:moveTo>
                  <a:cubicBezTo>
                    <a:pt x="6572" y="4938"/>
                    <a:pt x="6439" y="5138"/>
                    <a:pt x="6338" y="5371"/>
                  </a:cubicBezTo>
                  <a:lnTo>
                    <a:pt x="23617" y="5371"/>
                  </a:lnTo>
                  <a:lnTo>
                    <a:pt x="23251" y="4704"/>
                  </a:lnTo>
                  <a:close/>
                  <a:moveTo>
                    <a:pt x="5571" y="7073"/>
                  </a:moveTo>
                  <a:lnTo>
                    <a:pt x="5571" y="7139"/>
                  </a:lnTo>
                  <a:cubicBezTo>
                    <a:pt x="5505" y="7339"/>
                    <a:pt x="5438" y="7540"/>
                    <a:pt x="5371" y="7740"/>
                  </a:cubicBezTo>
                  <a:lnTo>
                    <a:pt x="24785" y="7740"/>
                  </a:lnTo>
                  <a:cubicBezTo>
                    <a:pt x="24685" y="7506"/>
                    <a:pt x="24585" y="7306"/>
                    <a:pt x="24485" y="7073"/>
                  </a:cubicBezTo>
                  <a:close/>
                  <a:moveTo>
                    <a:pt x="4904" y="9441"/>
                  </a:moveTo>
                  <a:cubicBezTo>
                    <a:pt x="4837" y="9641"/>
                    <a:pt x="4771" y="9875"/>
                    <a:pt x="4737" y="10108"/>
                  </a:cubicBezTo>
                  <a:lnTo>
                    <a:pt x="25886" y="10108"/>
                  </a:lnTo>
                  <a:lnTo>
                    <a:pt x="25586" y="9441"/>
                  </a:lnTo>
                  <a:close/>
                  <a:moveTo>
                    <a:pt x="4304" y="11809"/>
                  </a:moveTo>
                  <a:cubicBezTo>
                    <a:pt x="4270" y="12009"/>
                    <a:pt x="4204" y="12210"/>
                    <a:pt x="4170" y="12443"/>
                  </a:cubicBezTo>
                  <a:lnTo>
                    <a:pt x="26820" y="12443"/>
                  </a:lnTo>
                  <a:cubicBezTo>
                    <a:pt x="26720" y="12243"/>
                    <a:pt x="26653" y="12043"/>
                    <a:pt x="26553" y="11809"/>
                  </a:cubicBezTo>
                  <a:close/>
                  <a:moveTo>
                    <a:pt x="3803" y="14178"/>
                  </a:moveTo>
                  <a:cubicBezTo>
                    <a:pt x="3737" y="14378"/>
                    <a:pt x="3703" y="14611"/>
                    <a:pt x="3670" y="14811"/>
                  </a:cubicBezTo>
                  <a:lnTo>
                    <a:pt x="27620" y="14811"/>
                  </a:lnTo>
                  <a:lnTo>
                    <a:pt x="27387" y="14178"/>
                  </a:lnTo>
                  <a:close/>
                  <a:moveTo>
                    <a:pt x="3303" y="16513"/>
                  </a:moveTo>
                  <a:cubicBezTo>
                    <a:pt x="3270" y="16746"/>
                    <a:pt x="3236" y="16946"/>
                    <a:pt x="3203" y="17180"/>
                  </a:cubicBezTo>
                  <a:lnTo>
                    <a:pt x="28321" y="17180"/>
                  </a:lnTo>
                  <a:cubicBezTo>
                    <a:pt x="28254" y="16946"/>
                    <a:pt x="28221" y="16746"/>
                    <a:pt x="28154" y="16546"/>
                  </a:cubicBezTo>
                  <a:lnTo>
                    <a:pt x="28154" y="16513"/>
                  </a:lnTo>
                  <a:close/>
                  <a:moveTo>
                    <a:pt x="2869" y="18881"/>
                  </a:moveTo>
                  <a:cubicBezTo>
                    <a:pt x="2836" y="19115"/>
                    <a:pt x="2769" y="19315"/>
                    <a:pt x="2736" y="19548"/>
                  </a:cubicBezTo>
                  <a:lnTo>
                    <a:pt x="29021" y="19548"/>
                  </a:lnTo>
                  <a:cubicBezTo>
                    <a:pt x="28955" y="19315"/>
                    <a:pt x="28888" y="19115"/>
                    <a:pt x="28821" y="18881"/>
                  </a:cubicBezTo>
                  <a:close/>
                  <a:moveTo>
                    <a:pt x="2436" y="21249"/>
                  </a:moveTo>
                  <a:cubicBezTo>
                    <a:pt x="2402" y="21483"/>
                    <a:pt x="2369" y="21683"/>
                    <a:pt x="2302" y="21917"/>
                  </a:cubicBezTo>
                  <a:lnTo>
                    <a:pt x="29622" y="21917"/>
                  </a:lnTo>
                  <a:cubicBezTo>
                    <a:pt x="29555" y="21683"/>
                    <a:pt x="29522" y="21483"/>
                    <a:pt x="29455" y="21249"/>
                  </a:cubicBezTo>
                  <a:close/>
                  <a:moveTo>
                    <a:pt x="2035" y="23618"/>
                  </a:moveTo>
                  <a:lnTo>
                    <a:pt x="1902" y="24252"/>
                  </a:lnTo>
                  <a:lnTo>
                    <a:pt x="30222" y="24252"/>
                  </a:lnTo>
                  <a:cubicBezTo>
                    <a:pt x="30155" y="24051"/>
                    <a:pt x="30122" y="23818"/>
                    <a:pt x="30055" y="23618"/>
                  </a:cubicBezTo>
                  <a:close/>
                  <a:moveTo>
                    <a:pt x="1635" y="25986"/>
                  </a:moveTo>
                  <a:cubicBezTo>
                    <a:pt x="1602" y="26186"/>
                    <a:pt x="1568" y="26386"/>
                    <a:pt x="1535" y="26620"/>
                  </a:cubicBezTo>
                  <a:lnTo>
                    <a:pt x="30789" y="26620"/>
                  </a:lnTo>
                  <a:lnTo>
                    <a:pt x="30622" y="25986"/>
                  </a:lnTo>
                  <a:close/>
                  <a:moveTo>
                    <a:pt x="1268" y="28321"/>
                  </a:moveTo>
                  <a:lnTo>
                    <a:pt x="1168" y="28988"/>
                  </a:lnTo>
                  <a:lnTo>
                    <a:pt x="31356" y="28988"/>
                  </a:lnTo>
                  <a:cubicBezTo>
                    <a:pt x="31290" y="28788"/>
                    <a:pt x="31223" y="28555"/>
                    <a:pt x="31190" y="28354"/>
                  </a:cubicBezTo>
                  <a:lnTo>
                    <a:pt x="31190" y="28321"/>
                  </a:lnTo>
                  <a:close/>
                  <a:moveTo>
                    <a:pt x="901" y="30689"/>
                  </a:moveTo>
                  <a:cubicBezTo>
                    <a:pt x="868" y="30923"/>
                    <a:pt x="835" y="31123"/>
                    <a:pt x="801" y="31357"/>
                  </a:cubicBezTo>
                  <a:lnTo>
                    <a:pt x="31823" y="31357"/>
                  </a:lnTo>
                  <a:lnTo>
                    <a:pt x="31690" y="30689"/>
                  </a:lnTo>
                  <a:close/>
                  <a:moveTo>
                    <a:pt x="568" y="33058"/>
                  </a:moveTo>
                  <a:cubicBezTo>
                    <a:pt x="534" y="33291"/>
                    <a:pt x="501" y="33491"/>
                    <a:pt x="468" y="33725"/>
                  </a:cubicBezTo>
                  <a:lnTo>
                    <a:pt x="32324" y="33725"/>
                  </a:lnTo>
                  <a:cubicBezTo>
                    <a:pt x="32290" y="33491"/>
                    <a:pt x="32224" y="33291"/>
                    <a:pt x="32190" y="33058"/>
                  </a:cubicBezTo>
                  <a:close/>
                  <a:moveTo>
                    <a:pt x="234" y="35426"/>
                  </a:moveTo>
                  <a:cubicBezTo>
                    <a:pt x="234" y="35660"/>
                    <a:pt x="201" y="35860"/>
                    <a:pt x="167" y="36060"/>
                  </a:cubicBezTo>
                  <a:lnTo>
                    <a:pt x="32757" y="36060"/>
                  </a:lnTo>
                  <a:cubicBezTo>
                    <a:pt x="32724" y="35860"/>
                    <a:pt x="32691" y="35660"/>
                    <a:pt x="32657" y="35426"/>
                  </a:cubicBezTo>
                  <a:close/>
                  <a:moveTo>
                    <a:pt x="34" y="37795"/>
                  </a:moveTo>
                  <a:cubicBezTo>
                    <a:pt x="1" y="37995"/>
                    <a:pt x="1" y="38195"/>
                    <a:pt x="34" y="38362"/>
                  </a:cubicBezTo>
                  <a:cubicBezTo>
                    <a:pt x="101" y="38395"/>
                    <a:pt x="167" y="38428"/>
                    <a:pt x="234" y="38428"/>
                  </a:cubicBezTo>
                  <a:lnTo>
                    <a:pt x="33124" y="38428"/>
                  </a:lnTo>
                  <a:cubicBezTo>
                    <a:pt x="33091" y="38262"/>
                    <a:pt x="33058" y="38028"/>
                    <a:pt x="33058" y="37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420;p39">
              <a:extLst>
                <a:ext uri="{FF2B5EF4-FFF2-40B4-BE49-F238E27FC236}">
                  <a16:creationId xmlns:a16="http://schemas.microsoft.com/office/drawing/2014/main" id="{1809A305-B7D9-F3BF-15AF-369346683B4D}"/>
                </a:ext>
              </a:extLst>
            </p:cNvPr>
            <p:cNvSpPr/>
            <p:nvPr/>
          </p:nvSpPr>
          <p:spPr>
            <a:xfrm>
              <a:off x="6450139" y="1719986"/>
              <a:ext cx="670668" cy="917910"/>
            </a:xfrm>
            <a:custGeom>
              <a:avLst/>
              <a:gdLst/>
              <a:ahLst/>
              <a:cxnLst/>
              <a:rect l="l" t="t" r="r" b="b"/>
              <a:pathLst>
                <a:path w="31789" h="43508" extrusionOk="0">
                  <a:moveTo>
                    <a:pt x="1337" y="0"/>
                  </a:moveTo>
                  <a:cubicBezTo>
                    <a:pt x="192" y="0"/>
                    <a:pt x="1" y="1425"/>
                    <a:pt x="1801" y="5511"/>
                  </a:cubicBezTo>
                  <a:cubicBezTo>
                    <a:pt x="5003" y="12749"/>
                    <a:pt x="14843" y="26593"/>
                    <a:pt x="14310" y="27193"/>
                  </a:cubicBezTo>
                  <a:cubicBezTo>
                    <a:pt x="13576" y="28060"/>
                    <a:pt x="7238" y="29862"/>
                    <a:pt x="5837" y="30329"/>
                  </a:cubicBezTo>
                  <a:cubicBezTo>
                    <a:pt x="4052" y="30924"/>
                    <a:pt x="9342" y="43508"/>
                    <a:pt x="11159" y="43508"/>
                  </a:cubicBezTo>
                  <a:cubicBezTo>
                    <a:pt x="11175" y="43508"/>
                    <a:pt x="11191" y="43507"/>
                    <a:pt x="11207" y="43505"/>
                  </a:cubicBezTo>
                  <a:cubicBezTo>
                    <a:pt x="19747" y="42404"/>
                    <a:pt x="29387" y="36933"/>
                    <a:pt x="30621" y="32063"/>
                  </a:cubicBezTo>
                  <a:cubicBezTo>
                    <a:pt x="31789" y="27427"/>
                    <a:pt x="19680" y="12850"/>
                    <a:pt x="5703" y="2342"/>
                  </a:cubicBezTo>
                  <a:cubicBezTo>
                    <a:pt x="3984" y="1037"/>
                    <a:pt x="2313" y="0"/>
                    <a:pt x="1337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421;p39">
              <a:extLst>
                <a:ext uri="{FF2B5EF4-FFF2-40B4-BE49-F238E27FC236}">
                  <a16:creationId xmlns:a16="http://schemas.microsoft.com/office/drawing/2014/main" id="{633682B5-2A46-79FD-A9BE-B50C653BB504}"/>
                </a:ext>
              </a:extLst>
            </p:cNvPr>
            <p:cNvSpPr/>
            <p:nvPr/>
          </p:nvSpPr>
          <p:spPr>
            <a:xfrm>
              <a:off x="6125680" y="2351392"/>
              <a:ext cx="645373" cy="374502"/>
            </a:xfrm>
            <a:custGeom>
              <a:avLst/>
              <a:gdLst/>
              <a:ahLst/>
              <a:cxnLst/>
              <a:rect l="l" t="t" r="r" b="b"/>
              <a:pathLst>
                <a:path w="30590" h="17751" extrusionOk="0">
                  <a:moveTo>
                    <a:pt x="24818" y="0"/>
                  </a:moveTo>
                  <a:cubicBezTo>
                    <a:pt x="24818" y="0"/>
                    <a:pt x="19481" y="534"/>
                    <a:pt x="16012" y="1068"/>
                  </a:cubicBezTo>
                  <a:cubicBezTo>
                    <a:pt x="14077" y="1335"/>
                    <a:pt x="10775" y="2135"/>
                    <a:pt x="9474" y="3003"/>
                  </a:cubicBezTo>
                  <a:cubicBezTo>
                    <a:pt x="7473" y="4270"/>
                    <a:pt x="1" y="10942"/>
                    <a:pt x="1569" y="12776"/>
                  </a:cubicBezTo>
                  <a:cubicBezTo>
                    <a:pt x="1913" y="13177"/>
                    <a:pt x="2299" y="13329"/>
                    <a:pt x="2685" y="13329"/>
                  </a:cubicBezTo>
                  <a:cubicBezTo>
                    <a:pt x="3588" y="13329"/>
                    <a:pt x="4497" y="12497"/>
                    <a:pt x="4909" y="12064"/>
                  </a:cubicBezTo>
                  <a:lnTo>
                    <a:pt x="4909" y="12064"/>
                  </a:lnTo>
                  <a:cubicBezTo>
                    <a:pt x="4319" y="12761"/>
                    <a:pt x="2893" y="14709"/>
                    <a:pt x="4437" y="15712"/>
                  </a:cubicBezTo>
                  <a:cubicBezTo>
                    <a:pt x="4712" y="15887"/>
                    <a:pt x="4997" y="15962"/>
                    <a:pt x="5286" y="15962"/>
                  </a:cubicBezTo>
                  <a:cubicBezTo>
                    <a:pt x="6120" y="15962"/>
                    <a:pt x="6977" y="15333"/>
                    <a:pt x="7644" y="14676"/>
                  </a:cubicBezTo>
                  <a:lnTo>
                    <a:pt x="7644" y="14676"/>
                  </a:lnTo>
                  <a:cubicBezTo>
                    <a:pt x="7171" y="15475"/>
                    <a:pt x="6975" y="16414"/>
                    <a:pt x="8073" y="16979"/>
                  </a:cubicBezTo>
                  <a:cubicBezTo>
                    <a:pt x="8270" y="17078"/>
                    <a:pt x="8483" y="17122"/>
                    <a:pt x="8706" y="17122"/>
                  </a:cubicBezTo>
                  <a:cubicBezTo>
                    <a:pt x="9568" y="17122"/>
                    <a:pt x="10587" y="16469"/>
                    <a:pt x="11444" y="15755"/>
                  </a:cubicBezTo>
                  <a:lnTo>
                    <a:pt x="11444" y="15755"/>
                  </a:lnTo>
                  <a:cubicBezTo>
                    <a:pt x="11038" y="16396"/>
                    <a:pt x="10921" y="17075"/>
                    <a:pt x="11676" y="17546"/>
                  </a:cubicBezTo>
                  <a:cubicBezTo>
                    <a:pt x="11897" y="17688"/>
                    <a:pt x="12161" y="17751"/>
                    <a:pt x="12457" y="17751"/>
                  </a:cubicBezTo>
                  <a:cubicBezTo>
                    <a:pt x="14883" y="17751"/>
                    <a:pt x="19415" y="13510"/>
                    <a:pt x="19415" y="13510"/>
                  </a:cubicBezTo>
                  <a:cubicBezTo>
                    <a:pt x="20905" y="13684"/>
                    <a:pt x="22207" y="13766"/>
                    <a:pt x="23398" y="13766"/>
                  </a:cubicBezTo>
                  <a:cubicBezTo>
                    <a:pt x="25858" y="13766"/>
                    <a:pt x="27842" y="13417"/>
                    <a:pt x="30022" y="12810"/>
                  </a:cubicBezTo>
                  <a:cubicBezTo>
                    <a:pt x="30589" y="12676"/>
                    <a:pt x="24818" y="0"/>
                    <a:pt x="24818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422;p39">
              <a:extLst>
                <a:ext uri="{FF2B5EF4-FFF2-40B4-BE49-F238E27FC236}">
                  <a16:creationId xmlns:a16="http://schemas.microsoft.com/office/drawing/2014/main" id="{040081D2-0533-D402-50FF-02D42B8C9403}"/>
                </a:ext>
              </a:extLst>
            </p:cNvPr>
            <p:cNvSpPr/>
            <p:nvPr/>
          </p:nvSpPr>
          <p:spPr>
            <a:xfrm>
              <a:off x="6284734" y="2538401"/>
              <a:ext cx="116585" cy="127598"/>
            </a:xfrm>
            <a:custGeom>
              <a:avLst/>
              <a:gdLst/>
              <a:ahLst/>
              <a:cxnLst/>
              <a:rect l="l" t="t" r="r" b="b"/>
              <a:pathLst>
                <a:path w="5526" h="6048" extrusionOk="0">
                  <a:moveTo>
                    <a:pt x="5459" y="0"/>
                  </a:moveTo>
                  <a:cubicBezTo>
                    <a:pt x="5452" y="0"/>
                    <a:pt x="5444" y="3"/>
                    <a:pt x="5438" y="9"/>
                  </a:cubicBezTo>
                  <a:cubicBezTo>
                    <a:pt x="4937" y="510"/>
                    <a:pt x="4337" y="943"/>
                    <a:pt x="3837" y="1410"/>
                  </a:cubicBezTo>
                  <a:cubicBezTo>
                    <a:pt x="3370" y="1844"/>
                    <a:pt x="2869" y="2311"/>
                    <a:pt x="2436" y="2811"/>
                  </a:cubicBezTo>
                  <a:cubicBezTo>
                    <a:pt x="1969" y="3312"/>
                    <a:pt x="1535" y="3845"/>
                    <a:pt x="1135" y="4413"/>
                  </a:cubicBezTo>
                  <a:cubicBezTo>
                    <a:pt x="934" y="4679"/>
                    <a:pt x="734" y="4980"/>
                    <a:pt x="534" y="5246"/>
                  </a:cubicBezTo>
                  <a:cubicBezTo>
                    <a:pt x="334" y="5480"/>
                    <a:pt x="167" y="5747"/>
                    <a:pt x="34" y="6014"/>
                  </a:cubicBezTo>
                  <a:cubicBezTo>
                    <a:pt x="0" y="6047"/>
                    <a:pt x="34" y="6047"/>
                    <a:pt x="67" y="6047"/>
                  </a:cubicBezTo>
                  <a:cubicBezTo>
                    <a:pt x="301" y="5814"/>
                    <a:pt x="501" y="5580"/>
                    <a:pt x="701" y="5347"/>
                  </a:cubicBezTo>
                  <a:cubicBezTo>
                    <a:pt x="934" y="5080"/>
                    <a:pt x="1135" y="4813"/>
                    <a:pt x="1335" y="4579"/>
                  </a:cubicBezTo>
                  <a:cubicBezTo>
                    <a:pt x="1802" y="4079"/>
                    <a:pt x="2269" y="3645"/>
                    <a:pt x="2702" y="3112"/>
                  </a:cubicBezTo>
                  <a:cubicBezTo>
                    <a:pt x="3169" y="2611"/>
                    <a:pt x="3603" y="2111"/>
                    <a:pt x="4070" y="1577"/>
                  </a:cubicBezTo>
                  <a:cubicBezTo>
                    <a:pt x="4504" y="1043"/>
                    <a:pt x="4971" y="543"/>
                    <a:pt x="5471" y="76"/>
                  </a:cubicBezTo>
                  <a:cubicBezTo>
                    <a:pt x="5525" y="49"/>
                    <a:pt x="5492" y="0"/>
                    <a:pt x="54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423;p39">
              <a:extLst>
                <a:ext uri="{FF2B5EF4-FFF2-40B4-BE49-F238E27FC236}">
                  <a16:creationId xmlns:a16="http://schemas.microsoft.com/office/drawing/2014/main" id="{A226C5A6-CEDA-4E6F-EC68-8D8640F43A1E}"/>
                </a:ext>
              </a:extLst>
            </p:cNvPr>
            <p:cNvSpPr/>
            <p:nvPr/>
          </p:nvSpPr>
          <p:spPr>
            <a:xfrm>
              <a:off x="6222940" y="2494666"/>
              <a:ext cx="110171" cy="120129"/>
            </a:xfrm>
            <a:custGeom>
              <a:avLst/>
              <a:gdLst/>
              <a:ahLst/>
              <a:cxnLst/>
              <a:rect l="l" t="t" r="r" b="b"/>
              <a:pathLst>
                <a:path w="5222" h="5694" extrusionOk="0">
                  <a:moveTo>
                    <a:pt x="5166" y="0"/>
                  </a:moveTo>
                  <a:cubicBezTo>
                    <a:pt x="5153" y="0"/>
                    <a:pt x="5141" y="4"/>
                    <a:pt x="5131" y="14"/>
                  </a:cubicBezTo>
                  <a:cubicBezTo>
                    <a:pt x="4097" y="748"/>
                    <a:pt x="3163" y="1615"/>
                    <a:pt x="2329" y="2583"/>
                  </a:cubicBezTo>
                  <a:cubicBezTo>
                    <a:pt x="1495" y="3517"/>
                    <a:pt x="695" y="4517"/>
                    <a:pt x="27" y="5585"/>
                  </a:cubicBezTo>
                  <a:cubicBezTo>
                    <a:pt x="0" y="5639"/>
                    <a:pt x="40" y="5694"/>
                    <a:pt x="73" y="5694"/>
                  </a:cubicBezTo>
                  <a:cubicBezTo>
                    <a:pt x="81" y="5694"/>
                    <a:pt x="88" y="5691"/>
                    <a:pt x="94" y="5685"/>
                  </a:cubicBezTo>
                  <a:cubicBezTo>
                    <a:pt x="328" y="5485"/>
                    <a:pt x="2196" y="3350"/>
                    <a:pt x="2596" y="2883"/>
                  </a:cubicBezTo>
                  <a:cubicBezTo>
                    <a:pt x="3463" y="1949"/>
                    <a:pt x="4364" y="1015"/>
                    <a:pt x="5198" y="48"/>
                  </a:cubicBezTo>
                  <a:cubicBezTo>
                    <a:pt x="5221" y="24"/>
                    <a:pt x="5195" y="0"/>
                    <a:pt x="516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424;p39">
              <a:extLst>
                <a:ext uri="{FF2B5EF4-FFF2-40B4-BE49-F238E27FC236}">
                  <a16:creationId xmlns:a16="http://schemas.microsoft.com/office/drawing/2014/main" id="{768554AB-07E9-DCDA-B65B-F3EF579050D5}"/>
                </a:ext>
              </a:extLst>
            </p:cNvPr>
            <p:cNvSpPr/>
            <p:nvPr/>
          </p:nvSpPr>
          <p:spPr>
            <a:xfrm>
              <a:off x="6362858" y="2578697"/>
              <a:ext cx="109095" cy="108589"/>
            </a:xfrm>
            <a:custGeom>
              <a:avLst/>
              <a:gdLst/>
              <a:ahLst/>
              <a:cxnLst/>
              <a:rect l="l" t="t" r="r" b="b"/>
              <a:pathLst>
                <a:path w="5171" h="5147" extrusionOk="0">
                  <a:moveTo>
                    <a:pt x="5104" y="1"/>
                  </a:moveTo>
                  <a:cubicBezTo>
                    <a:pt x="4103" y="668"/>
                    <a:pt x="3136" y="1435"/>
                    <a:pt x="2235" y="2269"/>
                  </a:cubicBezTo>
                  <a:cubicBezTo>
                    <a:pt x="1434" y="3136"/>
                    <a:pt x="701" y="4070"/>
                    <a:pt x="0" y="5071"/>
                  </a:cubicBezTo>
                  <a:cubicBezTo>
                    <a:pt x="0" y="5098"/>
                    <a:pt x="44" y="5147"/>
                    <a:pt x="78" y="5147"/>
                  </a:cubicBezTo>
                  <a:cubicBezTo>
                    <a:pt x="86" y="5147"/>
                    <a:pt x="94" y="5144"/>
                    <a:pt x="100" y="5138"/>
                  </a:cubicBezTo>
                  <a:cubicBezTo>
                    <a:pt x="534" y="4771"/>
                    <a:pt x="2068" y="2970"/>
                    <a:pt x="2502" y="2569"/>
                  </a:cubicBezTo>
                  <a:cubicBezTo>
                    <a:pt x="3336" y="1702"/>
                    <a:pt x="4270" y="901"/>
                    <a:pt x="5137" y="67"/>
                  </a:cubicBezTo>
                  <a:cubicBezTo>
                    <a:pt x="5170" y="34"/>
                    <a:pt x="5137" y="1"/>
                    <a:pt x="51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425;p39">
              <a:extLst>
                <a:ext uri="{FF2B5EF4-FFF2-40B4-BE49-F238E27FC236}">
                  <a16:creationId xmlns:a16="http://schemas.microsoft.com/office/drawing/2014/main" id="{AEC6BD5B-0DEB-3FF4-D034-8B6B0358AD30}"/>
                </a:ext>
              </a:extLst>
            </p:cNvPr>
            <p:cNvSpPr/>
            <p:nvPr/>
          </p:nvSpPr>
          <p:spPr>
            <a:xfrm>
              <a:off x="6440624" y="1710809"/>
              <a:ext cx="457795" cy="477331"/>
            </a:xfrm>
            <a:custGeom>
              <a:avLst/>
              <a:gdLst/>
              <a:ahLst/>
              <a:cxnLst/>
              <a:rect l="l" t="t" r="r" b="b"/>
              <a:pathLst>
                <a:path w="21699" h="22625" extrusionOk="0">
                  <a:moveTo>
                    <a:pt x="1474" y="1"/>
                  </a:moveTo>
                  <a:cubicBezTo>
                    <a:pt x="188" y="1"/>
                    <a:pt x="0" y="1443"/>
                    <a:pt x="1118" y="4578"/>
                  </a:cubicBezTo>
                  <a:cubicBezTo>
                    <a:pt x="3152" y="10382"/>
                    <a:pt x="11058" y="22625"/>
                    <a:pt x="11058" y="22625"/>
                  </a:cubicBezTo>
                  <a:lnTo>
                    <a:pt x="21699" y="15720"/>
                  </a:lnTo>
                  <a:cubicBezTo>
                    <a:pt x="21699" y="15720"/>
                    <a:pt x="12626" y="7180"/>
                    <a:pt x="7022" y="2977"/>
                  </a:cubicBezTo>
                  <a:cubicBezTo>
                    <a:pt x="4461" y="1045"/>
                    <a:pt x="2569" y="1"/>
                    <a:pt x="1474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1426;p39">
              <a:extLst>
                <a:ext uri="{FF2B5EF4-FFF2-40B4-BE49-F238E27FC236}">
                  <a16:creationId xmlns:a16="http://schemas.microsoft.com/office/drawing/2014/main" id="{BF2692EB-3D83-03A4-A993-B0FFBF026A8C}"/>
                </a:ext>
              </a:extLst>
            </p:cNvPr>
            <p:cNvSpPr/>
            <p:nvPr/>
          </p:nvSpPr>
          <p:spPr>
            <a:xfrm>
              <a:off x="6448704" y="1735599"/>
              <a:ext cx="449714" cy="452541"/>
            </a:xfrm>
            <a:custGeom>
              <a:avLst/>
              <a:gdLst/>
              <a:ahLst/>
              <a:cxnLst/>
              <a:rect l="l" t="t" r="r" b="b"/>
              <a:pathLst>
                <a:path w="21316" h="21450" extrusionOk="0">
                  <a:moveTo>
                    <a:pt x="34" y="1"/>
                  </a:moveTo>
                  <a:cubicBezTo>
                    <a:pt x="1" y="201"/>
                    <a:pt x="1" y="434"/>
                    <a:pt x="34" y="668"/>
                  </a:cubicBezTo>
                  <a:lnTo>
                    <a:pt x="5038" y="668"/>
                  </a:lnTo>
                  <a:cubicBezTo>
                    <a:pt x="4671" y="401"/>
                    <a:pt x="4337" y="201"/>
                    <a:pt x="4037" y="1"/>
                  </a:cubicBezTo>
                  <a:close/>
                  <a:moveTo>
                    <a:pt x="401" y="2369"/>
                  </a:moveTo>
                  <a:cubicBezTo>
                    <a:pt x="434" y="2569"/>
                    <a:pt x="501" y="2769"/>
                    <a:pt x="601" y="3003"/>
                  </a:cubicBezTo>
                  <a:lnTo>
                    <a:pt x="8207" y="3003"/>
                  </a:lnTo>
                  <a:lnTo>
                    <a:pt x="7373" y="2369"/>
                  </a:lnTo>
                  <a:close/>
                  <a:moveTo>
                    <a:pt x="1235" y="4704"/>
                  </a:moveTo>
                  <a:cubicBezTo>
                    <a:pt x="1335" y="4938"/>
                    <a:pt x="1435" y="5138"/>
                    <a:pt x="1535" y="5371"/>
                  </a:cubicBezTo>
                  <a:lnTo>
                    <a:pt x="11075" y="5371"/>
                  </a:lnTo>
                  <a:cubicBezTo>
                    <a:pt x="10808" y="5138"/>
                    <a:pt x="10575" y="4938"/>
                    <a:pt x="10308" y="4704"/>
                  </a:cubicBezTo>
                  <a:close/>
                  <a:moveTo>
                    <a:pt x="2336" y="7073"/>
                  </a:moveTo>
                  <a:lnTo>
                    <a:pt x="2669" y="7740"/>
                  </a:lnTo>
                  <a:lnTo>
                    <a:pt x="13811" y="7740"/>
                  </a:lnTo>
                  <a:lnTo>
                    <a:pt x="13077" y="7073"/>
                  </a:lnTo>
                  <a:close/>
                  <a:moveTo>
                    <a:pt x="3537" y="9441"/>
                  </a:moveTo>
                  <a:cubicBezTo>
                    <a:pt x="3670" y="9641"/>
                    <a:pt x="3770" y="9875"/>
                    <a:pt x="3903" y="10108"/>
                  </a:cubicBezTo>
                  <a:lnTo>
                    <a:pt x="16479" y="10108"/>
                  </a:lnTo>
                  <a:lnTo>
                    <a:pt x="15745" y="9441"/>
                  </a:lnTo>
                  <a:close/>
                  <a:moveTo>
                    <a:pt x="4837" y="11809"/>
                  </a:moveTo>
                  <a:lnTo>
                    <a:pt x="5204" y="12443"/>
                  </a:lnTo>
                  <a:lnTo>
                    <a:pt x="19081" y="12443"/>
                  </a:lnTo>
                  <a:lnTo>
                    <a:pt x="18380" y="11809"/>
                  </a:lnTo>
                  <a:close/>
                  <a:moveTo>
                    <a:pt x="6205" y="14178"/>
                  </a:moveTo>
                  <a:cubicBezTo>
                    <a:pt x="6339" y="14378"/>
                    <a:pt x="6472" y="14611"/>
                    <a:pt x="6605" y="14811"/>
                  </a:cubicBezTo>
                  <a:lnTo>
                    <a:pt x="20882" y="14811"/>
                  </a:lnTo>
                  <a:lnTo>
                    <a:pt x="21316" y="14545"/>
                  </a:lnTo>
                  <a:lnTo>
                    <a:pt x="20916" y="14178"/>
                  </a:lnTo>
                  <a:close/>
                  <a:moveTo>
                    <a:pt x="7606" y="16513"/>
                  </a:moveTo>
                  <a:lnTo>
                    <a:pt x="8006" y="17180"/>
                  </a:lnTo>
                  <a:lnTo>
                    <a:pt x="17246" y="17180"/>
                  </a:lnTo>
                  <a:lnTo>
                    <a:pt x="18247" y="16513"/>
                  </a:lnTo>
                  <a:close/>
                  <a:moveTo>
                    <a:pt x="9074" y="18881"/>
                  </a:moveTo>
                  <a:lnTo>
                    <a:pt x="9474" y="19548"/>
                  </a:lnTo>
                  <a:lnTo>
                    <a:pt x="13610" y="19548"/>
                  </a:lnTo>
                  <a:lnTo>
                    <a:pt x="14644" y="18881"/>
                  </a:lnTo>
                  <a:close/>
                  <a:moveTo>
                    <a:pt x="10542" y="21249"/>
                  </a:moveTo>
                  <a:lnTo>
                    <a:pt x="10675" y="21450"/>
                  </a:lnTo>
                  <a:lnTo>
                    <a:pt x="10975" y="21249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1427;p39">
              <a:extLst>
                <a:ext uri="{FF2B5EF4-FFF2-40B4-BE49-F238E27FC236}">
                  <a16:creationId xmlns:a16="http://schemas.microsoft.com/office/drawing/2014/main" id="{D814FB69-3EAC-92FE-E2F7-85275A32E53B}"/>
                </a:ext>
              </a:extLst>
            </p:cNvPr>
            <p:cNvSpPr/>
            <p:nvPr/>
          </p:nvSpPr>
          <p:spPr>
            <a:xfrm>
              <a:off x="6659131" y="2008474"/>
              <a:ext cx="189202" cy="128294"/>
            </a:xfrm>
            <a:custGeom>
              <a:avLst/>
              <a:gdLst/>
              <a:ahLst/>
              <a:cxnLst/>
              <a:rect l="l" t="t" r="r" b="b"/>
              <a:pathLst>
                <a:path w="8968" h="6081" extrusionOk="0">
                  <a:moveTo>
                    <a:pt x="8925" y="0"/>
                  </a:moveTo>
                  <a:cubicBezTo>
                    <a:pt x="8920" y="0"/>
                    <a:pt x="8913" y="3"/>
                    <a:pt x="8907" y="9"/>
                  </a:cubicBezTo>
                  <a:cubicBezTo>
                    <a:pt x="5204" y="2311"/>
                    <a:pt x="834" y="5513"/>
                    <a:pt x="34" y="6014"/>
                  </a:cubicBezTo>
                  <a:cubicBezTo>
                    <a:pt x="0" y="6014"/>
                    <a:pt x="34" y="6080"/>
                    <a:pt x="67" y="6080"/>
                  </a:cubicBezTo>
                  <a:cubicBezTo>
                    <a:pt x="868" y="5513"/>
                    <a:pt x="4871" y="3312"/>
                    <a:pt x="8940" y="76"/>
                  </a:cubicBezTo>
                  <a:cubicBezTo>
                    <a:pt x="8967" y="49"/>
                    <a:pt x="8951" y="0"/>
                    <a:pt x="892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1428;p39">
              <a:extLst>
                <a:ext uri="{FF2B5EF4-FFF2-40B4-BE49-F238E27FC236}">
                  <a16:creationId xmlns:a16="http://schemas.microsoft.com/office/drawing/2014/main" id="{F1568314-177B-4A70-06C2-6C20B63633DB}"/>
                </a:ext>
              </a:extLst>
            </p:cNvPr>
            <p:cNvSpPr/>
            <p:nvPr/>
          </p:nvSpPr>
          <p:spPr>
            <a:xfrm>
              <a:off x="6519993" y="1926025"/>
              <a:ext cx="169413" cy="264225"/>
            </a:xfrm>
            <a:custGeom>
              <a:avLst/>
              <a:gdLst/>
              <a:ahLst/>
              <a:cxnLst/>
              <a:rect l="l" t="t" r="r" b="b"/>
              <a:pathLst>
                <a:path w="8030" h="12524" extrusionOk="0">
                  <a:moveTo>
                    <a:pt x="44" y="1"/>
                  </a:moveTo>
                  <a:cubicBezTo>
                    <a:pt x="27" y="1"/>
                    <a:pt x="1" y="24"/>
                    <a:pt x="24" y="48"/>
                  </a:cubicBezTo>
                  <a:cubicBezTo>
                    <a:pt x="458" y="1049"/>
                    <a:pt x="925" y="2016"/>
                    <a:pt x="1458" y="2950"/>
                  </a:cubicBezTo>
                  <a:cubicBezTo>
                    <a:pt x="1358" y="2817"/>
                    <a:pt x="1258" y="2650"/>
                    <a:pt x="1125" y="2516"/>
                  </a:cubicBezTo>
                  <a:cubicBezTo>
                    <a:pt x="891" y="2216"/>
                    <a:pt x="625" y="1916"/>
                    <a:pt x="391" y="1582"/>
                  </a:cubicBezTo>
                  <a:cubicBezTo>
                    <a:pt x="381" y="1562"/>
                    <a:pt x="364" y="1554"/>
                    <a:pt x="347" y="1554"/>
                  </a:cubicBezTo>
                  <a:cubicBezTo>
                    <a:pt x="308" y="1554"/>
                    <a:pt x="268" y="1593"/>
                    <a:pt x="291" y="1616"/>
                  </a:cubicBezTo>
                  <a:cubicBezTo>
                    <a:pt x="524" y="1949"/>
                    <a:pt x="725" y="2283"/>
                    <a:pt x="925" y="2617"/>
                  </a:cubicBezTo>
                  <a:cubicBezTo>
                    <a:pt x="1125" y="2917"/>
                    <a:pt x="1358" y="3250"/>
                    <a:pt x="1592" y="3584"/>
                  </a:cubicBezTo>
                  <a:cubicBezTo>
                    <a:pt x="1792" y="3884"/>
                    <a:pt x="2026" y="4184"/>
                    <a:pt x="2259" y="4451"/>
                  </a:cubicBezTo>
                  <a:cubicBezTo>
                    <a:pt x="2292" y="4485"/>
                    <a:pt x="2326" y="4518"/>
                    <a:pt x="2359" y="4585"/>
                  </a:cubicBezTo>
                  <a:cubicBezTo>
                    <a:pt x="2659" y="5152"/>
                    <a:pt x="2993" y="5752"/>
                    <a:pt x="3326" y="6353"/>
                  </a:cubicBezTo>
                  <a:cubicBezTo>
                    <a:pt x="4523" y="8412"/>
                    <a:pt x="7175" y="12524"/>
                    <a:pt x="7229" y="12524"/>
                  </a:cubicBezTo>
                  <a:cubicBezTo>
                    <a:pt x="7229" y="12524"/>
                    <a:pt x="7229" y="12524"/>
                    <a:pt x="7229" y="12524"/>
                  </a:cubicBezTo>
                  <a:cubicBezTo>
                    <a:pt x="7529" y="12390"/>
                    <a:pt x="7763" y="12223"/>
                    <a:pt x="8030" y="12023"/>
                  </a:cubicBezTo>
                  <a:cubicBezTo>
                    <a:pt x="8030" y="11990"/>
                    <a:pt x="8030" y="11957"/>
                    <a:pt x="7996" y="11957"/>
                  </a:cubicBezTo>
                  <a:cubicBezTo>
                    <a:pt x="7763" y="12057"/>
                    <a:pt x="7529" y="12157"/>
                    <a:pt x="7329" y="12290"/>
                  </a:cubicBezTo>
                  <a:cubicBezTo>
                    <a:pt x="6162" y="10255"/>
                    <a:pt x="4861" y="8187"/>
                    <a:pt x="3660" y="6152"/>
                  </a:cubicBezTo>
                  <a:lnTo>
                    <a:pt x="1892" y="3150"/>
                  </a:lnTo>
                  <a:cubicBezTo>
                    <a:pt x="1292" y="2116"/>
                    <a:pt x="725" y="1015"/>
                    <a:pt x="57" y="15"/>
                  </a:cubicBezTo>
                  <a:cubicBezTo>
                    <a:pt x="57" y="5"/>
                    <a:pt x="52" y="1"/>
                    <a:pt x="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1429;p39">
              <a:extLst>
                <a:ext uri="{FF2B5EF4-FFF2-40B4-BE49-F238E27FC236}">
                  <a16:creationId xmlns:a16="http://schemas.microsoft.com/office/drawing/2014/main" id="{AF2A9541-278E-3FAC-AE3C-B224BCB050F1}"/>
                </a:ext>
              </a:extLst>
            </p:cNvPr>
            <p:cNvSpPr/>
            <p:nvPr/>
          </p:nvSpPr>
          <p:spPr>
            <a:xfrm>
              <a:off x="5668244" y="1713277"/>
              <a:ext cx="698095" cy="691745"/>
            </a:xfrm>
            <a:custGeom>
              <a:avLst/>
              <a:gdLst/>
              <a:ahLst/>
              <a:cxnLst/>
              <a:rect l="l" t="t" r="r" b="b"/>
              <a:pathLst>
                <a:path w="33089" h="32788" extrusionOk="0">
                  <a:moveTo>
                    <a:pt x="31388" y="0"/>
                  </a:moveTo>
                  <a:cubicBezTo>
                    <a:pt x="30032" y="0"/>
                    <a:pt x="27619" y="1020"/>
                    <a:pt x="25252" y="2260"/>
                  </a:cubicBezTo>
                  <a:cubicBezTo>
                    <a:pt x="13911" y="8131"/>
                    <a:pt x="3236" y="15302"/>
                    <a:pt x="1235" y="20306"/>
                  </a:cubicBezTo>
                  <a:cubicBezTo>
                    <a:pt x="1" y="23442"/>
                    <a:pt x="1535" y="29112"/>
                    <a:pt x="2803" y="32515"/>
                  </a:cubicBezTo>
                  <a:cubicBezTo>
                    <a:pt x="2870" y="32703"/>
                    <a:pt x="3130" y="32787"/>
                    <a:pt x="3537" y="32787"/>
                  </a:cubicBezTo>
                  <a:cubicBezTo>
                    <a:pt x="6731" y="32787"/>
                    <a:pt x="18967" y="27557"/>
                    <a:pt x="17813" y="26344"/>
                  </a:cubicBezTo>
                  <a:cubicBezTo>
                    <a:pt x="14578" y="22941"/>
                    <a:pt x="14044" y="21574"/>
                    <a:pt x="14411" y="20873"/>
                  </a:cubicBezTo>
                  <a:cubicBezTo>
                    <a:pt x="14644" y="20439"/>
                    <a:pt x="27053" y="9632"/>
                    <a:pt x="30556" y="4761"/>
                  </a:cubicBezTo>
                  <a:cubicBezTo>
                    <a:pt x="33089" y="1233"/>
                    <a:pt x="32877" y="0"/>
                    <a:pt x="31388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1430;p39">
              <a:extLst>
                <a:ext uri="{FF2B5EF4-FFF2-40B4-BE49-F238E27FC236}">
                  <a16:creationId xmlns:a16="http://schemas.microsoft.com/office/drawing/2014/main" id="{4F36DB9E-4C2C-E9FB-7B49-F239F2E940F5}"/>
                </a:ext>
              </a:extLst>
            </p:cNvPr>
            <p:cNvSpPr/>
            <p:nvPr/>
          </p:nvSpPr>
          <p:spPr>
            <a:xfrm>
              <a:off x="5709068" y="2180376"/>
              <a:ext cx="508133" cy="446233"/>
            </a:xfrm>
            <a:custGeom>
              <a:avLst/>
              <a:gdLst/>
              <a:ahLst/>
              <a:cxnLst/>
              <a:rect l="l" t="t" r="r" b="b"/>
              <a:pathLst>
                <a:path w="24085" h="21151" extrusionOk="0">
                  <a:moveTo>
                    <a:pt x="11108" y="1"/>
                  </a:moveTo>
                  <a:lnTo>
                    <a:pt x="0" y="7773"/>
                  </a:lnTo>
                  <a:cubicBezTo>
                    <a:pt x="434" y="8874"/>
                    <a:pt x="2169" y="14945"/>
                    <a:pt x="3369" y="16713"/>
                  </a:cubicBezTo>
                  <a:cubicBezTo>
                    <a:pt x="4556" y="18427"/>
                    <a:pt x="6394" y="21150"/>
                    <a:pt x="8529" y="21150"/>
                  </a:cubicBezTo>
                  <a:cubicBezTo>
                    <a:pt x="8555" y="21150"/>
                    <a:pt x="8581" y="21150"/>
                    <a:pt x="8606" y="21149"/>
                  </a:cubicBezTo>
                  <a:cubicBezTo>
                    <a:pt x="9407" y="21082"/>
                    <a:pt x="10174" y="20749"/>
                    <a:pt x="10741" y="20148"/>
                  </a:cubicBezTo>
                  <a:cubicBezTo>
                    <a:pt x="10741" y="20148"/>
                    <a:pt x="11707" y="20551"/>
                    <a:pt x="12620" y="20551"/>
                  </a:cubicBezTo>
                  <a:cubicBezTo>
                    <a:pt x="13022" y="20551"/>
                    <a:pt x="13415" y="20473"/>
                    <a:pt x="13710" y="20248"/>
                  </a:cubicBezTo>
                  <a:cubicBezTo>
                    <a:pt x="14311" y="19748"/>
                    <a:pt x="14744" y="19081"/>
                    <a:pt x="14978" y="18347"/>
                  </a:cubicBezTo>
                  <a:cubicBezTo>
                    <a:pt x="14978" y="18347"/>
                    <a:pt x="15889" y="18887"/>
                    <a:pt x="16751" y="18887"/>
                  </a:cubicBezTo>
                  <a:cubicBezTo>
                    <a:pt x="17101" y="18887"/>
                    <a:pt x="17443" y="18798"/>
                    <a:pt x="17713" y="18547"/>
                  </a:cubicBezTo>
                  <a:cubicBezTo>
                    <a:pt x="18213" y="18013"/>
                    <a:pt x="18514" y="17313"/>
                    <a:pt x="18580" y="16612"/>
                  </a:cubicBezTo>
                  <a:cubicBezTo>
                    <a:pt x="18580" y="16612"/>
                    <a:pt x="19989" y="19701"/>
                    <a:pt x="21366" y="19701"/>
                  </a:cubicBezTo>
                  <a:cubicBezTo>
                    <a:pt x="21517" y="19701"/>
                    <a:pt x="21668" y="19664"/>
                    <a:pt x="21816" y="19581"/>
                  </a:cubicBezTo>
                  <a:cubicBezTo>
                    <a:pt x="24084" y="18314"/>
                    <a:pt x="20748" y="10441"/>
                    <a:pt x="19814" y="8540"/>
                  </a:cubicBezTo>
                  <a:cubicBezTo>
                    <a:pt x="18714" y="6305"/>
                    <a:pt x="11108" y="1"/>
                    <a:pt x="11108" y="1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1431;p39">
              <a:extLst>
                <a:ext uri="{FF2B5EF4-FFF2-40B4-BE49-F238E27FC236}">
                  <a16:creationId xmlns:a16="http://schemas.microsoft.com/office/drawing/2014/main" id="{7B13CF46-50CD-F99B-F4A0-0D534FFDABD3}"/>
                </a:ext>
              </a:extLst>
            </p:cNvPr>
            <p:cNvSpPr/>
            <p:nvPr/>
          </p:nvSpPr>
          <p:spPr>
            <a:xfrm>
              <a:off x="6045468" y="2393714"/>
              <a:ext cx="56309" cy="136733"/>
            </a:xfrm>
            <a:custGeom>
              <a:avLst/>
              <a:gdLst/>
              <a:ahLst/>
              <a:cxnLst/>
              <a:rect l="l" t="t" r="r" b="b"/>
              <a:pathLst>
                <a:path w="2669" h="6481" extrusionOk="0">
                  <a:moveTo>
                    <a:pt x="62" y="1"/>
                  </a:moveTo>
                  <a:cubicBezTo>
                    <a:pt x="32" y="1"/>
                    <a:pt x="0" y="40"/>
                    <a:pt x="0" y="63"/>
                  </a:cubicBezTo>
                  <a:cubicBezTo>
                    <a:pt x="1067" y="2064"/>
                    <a:pt x="1601" y="4432"/>
                    <a:pt x="2569" y="6467"/>
                  </a:cubicBezTo>
                  <a:cubicBezTo>
                    <a:pt x="2578" y="6477"/>
                    <a:pt x="2591" y="6481"/>
                    <a:pt x="2604" y="6481"/>
                  </a:cubicBezTo>
                  <a:cubicBezTo>
                    <a:pt x="2635" y="6481"/>
                    <a:pt x="2669" y="6457"/>
                    <a:pt x="2669" y="6434"/>
                  </a:cubicBezTo>
                  <a:cubicBezTo>
                    <a:pt x="2168" y="4199"/>
                    <a:pt x="1101" y="2064"/>
                    <a:pt x="100" y="29"/>
                  </a:cubicBezTo>
                  <a:cubicBezTo>
                    <a:pt x="90" y="8"/>
                    <a:pt x="76" y="1"/>
                    <a:pt x="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1432;p39">
              <a:extLst>
                <a:ext uri="{FF2B5EF4-FFF2-40B4-BE49-F238E27FC236}">
                  <a16:creationId xmlns:a16="http://schemas.microsoft.com/office/drawing/2014/main" id="{10D55895-AE79-7BEB-C0EE-04F7A8A54CD2}"/>
                </a:ext>
              </a:extLst>
            </p:cNvPr>
            <p:cNvSpPr/>
            <p:nvPr/>
          </p:nvSpPr>
          <p:spPr>
            <a:xfrm>
              <a:off x="5954179" y="2444390"/>
              <a:ext cx="73504" cy="122239"/>
            </a:xfrm>
            <a:custGeom>
              <a:avLst/>
              <a:gdLst/>
              <a:ahLst/>
              <a:cxnLst/>
              <a:rect l="l" t="t" r="r" b="b"/>
              <a:pathLst>
                <a:path w="3484" h="5794" extrusionOk="0">
                  <a:moveTo>
                    <a:pt x="54" y="0"/>
                  </a:moveTo>
                  <a:cubicBezTo>
                    <a:pt x="26" y="0"/>
                    <a:pt x="1" y="39"/>
                    <a:pt x="24" y="62"/>
                  </a:cubicBezTo>
                  <a:cubicBezTo>
                    <a:pt x="591" y="996"/>
                    <a:pt x="1191" y="1964"/>
                    <a:pt x="1725" y="2931"/>
                  </a:cubicBezTo>
                  <a:cubicBezTo>
                    <a:pt x="1992" y="3431"/>
                    <a:pt x="2259" y="3898"/>
                    <a:pt x="2526" y="4399"/>
                  </a:cubicBezTo>
                  <a:cubicBezTo>
                    <a:pt x="2726" y="4866"/>
                    <a:pt x="3026" y="5333"/>
                    <a:pt x="3326" y="5766"/>
                  </a:cubicBezTo>
                  <a:cubicBezTo>
                    <a:pt x="3346" y="5786"/>
                    <a:pt x="3368" y="5794"/>
                    <a:pt x="3389" y="5794"/>
                  </a:cubicBezTo>
                  <a:cubicBezTo>
                    <a:pt x="3440" y="5794"/>
                    <a:pt x="3483" y="5747"/>
                    <a:pt x="3460" y="5700"/>
                  </a:cubicBezTo>
                  <a:cubicBezTo>
                    <a:pt x="3293" y="5199"/>
                    <a:pt x="3059" y="4699"/>
                    <a:pt x="2793" y="4265"/>
                  </a:cubicBezTo>
                  <a:cubicBezTo>
                    <a:pt x="2492" y="3798"/>
                    <a:pt x="2226" y="3298"/>
                    <a:pt x="1925" y="2831"/>
                  </a:cubicBezTo>
                  <a:cubicBezTo>
                    <a:pt x="1325" y="1864"/>
                    <a:pt x="724" y="930"/>
                    <a:pt x="91" y="29"/>
                  </a:cubicBezTo>
                  <a:cubicBezTo>
                    <a:pt x="80" y="8"/>
                    <a:pt x="67" y="0"/>
                    <a:pt x="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1433;p39">
              <a:extLst>
                <a:ext uri="{FF2B5EF4-FFF2-40B4-BE49-F238E27FC236}">
                  <a16:creationId xmlns:a16="http://schemas.microsoft.com/office/drawing/2014/main" id="{8B3BF7C1-A2D1-8D52-D7C2-9AC1F61E6F8F}"/>
                </a:ext>
              </a:extLst>
            </p:cNvPr>
            <p:cNvSpPr/>
            <p:nvPr/>
          </p:nvSpPr>
          <p:spPr>
            <a:xfrm>
              <a:off x="5868122" y="2496079"/>
              <a:ext cx="67575" cy="109391"/>
            </a:xfrm>
            <a:custGeom>
              <a:avLst/>
              <a:gdLst/>
              <a:ahLst/>
              <a:cxnLst/>
              <a:rect l="l" t="t" r="r" b="b"/>
              <a:pathLst>
                <a:path w="3203" h="5185" extrusionOk="0">
                  <a:moveTo>
                    <a:pt x="38" y="0"/>
                  </a:moveTo>
                  <a:cubicBezTo>
                    <a:pt x="17" y="0"/>
                    <a:pt x="0" y="24"/>
                    <a:pt x="0" y="47"/>
                  </a:cubicBezTo>
                  <a:cubicBezTo>
                    <a:pt x="534" y="948"/>
                    <a:pt x="1034" y="1849"/>
                    <a:pt x="1534" y="2749"/>
                  </a:cubicBezTo>
                  <a:cubicBezTo>
                    <a:pt x="1801" y="3183"/>
                    <a:pt x="2068" y="3617"/>
                    <a:pt x="2335" y="4084"/>
                  </a:cubicBezTo>
                  <a:cubicBezTo>
                    <a:pt x="2535" y="4484"/>
                    <a:pt x="2802" y="4884"/>
                    <a:pt x="3136" y="5184"/>
                  </a:cubicBezTo>
                  <a:lnTo>
                    <a:pt x="3202" y="5184"/>
                  </a:lnTo>
                  <a:cubicBezTo>
                    <a:pt x="3036" y="4717"/>
                    <a:pt x="2802" y="4284"/>
                    <a:pt x="2502" y="3917"/>
                  </a:cubicBezTo>
                  <a:cubicBezTo>
                    <a:pt x="2235" y="3516"/>
                    <a:pt x="1968" y="3049"/>
                    <a:pt x="1668" y="2616"/>
                  </a:cubicBezTo>
                  <a:cubicBezTo>
                    <a:pt x="1134" y="1782"/>
                    <a:pt x="600" y="915"/>
                    <a:pt x="67" y="14"/>
                  </a:cubicBezTo>
                  <a:cubicBezTo>
                    <a:pt x="57" y="4"/>
                    <a:pt x="47" y="0"/>
                    <a:pt x="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1434;p39">
              <a:extLst>
                <a:ext uri="{FF2B5EF4-FFF2-40B4-BE49-F238E27FC236}">
                  <a16:creationId xmlns:a16="http://schemas.microsoft.com/office/drawing/2014/main" id="{71105FF1-2E94-73EA-EEBD-19F087D9DB0C}"/>
                </a:ext>
              </a:extLst>
            </p:cNvPr>
            <p:cNvSpPr/>
            <p:nvPr/>
          </p:nvSpPr>
          <p:spPr>
            <a:xfrm>
              <a:off x="5854746" y="1706632"/>
              <a:ext cx="513070" cy="412541"/>
            </a:xfrm>
            <a:custGeom>
              <a:avLst/>
              <a:gdLst/>
              <a:ahLst/>
              <a:cxnLst/>
              <a:rect l="l" t="t" r="r" b="b"/>
              <a:pathLst>
                <a:path w="24319" h="19554" extrusionOk="0">
                  <a:moveTo>
                    <a:pt x="22497" y="1"/>
                  </a:moveTo>
                  <a:cubicBezTo>
                    <a:pt x="21339" y="1"/>
                    <a:pt x="19445" y="641"/>
                    <a:pt x="16912" y="1841"/>
                  </a:cubicBezTo>
                  <a:cubicBezTo>
                    <a:pt x="10608" y="4843"/>
                    <a:pt x="0" y="11381"/>
                    <a:pt x="0" y="11381"/>
                  </a:cubicBezTo>
                  <a:lnTo>
                    <a:pt x="8340" y="19554"/>
                  </a:lnTo>
                  <a:cubicBezTo>
                    <a:pt x="8340" y="19554"/>
                    <a:pt x="19247" y="9880"/>
                    <a:pt x="22416" y="4609"/>
                  </a:cubicBezTo>
                  <a:cubicBezTo>
                    <a:pt x="24319" y="1445"/>
                    <a:pt x="24237" y="1"/>
                    <a:pt x="22497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1435;p39">
              <a:extLst>
                <a:ext uri="{FF2B5EF4-FFF2-40B4-BE49-F238E27FC236}">
                  <a16:creationId xmlns:a16="http://schemas.microsoft.com/office/drawing/2014/main" id="{7F00B5BE-CCFD-AB69-1FB5-24DFF2BA4E06}"/>
                </a:ext>
              </a:extLst>
            </p:cNvPr>
            <p:cNvSpPr/>
            <p:nvPr/>
          </p:nvSpPr>
          <p:spPr>
            <a:xfrm>
              <a:off x="5854746" y="1706632"/>
              <a:ext cx="513070" cy="412541"/>
            </a:xfrm>
            <a:custGeom>
              <a:avLst/>
              <a:gdLst/>
              <a:ahLst/>
              <a:cxnLst/>
              <a:rect l="l" t="t" r="r" b="b"/>
              <a:pathLst>
                <a:path w="24319" h="19554" extrusionOk="0">
                  <a:moveTo>
                    <a:pt x="22497" y="1"/>
                  </a:moveTo>
                  <a:cubicBezTo>
                    <a:pt x="21339" y="1"/>
                    <a:pt x="19445" y="641"/>
                    <a:pt x="16912" y="1841"/>
                  </a:cubicBezTo>
                  <a:cubicBezTo>
                    <a:pt x="10608" y="4843"/>
                    <a:pt x="0" y="11381"/>
                    <a:pt x="0" y="11381"/>
                  </a:cubicBezTo>
                  <a:lnTo>
                    <a:pt x="8340" y="19554"/>
                  </a:lnTo>
                  <a:cubicBezTo>
                    <a:pt x="8340" y="19554"/>
                    <a:pt x="19247" y="9880"/>
                    <a:pt x="22416" y="4609"/>
                  </a:cubicBezTo>
                  <a:cubicBezTo>
                    <a:pt x="24319" y="1445"/>
                    <a:pt x="24237" y="1"/>
                    <a:pt x="2249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1436;p39">
              <a:extLst>
                <a:ext uri="{FF2B5EF4-FFF2-40B4-BE49-F238E27FC236}">
                  <a16:creationId xmlns:a16="http://schemas.microsoft.com/office/drawing/2014/main" id="{F4947ED1-5B37-6BBC-B889-15D1232C9157}"/>
                </a:ext>
              </a:extLst>
            </p:cNvPr>
            <p:cNvSpPr/>
            <p:nvPr/>
          </p:nvSpPr>
          <p:spPr>
            <a:xfrm>
              <a:off x="5854746" y="1735599"/>
              <a:ext cx="502500" cy="362455"/>
            </a:xfrm>
            <a:custGeom>
              <a:avLst/>
              <a:gdLst/>
              <a:ahLst/>
              <a:cxnLst/>
              <a:rect l="l" t="t" r="r" b="b"/>
              <a:pathLst>
                <a:path w="23818" h="17180" extrusionOk="0">
                  <a:moveTo>
                    <a:pt x="17946" y="1"/>
                  </a:moveTo>
                  <a:cubicBezTo>
                    <a:pt x="17613" y="134"/>
                    <a:pt x="17279" y="301"/>
                    <a:pt x="16912" y="468"/>
                  </a:cubicBezTo>
                  <a:lnTo>
                    <a:pt x="16545" y="668"/>
                  </a:lnTo>
                  <a:lnTo>
                    <a:pt x="23650" y="668"/>
                  </a:lnTo>
                  <a:cubicBezTo>
                    <a:pt x="23717" y="434"/>
                    <a:pt x="23784" y="234"/>
                    <a:pt x="23817" y="1"/>
                  </a:cubicBezTo>
                  <a:close/>
                  <a:moveTo>
                    <a:pt x="13210" y="2369"/>
                  </a:moveTo>
                  <a:lnTo>
                    <a:pt x="12009" y="3003"/>
                  </a:lnTo>
                  <a:lnTo>
                    <a:pt x="22550" y="3003"/>
                  </a:lnTo>
                  <a:cubicBezTo>
                    <a:pt x="22683" y="2803"/>
                    <a:pt x="22817" y="2569"/>
                    <a:pt x="22917" y="2369"/>
                  </a:cubicBezTo>
                  <a:close/>
                  <a:moveTo>
                    <a:pt x="8940" y="4704"/>
                  </a:moveTo>
                  <a:lnTo>
                    <a:pt x="7806" y="5371"/>
                  </a:lnTo>
                  <a:lnTo>
                    <a:pt x="20915" y="5371"/>
                  </a:lnTo>
                  <a:cubicBezTo>
                    <a:pt x="21082" y="5138"/>
                    <a:pt x="21249" y="4938"/>
                    <a:pt x="21416" y="4704"/>
                  </a:cubicBezTo>
                  <a:close/>
                  <a:moveTo>
                    <a:pt x="4870" y="7073"/>
                  </a:moveTo>
                  <a:lnTo>
                    <a:pt x="3803" y="7740"/>
                  </a:lnTo>
                  <a:lnTo>
                    <a:pt x="18914" y="7740"/>
                  </a:lnTo>
                  <a:cubicBezTo>
                    <a:pt x="19114" y="7506"/>
                    <a:pt x="19314" y="7306"/>
                    <a:pt x="19481" y="7073"/>
                  </a:cubicBezTo>
                  <a:close/>
                  <a:moveTo>
                    <a:pt x="968" y="9441"/>
                  </a:moveTo>
                  <a:lnTo>
                    <a:pt x="0" y="10008"/>
                  </a:lnTo>
                  <a:lnTo>
                    <a:pt x="100" y="10108"/>
                  </a:lnTo>
                  <a:lnTo>
                    <a:pt x="16746" y="10108"/>
                  </a:lnTo>
                  <a:lnTo>
                    <a:pt x="17346" y="9441"/>
                  </a:lnTo>
                  <a:close/>
                  <a:moveTo>
                    <a:pt x="1835" y="11809"/>
                  </a:moveTo>
                  <a:lnTo>
                    <a:pt x="2502" y="12443"/>
                  </a:lnTo>
                  <a:lnTo>
                    <a:pt x="14411" y="12443"/>
                  </a:lnTo>
                  <a:lnTo>
                    <a:pt x="15044" y="11809"/>
                  </a:lnTo>
                  <a:close/>
                  <a:moveTo>
                    <a:pt x="4237" y="14178"/>
                  </a:moveTo>
                  <a:lnTo>
                    <a:pt x="4904" y="14811"/>
                  </a:lnTo>
                  <a:lnTo>
                    <a:pt x="11975" y="14811"/>
                  </a:lnTo>
                  <a:lnTo>
                    <a:pt x="12643" y="14178"/>
                  </a:lnTo>
                  <a:close/>
                  <a:moveTo>
                    <a:pt x="6638" y="16513"/>
                  </a:moveTo>
                  <a:lnTo>
                    <a:pt x="7305" y="17180"/>
                  </a:lnTo>
                  <a:lnTo>
                    <a:pt x="9440" y="17180"/>
                  </a:lnTo>
                  <a:lnTo>
                    <a:pt x="10141" y="16513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1437;p39">
              <a:extLst>
                <a:ext uri="{FF2B5EF4-FFF2-40B4-BE49-F238E27FC236}">
                  <a16:creationId xmlns:a16="http://schemas.microsoft.com/office/drawing/2014/main" id="{D6848340-B440-613F-3BC2-85873B72D599}"/>
                </a:ext>
              </a:extLst>
            </p:cNvPr>
            <p:cNvSpPr/>
            <p:nvPr/>
          </p:nvSpPr>
          <p:spPr>
            <a:xfrm>
              <a:off x="5911942" y="1918999"/>
              <a:ext cx="156565" cy="155404"/>
            </a:xfrm>
            <a:custGeom>
              <a:avLst/>
              <a:gdLst/>
              <a:ahLst/>
              <a:cxnLst/>
              <a:rect l="l" t="t" r="r" b="b"/>
              <a:pathLst>
                <a:path w="7421" h="7366" extrusionOk="0">
                  <a:moveTo>
                    <a:pt x="30" y="0"/>
                  </a:moveTo>
                  <a:cubicBezTo>
                    <a:pt x="11" y="0"/>
                    <a:pt x="1" y="24"/>
                    <a:pt x="25" y="47"/>
                  </a:cubicBezTo>
                  <a:cubicBezTo>
                    <a:pt x="658" y="715"/>
                    <a:pt x="3494" y="4084"/>
                    <a:pt x="7330" y="7353"/>
                  </a:cubicBezTo>
                  <a:cubicBezTo>
                    <a:pt x="7339" y="7362"/>
                    <a:pt x="7350" y="7366"/>
                    <a:pt x="7361" y="7366"/>
                  </a:cubicBezTo>
                  <a:cubicBezTo>
                    <a:pt x="7392" y="7366"/>
                    <a:pt x="7421" y="7335"/>
                    <a:pt x="7396" y="7286"/>
                  </a:cubicBezTo>
                  <a:cubicBezTo>
                    <a:pt x="4528" y="4217"/>
                    <a:pt x="692" y="681"/>
                    <a:pt x="58" y="14"/>
                  </a:cubicBezTo>
                  <a:cubicBezTo>
                    <a:pt x="48" y="4"/>
                    <a:pt x="38" y="0"/>
                    <a:pt x="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1438;p39">
              <a:extLst>
                <a:ext uri="{FF2B5EF4-FFF2-40B4-BE49-F238E27FC236}">
                  <a16:creationId xmlns:a16="http://schemas.microsoft.com/office/drawing/2014/main" id="{25408276-7EDE-8DEF-08B3-0FB603167DF5}"/>
                </a:ext>
              </a:extLst>
            </p:cNvPr>
            <p:cNvSpPr/>
            <p:nvPr/>
          </p:nvSpPr>
          <p:spPr>
            <a:xfrm>
              <a:off x="6170027" y="1845095"/>
              <a:ext cx="53503" cy="152387"/>
            </a:xfrm>
            <a:custGeom>
              <a:avLst/>
              <a:gdLst/>
              <a:ahLst/>
              <a:cxnLst/>
              <a:rect l="l" t="t" r="r" b="b"/>
              <a:pathLst>
                <a:path w="2536" h="7223" extrusionOk="0">
                  <a:moveTo>
                    <a:pt x="2483" y="1"/>
                  </a:moveTo>
                  <a:cubicBezTo>
                    <a:pt x="2474" y="1"/>
                    <a:pt x="2469" y="5"/>
                    <a:pt x="2469" y="15"/>
                  </a:cubicBezTo>
                  <a:cubicBezTo>
                    <a:pt x="2035" y="915"/>
                    <a:pt x="1635" y="1782"/>
                    <a:pt x="1268" y="2716"/>
                  </a:cubicBezTo>
                  <a:lnTo>
                    <a:pt x="1268" y="2516"/>
                  </a:lnTo>
                  <a:cubicBezTo>
                    <a:pt x="1301" y="1983"/>
                    <a:pt x="1401" y="1416"/>
                    <a:pt x="1535" y="848"/>
                  </a:cubicBezTo>
                  <a:cubicBezTo>
                    <a:pt x="1535" y="815"/>
                    <a:pt x="1510" y="798"/>
                    <a:pt x="1485" y="798"/>
                  </a:cubicBezTo>
                  <a:cubicBezTo>
                    <a:pt x="1460" y="798"/>
                    <a:pt x="1435" y="815"/>
                    <a:pt x="1435" y="848"/>
                  </a:cubicBezTo>
                  <a:cubicBezTo>
                    <a:pt x="1301" y="1382"/>
                    <a:pt x="1201" y="1949"/>
                    <a:pt x="1101" y="2516"/>
                  </a:cubicBezTo>
                  <a:cubicBezTo>
                    <a:pt x="1068" y="2783"/>
                    <a:pt x="1034" y="3050"/>
                    <a:pt x="1001" y="3317"/>
                  </a:cubicBezTo>
                  <a:cubicBezTo>
                    <a:pt x="1001" y="3350"/>
                    <a:pt x="1001" y="3384"/>
                    <a:pt x="1001" y="3417"/>
                  </a:cubicBezTo>
                  <a:cubicBezTo>
                    <a:pt x="1001" y="3417"/>
                    <a:pt x="1001" y="3450"/>
                    <a:pt x="1001" y="3450"/>
                  </a:cubicBezTo>
                  <a:cubicBezTo>
                    <a:pt x="601" y="4685"/>
                    <a:pt x="367" y="5919"/>
                    <a:pt x="0" y="7153"/>
                  </a:cubicBezTo>
                  <a:cubicBezTo>
                    <a:pt x="0" y="7194"/>
                    <a:pt x="26" y="7223"/>
                    <a:pt x="53" y="7223"/>
                  </a:cubicBezTo>
                  <a:cubicBezTo>
                    <a:pt x="70" y="7223"/>
                    <a:pt x="88" y="7212"/>
                    <a:pt x="100" y="7186"/>
                  </a:cubicBezTo>
                  <a:cubicBezTo>
                    <a:pt x="434" y="5986"/>
                    <a:pt x="934" y="4785"/>
                    <a:pt x="1335" y="3617"/>
                  </a:cubicBezTo>
                  <a:cubicBezTo>
                    <a:pt x="1768" y="2450"/>
                    <a:pt x="2135" y="1249"/>
                    <a:pt x="2535" y="48"/>
                  </a:cubicBezTo>
                  <a:cubicBezTo>
                    <a:pt x="2535" y="24"/>
                    <a:pt x="2502" y="1"/>
                    <a:pt x="248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1439;p39">
              <a:extLst>
                <a:ext uri="{FF2B5EF4-FFF2-40B4-BE49-F238E27FC236}">
                  <a16:creationId xmlns:a16="http://schemas.microsoft.com/office/drawing/2014/main" id="{9425D476-3E00-A5FE-8674-529F79F96B37}"/>
                </a:ext>
              </a:extLst>
            </p:cNvPr>
            <p:cNvSpPr/>
            <p:nvPr/>
          </p:nvSpPr>
          <p:spPr>
            <a:xfrm>
              <a:off x="6307245" y="1568971"/>
              <a:ext cx="175257" cy="257305"/>
            </a:xfrm>
            <a:custGeom>
              <a:avLst/>
              <a:gdLst/>
              <a:ahLst/>
              <a:cxnLst/>
              <a:rect l="l" t="t" r="r" b="b"/>
              <a:pathLst>
                <a:path w="8307" h="12196" extrusionOk="0">
                  <a:moveTo>
                    <a:pt x="7839" y="0"/>
                  </a:moveTo>
                  <a:cubicBezTo>
                    <a:pt x="6917" y="0"/>
                    <a:pt x="1" y="1628"/>
                    <a:pt x="1" y="1628"/>
                  </a:cubicBezTo>
                  <a:cubicBezTo>
                    <a:pt x="401" y="3229"/>
                    <a:pt x="601" y="4863"/>
                    <a:pt x="601" y="6464"/>
                  </a:cubicBezTo>
                  <a:cubicBezTo>
                    <a:pt x="601" y="6665"/>
                    <a:pt x="568" y="6831"/>
                    <a:pt x="535" y="6998"/>
                  </a:cubicBezTo>
                  <a:cubicBezTo>
                    <a:pt x="535" y="6998"/>
                    <a:pt x="535" y="7032"/>
                    <a:pt x="535" y="7065"/>
                  </a:cubicBezTo>
                  <a:cubicBezTo>
                    <a:pt x="301" y="8032"/>
                    <a:pt x="34" y="11635"/>
                    <a:pt x="1802" y="12135"/>
                  </a:cubicBezTo>
                  <a:cubicBezTo>
                    <a:pt x="1953" y="12176"/>
                    <a:pt x="2113" y="12196"/>
                    <a:pt x="2280" y="12196"/>
                  </a:cubicBezTo>
                  <a:cubicBezTo>
                    <a:pt x="4160" y="12196"/>
                    <a:pt x="7012" y="9750"/>
                    <a:pt x="8207" y="7699"/>
                  </a:cubicBezTo>
                  <a:cubicBezTo>
                    <a:pt x="8307" y="7565"/>
                    <a:pt x="8140" y="5897"/>
                    <a:pt x="8007" y="3863"/>
                  </a:cubicBezTo>
                  <a:cubicBezTo>
                    <a:pt x="7940" y="2628"/>
                    <a:pt x="7873" y="1261"/>
                    <a:pt x="7940" y="27"/>
                  </a:cubicBezTo>
                  <a:cubicBezTo>
                    <a:pt x="7940" y="9"/>
                    <a:pt x="7905" y="0"/>
                    <a:pt x="7839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1440;p39">
              <a:extLst>
                <a:ext uri="{FF2B5EF4-FFF2-40B4-BE49-F238E27FC236}">
                  <a16:creationId xmlns:a16="http://schemas.microsoft.com/office/drawing/2014/main" id="{8A31FC3B-A82E-6B04-C32B-7348A14C7C93}"/>
                </a:ext>
              </a:extLst>
            </p:cNvPr>
            <p:cNvSpPr/>
            <p:nvPr/>
          </p:nvSpPr>
          <p:spPr>
            <a:xfrm>
              <a:off x="6307245" y="1569519"/>
              <a:ext cx="156965" cy="149940"/>
            </a:xfrm>
            <a:custGeom>
              <a:avLst/>
              <a:gdLst/>
              <a:ahLst/>
              <a:cxnLst/>
              <a:rect l="l" t="t" r="r" b="b"/>
              <a:pathLst>
                <a:path w="7440" h="7107" extrusionOk="0">
                  <a:moveTo>
                    <a:pt x="7440" y="1"/>
                  </a:moveTo>
                  <a:lnTo>
                    <a:pt x="7440" y="1"/>
                  </a:lnTo>
                  <a:cubicBezTo>
                    <a:pt x="5738" y="267"/>
                    <a:pt x="1" y="1602"/>
                    <a:pt x="1" y="1602"/>
                  </a:cubicBezTo>
                  <a:cubicBezTo>
                    <a:pt x="401" y="3169"/>
                    <a:pt x="601" y="4804"/>
                    <a:pt x="601" y="6438"/>
                  </a:cubicBezTo>
                  <a:cubicBezTo>
                    <a:pt x="568" y="6605"/>
                    <a:pt x="535" y="6772"/>
                    <a:pt x="501" y="6939"/>
                  </a:cubicBezTo>
                  <a:cubicBezTo>
                    <a:pt x="501" y="6972"/>
                    <a:pt x="501" y="7006"/>
                    <a:pt x="501" y="7039"/>
                  </a:cubicBezTo>
                  <a:cubicBezTo>
                    <a:pt x="768" y="7072"/>
                    <a:pt x="1035" y="7106"/>
                    <a:pt x="1302" y="7106"/>
                  </a:cubicBezTo>
                  <a:cubicBezTo>
                    <a:pt x="1329" y="7106"/>
                    <a:pt x="1357" y="7106"/>
                    <a:pt x="1384" y="7106"/>
                  </a:cubicBezTo>
                  <a:cubicBezTo>
                    <a:pt x="5524" y="7106"/>
                    <a:pt x="7009" y="2088"/>
                    <a:pt x="74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1441;p39">
              <a:extLst>
                <a:ext uri="{FF2B5EF4-FFF2-40B4-BE49-F238E27FC236}">
                  <a16:creationId xmlns:a16="http://schemas.microsoft.com/office/drawing/2014/main" id="{66367584-F1FA-6C43-0D21-93B6059114A9}"/>
                </a:ext>
              </a:extLst>
            </p:cNvPr>
            <p:cNvSpPr/>
            <p:nvPr/>
          </p:nvSpPr>
          <p:spPr>
            <a:xfrm>
              <a:off x="6167918" y="1404832"/>
              <a:ext cx="130214" cy="147113"/>
            </a:xfrm>
            <a:custGeom>
              <a:avLst/>
              <a:gdLst/>
              <a:ahLst/>
              <a:cxnLst/>
              <a:rect l="l" t="t" r="r" b="b"/>
              <a:pathLst>
                <a:path w="6172" h="6973" extrusionOk="0">
                  <a:moveTo>
                    <a:pt x="3057" y="0"/>
                  </a:moveTo>
                  <a:cubicBezTo>
                    <a:pt x="3039" y="0"/>
                    <a:pt x="3020" y="1"/>
                    <a:pt x="3002" y="1"/>
                  </a:cubicBezTo>
                  <a:cubicBezTo>
                    <a:pt x="1334" y="34"/>
                    <a:pt x="0" y="1602"/>
                    <a:pt x="34" y="3537"/>
                  </a:cubicBezTo>
                  <a:cubicBezTo>
                    <a:pt x="67" y="5472"/>
                    <a:pt x="1468" y="6973"/>
                    <a:pt x="3136" y="6973"/>
                  </a:cubicBezTo>
                  <a:cubicBezTo>
                    <a:pt x="4837" y="6939"/>
                    <a:pt x="6171" y="5338"/>
                    <a:pt x="6138" y="3403"/>
                  </a:cubicBezTo>
                  <a:cubicBezTo>
                    <a:pt x="6105" y="1522"/>
                    <a:pt x="4733" y="0"/>
                    <a:pt x="3057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1442;p39">
              <a:extLst>
                <a:ext uri="{FF2B5EF4-FFF2-40B4-BE49-F238E27FC236}">
                  <a16:creationId xmlns:a16="http://schemas.microsoft.com/office/drawing/2014/main" id="{55E09205-36ED-8356-4265-1490A3C30CEA}"/>
                </a:ext>
              </a:extLst>
            </p:cNvPr>
            <p:cNvSpPr/>
            <p:nvPr/>
          </p:nvSpPr>
          <p:spPr>
            <a:xfrm>
              <a:off x="6174247" y="1398503"/>
              <a:ext cx="144982" cy="164012"/>
            </a:xfrm>
            <a:custGeom>
              <a:avLst/>
              <a:gdLst/>
              <a:ahLst/>
              <a:cxnLst/>
              <a:rect l="l" t="t" r="r" b="b"/>
              <a:pathLst>
                <a:path w="6872" h="7774" extrusionOk="0">
                  <a:moveTo>
                    <a:pt x="3423" y="0"/>
                  </a:moveTo>
                  <a:cubicBezTo>
                    <a:pt x="3405" y="0"/>
                    <a:pt x="3387" y="0"/>
                    <a:pt x="3369" y="1"/>
                  </a:cubicBezTo>
                  <a:cubicBezTo>
                    <a:pt x="1468" y="34"/>
                    <a:pt x="0" y="1802"/>
                    <a:pt x="34" y="3970"/>
                  </a:cubicBezTo>
                  <a:cubicBezTo>
                    <a:pt x="67" y="6084"/>
                    <a:pt x="1605" y="7773"/>
                    <a:pt x="3449" y="7773"/>
                  </a:cubicBezTo>
                  <a:cubicBezTo>
                    <a:pt x="3467" y="7773"/>
                    <a:pt x="3485" y="7773"/>
                    <a:pt x="3503" y="7773"/>
                  </a:cubicBezTo>
                  <a:cubicBezTo>
                    <a:pt x="5371" y="7740"/>
                    <a:pt x="6872" y="5972"/>
                    <a:pt x="6839" y="3837"/>
                  </a:cubicBezTo>
                  <a:cubicBezTo>
                    <a:pt x="6806" y="1690"/>
                    <a:pt x="5268" y="0"/>
                    <a:pt x="3423" y="0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1443;p39">
              <a:extLst>
                <a:ext uri="{FF2B5EF4-FFF2-40B4-BE49-F238E27FC236}">
                  <a16:creationId xmlns:a16="http://schemas.microsoft.com/office/drawing/2014/main" id="{A7A1AA86-FA34-ABE6-6F19-19EE346DD9AA}"/>
                </a:ext>
              </a:extLst>
            </p:cNvPr>
            <p:cNvSpPr/>
            <p:nvPr/>
          </p:nvSpPr>
          <p:spPr>
            <a:xfrm>
              <a:off x="6193952" y="1277361"/>
              <a:ext cx="299817" cy="404840"/>
            </a:xfrm>
            <a:custGeom>
              <a:avLst/>
              <a:gdLst/>
              <a:ahLst/>
              <a:cxnLst/>
              <a:rect l="l" t="t" r="r" b="b"/>
              <a:pathLst>
                <a:path w="14211" h="19189" extrusionOk="0">
                  <a:moveTo>
                    <a:pt x="6811" y="0"/>
                  </a:moveTo>
                  <a:cubicBezTo>
                    <a:pt x="5100" y="0"/>
                    <a:pt x="3422" y="579"/>
                    <a:pt x="2269" y="1773"/>
                  </a:cubicBezTo>
                  <a:cubicBezTo>
                    <a:pt x="334" y="3741"/>
                    <a:pt x="0" y="14416"/>
                    <a:pt x="2669" y="17351"/>
                  </a:cubicBezTo>
                  <a:cubicBezTo>
                    <a:pt x="3817" y="18625"/>
                    <a:pt x="5294" y="19188"/>
                    <a:pt x="6799" y="19188"/>
                  </a:cubicBezTo>
                  <a:cubicBezTo>
                    <a:pt x="8881" y="19188"/>
                    <a:pt x="11016" y="18112"/>
                    <a:pt x="12409" y="16350"/>
                  </a:cubicBezTo>
                  <a:cubicBezTo>
                    <a:pt x="14077" y="14249"/>
                    <a:pt x="14211" y="6043"/>
                    <a:pt x="12910" y="3441"/>
                  </a:cubicBezTo>
                  <a:cubicBezTo>
                    <a:pt x="11771" y="1184"/>
                    <a:pt x="9258" y="0"/>
                    <a:pt x="6811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1444;p39">
              <a:extLst>
                <a:ext uri="{FF2B5EF4-FFF2-40B4-BE49-F238E27FC236}">
                  <a16:creationId xmlns:a16="http://schemas.microsoft.com/office/drawing/2014/main" id="{84C7B8EB-2B75-D3AB-2C71-139A8E858C2F}"/>
                </a:ext>
              </a:extLst>
            </p:cNvPr>
            <p:cNvSpPr/>
            <p:nvPr/>
          </p:nvSpPr>
          <p:spPr>
            <a:xfrm>
              <a:off x="6327668" y="1499855"/>
              <a:ext cx="14789" cy="30971"/>
            </a:xfrm>
            <a:custGeom>
              <a:avLst/>
              <a:gdLst/>
              <a:ahLst/>
              <a:cxnLst/>
              <a:rect l="l" t="t" r="r" b="b"/>
              <a:pathLst>
                <a:path w="701" h="1468" extrusionOk="0">
                  <a:moveTo>
                    <a:pt x="134" y="0"/>
                  </a:moveTo>
                  <a:cubicBezTo>
                    <a:pt x="0" y="534"/>
                    <a:pt x="100" y="1368"/>
                    <a:pt x="701" y="1468"/>
                  </a:cubicBezTo>
                  <a:lnTo>
                    <a:pt x="701" y="1435"/>
                  </a:lnTo>
                  <a:cubicBezTo>
                    <a:pt x="200" y="1234"/>
                    <a:pt x="134" y="601"/>
                    <a:pt x="167" y="67"/>
                  </a:cubicBezTo>
                  <a:cubicBezTo>
                    <a:pt x="167" y="34"/>
                    <a:pt x="134" y="0"/>
                    <a:pt x="1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1445;p39">
              <a:extLst>
                <a:ext uri="{FF2B5EF4-FFF2-40B4-BE49-F238E27FC236}">
                  <a16:creationId xmlns:a16="http://schemas.microsoft.com/office/drawing/2014/main" id="{0146DB67-392F-DF78-95A9-740B87F0E4BB}"/>
                </a:ext>
              </a:extLst>
            </p:cNvPr>
            <p:cNvSpPr/>
            <p:nvPr/>
          </p:nvSpPr>
          <p:spPr>
            <a:xfrm>
              <a:off x="6325157" y="1487851"/>
              <a:ext cx="35275" cy="37385"/>
            </a:xfrm>
            <a:custGeom>
              <a:avLst/>
              <a:gdLst/>
              <a:ahLst/>
              <a:cxnLst/>
              <a:rect l="l" t="t" r="r" b="b"/>
              <a:pathLst>
                <a:path w="1672" h="1772" extrusionOk="0">
                  <a:moveTo>
                    <a:pt x="800" y="0"/>
                  </a:moveTo>
                  <a:cubicBezTo>
                    <a:pt x="784" y="0"/>
                    <a:pt x="769" y="1"/>
                    <a:pt x="753" y="2"/>
                  </a:cubicBezTo>
                  <a:cubicBezTo>
                    <a:pt x="0" y="68"/>
                    <a:pt x="18" y="1772"/>
                    <a:pt x="808" y="1772"/>
                  </a:cubicBezTo>
                  <a:cubicBezTo>
                    <a:pt x="823" y="1772"/>
                    <a:pt x="838" y="1771"/>
                    <a:pt x="853" y="1770"/>
                  </a:cubicBezTo>
                  <a:cubicBezTo>
                    <a:pt x="1672" y="1737"/>
                    <a:pt x="1622" y="0"/>
                    <a:pt x="8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1446;p39">
              <a:extLst>
                <a:ext uri="{FF2B5EF4-FFF2-40B4-BE49-F238E27FC236}">
                  <a16:creationId xmlns:a16="http://schemas.microsoft.com/office/drawing/2014/main" id="{476D7FBA-1070-8B81-7A6E-ACD60B40339A}"/>
                </a:ext>
              </a:extLst>
            </p:cNvPr>
            <p:cNvSpPr/>
            <p:nvPr/>
          </p:nvSpPr>
          <p:spPr>
            <a:xfrm>
              <a:off x="6253067" y="1501965"/>
              <a:ext cx="14789" cy="30971"/>
            </a:xfrm>
            <a:custGeom>
              <a:avLst/>
              <a:gdLst/>
              <a:ahLst/>
              <a:cxnLst/>
              <a:rect l="l" t="t" r="r" b="b"/>
              <a:pathLst>
                <a:path w="701" h="1468" extrusionOk="0">
                  <a:moveTo>
                    <a:pt x="567" y="0"/>
                  </a:moveTo>
                  <a:lnTo>
                    <a:pt x="567" y="0"/>
                  </a:lnTo>
                  <a:cubicBezTo>
                    <a:pt x="567" y="0"/>
                    <a:pt x="534" y="34"/>
                    <a:pt x="534" y="67"/>
                  </a:cubicBezTo>
                  <a:cubicBezTo>
                    <a:pt x="567" y="601"/>
                    <a:pt x="501" y="1234"/>
                    <a:pt x="0" y="1435"/>
                  </a:cubicBezTo>
                  <a:lnTo>
                    <a:pt x="0" y="1468"/>
                  </a:lnTo>
                  <a:cubicBezTo>
                    <a:pt x="634" y="1368"/>
                    <a:pt x="701" y="534"/>
                    <a:pt x="5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1447;p39">
              <a:extLst>
                <a:ext uri="{FF2B5EF4-FFF2-40B4-BE49-F238E27FC236}">
                  <a16:creationId xmlns:a16="http://schemas.microsoft.com/office/drawing/2014/main" id="{18A3FE50-044B-8A0A-8316-B430FCDA49ED}"/>
                </a:ext>
              </a:extLst>
            </p:cNvPr>
            <p:cNvSpPr/>
            <p:nvPr/>
          </p:nvSpPr>
          <p:spPr>
            <a:xfrm>
              <a:off x="6235472" y="1490657"/>
              <a:ext cx="34494" cy="37364"/>
            </a:xfrm>
            <a:custGeom>
              <a:avLst/>
              <a:gdLst/>
              <a:ahLst/>
              <a:cxnLst/>
              <a:rect l="l" t="t" r="r" b="b"/>
              <a:pathLst>
                <a:path w="1635" h="1771" extrusionOk="0">
                  <a:moveTo>
                    <a:pt x="853" y="1"/>
                  </a:moveTo>
                  <a:cubicBezTo>
                    <a:pt x="1" y="1"/>
                    <a:pt x="15" y="1738"/>
                    <a:pt x="801" y="1770"/>
                  </a:cubicBezTo>
                  <a:cubicBezTo>
                    <a:pt x="809" y="1771"/>
                    <a:pt x="817" y="1771"/>
                    <a:pt x="824" y="1771"/>
                  </a:cubicBezTo>
                  <a:cubicBezTo>
                    <a:pt x="1635" y="1771"/>
                    <a:pt x="1628" y="36"/>
                    <a:pt x="901" y="3"/>
                  </a:cubicBezTo>
                  <a:cubicBezTo>
                    <a:pt x="885" y="1"/>
                    <a:pt x="869" y="1"/>
                    <a:pt x="85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1448;p39">
              <a:extLst>
                <a:ext uri="{FF2B5EF4-FFF2-40B4-BE49-F238E27FC236}">
                  <a16:creationId xmlns:a16="http://schemas.microsoft.com/office/drawing/2014/main" id="{189BF0C8-67D6-7E3A-FA7C-0D372F09783D}"/>
                </a:ext>
              </a:extLst>
            </p:cNvPr>
            <p:cNvSpPr/>
            <p:nvPr/>
          </p:nvSpPr>
          <p:spPr>
            <a:xfrm>
              <a:off x="6324145" y="1434685"/>
              <a:ext cx="43651" cy="22954"/>
            </a:xfrm>
            <a:custGeom>
              <a:avLst/>
              <a:gdLst/>
              <a:ahLst/>
              <a:cxnLst/>
              <a:rect l="l" t="t" r="r" b="b"/>
              <a:pathLst>
                <a:path w="2069" h="1088" extrusionOk="0">
                  <a:moveTo>
                    <a:pt x="781" y="0"/>
                  </a:moveTo>
                  <a:cubicBezTo>
                    <a:pt x="526" y="0"/>
                    <a:pt x="254" y="107"/>
                    <a:pt x="67" y="321"/>
                  </a:cubicBezTo>
                  <a:cubicBezTo>
                    <a:pt x="0" y="454"/>
                    <a:pt x="0" y="621"/>
                    <a:pt x="134" y="754"/>
                  </a:cubicBezTo>
                  <a:cubicBezTo>
                    <a:pt x="334" y="921"/>
                    <a:pt x="568" y="988"/>
                    <a:pt x="834" y="988"/>
                  </a:cubicBezTo>
                  <a:cubicBezTo>
                    <a:pt x="1068" y="1054"/>
                    <a:pt x="1335" y="1088"/>
                    <a:pt x="1568" y="1088"/>
                  </a:cubicBezTo>
                  <a:cubicBezTo>
                    <a:pt x="1902" y="1088"/>
                    <a:pt x="2069" y="687"/>
                    <a:pt x="1868" y="421"/>
                  </a:cubicBezTo>
                  <a:cubicBezTo>
                    <a:pt x="1635" y="187"/>
                    <a:pt x="1335" y="54"/>
                    <a:pt x="968" y="20"/>
                  </a:cubicBezTo>
                  <a:cubicBezTo>
                    <a:pt x="908" y="7"/>
                    <a:pt x="845" y="0"/>
                    <a:pt x="78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1449;p39">
              <a:extLst>
                <a:ext uri="{FF2B5EF4-FFF2-40B4-BE49-F238E27FC236}">
                  <a16:creationId xmlns:a16="http://schemas.microsoft.com/office/drawing/2014/main" id="{61C1AE26-0619-5845-AF3A-06F658D76C31}"/>
                </a:ext>
              </a:extLst>
            </p:cNvPr>
            <p:cNvSpPr/>
            <p:nvPr/>
          </p:nvSpPr>
          <p:spPr>
            <a:xfrm>
              <a:off x="6224501" y="1437871"/>
              <a:ext cx="42659" cy="25570"/>
            </a:xfrm>
            <a:custGeom>
              <a:avLst/>
              <a:gdLst/>
              <a:ahLst/>
              <a:cxnLst/>
              <a:rect l="l" t="t" r="r" b="b"/>
              <a:pathLst>
                <a:path w="2022" h="1212" extrusionOk="0">
                  <a:moveTo>
                    <a:pt x="1324" y="0"/>
                  </a:moveTo>
                  <a:cubicBezTo>
                    <a:pt x="1209" y="0"/>
                    <a:pt x="1094" y="22"/>
                    <a:pt x="987" y="69"/>
                  </a:cubicBezTo>
                  <a:cubicBezTo>
                    <a:pt x="621" y="136"/>
                    <a:pt x="320" y="336"/>
                    <a:pt x="154" y="603"/>
                  </a:cubicBezTo>
                  <a:cubicBezTo>
                    <a:pt x="0" y="879"/>
                    <a:pt x="185" y="1212"/>
                    <a:pt x="475" y="1212"/>
                  </a:cubicBezTo>
                  <a:cubicBezTo>
                    <a:pt x="501" y="1212"/>
                    <a:pt x="527" y="1209"/>
                    <a:pt x="554" y="1204"/>
                  </a:cubicBezTo>
                  <a:cubicBezTo>
                    <a:pt x="821" y="1170"/>
                    <a:pt x="1021" y="1070"/>
                    <a:pt x="1254" y="1003"/>
                  </a:cubicBezTo>
                  <a:cubicBezTo>
                    <a:pt x="1521" y="970"/>
                    <a:pt x="1755" y="837"/>
                    <a:pt x="1955" y="670"/>
                  </a:cubicBezTo>
                  <a:cubicBezTo>
                    <a:pt x="2022" y="536"/>
                    <a:pt x="2022" y="336"/>
                    <a:pt x="1921" y="203"/>
                  </a:cubicBezTo>
                  <a:cubicBezTo>
                    <a:pt x="1749" y="74"/>
                    <a:pt x="1535" y="0"/>
                    <a:pt x="132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1450;p39">
              <a:extLst>
                <a:ext uri="{FF2B5EF4-FFF2-40B4-BE49-F238E27FC236}">
                  <a16:creationId xmlns:a16="http://schemas.microsoft.com/office/drawing/2014/main" id="{EAAB49C2-B05C-843B-6C8E-0E53BE32EBB5}"/>
                </a:ext>
              </a:extLst>
            </p:cNvPr>
            <p:cNvSpPr/>
            <p:nvPr/>
          </p:nvSpPr>
          <p:spPr>
            <a:xfrm>
              <a:off x="6329778" y="1607241"/>
              <a:ext cx="23946" cy="11688"/>
            </a:xfrm>
            <a:custGeom>
              <a:avLst/>
              <a:gdLst/>
              <a:ahLst/>
              <a:cxnLst/>
              <a:rect l="l" t="t" r="r" b="b"/>
              <a:pathLst>
                <a:path w="1135" h="554" extrusionOk="0">
                  <a:moveTo>
                    <a:pt x="1108" y="0"/>
                  </a:moveTo>
                  <a:cubicBezTo>
                    <a:pt x="1104" y="0"/>
                    <a:pt x="1101" y="4"/>
                    <a:pt x="1101" y="14"/>
                  </a:cubicBezTo>
                  <a:cubicBezTo>
                    <a:pt x="968" y="147"/>
                    <a:pt x="834" y="314"/>
                    <a:pt x="634" y="347"/>
                  </a:cubicBezTo>
                  <a:cubicBezTo>
                    <a:pt x="434" y="347"/>
                    <a:pt x="234" y="314"/>
                    <a:pt x="34" y="214"/>
                  </a:cubicBezTo>
                  <a:cubicBezTo>
                    <a:pt x="34" y="214"/>
                    <a:pt x="0" y="214"/>
                    <a:pt x="0" y="247"/>
                  </a:cubicBezTo>
                  <a:cubicBezTo>
                    <a:pt x="146" y="452"/>
                    <a:pt x="369" y="554"/>
                    <a:pt x="601" y="554"/>
                  </a:cubicBezTo>
                  <a:cubicBezTo>
                    <a:pt x="634" y="554"/>
                    <a:pt x="667" y="552"/>
                    <a:pt x="701" y="548"/>
                  </a:cubicBezTo>
                  <a:cubicBezTo>
                    <a:pt x="934" y="481"/>
                    <a:pt x="1101" y="281"/>
                    <a:pt x="1134" y="47"/>
                  </a:cubicBezTo>
                  <a:cubicBezTo>
                    <a:pt x="1134" y="24"/>
                    <a:pt x="1118" y="0"/>
                    <a:pt x="11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1451;p39">
              <a:extLst>
                <a:ext uri="{FF2B5EF4-FFF2-40B4-BE49-F238E27FC236}">
                  <a16:creationId xmlns:a16="http://schemas.microsoft.com/office/drawing/2014/main" id="{9129EEEA-7879-47F9-E7E1-E4A6A640FEC4}"/>
                </a:ext>
              </a:extLst>
            </p:cNvPr>
            <p:cNvSpPr/>
            <p:nvPr/>
          </p:nvSpPr>
          <p:spPr>
            <a:xfrm>
              <a:off x="6272076" y="1448820"/>
              <a:ext cx="68272" cy="143948"/>
            </a:xfrm>
            <a:custGeom>
              <a:avLst/>
              <a:gdLst/>
              <a:ahLst/>
              <a:cxnLst/>
              <a:rect l="l" t="t" r="r" b="b"/>
              <a:pathLst>
                <a:path w="3236" h="6823" extrusionOk="0">
                  <a:moveTo>
                    <a:pt x="617" y="1"/>
                  </a:moveTo>
                  <a:cubicBezTo>
                    <a:pt x="592" y="1"/>
                    <a:pt x="567" y="17"/>
                    <a:pt x="567" y="51"/>
                  </a:cubicBezTo>
                  <a:cubicBezTo>
                    <a:pt x="133" y="1885"/>
                    <a:pt x="67" y="3920"/>
                    <a:pt x="0" y="5755"/>
                  </a:cubicBezTo>
                  <a:cubicBezTo>
                    <a:pt x="0" y="5807"/>
                    <a:pt x="38" y="5827"/>
                    <a:pt x="98" y="5827"/>
                  </a:cubicBezTo>
                  <a:cubicBezTo>
                    <a:pt x="311" y="5827"/>
                    <a:pt x="804" y="5573"/>
                    <a:pt x="934" y="5521"/>
                  </a:cubicBezTo>
                  <a:lnTo>
                    <a:pt x="934" y="5521"/>
                  </a:lnTo>
                  <a:cubicBezTo>
                    <a:pt x="934" y="5521"/>
                    <a:pt x="901" y="6155"/>
                    <a:pt x="934" y="6589"/>
                  </a:cubicBezTo>
                  <a:lnTo>
                    <a:pt x="934" y="6622"/>
                  </a:lnTo>
                  <a:cubicBezTo>
                    <a:pt x="934" y="6656"/>
                    <a:pt x="934" y="6656"/>
                    <a:pt x="934" y="6689"/>
                  </a:cubicBezTo>
                  <a:cubicBezTo>
                    <a:pt x="934" y="6756"/>
                    <a:pt x="967" y="6789"/>
                    <a:pt x="1034" y="6822"/>
                  </a:cubicBezTo>
                  <a:lnTo>
                    <a:pt x="1301" y="6822"/>
                  </a:lnTo>
                  <a:cubicBezTo>
                    <a:pt x="1501" y="6822"/>
                    <a:pt x="1735" y="6822"/>
                    <a:pt x="1968" y="6756"/>
                  </a:cubicBezTo>
                  <a:cubicBezTo>
                    <a:pt x="2468" y="6656"/>
                    <a:pt x="2935" y="6322"/>
                    <a:pt x="3202" y="5888"/>
                  </a:cubicBezTo>
                  <a:cubicBezTo>
                    <a:pt x="3236" y="5855"/>
                    <a:pt x="3169" y="5822"/>
                    <a:pt x="3136" y="5822"/>
                  </a:cubicBezTo>
                  <a:cubicBezTo>
                    <a:pt x="2662" y="6266"/>
                    <a:pt x="2056" y="6500"/>
                    <a:pt x="1436" y="6500"/>
                  </a:cubicBezTo>
                  <a:cubicBezTo>
                    <a:pt x="1358" y="6500"/>
                    <a:pt x="1279" y="6496"/>
                    <a:pt x="1201" y="6489"/>
                  </a:cubicBezTo>
                  <a:cubicBezTo>
                    <a:pt x="1201" y="6322"/>
                    <a:pt x="1301" y="5054"/>
                    <a:pt x="1268" y="5054"/>
                  </a:cubicBezTo>
                  <a:lnTo>
                    <a:pt x="1268" y="5054"/>
                  </a:lnTo>
                  <a:cubicBezTo>
                    <a:pt x="934" y="5121"/>
                    <a:pt x="634" y="5221"/>
                    <a:pt x="367" y="5355"/>
                  </a:cubicBezTo>
                  <a:cubicBezTo>
                    <a:pt x="400" y="3587"/>
                    <a:pt x="667" y="1819"/>
                    <a:pt x="667" y="51"/>
                  </a:cubicBezTo>
                  <a:cubicBezTo>
                    <a:pt x="667" y="17"/>
                    <a:pt x="642" y="1"/>
                    <a:pt x="6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1452;p39">
              <a:extLst>
                <a:ext uri="{FF2B5EF4-FFF2-40B4-BE49-F238E27FC236}">
                  <a16:creationId xmlns:a16="http://schemas.microsoft.com/office/drawing/2014/main" id="{DCBA34D0-6929-33F4-739A-ADC840525D90}"/>
                </a:ext>
              </a:extLst>
            </p:cNvPr>
            <p:cNvSpPr/>
            <p:nvPr/>
          </p:nvSpPr>
          <p:spPr>
            <a:xfrm>
              <a:off x="6304439" y="1572325"/>
              <a:ext cx="41541" cy="30634"/>
            </a:xfrm>
            <a:custGeom>
              <a:avLst/>
              <a:gdLst/>
              <a:ahLst/>
              <a:cxnLst/>
              <a:rect l="l" t="t" r="r" b="b"/>
              <a:pathLst>
                <a:path w="1969" h="1452" extrusionOk="0">
                  <a:moveTo>
                    <a:pt x="1668" y="1"/>
                  </a:moveTo>
                  <a:cubicBezTo>
                    <a:pt x="1201" y="401"/>
                    <a:pt x="601" y="668"/>
                    <a:pt x="0" y="735"/>
                  </a:cubicBezTo>
                  <a:cubicBezTo>
                    <a:pt x="234" y="1035"/>
                    <a:pt x="568" y="1269"/>
                    <a:pt x="901" y="1402"/>
                  </a:cubicBezTo>
                  <a:cubicBezTo>
                    <a:pt x="1001" y="1435"/>
                    <a:pt x="1110" y="1452"/>
                    <a:pt x="1218" y="1452"/>
                  </a:cubicBezTo>
                  <a:cubicBezTo>
                    <a:pt x="1326" y="1452"/>
                    <a:pt x="1435" y="1435"/>
                    <a:pt x="1535" y="1402"/>
                  </a:cubicBezTo>
                  <a:cubicBezTo>
                    <a:pt x="1969" y="1269"/>
                    <a:pt x="1969" y="868"/>
                    <a:pt x="1868" y="535"/>
                  </a:cubicBezTo>
                  <a:cubicBezTo>
                    <a:pt x="1802" y="335"/>
                    <a:pt x="1735" y="168"/>
                    <a:pt x="166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1453;p39">
              <a:extLst>
                <a:ext uri="{FF2B5EF4-FFF2-40B4-BE49-F238E27FC236}">
                  <a16:creationId xmlns:a16="http://schemas.microsoft.com/office/drawing/2014/main" id="{962E22E1-5335-E9E6-A59C-6D3A0CB5784E}"/>
                </a:ext>
              </a:extLst>
            </p:cNvPr>
            <p:cNvSpPr/>
            <p:nvPr/>
          </p:nvSpPr>
          <p:spPr>
            <a:xfrm>
              <a:off x="6323448" y="1583591"/>
              <a:ext cx="22532" cy="19557"/>
            </a:xfrm>
            <a:custGeom>
              <a:avLst/>
              <a:gdLst/>
              <a:ahLst/>
              <a:cxnLst/>
              <a:rect l="l" t="t" r="r" b="b"/>
              <a:pathLst>
                <a:path w="1068" h="927" extrusionOk="0">
                  <a:moveTo>
                    <a:pt x="967" y="1"/>
                  </a:moveTo>
                  <a:lnTo>
                    <a:pt x="967" y="1"/>
                  </a:lnTo>
                  <a:cubicBezTo>
                    <a:pt x="467" y="34"/>
                    <a:pt x="67" y="401"/>
                    <a:pt x="0" y="901"/>
                  </a:cubicBezTo>
                  <a:cubicBezTo>
                    <a:pt x="100" y="918"/>
                    <a:pt x="209" y="926"/>
                    <a:pt x="317" y="926"/>
                  </a:cubicBezTo>
                  <a:cubicBezTo>
                    <a:pt x="425" y="926"/>
                    <a:pt x="534" y="918"/>
                    <a:pt x="634" y="901"/>
                  </a:cubicBezTo>
                  <a:cubicBezTo>
                    <a:pt x="1068" y="768"/>
                    <a:pt x="1068" y="368"/>
                    <a:pt x="967" y="1"/>
                  </a:cubicBezTo>
                  <a:close/>
                </a:path>
              </a:pathLst>
            </a:custGeom>
            <a:solidFill>
              <a:srgbClr val="FF98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1454;p39">
              <a:extLst>
                <a:ext uri="{FF2B5EF4-FFF2-40B4-BE49-F238E27FC236}">
                  <a16:creationId xmlns:a16="http://schemas.microsoft.com/office/drawing/2014/main" id="{67E6F8B8-9007-5030-E4E5-6BE588F7F580}"/>
                </a:ext>
              </a:extLst>
            </p:cNvPr>
            <p:cNvSpPr/>
            <p:nvPr/>
          </p:nvSpPr>
          <p:spPr>
            <a:xfrm>
              <a:off x="6419864" y="1299977"/>
              <a:ext cx="64748" cy="172451"/>
            </a:xfrm>
            <a:custGeom>
              <a:avLst/>
              <a:gdLst/>
              <a:ahLst/>
              <a:cxnLst/>
              <a:rect l="l" t="t" r="r" b="b"/>
              <a:pathLst>
                <a:path w="3069" h="8174" extrusionOk="0">
                  <a:moveTo>
                    <a:pt x="0" y="1"/>
                  </a:moveTo>
                  <a:lnTo>
                    <a:pt x="0" y="1"/>
                  </a:lnTo>
                  <a:cubicBezTo>
                    <a:pt x="33" y="901"/>
                    <a:pt x="234" y="4771"/>
                    <a:pt x="767" y="5505"/>
                  </a:cubicBezTo>
                  <a:cubicBezTo>
                    <a:pt x="1301" y="6239"/>
                    <a:pt x="2535" y="8073"/>
                    <a:pt x="3069" y="8173"/>
                  </a:cubicBezTo>
                  <a:cubicBezTo>
                    <a:pt x="3069" y="5838"/>
                    <a:pt x="2769" y="3537"/>
                    <a:pt x="2202" y="2369"/>
                  </a:cubicBezTo>
                  <a:cubicBezTo>
                    <a:pt x="1701" y="1402"/>
                    <a:pt x="934" y="568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1455;p39">
              <a:extLst>
                <a:ext uri="{FF2B5EF4-FFF2-40B4-BE49-F238E27FC236}">
                  <a16:creationId xmlns:a16="http://schemas.microsoft.com/office/drawing/2014/main" id="{6D86F1A4-2773-4275-8976-64EEF8B2CB00}"/>
                </a:ext>
              </a:extLst>
            </p:cNvPr>
            <p:cNvSpPr/>
            <p:nvPr/>
          </p:nvSpPr>
          <p:spPr>
            <a:xfrm>
              <a:off x="6276527" y="1346814"/>
              <a:ext cx="101584" cy="40950"/>
            </a:xfrm>
            <a:custGeom>
              <a:avLst/>
              <a:gdLst/>
              <a:ahLst/>
              <a:cxnLst/>
              <a:rect l="l" t="t" r="r" b="b"/>
              <a:pathLst>
                <a:path w="4815" h="1941" extrusionOk="0">
                  <a:moveTo>
                    <a:pt x="4775" y="1"/>
                  </a:moveTo>
                  <a:cubicBezTo>
                    <a:pt x="4767" y="1"/>
                    <a:pt x="4759" y="5"/>
                    <a:pt x="4759" y="16"/>
                  </a:cubicBezTo>
                  <a:cubicBezTo>
                    <a:pt x="4392" y="916"/>
                    <a:pt x="3558" y="1583"/>
                    <a:pt x="2591" y="1717"/>
                  </a:cubicBezTo>
                  <a:cubicBezTo>
                    <a:pt x="2441" y="1744"/>
                    <a:pt x="2289" y="1757"/>
                    <a:pt x="2139" y="1757"/>
                  </a:cubicBezTo>
                  <a:cubicBezTo>
                    <a:pt x="1354" y="1757"/>
                    <a:pt x="588" y="1404"/>
                    <a:pt x="56" y="816"/>
                  </a:cubicBezTo>
                  <a:cubicBezTo>
                    <a:pt x="45" y="805"/>
                    <a:pt x="34" y="801"/>
                    <a:pt x="25" y="801"/>
                  </a:cubicBezTo>
                  <a:cubicBezTo>
                    <a:pt x="8" y="801"/>
                    <a:pt x="0" y="816"/>
                    <a:pt x="23" y="816"/>
                  </a:cubicBezTo>
                  <a:cubicBezTo>
                    <a:pt x="551" y="1521"/>
                    <a:pt x="1389" y="1941"/>
                    <a:pt x="2264" y="1941"/>
                  </a:cubicBezTo>
                  <a:cubicBezTo>
                    <a:pt x="2384" y="1941"/>
                    <a:pt x="2504" y="1933"/>
                    <a:pt x="2624" y="1917"/>
                  </a:cubicBezTo>
                  <a:cubicBezTo>
                    <a:pt x="3658" y="1750"/>
                    <a:pt x="4492" y="1016"/>
                    <a:pt x="4793" y="16"/>
                  </a:cubicBezTo>
                  <a:cubicBezTo>
                    <a:pt x="4815" y="16"/>
                    <a:pt x="4793" y="1"/>
                    <a:pt x="477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1456;p39">
              <a:extLst>
                <a:ext uri="{FF2B5EF4-FFF2-40B4-BE49-F238E27FC236}">
                  <a16:creationId xmlns:a16="http://schemas.microsoft.com/office/drawing/2014/main" id="{9C4BD21B-8D1C-2272-2FE4-D6853226DA52}"/>
                </a:ext>
              </a:extLst>
            </p:cNvPr>
            <p:cNvSpPr/>
            <p:nvPr/>
          </p:nvSpPr>
          <p:spPr>
            <a:xfrm>
              <a:off x="6269460" y="1219047"/>
              <a:ext cx="154645" cy="85487"/>
            </a:xfrm>
            <a:custGeom>
              <a:avLst/>
              <a:gdLst/>
              <a:ahLst/>
              <a:cxnLst/>
              <a:rect l="l" t="t" r="r" b="b"/>
              <a:pathLst>
                <a:path w="7330" h="4052" extrusionOk="0">
                  <a:moveTo>
                    <a:pt x="3226" y="1"/>
                  </a:moveTo>
                  <a:cubicBezTo>
                    <a:pt x="1759" y="1"/>
                    <a:pt x="458" y="668"/>
                    <a:pt x="24" y="1669"/>
                  </a:cubicBezTo>
                  <a:cubicBezTo>
                    <a:pt x="1" y="1692"/>
                    <a:pt x="57" y="1730"/>
                    <a:pt x="105" y="1730"/>
                  </a:cubicBezTo>
                  <a:cubicBezTo>
                    <a:pt x="127" y="1730"/>
                    <a:pt x="147" y="1723"/>
                    <a:pt x="157" y="1702"/>
                  </a:cubicBezTo>
                  <a:cubicBezTo>
                    <a:pt x="491" y="1135"/>
                    <a:pt x="1025" y="735"/>
                    <a:pt x="1625" y="501"/>
                  </a:cubicBezTo>
                  <a:cubicBezTo>
                    <a:pt x="2109" y="327"/>
                    <a:pt x="2612" y="241"/>
                    <a:pt x="3112" y="241"/>
                  </a:cubicBezTo>
                  <a:cubicBezTo>
                    <a:pt x="3956" y="241"/>
                    <a:pt x="4795" y="486"/>
                    <a:pt x="5528" y="968"/>
                  </a:cubicBezTo>
                  <a:cubicBezTo>
                    <a:pt x="6595" y="1602"/>
                    <a:pt x="7229" y="2769"/>
                    <a:pt x="7162" y="4037"/>
                  </a:cubicBezTo>
                  <a:cubicBezTo>
                    <a:pt x="7162" y="4037"/>
                    <a:pt x="7192" y="4052"/>
                    <a:pt x="7212" y="4052"/>
                  </a:cubicBezTo>
                  <a:cubicBezTo>
                    <a:pt x="7222" y="4052"/>
                    <a:pt x="7229" y="4048"/>
                    <a:pt x="7229" y="4037"/>
                  </a:cubicBezTo>
                  <a:cubicBezTo>
                    <a:pt x="7329" y="3336"/>
                    <a:pt x="7229" y="2636"/>
                    <a:pt x="6896" y="2002"/>
                  </a:cubicBezTo>
                  <a:cubicBezTo>
                    <a:pt x="6295" y="901"/>
                    <a:pt x="4827" y="34"/>
                    <a:pt x="32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1457;p39">
              <a:extLst>
                <a:ext uri="{FF2B5EF4-FFF2-40B4-BE49-F238E27FC236}">
                  <a16:creationId xmlns:a16="http://schemas.microsoft.com/office/drawing/2014/main" id="{6228DB87-4E69-6412-AE25-DCE47B7CD148}"/>
                </a:ext>
              </a:extLst>
            </p:cNvPr>
            <p:cNvSpPr/>
            <p:nvPr/>
          </p:nvSpPr>
          <p:spPr>
            <a:xfrm>
              <a:off x="6126250" y="1242824"/>
              <a:ext cx="114876" cy="145636"/>
            </a:xfrm>
            <a:custGeom>
              <a:avLst/>
              <a:gdLst/>
              <a:ahLst/>
              <a:cxnLst/>
              <a:rect l="l" t="t" r="r" b="b"/>
              <a:pathLst>
                <a:path w="5445" h="6903" extrusionOk="0">
                  <a:moveTo>
                    <a:pt x="4173" y="1"/>
                  </a:moveTo>
                  <a:cubicBezTo>
                    <a:pt x="3482" y="1"/>
                    <a:pt x="2819" y="108"/>
                    <a:pt x="2209" y="508"/>
                  </a:cubicBezTo>
                  <a:cubicBezTo>
                    <a:pt x="1508" y="942"/>
                    <a:pt x="974" y="1609"/>
                    <a:pt x="708" y="2410"/>
                  </a:cubicBezTo>
                  <a:cubicBezTo>
                    <a:pt x="1" y="4728"/>
                    <a:pt x="1810" y="6902"/>
                    <a:pt x="4003" y="6902"/>
                  </a:cubicBezTo>
                  <a:cubicBezTo>
                    <a:pt x="4397" y="6902"/>
                    <a:pt x="4804" y="6832"/>
                    <a:pt x="5211" y="6679"/>
                  </a:cubicBezTo>
                  <a:cubicBezTo>
                    <a:pt x="5244" y="6679"/>
                    <a:pt x="5211" y="6613"/>
                    <a:pt x="5177" y="6613"/>
                  </a:cubicBezTo>
                  <a:cubicBezTo>
                    <a:pt x="4828" y="6729"/>
                    <a:pt x="4469" y="6785"/>
                    <a:pt x="4112" y="6785"/>
                  </a:cubicBezTo>
                  <a:cubicBezTo>
                    <a:pt x="3547" y="6785"/>
                    <a:pt x="2986" y="6645"/>
                    <a:pt x="2476" y="6379"/>
                  </a:cubicBezTo>
                  <a:cubicBezTo>
                    <a:pt x="1008" y="5512"/>
                    <a:pt x="407" y="3710"/>
                    <a:pt x="1041" y="2176"/>
                  </a:cubicBezTo>
                  <a:cubicBezTo>
                    <a:pt x="1341" y="1409"/>
                    <a:pt x="1908" y="808"/>
                    <a:pt x="2642" y="475"/>
                  </a:cubicBezTo>
                  <a:cubicBezTo>
                    <a:pt x="3206" y="172"/>
                    <a:pt x="3811" y="79"/>
                    <a:pt x="4422" y="79"/>
                  </a:cubicBezTo>
                  <a:cubicBezTo>
                    <a:pt x="4752" y="79"/>
                    <a:pt x="5084" y="106"/>
                    <a:pt x="5411" y="141"/>
                  </a:cubicBezTo>
                  <a:cubicBezTo>
                    <a:pt x="5444" y="141"/>
                    <a:pt x="5444" y="75"/>
                    <a:pt x="5411" y="75"/>
                  </a:cubicBezTo>
                  <a:cubicBezTo>
                    <a:pt x="4992" y="38"/>
                    <a:pt x="4578" y="1"/>
                    <a:pt x="41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1458;p39">
              <a:extLst>
                <a:ext uri="{FF2B5EF4-FFF2-40B4-BE49-F238E27FC236}">
                  <a16:creationId xmlns:a16="http://schemas.microsoft.com/office/drawing/2014/main" id="{3170B814-D884-0271-E7D7-8A6428C28E3A}"/>
                </a:ext>
              </a:extLst>
            </p:cNvPr>
            <p:cNvSpPr/>
            <p:nvPr/>
          </p:nvSpPr>
          <p:spPr>
            <a:xfrm>
              <a:off x="6134837" y="1231368"/>
              <a:ext cx="374417" cy="158168"/>
            </a:xfrm>
            <a:custGeom>
              <a:avLst/>
              <a:gdLst/>
              <a:ahLst/>
              <a:cxnLst/>
              <a:rect l="l" t="t" r="r" b="b"/>
              <a:pathLst>
                <a:path w="17747" h="7497" extrusionOk="0">
                  <a:moveTo>
                    <a:pt x="9648" y="0"/>
                  </a:moveTo>
                  <a:cubicBezTo>
                    <a:pt x="7897" y="0"/>
                    <a:pt x="6171" y="851"/>
                    <a:pt x="6171" y="851"/>
                  </a:cubicBezTo>
                  <a:cubicBezTo>
                    <a:pt x="6171" y="851"/>
                    <a:pt x="5293" y="367"/>
                    <a:pt x="4180" y="367"/>
                  </a:cubicBezTo>
                  <a:cubicBezTo>
                    <a:pt x="3640" y="367"/>
                    <a:pt x="3046" y="480"/>
                    <a:pt x="2469" y="818"/>
                  </a:cubicBezTo>
                  <a:cubicBezTo>
                    <a:pt x="0" y="2252"/>
                    <a:pt x="367" y="6055"/>
                    <a:pt x="2869" y="7256"/>
                  </a:cubicBezTo>
                  <a:cubicBezTo>
                    <a:pt x="3234" y="7428"/>
                    <a:pt x="3625" y="7496"/>
                    <a:pt x="4016" y="7496"/>
                  </a:cubicBezTo>
                  <a:cubicBezTo>
                    <a:pt x="5515" y="7496"/>
                    <a:pt x="7005" y="6488"/>
                    <a:pt x="7005" y="6488"/>
                  </a:cubicBezTo>
                  <a:cubicBezTo>
                    <a:pt x="7139" y="6508"/>
                    <a:pt x="7976" y="6977"/>
                    <a:pt x="8998" y="6977"/>
                  </a:cubicBezTo>
                  <a:cubicBezTo>
                    <a:pt x="9758" y="6977"/>
                    <a:pt x="10621" y="6717"/>
                    <a:pt x="11375" y="5821"/>
                  </a:cubicBezTo>
                  <a:cubicBezTo>
                    <a:pt x="11375" y="5821"/>
                    <a:pt x="12145" y="6484"/>
                    <a:pt x="13068" y="6484"/>
                  </a:cubicBezTo>
                  <a:cubicBezTo>
                    <a:pt x="13405" y="6484"/>
                    <a:pt x="13763" y="6396"/>
                    <a:pt x="14110" y="6155"/>
                  </a:cubicBezTo>
                  <a:cubicBezTo>
                    <a:pt x="14462" y="6829"/>
                    <a:pt x="15176" y="7246"/>
                    <a:pt x="15932" y="7246"/>
                  </a:cubicBezTo>
                  <a:cubicBezTo>
                    <a:pt x="16036" y="7246"/>
                    <a:pt x="16141" y="7238"/>
                    <a:pt x="16245" y="7222"/>
                  </a:cubicBezTo>
                  <a:cubicBezTo>
                    <a:pt x="16245" y="7222"/>
                    <a:pt x="17746" y="4320"/>
                    <a:pt x="16445" y="2686"/>
                  </a:cubicBezTo>
                  <a:cubicBezTo>
                    <a:pt x="15875" y="1959"/>
                    <a:pt x="14295" y="1878"/>
                    <a:pt x="13621" y="1878"/>
                  </a:cubicBezTo>
                  <a:cubicBezTo>
                    <a:pt x="13429" y="1878"/>
                    <a:pt x="13310" y="1885"/>
                    <a:pt x="13310" y="1885"/>
                  </a:cubicBezTo>
                  <a:cubicBezTo>
                    <a:pt x="12676" y="951"/>
                    <a:pt x="11675" y="317"/>
                    <a:pt x="10541" y="84"/>
                  </a:cubicBezTo>
                  <a:cubicBezTo>
                    <a:pt x="10248" y="25"/>
                    <a:pt x="9948" y="0"/>
                    <a:pt x="96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1459;p39">
              <a:extLst>
                <a:ext uri="{FF2B5EF4-FFF2-40B4-BE49-F238E27FC236}">
                  <a16:creationId xmlns:a16="http://schemas.microsoft.com/office/drawing/2014/main" id="{41A4AD30-3625-8507-427F-DA4C2624686B}"/>
                </a:ext>
              </a:extLst>
            </p:cNvPr>
            <p:cNvSpPr/>
            <p:nvPr/>
          </p:nvSpPr>
          <p:spPr>
            <a:xfrm>
              <a:off x="6450118" y="1441753"/>
              <a:ext cx="86584" cy="113610"/>
            </a:xfrm>
            <a:custGeom>
              <a:avLst/>
              <a:gdLst/>
              <a:ahLst/>
              <a:cxnLst/>
              <a:rect l="l" t="t" r="r" b="b"/>
              <a:pathLst>
                <a:path w="4104" h="5385" extrusionOk="0">
                  <a:moveTo>
                    <a:pt x="2544" y="0"/>
                  </a:moveTo>
                  <a:cubicBezTo>
                    <a:pt x="1358" y="0"/>
                    <a:pt x="134" y="2421"/>
                    <a:pt x="134" y="2421"/>
                  </a:cubicBezTo>
                  <a:lnTo>
                    <a:pt x="0" y="4689"/>
                  </a:lnTo>
                  <a:cubicBezTo>
                    <a:pt x="258" y="5140"/>
                    <a:pt x="738" y="5384"/>
                    <a:pt x="1225" y="5384"/>
                  </a:cubicBezTo>
                  <a:cubicBezTo>
                    <a:pt x="1494" y="5384"/>
                    <a:pt x="1765" y="5310"/>
                    <a:pt x="2002" y="5156"/>
                  </a:cubicBezTo>
                  <a:cubicBezTo>
                    <a:pt x="3269" y="4455"/>
                    <a:pt x="4103" y="519"/>
                    <a:pt x="2836" y="52"/>
                  </a:cubicBezTo>
                  <a:cubicBezTo>
                    <a:pt x="2739" y="17"/>
                    <a:pt x="2642" y="0"/>
                    <a:pt x="2544" y="0"/>
                  </a:cubicBezTo>
                  <a:close/>
                </a:path>
              </a:pathLst>
            </a:custGeom>
            <a:solidFill>
              <a:srgbClr val="F7A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460;p39">
              <a:extLst>
                <a:ext uri="{FF2B5EF4-FFF2-40B4-BE49-F238E27FC236}">
                  <a16:creationId xmlns:a16="http://schemas.microsoft.com/office/drawing/2014/main" id="{AE466DD4-193E-B5E3-8A37-8BAE8A7D9F0F}"/>
                </a:ext>
              </a:extLst>
            </p:cNvPr>
            <p:cNvSpPr/>
            <p:nvPr/>
          </p:nvSpPr>
          <p:spPr>
            <a:xfrm>
              <a:off x="6462080" y="1466078"/>
              <a:ext cx="42955" cy="73778"/>
            </a:xfrm>
            <a:custGeom>
              <a:avLst/>
              <a:gdLst/>
              <a:ahLst/>
              <a:cxnLst/>
              <a:rect l="l" t="t" r="r" b="b"/>
              <a:pathLst>
                <a:path w="2036" h="3497" extrusionOk="0">
                  <a:moveTo>
                    <a:pt x="2035" y="0"/>
                  </a:moveTo>
                  <a:cubicBezTo>
                    <a:pt x="701" y="334"/>
                    <a:pt x="0" y="2168"/>
                    <a:pt x="234" y="3402"/>
                  </a:cubicBezTo>
                  <a:cubicBezTo>
                    <a:pt x="215" y="3461"/>
                    <a:pt x="263" y="3496"/>
                    <a:pt x="313" y="3496"/>
                  </a:cubicBezTo>
                  <a:cubicBezTo>
                    <a:pt x="349" y="3496"/>
                    <a:pt x="387" y="3478"/>
                    <a:pt x="401" y="3436"/>
                  </a:cubicBezTo>
                  <a:cubicBezTo>
                    <a:pt x="467" y="3169"/>
                    <a:pt x="601" y="2869"/>
                    <a:pt x="734" y="2602"/>
                  </a:cubicBezTo>
                  <a:cubicBezTo>
                    <a:pt x="905" y="2346"/>
                    <a:pt x="1173" y="2187"/>
                    <a:pt x="1475" y="2187"/>
                  </a:cubicBezTo>
                  <a:cubicBezTo>
                    <a:pt x="1527" y="2187"/>
                    <a:pt x="1581" y="2192"/>
                    <a:pt x="1635" y="2202"/>
                  </a:cubicBezTo>
                  <a:cubicBezTo>
                    <a:pt x="1635" y="2202"/>
                    <a:pt x="1668" y="2135"/>
                    <a:pt x="1635" y="2135"/>
                  </a:cubicBezTo>
                  <a:cubicBezTo>
                    <a:pt x="1514" y="2064"/>
                    <a:pt x="1380" y="2030"/>
                    <a:pt x="1247" y="2030"/>
                  </a:cubicBezTo>
                  <a:cubicBezTo>
                    <a:pt x="942" y="2030"/>
                    <a:pt x="640" y="2210"/>
                    <a:pt x="501" y="2535"/>
                  </a:cubicBezTo>
                  <a:cubicBezTo>
                    <a:pt x="734" y="1534"/>
                    <a:pt x="1101" y="567"/>
                    <a:pt x="2035" y="33"/>
                  </a:cubicBezTo>
                  <a:cubicBezTo>
                    <a:pt x="2035" y="33"/>
                    <a:pt x="2035" y="0"/>
                    <a:pt x="20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1461;p39">
              <a:extLst>
                <a:ext uri="{FF2B5EF4-FFF2-40B4-BE49-F238E27FC236}">
                  <a16:creationId xmlns:a16="http://schemas.microsoft.com/office/drawing/2014/main" id="{1ED3919A-AAA0-4299-B5F5-63A914ECEEA8}"/>
                </a:ext>
              </a:extLst>
            </p:cNvPr>
            <p:cNvSpPr/>
            <p:nvPr/>
          </p:nvSpPr>
          <p:spPr>
            <a:xfrm>
              <a:off x="6383956" y="1530805"/>
              <a:ext cx="103483" cy="81668"/>
            </a:xfrm>
            <a:custGeom>
              <a:avLst/>
              <a:gdLst/>
              <a:ahLst/>
              <a:cxnLst/>
              <a:rect l="l" t="t" r="r" b="b"/>
              <a:pathLst>
                <a:path w="4905" h="3871" extrusionOk="0">
                  <a:moveTo>
                    <a:pt x="4504" y="1"/>
                  </a:moveTo>
                  <a:lnTo>
                    <a:pt x="2469" y="2403"/>
                  </a:lnTo>
                  <a:lnTo>
                    <a:pt x="1" y="3403"/>
                  </a:lnTo>
                  <a:lnTo>
                    <a:pt x="168" y="3870"/>
                  </a:lnTo>
                  <a:lnTo>
                    <a:pt x="2769" y="2836"/>
                  </a:lnTo>
                  <a:lnTo>
                    <a:pt x="4904" y="334"/>
                  </a:lnTo>
                  <a:lnTo>
                    <a:pt x="450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1462;p39">
              <a:extLst>
                <a:ext uri="{FF2B5EF4-FFF2-40B4-BE49-F238E27FC236}">
                  <a16:creationId xmlns:a16="http://schemas.microsoft.com/office/drawing/2014/main" id="{280CED62-E07D-57BB-765A-C855D5C2A0C6}"/>
                </a:ext>
              </a:extLst>
            </p:cNvPr>
            <p:cNvSpPr/>
            <p:nvPr/>
          </p:nvSpPr>
          <p:spPr>
            <a:xfrm>
              <a:off x="6347563" y="1594920"/>
              <a:ext cx="50085" cy="33250"/>
            </a:xfrm>
            <a:custGeom>
              <a:avLst/>
              <a:gdLst/>
              <a:ahLst/>
              <a:cxnLst/>
              <a:rect l="l" t="t" r="r" b="b"/>
              <a:pathLst>
                <a:path w="2374" h="1576" extrusionOk="0">
                  <a:moveTo>
                    <a:pt x="1324" y="1"/>
                  </a:moveTo>
                  <a:cubicBezTo>
                    <a:pt x="695" y="1"/>
                    <a:pt x="1" y="353"/>
                    <a:pt x="225" y="1065"/>
                  </a:cubicBezTo>
                  <a:cubicBezTo>
                    <a:pt x="333" y="1432"/>
                    <a:pt x="605" y="1575"/>
                    <a:pt x="915" y="1575"/>
                  </a:cubicBezTo>
                  <a:cubicBezTo>
                    <a:pt x="1562" y="1575"/>
                    <a:pt x="2373" y="950"/>
                    <a:pt x="2193" y="431"/>
                  </a:cubicBezTo>
                  <a:cubicBezTo>
                    <a:pt x="2102" y="145"/>
                    <a:pt x="1726" y="1"/>
                    <a:pt x="132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463;p39">
              <a:extLst>
                <a:ext uri="{FF2B5EF4-FFF2-40B4-BE49-F238E27FC236}">
                  <a16:creationId xmlns:a16="http://schemas.microsoft.com/office/drawing/2014/main" id="{C7D8B99A-2D9E-36C3-0FF1-35AF0CACCA92}"/>
                </a:ext>
              </a:extLst>
            </p:cNvPr>
            <p:cNvSpPr/>
            <p:nvPr/>
          </p:nvSpPr>
          <p:spPr>
            <a:xfrm>
              <a:off x="6265029" y="1225651"/>
              <a:ext cx="254077" cy="217220"/>
            </a:xfrm>
            <a:custGeom>
              <a:avLst/>
              <a:gdLst/>
              <a:ahLst/>
              <a:cxnLst/>
              <a:rect l="l" t="t" r="r" b="b"/>
              <a:pathLst>
                <a:path w="12043" h="10296" extrusionOk="0">
                  <a:moveTo>
                    <a:pt x="3805" y="1"/>
                  </a:moveTo>
                  <a:cubicBezTo>
                    <a:pt x="2492" y="1"/>
                    <a:pt x="1171" y="328"/>
                    <a:pt x="0" y="1122"/>
                  </a:cubicBezTo>
                  <a:cubicBezTo>
                    <a:pt x="0" y="1122"/>
                    <a:pt x="756" y="1007"/>
                    <a:pt x="1863" y="1007"/>
                  </a:cubicBezTo>
                  <a:cubicBezTo>
                    <a:pt x="3963" y="1007"/>
                    <a:pt x="7329" y="1421"/>
                    <a:pt x="9207" y="3824"/>
                  </a:cubicBezTo>
                  <a:cubicBezTo>
                    <a:pt x="10408" y="5358"/>
                    <a:pt x="10241" y="10295"/>
                    <a:pt x="10241" y="10295"/>
                  </a:cubicBezTo>
                  <a:lnTo>
                    <a:pt x="11642" y="10195"/>
                  </a:lnTo>
                  <a:cubicBezTo>
                    <a:pt x="11642" y="10195"/>
                    <a:pt x="12042" y="6026"/>
                    <a:pt x="10875" y="3657"/>
                  </a:cubicBezTo>
                  <a:cubicBezTo>
                    <a:pt x="9961" y="1829"/>
                    <a:pt x="6906" y="1"/>
                    <a:pt x="3805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464;p39">
              <a:extLst>
                <a:ext uri="{FF2B5EF4-FFF2-40B4-BE49-F238E27FC236}">
                  <a16:creationId xmlns:a16="http://schemas.microsoft.com/office/drawing/2014/main" id="{B9CA8832-2071-0A1D-5914-72825333022E}"/>
                </a:ext>
              </a:extLst>
            </p:cNvPr>
            <p:cNvSpPr/>
            <p:nvPr/>
          </p:nvSpPr>
          <p:spPr>
            <a:xfrm>
              <a:off x="6424780" y="1404094"/>
              <a:ext cx="147113" cy="164075"/>
            </a:xfrm>
            <a:custGeom>
              <a:avLst/>
              <a:gdLst/>
              <a:ahLst/>
              <a:cxnLst/>
              <a:rect l="l" t="t" r="r" b="b"/>
              <a:pathLst>
                <a:path w="6973" h="7777" extrusionOk="0">
                  <a:moveTo>
                    <a:pt x="3528" y="1"/>
                  </a:moveTo>
                  <a:cubicBezTo>
                    <a:pt x="1676" y="1"/>
                    <a:pt x="166" y="1678"/>
                    <a:pt x="101" y="3772"/>
                  </a:cubicBezTo>
                  <a:cubicBezTo>
                    <a:pt x="1" y="5907"/>
                    <a:pt x="1468" y="7708"/>
                    <a:pt x="3336" y="7775"/>
                  </a:cubicBezTo>
                  <a:cubicBezTo>
                    <a:pt x="3372" y="7776"/>
                    <a:pt x="3408" y="7777"/>
                    <a:pt x="3444" y="7777"/>
                  </a:cubicBezTo>
                  <a:cubicBezTo>
                    <a:pt x="5297" y="7777"/>
                    <a:pt x="6807" y="6100"/>
                    <a:pt x="6872" y="4005"/>
                  </a:cubicBezTo>
                  <a:cubicBezTo>
                    <a:pt x="6972" y="1871"/>
                    <a:pt x="5504" y="69"/>
                    <a:pt x="3636" y="3"/>
                  </a:cubicBezTo>
                  <a:cubicBezTo>
                    <a:pt x="3600" y="1"/>
                    <a:pt x="3564" y="1"/>
                    <a:pt x="3528" y="1"/>
                  </a:cubicBez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1465;p39">
              <a:extLst>
                <a:ext uri="{FF2B5EF4-FFF2-40B4-BE49-F238E27FC236}">
                  <a16:creationId xmlns:a16="http://schemas.microsoft.com/office/drawing/2014/main" id="{2B1F3819-A3D4-74B0-70E4-3ADCBD7B76B9}"/>
                </a:ext>
              </a:extLst>
            </p:cNvPr>
            <p:cNvSpPr/>
            <p:nvPr/>
          </p:nvSpPr>
          <p:spPr>
            <a:xfrm>
              <a:off x="6445898" y="1410423"/>
              <a:ext cx="131627" cy="147197"/>
            </a:xfrm>
            <a:custGeom>
              <a:avLst/>
              <a:gdLst/>
              <a:ahLst/>
              <a:cxnLst/>
              <a:rect l="l" t="t" r="r" b="b"/>
              <a:pathLst>
                <a:path w="6239" h="6977" extrusionOk="0">
                  <a:moveTo>
                    <a:pt x="3164" y="1"/>
                  </a:moveTo>
                  <a:cubicBezTo>
                    <a:pt x="1540" y="1"/>
                    <a:pt x="132" y="1510"/>
                    <a:pt x="67" y="3372"/>
                  </a:cubicBezTo>
                  <a:cubicBezTo>
                    <a:pt x="0" y="5307"/>
                    <a:pt x="1335" y="6908"/>
                    <a:pt x="3002" y="6974"/>
                  </a:cubicBezTo>
                  <a:cubicBezTo>
                    <a:pt x="3038" y="6976"/>
                    <a:pt x="3074" y="6977"/>
                    <a:pt x="3109" y="6977"/>
                  </a:cubicBezTo>
                  <a:cubicBezTo>
                    <a:pt x="4731" y="6977"/>
                    <a:pt x="6106" y="5499"/>
                    <a:pt x="6171" y="3605"/>
                  </a:cubicBezTo>
                  <a:cubicBezTo>
                    <a:pt x="6238" y="1671"/>
                    <a:pt x="4937" y="70"/>
                    <a:pt x="3269" y="3"/>
                  </a:cubicBezTo>
                  <a:cubicBezTo>
                    <a:pt x="3234" y="1"/>
                    <a:pt x="3199" y="1"/>
                    <a:pt x="3164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1466;p39">
              <a:extLst>
                <a:ext uri="{FF2B5EF4-FFF2-40B4-BE49-F238E27FC236}">
                  <a16:creationId xmlns:a16="http://schemas.microsoft.com/office/drawing/2014/main" id="{54843628-08B2-98C0-DF30-CD94248513FB}"/>
                </a:ext>
              </a:extLst>
            </p:cNvPr>
            <p:cNvSpPr/>
            <p:nvPr/>
          </p:nvSpPr>
          <p:spPr>
            <a:xfrm>
              <a:off x="6293891" y="1726105"/>
              <a:ext cx="207620" cy="127534"/>
            </a:xfrm>
            <a:custGeom>
              <a:avLst/>
              <a:gdLst/>
              <a:ahLst/>
              <a:cxnLst/>
              <a:rect l="l" t="t" r="r" b="b"/>
              <a:pathLst>
                <a:path w="9841" h="6045" extrusionOk="0">
                  <a:moveTo>
                    <a:pt x="584" y="1"/>
                  </a:moveTo>
                  <a:cubicBezTo>
                    <a:pt x="559" y="1"/>
                    <a:pt x="534" y="17"/>
                    <a:pt x="534" y="51"/>
                  </a:cubicBezTo>
                  <a:cubicBezTo>
                    <a:pt x="267" y="2052"/>
                    <a:pt x="0" y="5121"/>
                    <a:pt x="1835" y="5788"/>
                  </a:cubicBezTo>
                  <a:cubicBezTo>
                    <a:pt x="2305" y="5965"/>
                    <a:pt x="2771" y="6044"/>
                    <a:pt x="3227" y="6044"/>
                  </a:cubicBezTo>
                  <a:cubicBezTo>
                    <a:pt x="4748" y="6044"/>
                    <a:pt x="6161" y="5164"/>
                    <a:pt x="7239" y="4087"/>
                  </a:cubicBezTo>
                  <a:cubicBezTo>
                    <a:pt x="8239" y="3119"/>
                    <a:pt x="9107" y="2052"/>
                    <a:pt x="9840" y="884"/>
                  </a:cubicBezTo>
                  <a:cubicBezTo>
                    <a:pt x="9840" y="861"/>
                    <a:pt x="9824" y="837"/>
                    <a:pt x="9814" y="837"/>
                  </a:cubicBezTo>
                  <a:cubicBezTo>
                    <a:pt x="9810" y="837"/>
                    <a:pt x="9807" y="841"/>
                    <a:pt x="9807" y="851"/>
                  </a:cubicBezTo>
                  <a:cubicBezTo>
                    <a:pt x="8940" y="1885"/>
                    <a:pt x="8039" y="2919"/>
                    <a:pt x="7072" y="3887"/>
                  </a:cubicBezTo>
                  <a:cubicBezTo>
                    <a:pt x="6138" y="4754"/>
                    <a:pt x="4970" y="5554"/>
                    <a:pt x="3736" y="5688"/>
                  </a:cubicBezTo>
                  <a:cubicBezTo>
                    <a:pt x="3575" y="5701"/>
                    <a:pt x="3414" y="5708"/>
                    <a:pt x="3255" y="5708"/>
                  </a:cubicBezTo>
                  <a:cubicBezTo>
                    <a:pt x="2167" y="5708"/>
                    <a:pt x="1175" y="5363"/>
                    <a:pt x="767" y="4053"/>
                  </a:cubicBezTo>
                  <a:cubicBezTo>
                    <a:pt x="400" y="2853"/>
                    <a:pt x="434" y="1585"/>
                    <a:pt x="634" y="51"/>
                  </a:cubicBezTo>
                  <a:cubicBezTo>
                    <a:pt x="634" y="17"/>
                    <a:pt x="609" y="1"/>
                    <a:pt x="5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1467;p39">
              <a:extLst>
                <a:ext uri="{FF2B5EF4-FFF2-40B4-BE49-F238E27FC236}">
                  <a16:creationId xmlns:a16="http://schemas.microsoft.com/office/drawing/2014/main" id="{3F9CA026-F07D-6DE2-62D1-AE1ECB088748}"/>
                </a:ext>
              </a:extLst>
            </p:cNvPr>
            <p:cNvSpPr/>
            <p:nvPr/>
          </p:nvSpPr>
          <p:spPr>
            <a:xfrm>
              <a:off x="5938482" y="2706780"/>
              <a:ext cx="782591" cy="35212"/>
            </a:xfrm>
            <a:custGeom>
              <a:avLst/>
              <a:gdLst/>
              <a:ahLst/>
              <a:cxnLst/>
              <a:rect l="l" t="t" r="r" b="b"/>
              <a:pathLst>
                <a:path w="37094" h="1669" extrusionOk="0">
                  <a:moveTo>
                    <a:pt x="1" y="1"/>
                  </a:moveTo>
                  <a:lnTo>
                    <a:pt x="1" y="1669"/>
                  </a:lnTo>
                  <a:lnTo>
                    <a:pt x="37094" y="1669"/>
                  </a:lnTo>
                  <a:lnTo>
                    <a:pt x="37094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1468;p39">
              <a:extLst>
                <a:ext uri="{FF2B5EF4-FFF2-40B4-BE49-F238E27FC236}">
                  <a16:creationId xmlns:a16="http://schemas.microsoft.com/office/drawing/2014/main" id="{6485B09D-B5B4-93E3-CE2B-D2D1A944F7FB}"/>
                </a:ext>
              </a:extLst>
            </p:cNvPr>
            <p:cNvSpPr/>
            <p:nvPr/>
          </p:nvSpPr>
          <p:spPr>
            <a:xfrm>
              <a:off x="5939200" y="2706780"/>
              <a:ext cx="641132" cy="35212"/>
            </a:xfrm>
            <a:custGeom>
              <a:avLst/>
              <a:gdLst/>
              <a:ahLst/>
              <a:cxnLst/>
              <a:rect l="l" t="t" r="r" b="b"/>
              <a:pathLst>
                <a:path w="30389" h="1669" extrusionOk="0">
                  <a:moveTo>
                    <a:pt x="0" y="1"/>
                  </a:moveTo>
                  <a:lnTo>
                    <a:pt x="0" y="1669"/>
                  </a:lnTo>
                  <a:lnTo>
                    <a:pt x="30388" y="1669"/>
                  </a:lnTo>
                  <a:lnTo>
                    <a:pt x="29121" y="1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1469;p39">
              <a:extLst>
                <a:ext uri="{FF2B5EF4-FFF2-40B4-BE49-F238E27FC236}">
                  <a16:creationId xmlns:a16="http://schemas.microsoft.com/office/drawing/2014/main" id="{2DB57B4B-8937-7608-4855-56796B3DF247}"/>
                </a:ext>
              </a:extLst>
            </p:cNvPr>
            <p:cNvSpPr/>
            <p:nvPr/>
          </p:nvSpPr>
          <p:spPr>
            <a:xfrm>
              <a:off x="5694279" y="2224006"/>
              <a:ext cx="826241" cy="517986"/>
            </a:xfrm>
            <a:custGeom>
              <a:avLst/>
              <a:gdLst/>
              <a:ahLst/>
              <a:cxnLst/>
              <a:rect l="l" t="t" r="r" b="b"/>
              <a:pathLst>
                <a:path w="39163" h="24552" extrusionOk="0">
                  <a:moveTo>
                    <a:pt x="1" y="1"/>
                  </a:moveTo>
                  <a:lnTo>
                    <a:pt x="3003" y="24552"/>
                  </a:lnTo>
                  <a:lnTo>
                    <a:pt x="39162" y="24552"/>
                  </a:lnTo>
                  <a:lnTo>
                    <a:pt x="36160" y="1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1470;p39">
              <a:extLst>
                <a:ext uri="{FF2B5EF4-FFF2-40B4-BE49-F238E27FC236}">
                  <a16:creationId xmlns:a16="http://schemas.microsoft.com/office/drawing/2014/main" id="{19226B68-38BF-48C9-C0C1-D5C1C4AD68F0}"/>
                </a:ext>
              </a:extLst>
            </p:cNvPr>
            <p:cNvSpPr/>
            <p:nvPr/>
          </p:nvSpPr>
          <p:spPr>
            <a:xfrm>
              <a:off x="6060236" y="2436542"/>
              <a:ext cx="94327" cy="92913"/>
            </a:xfrm>
            <a:custGeom>
              <a:avLst/>
              <a:gdLst/>
              <a:ahLst/>
              <a:cxnLst/>
              <a:rect l="l" t="t" r="r" b="b"/>
              <a:pathLst>
                <a:path w="4471" h="4404" extrusionOk="0">
                  <a:moveTo>
                    <a:pt x="2202" y="1"/>
                  </a:moveTo>
                  <a:cubicBezTo>
                    <a:pt x="968" y="1"/>
                    <a:pt x="1" y="1001"/>
                    <a:pt x="34" y="2202"/>
                  </a:cubicBezTo>
                  <a:cubicBezTo>
                    <a:pt x="67" y="3436"/>
                    <a:pt x="1035" y="4404"/>
                    <a:pt x="2269" y="4404"/>
                  </a:cubicBezTo>
                  <a:cubicBezTo>
                    <a:pt x="3470" y="4404"/>
                    <a:pt x="4470" y="3403"/>
                    <a:pt x="4437" y="2202"/>
                  </a:cubicBezTo>
                  <a:cubicBezTo>
                    <a:pt x="4404" y="968"/>
                    <a:pt x="3403" y="1"/>
                    <a:pt x="22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1471;p39">
              <a:extLst>
                <a:ext uri="{FF2B5EF4-FFF2-40B4-BE49-F238E27FC236}">
                  <a16:creationId xmlns:a16="http://schemas.microsoft.com/office/drawing/2014/main" id="{DC248F09-0D49-4425-3A99-4B0CC975FC40}"/>
                </a:ext>
              </a:extLst>
            </p:cNvPr>
            <p:cNvSpPr/>
            <p:nvPr/>
          </p:nvSpPr>
          <p:spPr>
            <a:xfrm>
              <a:off x="7459296" y="2810242"/>
              <a:ext cx="815672" cy="104876"/>
            </a:xfrm>
            <a:custGeom>
              <a:avLst/>
              <a:gdLst/>
              <a:ahLst/>
              <a:cxnLst/>
              <a:rect l="l" t="t" r="r" b="b"/>
              <a:pathLst>
                <a:path w="38662" h="4971" extrusionOk="0">
                  <a:moveTo>
                    <a:pt x="1" y="0"/>
                  </a:moveTo>
                  <a:lnTo>
                    <a:pt x="1" y="4971"/>
                  </a:lnTo>
                  <a:lnTo>
                    <a:pt x="38662" y="4971"/>
                  </a:lnTo>
                  <a:lnTo>
                    <a:pt x="3866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1472;p39">
              <a:extLst>
                <a:ext uri="{FF2B5EF4-FFF2-40B4-BE49-F238E27FC236}">
                  <a16:creationId xmlns:a16="http://schemas.microsoft.com/office/drawing/2014/main" id="{3AE0DF8C-26E2-EE6E-E09C-3D13FF8178A3}"/>
                </a:ext>
              </a:extLst>
            </p:cNvPr>
            <p:cNvSpPr/>
            <p:nvPr/>
          </p:nvSpPr>
          <p:spPr>
            <a:xfrm>
              <a:off x="7481807" y="2915096"/>
              <a:ext cx="769932" cy="32385"/>
            </a:xfrm>
            <a:custGeom>
              <a:avLst/>
              <a:gdLst/>
              <a:ahLst/>
              <a:cxnLst/>
              <a:rect l="l" t="t" r="r" b="b"/>
              <a:pathLst>
                <a:path w="36494" h="1535" extrusionOk="0">
                  <a:moveTo>
                    <a:pt x="1" y="1"/>
                  </a:moveTo>
                  <a:lnTo>
                    <a:pt x="1" y="1535"/>
                  </a:lnTo>
                  <a:lnTo>
                    <a:pt x="36494" y="1535"/>
                  </a:lnTo>
                  <a:lnTo>
                    <a:pt x="36494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1473;p39">
              <a:extLst>
                <a:ext uri="{FF2B5EF4-FFF2-40B4-BE49-F238E27FC236}">
                  <a16:creationId xmlns:a16="http://schemas.microsoft.com/office/drawing/2014/main" id="{B36C2C8D-B9D5-3FCB-FE30-967988B5FB66}"/>
                </a:ext>
              </a:extLst>
            </p:cNvPr>
            <p:cNvSpPr/>
            <p:nvPr/>
          </p:nvSpPr>
          <p:spPr>
            <a:xfrm>
              <a:off x="7592315" y="3709628"/>
              <a:ext cx="549632" cy="32406"/>
            </a:xfrm>
            <a:custGeom>
              <a:avLst/>
              <a:gdLst/>
              <a:ahLst/>
              <a:cxnLst/>
              <a:rect l="l" t="t" r="r" b="b"/>
              <a:pathLst>
                <a:path w="26052" h="1536" extrusionOk="0">
                  <a:moveTo>
                    <a:pt x="0" y="1"/>
                  </a:moveTo>
                  <a:lnTo>
                    <a:pt x="0" y="1535"/>
                  </a:lnTo>
                  <a:lnTo>
                    <a:pt x="26052" y="1535"/>
                  </a:lnTo>
                  <a:lnTo>
                    <a:pt x="26052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1474;p39">
              <a:extLst>
                <a:ext uri="{FF2B5EF4-FFF2-40B4-BE49-F238E27FC236}">
                  <a16:creationId xmlns:a16="http://schemas.microsoft.com/office/drawing/2014/main" id="{79FD293E-4B9B-B9B6-0E7B-B9583AF8A11D}"/>
                </a:ext>
              </a:extLst>
            </p:cNvPr>
            <p:cNvSpPr/>
            <p:nvPr/>
          </p:nvSpPr>
          <p:spPr>
            <a:xfrm>
              <a:off x="7533896" y="2947460"/>
              <a:ext cx="110509" cy="1242158"/>
            </a:xfrm>
            <a:custGeom>
              <a:avLst/>
              <a:gdLst/>
              <a:ahLst/>
              <a:cxnLst/>
              <a:rect l="l" t="t" r="r" b="b"/>
              <a:pathLst>
                <a:path w="5238" h="58877" extrusionOk="0">
                  <a:moveTo>
                    <a:pt x="0" y="1"/>
                  </a:moveTo>
                  <a:lnTo>
                    <a:pt x="0" y="58876"/>
                  </a:lnTo>
                  <a:lnTo>
                    <a:pt x="1902" y="58876"/>
                  </a:lnTo>
                  <a:lnTo>
                    <a:pt x="5237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1475;p39">
              <a:extLst>
                <a:ext uri="{FF2B5EF4-FFF2-40B4-BE49-F238E27FC236}">
                  <a16:creationId xmlns:a16="http://schemas.microsoft.com/office/drawing/2014/main" id="{A7C01D50-BE6C-936B-2F68-0CFC62761CE8}"/>
                </a:ext>
              </a:extLst>
            </p:cNvPr>
            <p:cNvSpPr/>
            <p:nvPr/>
          </p:nvSpPr>
          <p:spPr>
            <a:xfrm>
              <a:off x="7533896" y="2947460"/>
              <a:ext cx="110509" cy="73229"/>
            </a:xfrm>
            <a:custGeom>
              <a:avLst/>
              <a:gdLst/>
              <a:ahLst/>
              <a:cxnLst/>
              <a:rect l="l" t="t" r="r" b="b"/>
              <a:pathLst>
                <a:path w="5238" h="3471" extrusionOk="0">
                  <a:moveTo>
                    <a:pt x="0" y="1"/>
                  </a:moveTo>
                  <a:lnTo>
                    <a:pt x="0" y="3470"/>
                  </a:lnTo>
                  <a:lnTo>
                    <a:pt x="5071" y="3470"/>
                  </a:lnTo>
                  <a:lnTo>
                    <a:pt x="5237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1476;p39">
              <a:extLst>
                <a:ext uri="{FF2B5EF4-FFF2-40B4-BE49-F238E27FC236}">
                  <a16:creationId xmlns:a16="http://schemas.microsoft.com/office/drawing/2014/main" id="{B3B4E8A5-DDB5-A1CA-D9D4-5200C48010EC}"/>
                </a:ext>
              </a:extLst>
            </p:cNvPr>
            <p:cNvSpPr/>
            <p:nvPr/>
          </p:nvSpPr>
          <p:spPr>
            <a:xfrm>
              <a:off x="8089161" y="2947460"/>
              <a:ext cx="111205" cy="1242158"/>
            </a:xfrm>
            <a:custGeom>
              <a:avLst/>
              <a:gdLst/>
              <a:ahLst/>
              <a:cxnLst/>
              <a:rect l="l" t="t" r="r" b="b"/>
              <a:pathLst>
                <a:path w="5271" h="58877" extrusionOk="0">
                  <a:moveTo>
                    <a:pt x="0" y="1"/>
                  </a:moveTo>
                  <a:lnTo>
                    <a:pt x="3336" y="58876"/>
                  </a:lnTo>
                  <a:lnTo>
                    <a:pt x="5271" y="58876"/>
                  </a:lnTo>
                  <a:lnTo>
                    <a:pt x="5271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477;p39">
              <a:extLst>
                <a:ext uri="{FF2B5EF4-FFF2-40B4-BE49-F238E27FC236}">
                  <a16:creationId xmlns:a16="http://schemas.microsoft.com/office/drawing/2014/main" id="{ED586B58-1363-1DF0-43C0-8C7B9EB45BEC}"/>
                </a:ext>
              </a:extLst>
            </p:cNvPr>
            <p:cNvSpPr/>
            <p:nvPr/>
          </p:nvSpPr>
          <p:spPr>
            <a:xfrm>
              <a:off x="8089161" y="2947460"/>
              <a:ext cx="111205" cy="73229"/>
            </a:xfrm>
            <a:custGeom>
              <a:avLst/>
              <a:gdLst/>
              <a:ahLst/>
              <a:cxnLst/>
              <a:rect l="l" t="t" r="r" b="b"/>
              <a:pathLst>
                <a:path w="5271" h="3471" extrusionOk="0">
                  <a:moveTo>
                    <a:pt x="0" y="1"/>
                  </a:moveTo>
                  <a:lnTo>
                    <a:pt x="200" y="3470"/>
                  </a:lnTo>
                  <a:lnTo>
                    <a:pt x="5271" y="3470"/>
                  </a:lnTo>
                  <a:lnTo>
                    <a:pt x="527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478;p39">
              <a:extLst>
                <a:ext uri="{FF2B5EF4-FFF2-40B4-BE49-F238E27FC236}">
                  <a16:creationId xmlns:a16="http://schemas.microsoft.com/office/drawing/2014/main" id="{ACDCEA10-EFCB-285D-D3A7-E0017B1AA142}"/>
                </a:ext>
              </a:extLst>
            </p:cNvPr>
            <p:cNvSpPr/>
            <p:nvPr/>
          </p:nvSpPr>
          <p:spPr>
            <a:xfrm>
              <a:off x="7481807" y="2549857"/>
              <a:ext cx="629191" cy="106985"/>
            </a:xfrm>
            <a:custGeom>
              <a:avLst/>
              <a:gdLst/>
              <a:ahLst/>
              <a:cxnLst/>
              <a:rect l="l" t="t" r="r" b="b"/>
              <a:pathLst>
                <a:path w="29823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9822" y="5070"/>
                  </a:lnTo>
                  <a:lnTo>
                    <a:pt x="29822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1479;p39">
              <a:extLst>
                <a:ext uri="{FF2B5EF4-FFF2-40B4-BE49-F238E27FC236}">
                  <a16:creationId xmlns:a16="http://schemas.microsoft.com/office/drawing/2014/main" id="{B8103612-3A06-E3C4-628E-F2343F8E0435}"/>
                </a:ext>
              </a:extLst>
            </p:cNvPr>
            <p:cNvSpPr/>
            <p:nvPr/>
          </p:nvSpPr>
          <p:spPr>
            <a:xfrm>
              <a:off x="8003295" y="2549857"/>
              <a:ext cx="58440" cy="106985"/>
            </a:xfrm>
            <a:custGeom>
              <a:avLst/>
              <a:gdLst/>
              <a:ahLst/>
              <a:cxnLst/>
              <a:rect l="l" t="t" r="r" b="b"/>
              <a:pathLst>
                <a:path w="2770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769" y="5070"/>
                  </a:lnTo>
                  <a:lnTo>
                    <a:pt x="276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1480;p39">
              <a:extLst>
                <a:ext uri="{FF2B5EF4-FFF2-40B4-BE49-F238E27FC236}">
                  <a16:creationId xmlns:a16="http://schemas.microsoft.com/office/drawing/2014/main" id="{0A21EFFA-BADE-61F8-485D-9B698D230870}"/>
                </a:ext>
              </a:extLst>
            </p:cNvPr>
            <p:cNvSpPr/>
            <p:nvPr/>
          </p:nvSpPr>
          <p:spPr>
            <a:xfrm>
              <a:off x="7531069" y="2549857"/>
              <a:ext cx="59136" cy="106985"/>
            </a:xfrm>
            <a:custGeom>
              <a:avLst/>
              <a:gdLst/>
              <a:ahLst/>
              <a:cxnLst/>
              <a:rect l="l" t="t" r="r" b="b"/>
              <a:pathLst>
                <a:path w="2803" h="5071" extrusionOk="0">
                  <a:moveTo>
                    <a:pt x="1" y="0"/>
                  </a:moveTo>
                  <a:lnTo>
                    <a:pt x="1" y="5070"/>
                  </a:lnTo>
                  <a:lnTo>
                    <a:pt x="2803" y="5070"/>
                  </a:lnTo>
                  <a:lnTo>
                    <a:pt x="2803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1481;p39">
              <a:extLst>
                <a:ext uri="{FF2B5EF4-FFF2-40B4-BE49-F238E27FC236}">
                  <a16:creationId xmlns:a16="http://schemas.microsoft.com/office/drawing/2014/main" id="{A01EC63D-C5B4-D24D-9DE6-C542BC74F003}"/>
                </a:ext>
              </a:extLst>
            </p:cNvPr>
            <p:cNvSpPr/>
            <p:nvPr/>
          </p:nvSpPr>
          <p:spPr>
            <a:xfrm>
              <a:off x="7514191" y="2656821"/>
              <a:ext cx="689698" cy="153442"/>
            </a:xfrm>
            <a:custGeom>
              <a:avLst/>
              <a:gdLst/>
              <a:ahLst/>
              <a:cxnLst/>
              <a:rect l="l" t="t" r="r" b="b"/>
              <a:pathLst>
                <a:path w="32691" h="7273" extrusionOk="0">
                  <a:moveTo>
                    <a:pt x="0" y="0"/>
                  </a:moveTo>
                  <a:lnTo>
                    <a:pt x="0" y="7272"/>
                  </a:lnTo>
                  <a:lnTo>
                    <a:pt x="32690" y="7272"/>
                  </a:lnTo>
                  <a:lnTo>
                    <a:pt x="3269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1482;p39">
              <a:extLst>
                <a:ext uri="{FF2B5EF4-FFF2-40B4-BE49-F238E27FC236}">
                  <a16:creationId xmlns:a16="http://schemas.microsoft.com/office/drawing/2014/main" id="{FB036602-BF0F-34A0-A68F-FE4D236C669B}"/>
                </a:ext>
              </a:extLst>
            </p:cNvPr>
            <p:cNvSpPr/>
            <p:nvPr/>
          </p:nvSpPr>
          <p:spPr>
            <a:xfrm>
              <a:off x="7884368" y="2673003"/>
              <a:ext cx="319522" cy="121079"/>
            </a:xfrm>
            <a:custGeom>
              <a:avLst/>
              <a:gdLst/>
              <a:ahLst/>
              <a:cxnLst/>
              <a:rect l="l" t="t" r="r" b="b"/>
              <a:pathLst>
                <a:path w="15145" h="5739" extrusionOk="0">
                  <a:moveTo>
                    <a:pt x="0" y="1"/>
                  </a:moveTo>
                  <a:lnTo>
                    <a:pt x="0" y="5738"/>
                  </a:lnTo>
                  <a:lnTo>
                    <a:pt x="15144" y="5738"/>
                  </a:lnTo>
                  <a:lnTo>
                    <a:pt x="1514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1483;p39">
              <a:extLst>
                <a:ext uri="{FF2B5EF4-FFF2-40B4-BE49-F238E27FC236}">
                  <a16:creationId xmlns:a16="http://schemas.microsoft.com/office/drawing/2014/main" id="{88A5052B-7882-C9B6-9ABD-E6CE01CE0C37}"/>
                </a:ext>
              </a:extLst>
            </p:cNvPr>
            <p:cNvSpPr/>
            <p:nvPr/>
          </p:nvSpPr>
          <p:spPr>
            <a:xfrm>
              <a:off x="7884368" y="2695535"/>
              <a:ext cx="319522" cy="4937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3"/>
                  </a:lnTo>
                  <a:cubicBezTo>
                    <a:pt x="4070" y="33"/>
                    <a:pt x="2035" y="67"/>
                    <a:pt x="0" y="100"/>
                  </a:cubicBezTo>
                  <a:cubicBezTo>
                    <a:pt x="2035" y="167"/>
                    <a:pt x="4070" y="167"/>
                    <a:pt x="6105" y="200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00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484;p39">
              <a:extLst>
                <a:ext uri="{FF2B5EF4-FFF2-40B4-BE49-F238E27FC236}">
                  <a16:creationId xmlns:a16="http://schemas.microsoft.com/office/drawing/2014/main" id="{8B68C705-28FC-6A2C-6D62-5F2C82AD5E7D}"/>
                </a:ext>
              </a:extLst>
            </p:cNvPr>
            <p:cNvSpPr/>
            <p:nvPr/>
          </p:nvSpPr>
          <p:spPr>
            <a:xfrm>
              <a:off x="7884368" y="2719459"/>
              <a:ext cx="319522" cy="4937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4"/>
                  </a:lnTo>
                  <a:cubicBezTo>
                    <a:pt x="4070" y="34"/>
                    <a:pt x="2035" y="67"/>
                    <a:pt x="0" y="100"/>
                  </a:cubicBezTo>
                  <a:cubicBezTo>
                    <a:pt x="2035" y="134"/>
                    <a:pt x="4070" y="167"/>
                    <a:pt x="6105" y="200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00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1485;p39">
              <a:extLst>
                <a:ext uri="{FF2B5EF4-FFF2-40B4-BE49-F238E27FC236}">
                  <a16:creationId xmlns:a16="http://schemas.microsoft.com/office/drawing/2014/main" id="{7D4509F8-9AA3-B29E-3B6A-E79DA81DAF7C}"/>
                </a:ext>
              </a:extLst>
            </p:cNvPr>
            <p:cNvSpPr/>
            <p:nvPr/>
          </p:nvSpPr>
          <p:spPr>
            <a:xfrm>
              <a:off x="7884368" y="2743384"/>
              <a:ext cx="319522" cy="4937"/>
            </a:xfrm>
            <a:custGeom>
              <a:avLst/>
              <a:gdLst/>
              <a:ahLst/>
              <a:cxnLst/>
              <a:rect l="l" t="t" r="r" b="b"/>
              <a:pathLst>
                <a:path w="15145" h="234" extrusionOk="0">
                  <a:moveTo>
                    <a:pt x="7572" y="0"/>
                  </a:moveTo>
                  <a:lnTo>
                    <a:pt x="6105" y="34"/>
                  </a:lnTo>
                  <a:cubicBezTo>
                    <a:pt x="4070" y="34"/>
                    <a:pt x="2035" y="67"/>
                    <a:pt x="0" y="134"/>
                  </a:cubicBezTo>
                  <a:cubicBezTo>
                    <a:pt x="2035" y="167"/>
                    <a:pt x="4070" y="201"/>
                    <a:pt x="6105" y="201"/>
                  </a:cubicBezTo>
                  <a:lnTo>
                    <a:pt x="7572" y="234"/>
                  </a:lnTo>
                  <a:cubicBezTo>
                    <a:pt x="7572" y="234"/>
                    <a:pt x="13110" y="134"/>
                    <a:pt x="15144" y="134"/>
                  </a:cubicBezTo>
                  <a:cubicBezTo>
                    <a:pt x="13110" y="67"/>
                    <a:pt x="7572" y="0"/>
                    <a:pt x="7572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486;p39">
              <a:extLst>
                <a:ext uri="{FF2B5EF4-FFF2-40B4-BE49-F238E27FC236}">
                  <a16:creationId xmlns:a16="http://schemas.microsoft.com/office/drawing/2014/main" id="{5B738E57-3CC7-4670-FB2F-4DFDEE27B2E5}"/>
                </a:ext>
              </a:extLst>
            </p:cNvPr>
            <p:cNvSpPr/>
            <p:nvPr/>
          </p:nvSpPr>
          <p:spPr>
            <a:xfrm>
              <a:off x="7884368" y="2767309"/>
              <a:ext cx="319522" cy="4241"/>
            </a:xfrm>
            <a:custGeom>
              <a:avLst/>
              <a:gdLst/>
              <a:ahLst/>
              <a:cxnLst/>
              <a:rect l="l" t="t" r="r" b="b"/>
              <a:pathLst>
                <a:path w="15145" h="201" extrusionOk="0">
                  <a:moveTo>
                    <a:pt x="6105" y="1"/>
                  </a:moveTo>
                  <a:cubicBezTo>
                    <a:pt x="4070" y="34"/>
                    <a:pt x="2035" y="67"/>
                    <a:pt x="0" y="101"/>
                  </a:cubicBezTo>
                  <a:cubicBezTo>
                    <a:pt x="2035" y="134"/>
                    <a:pt x="4070" y="167"/>
                    <a:pt x="6105" y="201"/>
                  </a:cubicBezTo>
                  <a:lnTo>
                    <a:pt x="7572" y="201"/>
                  </a:lnTo>
                  <a:cubicBezTo>
                    <a:pt x="7572" y="201"/>
                    <a:pt x="13110" y="134"/>
                    <a:pt x="15144" y="101"/>
                  </a:cubicBezTo>
                  <a:cubicBezTo>
                    <a:pt x="13110" y="67"/>
                    <a:pt x="7572" y="1"/>
                    <a:pt x="7572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1487;p39">
              <a:extLst>
                <a:ext uri="{FF2B5EF4-FFF2-40B4-BE49-F238E27FC236}">
                  <a16:creationId xmlns:a16="http://schemas.microsoft.com/office/drawing/2014/main" id="{BDCD469F-ECA6-9965-8C7A-3F3AA8048632}"/>
                </a:ext>
              </a:extLst>
            </p:cNvPr>
            <p:cNvSpPr/>
            <p:nvPr/>
          </p:nvSpPr>
          <p:spPr>
            <a:xfrm>
              <a:off x="7565564" y="2715092"/>
              <a:ext cx="28165" cy="43081"/>
            </a:xfrm>
            <a:custGeom>
              <a:avLst/>
              <a:gdLst/>
              <a:ahLst/>
              <a:cxnLst/>
              <a:rect l="l" t="t" r="r" b="b"/>
              <a:pathLst>
                <a:path w="1335" h="2042" extrusionOk="0">
                  <a:moveTo>
                    <a:pt x="128" y="0"/>
                  </a:moveTo>
                  <a:cubicBezTo>
                    <a:pt x="50" y="0"/>
                    <a:pt x="0" y="83"/>
                    <a:pt x="0" y="141"/>
                  </a:cubicBezTo>
                  <a:lnTo>
                    <a:pt x="0" y="1875"/>
                  </a:lnTo>
                  <a:cubicBezTo>
                    <a:pt x="0" y="1975"/>
                    <a:pt x="67" y="2042"/>
                    <a:pt x="167" y="2042"/>
                  </a:cubicBezTo>
                  <a:lnTo>
                    <a:pt x="1101" y="2042"/>
                  </a:lnTo>
                  <a:cubicBezTo>
                    <a:pt x="1335" y="2042"/>
                    <a:pt x="1335" y="1708"/>
                    <a:pt x="1101" y="1708"/>
                  </a:cubicBezTo>
                  <a:lnTo>
                    <a:pt x="334" y="1708"/>
                  </a:lnTo>
                  <a:lnTo>
                    <a:pt x="334" y="1175"/>
                  </a:lnTo>
                  <a:lnTo>
                    <a:pt x="1001" y="1175"/>
                  </a:lnTo>
                  <a:cubicBezTo>
                    <a:pt x="1101" y="1175"/>
                    <a:pt x="1168" y="1108"/>
                    <a:pt x="1168" y="1008"/>
                  </a:cubicBezTo>
                  <a:cubicBezTo>
                    <a:pt x="1168" y="941"/>
                    <a:pt x="1101" y="841"/>
                    <a:pt x="1001" y="841"/>
                  </a:cubicBezTo>
                  <a:lnTo>
                    <a:pt x="334" y="841"/>
                  </a:lnTo>
                  <a:lnTo>
                    <a:pt x="334" y="307"/>
                  </a:lnTo>
                  <a:lnTo>
                    <a:pt x="1135" y="307"/>
                  </a:lnTo>
                  <a:cubicBezTo>
                    <a:pt x="1325" y="307"/>
                    <a:pt x="1334" y="5"/>
                    <a:pt x="1162" y="5"/>
                  </a:cubicBezTo>
                  <a:cubicBezTo>
                    <a:pt x="1153" y="5"/>
                    <a:pt x="1144" y="5"/>
                    <a:pt x="1135" y="7"/>
                  </a:cubicBezTo>
                  <a:lnTo>
                    <a:pt x="167" y="7"/>
                  </a:lnTo>
                  <a:cubicBezTo>
                    <a:pt x="154" y="3"/>
                    <a:pt x="141" y="0"/>
                    <a:pt x="128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1488;p39">
              <a:extLst>
                <a:ext uri="{FF2B5EF4-FFF2-40B4-BE49-F238E27FC236}">
                  <a16:creationId xmlns:a16="http://schemas.microsoft.com/office/drawing/2014/main" id="{6799843A-DAA8-2436-9C88-E06BA176C225}"/>
                </a:ext>
              </a:extLst>
            </p:cNvPr>
            <p:cNvSpPr/>
            <p:nvPr/>
          </p:nvSpPr>
          <p:spPr>
            <a:xfrm>
              <a:off x="7602168" y="2715177"/>
              <a:ext cx="32385" cy="42997"/>
            </a:xfrm>
            <a:custGeom>
              <a:avLst/>
              <a:gdLst/>
              <a:ahLst/>
              <a:cxnLst/>
              <a:rect l="l" t="t" r="r" b="b"/>
              <a:pathLst>
                <a:path w="1535" h="2038" extrusionOk="0">
                  <a:moveTo>
                    <a:pt x="154" y="0"/>
                  </a:moveTo>
                  <a:cubicBezTo>
                    <a:pt x="123" y="0"/>
                    <a:pt x="92" y="11"/>
                    <a:pt x="67" y="36"/>
                  </a:cubicBezTo>
                  <a:cubicBezTo>
                    <a:pt x="33" y="70"/>
                    <a:pt x="0" y="137"/>
                    <a:pt x="0" y="170"/>
                  </a:cubicBezTo>
                  <a:lnTo>
                    <a:pt x="0" y="1871"/>
                  </a:lnTo>
                  <a:cubicBezTo>
                    <a:pt x="0" y="1971"/>
                    <a:pt x="67" y="2038"/>
                    <a:pt x="167" y="2038"/>
                  </a:cubicBezTo>
                  <a:cubicBezTo>
                    <a:pt x="234" y="2038"/>
                    <a:pt x="334" y="1971"/>
                    <a:pt x="334" y="1871"/>
                  </a:cubicBezTo>
                  <a:lnTo>
                    <a:pt x="334" y="670"/>
                  </a:lnTo>
                  <a:lnTo>
                    <a:pt x="1268" y="1971"/>
                  </a:lnTo>
                  <a:cubicBezTo>
                    <a:pt x="1301" y="2005"/>
                    <a:pt x="1334" y="2038"/>
                    <a:pt x="1401" y="2038"/>
                  </a:cubicBezTo>
                  <a:cubicBezTo>
                    <a:pt x="1468" y="2038"/>
                    <a:pt x="1534" y="1971"/>
                    <a:pt x="1534" y="1871"/>
                  </a:cubicBezTo>
                  <a:lnTo>
                    <a:pt x="1534" y="170"/>
                  </a:lnTo>
                  <a:cubicBezTo>
                    <a:pt x="1534" y="103"/>
                    <a:pt x="1468" y="3"/>
                    <a:pt x="1401" y="3"/>
                  </a:cubicBezTo>
                  <a:cubicBezTo>
                    <a:pt x="1301" y="3"/>
                    <a:pt x="1234" y="103"/>
                    <a:pt x="1234" y="170"/>
                  </a:cubicBezTo>
                  <a:lnTo>
                    <a:pt x="1234" y="1371"/>
                  </a:lnTo>
                  <a:lnTo>
                    <a:pt x="300" y="70"/>
                  </a:lnTo>
                  <a:cubicBezTo>
                    <a:pt x="259" y="29"/>
                    <a:pt x="205" y="0"/>
                    <a:pt x="154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1489;p39">
              <a:extLst>
                <a:ext uri="{FF2B5EF4-FFF2-40B4-BE49-F238E27FC236}">
                  <a16:creationId xmlns:a16="http://schemas.microsoft.com/office/drawing/2014/main" id="{A39843B2-C19A-3342-9737-A301123DA2AB}"/>
                </a:ext>
              </a:extLst>
            </p:cNvPr>
            <p:cNvSpPr/>
            <p:nvPr/>
          </p:nvSpPr>
          <p:spPr>
            <a:xfrm>
              <a:off x="7644384" y="2713679"/>
              <a:ext cx="40655" cy="43798"/>
            </a:xfrm>
            <a:custGeom>
              <a:avLst/>
              <a:gdLst/>
              <a:ahLst/>
              <a:cxnLst/>
              <a:rect l="l" t="t" r="r" b="b"/>
              <a:pathLst>
                <a:path w="1927" h="2076" extrusionOk="0">
                  <a:moveTo>
                    <a:pt x="1193" y="1"/>
                  </a:moveTo>
                  <a:cubicBezTo>
                    <a:pt x="1163" y="1"/>
                    <a:pt x="1132" y="3"/>
                    <a:pt x="1101" y="7"/>
                  </a:cubicBezTo>
                  <a:cubicBezTo>
                    <a:pt x="1081" y="6"/>
                    <a:pt x="1061" y="6"/>
                    <a:pt x="1041" y="6"/>
                  </a:cubicBezTo>
                  <a:cubicBezTo>
                    <a:pt x="470" y="6"/>
                    <a:pt x="33" y="461"/>
                    <a:pt x="0" y="1041"/>
                  </a:cubicBezTo>
                  <a:cubicBezTo>
                    <a:pt x="34" y="1642"/>
                    <a:pt x="534" y="2076"/>
                    <a:pt x="1101" y="2076"/>
                  </a:cubicBezTo>
                  <a:cubicBezTo>
                    <a:pt x="1368" y="2076"/>
                    <a:pt x="1602" y="1975"/>
                    <a:pt x="1768" y="1842"/>
                  </a:cubicBezTo>
                  <a:cubicBezTo>
                    <a:pt x="1802" y="1809"/>
                    <a:pt x="1835" y="1809"/>
                    <a:pt x="1835" y="1775"/>
                  </a:cubicBezTo>
                  <a:cubicBezTo>
                    <a:pt x="1835" y="1742"/>
                    <a:pt x="1835" y="1742"/>
                    <a:pt x="1835" y="1709"/>
                  </a:cubicBezTo>
                  <a:lnTo>
                    <a:pt x="1835" y="1075"/>
                  </a:lnTo>
                  <a:cubicBezTo>
                    <a:pt x="1835" y="975"/>
                    <a:pt x="1768" y="908"/>
                    <a:pt x="1668" y="908"/>
                  </a:cubicBezTo>
                  <a:lnTo>
                    <a:pt x="1101" y="908"/>
                  </a:lnTo>
                  <a:cubicBezTo>
                    <a:pt x="1001" y="908"/>
                    <a:pt x="934" y="975"/>
                    <a:pt x="934" y="1075"/>
                  </a:cubicBezTo>
                  <a:cubicBezTo>
                    <a:pt x="934" y="1142"/>
                    <a:pt x="1001" y="1242"/>
                    <a:pt x="1101" y="1242"/>
                  </a:cubicBezTo>
                  <a:lnTo>
                    <a:pt x="1502" y="1242"/>
                  </a:lnTo>
                  <a:lnTo>
                    <a:pt x="1502" y="1642"/>
                  </a:lnTo>
                  <a:cubicBezTo>
                    <a:pt x="1368" y="1709"/>
                    <a:pt x="1235" y="1775"/>
                    <a:pt x="1101" y="1775"/>
                  </a:cubicBezTo>
                  <a:cubicBezTo>
                    <a:pt x="901" y="1775"/>
                    <a:pt x="701" y="1675"/>
                    <a:pt x="568" y="1542"/>
                  </a:cubicBezTo>
                  <a:cubicBezTo>
                    <a:pt x="434" y="1408"/>
                    <a:pt x="334" y="1242"/>
                    <a:pt x="334" y="1041"/>
                  </a:cubicBezTo>
                  <a:cubicBezTo>
                    <a:pt x="334" y="841"/>
                    <a:pt x="434" y="675"/>
                    <a:pt x="568" y="541"/>
                  </a:cubicBezTo>
                  <a:cubicBezTo>
                    <a:pt x="683" y="425"/>
                    <a:pt x="850" y="334"/>
                    <a:pt x="1022" y="334"/>
                  </a:cubicBezTo>
                  <a:cubicBezTo>
                    <a:pt x="1049" y="334"/>
                    <a:pt x="1075" y="337"/>
                    <a:pt x="1101" y="341"/>
                  </a:cubicBezTo>
                  <a:cubicBezTo>
                    <a:pt x="1268" y="341"/>
                    <a:pt x="1435" y="374"/>
                    <a:pt x="1568" y="474"/>
                  </a:cubicBezTo>
                  <a:cubicBezTo>
                    <a:pt x="1603" y="509"/>
                    <a:pt x="1641" y="524"/>
                    <a:pt x="1676" y="524"/>
                  </a:cubicBezTo>
                  <a:cubicBezTo>
                    <a:pt x="1813" y="524"/>
                    <a:pt x="1927" y="313"/>
                    <a:pt x="1768" y="208"/>
                  </a:cubicBezTo>
                  <a:cubicBezTo>
                    <a:pt x="1595" y="92"/>
                    <a:pt x="1396" y="1"/>
                    <a:pt x="1193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1490;p39">
              <a:extLst>
                <a:ext uri="{FF2B5EF4-FFF2-40B4-BE49-F238E27FC236}">
                  <a16:creationId xmlns:a16="http://schemas.microsoft.com/office/drawing/2014/main" id="{C2B316C0-F616-39AF-E17E-BA760F6AB10B}"/>
                </a:ext>
              </a:extLst>
            </p:cNvPr>
            <p:cNvSpPr/>
            <p:nvPr/>
          </p:nvSpPr>
          <p:spPr>
            <a:xfrm>
              <a:off x="7693647" y="2714881"/>
              <a:ext cx="28165" cy="43292"/>
            </a:xfrm>
            <a:custGeom>
              <a:avLst/>
              <a:gdLst/>
              <a:ahLst/>
              <a:cxnLst/>
              <a:rect l="l" t="t" r="r" b="b"/>
              <a:pathLst>
                <a:path w="1335" h="2052" extrusionOk="0">
                  <a:moveTo>
                    <a:pt x="167" y="0"/>
                  </a:moveTo>
                  <a:cubicBezTo>
                    <a:pt x="84" y="0"/>
                    <a:pt x="0" y="50"/>
                    <a:pt x="0" y="151"/>
                  </a:cubicBezTo>
                  <a:lnTo>
                    <a:pt x="0" y="1885"/>
                  </a:lnTo>
                  <a:cubicBezTo>
                    <a:pt x="0" y="1985"/>
                    <a:pt x="67" y="2052"/>
                    <a:pt x="167" y="2052"/>
                  </a:cubicBezTo>
                  <a:lnTo>
                    <a:pt x="1101" y="2052"/>
                  </a:lnTo>
                  <a:cubicBezTo>
                    <a:pt x="1335" y="2052"/>
                    <a:pt x="1335" y="1718"/>
                    <a:pt x="1101" y="1718"/>
                  </a:cubicBezTo>
                  <a:lnTo>
                    <a:pt x="334" y="1718"/>
                  </a:lnTo>
                  <a:lnTo>
                    <a:pt x="334" y="151"/>
                  </a:lnTo>
                  <a:cubicBezTo>
                    <a:pt x="334" y="5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1491;p39">
              <a:extLst>
                <a:ext uri="{FF2B5EF4-FFF2-40B4-BE49-F238E27FC236}">
                  <a16:creationId xmlns:a16="http://schemas.microsoft.com/office/drawing/2014/main" id="{1A421EE4-94A3-436C-4988-B8EFE7F5EE55}"/>
                </a:ext>
              </a:extLst>
            </p:cNvPr>
            <p:cNvSpPr/>
            <p:nvPr/>
          </p:nvSpPr>
          <p:spPr>
            <a:xfrm>
              <a:off x="7728837" y="2714523"/>
              <a:ext cx="7047" cy="43651"/>
            </a:xfrm>
            <a:custGeom>
              <a:avLst/>
              <a:gdLst/>
              <a:ahLst/>
              <a:cxnLst/>
              <a:rect l="l" t="t" r="r" b="b"/>
              <a:pathLst>
                <a:path w="334" h="2069" extrusionOk="0">
                  <a:moveTo>
                    <a:pt x="167" y="1"/>
                  </a:moveTo>
                  <a:cubicBezTo>
                    <a:pt x="67" y="1"/>
                    <a:pt x="0" y="67"/>
                    <a:pt x="0" y="168"/>
                  </a:cubicBezTo>
                  <a:lnTo>
                    <a:pt x="0" y="1902"/>
                  </a:lnTo>
                  <a:cubicBezTo>
                    <a:pt x="0" y="2002"/>
                    <a:pt x="67" y="2069"/>
                    <a:pt x="167" y="2069"/>
                  </a:cubicBezTo>
                  <a:cubicBezTo>
                    <a:pt x="267" y="2069"/>
                    <a:pt x="334" y="2002"/>
                    <a:pt x="334" y="1902"/>
                  </a:cubicBezTo>
                  <a:lnTo>
                    <a:pt x="334" y="168"/>
                  </a:lnTo>
                  <a:cubicBezTo>
                    <a:pt x="334" y="67"/>
                    <a:pt x="267" y="1"/>
                    <a:pt x="167" y="1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1492;p39">
              <a:extLst>
                <a:ext uri="{FF2B5EF4-FFF2-40B4-BE49-F238E27FC236}">
                  <a16:creationId xmlns:a16="http://schemas.microsoft.com/office/drawing/2014/main" id="{1C28F7FB-F5C6-48F7-33F7-5464D3041263}"/>
                </a:ext>
              </a:extLst>
            </p:cNvPr>
            <p:cNvSpPr/>
            <p:nvPr/>
          </p:nvSpPr>
          <p:spPr>
            <a:xfrm>
              <a:off x="7745019" y="2713826"/>
              <a:ext cx="34516" cy="43651"/>
            </a:xfrm>
            <a:custGeom>
              <a:avLst/>
              <a:gdLst/>
              <a:ahLst/>
              <a:cxnLst/>
              <a:rect l="l" t="t" r="r" b="b"/>
              <a:pathLst>
                <a:path w="1636" h="2069" extrusionOk="0">
                  <a:moveTo>
                    <a:pt x="801" y="0"/>
                  </a:moveTo>
                  <a:cubicBezTo>
                    <a:pt x="634" y="0"/>
                    <a:pt x="434" y="34"/>
                    <a:pt x="301" y="134"/>
                  </a:cubicBezTo>
                  <a:cubicBezTo>
                    <a:pt x="167" y="234"/>
                    <a:pt x="67" y="401"/>
                    <a:pt x="67" y="567"/>
                  </a:cubicBezTo>
                  <a:cubicBezTo>
                    <a:pt x="67" y="668"/>
                    <a:pt x="101" y="734"/>
                    <a:pt x="134" y="801"/>
                  </a:cubicBezTo>
                  <a:cubicBezTo>
                    <a:pt x="201" y="901"/>
                    <a:pt x="301" y="1001"/>
                    <a:pt x="401" y="1034"/>
                  </a:cubicBezTo>
                  <a:cubicBezTo>
                    <a:pt x="534" y="1101"/>
                    <a:pt x="634" y="1135"/>
                    <a:pt x="768" y="1135"/>
                  </a:cubicBezTo>
                  <a:cubicBezTo>
                    <a:pt x="935" y="1168"/>
                    <a:pt x="1068" y="1201"/>
                    <a:pt x="1201" y="1301"/>
                  </a:cubicBezTo>
                  <a:cubicBezTo>
                    <a:pt x="1235" y="1301"/>
                    <a:pt x="1268" y="1335"/>
                    <a:pt x="1268" y="1368"/>
                  </a:cubicBezTo>
                  <a:cubicBezTo>
                    <a:pt x="1301" y="1401"/>
                    <a:pt x="1301" y="1435"/>
                    <a:pt x="1301" y="1468"/>
                  </a:cubicBezTo>
                  <a:cubicBezTo>
                    <a:pt x="1301" y="1568"/>
                    <a:pt x="1268" y="1635"/>
                    <a:pt x="1201" y="1668"/>
                  </a:cubicBezTo>
                  <a:cubicBezTo>
                    <a:pt x="1068" y="1735"/>
                    <a:pt x="935" y="1802"/>
                    <a:pt x="834" y="1802"/>
                  </a:cubicBezTo>
                  <a:cubicBezTo>
                    <a:pt x="601" y="1768"/>
                    <a:pt x="401" y="1702"/>
                    <a:pt x="267" y="1568"/>
                  </a:cubicBezTo>
                  <a:cubicBezTo>
                    <a:pt x="234" y="1535"/>
                    <a:pt x="192" y="1518"/>
                    <a:pt x="151" y="1518"/>
                  </a:cubicBezTo>
                  <a:cubicBezTo>
                    <a:pt x="109" y="1518"/>
                    <a:pt x="67" y="1535"/>
                    <a:pt x="34" y="1568"/>
                  </a:cubicBezTo>
                  <a:cubicBezTo>
                    <a:pt x="1" y="1635"/>
                    <a:pt x="34" y="1735"/>
                    <a:pt x="101" y="1768"/>
                  </a:cubicBezTo>
                  <a:cubicBezTo>
                    <a:pt x="301" y="1968"/>
                    <a:pt x="568" y="2069"/>
                    <a:pt x="834" y="2069"/>
                  </a:cubicBezTo>
                  <a:cubicBezTo>
                    <a:pt x="1035" y="2069"/>
                    <a:pt x="1235" y="2002"/>
                    <a:pt x="1402" y="1902"/>
                  </a:cubicBezTo>
                  <a:cubicBezTo>
                    <a:pt x="1535" y="1802"/>
                    <a:pt x="1635" y="1635"/>
                    <a:pt x="1635" y="1468"/>
                  </a:cubicBezTo>
                  <a:cubicBezTo>
                    <a:pt x="1635" y="1368"/>
                    <a:pt x="1602" y="1268"/>
                    <a:pt x="1568" y="1201"/>
                  </a:cubicBezTo>
                  <a:cubicBezTo>
                    <a:pt x="1502" y="1101"/>
                    <a:pt x="1402" y="1001"/>
                    <a:pt x="1268" y="968"/>
                  </a:cubicBezTo>
                  <a:cubicBezTo>
                    <a:pt x="1135" y="901"/>
                    <a:pt x="1001" y="868"/>
                    <a:pt x="868" y="834"/>
                  </a:cubicBezTo>
                  <a:cubicBezTo>
                    <a:pt x="734" y="801"/>
                    <a:pt x="601" y="768"/>
                    <a:pt x="501" y="701"/>
                  </a:cubicBezTo>
                  <a:cubicBezTo>
                    <a:pt x="468" y="701"/>
                    <a:pt x="434" y="668"/>
                    <a:pt x="434" y="634"/>
                  </a:cubicBezTo>
                  <a:cubicBezTo>
                    <a:pt x="401" y="601"/>
                    <a:pt x="401" y="567"/>
                    <a:pt x="401" y="567"/>
                  </a:cubicBezTo>
                  <a:cubicBezTo>
                    <a:pt x="401" y="467"/>
                    <a:pt x="434" y="401"/>
                    <a:pt x="501" y="367"/>
                  </a:cubicBezTo>
                  <a:cubicBezTo>
                    <a:pt x="601" y="301"/>
                    <a:pt x="701" y="267"/>
                    <a:pt x="834" y="267"/>
                  </a:cubicBezTo>
                  <a:cubicBezTo>
                    <a:pt x="1001" y="301"/>
                    <a:pt x="1135" y="367"/>
                    <a:pt x="1268" y="467"/>
                  </a:cubicBezTo>
                  <a:cubicBezTo>
                    <a:pt x="1294" y="493"/>
                    <a:pt x="1324" y="504"/>
                    <a:pt x="1354" y="504"/>
                  </a:cubicBezTo>
                  <a:cubicBezTo>
                    <a:pt x="1402" y="504"/>
                    <a:pt x="1448" y="475"/>
                    <a:pt x="1468" y="434"/>
                  </a:cubicBezTo>
                  <a:cubicBezTo>
                    <a:pt x="1535" y="367"/>
                    <a:pt x="1502" y="267"/>
                    <a:pt x="1435" y="234"/>
                  </a:cubicBezTo>
                  <a:cubicBezTo>
                    <a:pt x="1268" y="100"/>
                    <a:pt x="1035" y="0"/>
                    <a:pt x="801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1493;p39">
              <a:extLst>
                <a:ext uri="{FF2B5EF4-FFF2-40B4-BE49-F238E27FC236}">
                  <a16:creationId xmlns:a16="http://schemas.microsoft.com/office/drawing/2014/main" id="{D38A9028-31E7-CC3E-3177-9D81BC4FEE34}"/>
                </a:ext>
              </a:extLst>
            </p:cNvPr>
            <p:cNvSpPr/>
            <p:nvPr/>
          </p:nvSpPr>
          <p:spPr>
            <a:xfrm>
              <a:off x="7788649" y="2715092"/>
              <a:ext cx="29579" cy="43081"/>
            </a:xfrm>
            <a:custGeom>
              <a:avLst/>
              <a:gdLst/>
              <a:ahLst/>
              <a:cxnLst/>
              <a:rect l="l" t="t" r="r" b="b"/>
              <a:pathLst>
                <a:path w="1402" h="2042" extrusionOk="0">
                  <a:moveTo>
                    <a:pt x="128" y="0"/>
                  </a:moveTo>
                  <a:cubicBezTo>
                    <a:pt x="50" y="0"/>
                    <a:pt x="1" y="83"/>
                    <a:pt x="1" y="141"/>
                  </a:cubicBezTo>
                  <a:lnTo>
                    <a:pt x="1" y="1875"/>
                  </a:lnTo>
                  <a:cubicBezTo>
                    <a:pt x="1" y="1975"/>
                    <a:pt x="67" y="2042"/>
                    <a:pt x="167" y="2042"/>
                  </a:cubicBezTo>
                  <a:cubicBezTo>
                    <a:pt x="234" y="2042"/>
                    <a:pt x="301" y="1975"/>
                    <a:pt x="301" y="1875"/>
                  </a:cubicBezTo>
                  <a:lnTo>
                    <a:pt x="301" y="1175"/>
                  </a:lnTo>
                  <a:lnTo>
                    <a:pt x="1068" y="1175"/>
                  </a:lnTo>
                  <a:lnTo>
                    <a:pt x="1068" y="1875"/>
                  </a:lnTo>
                  <a:cubicBezTo>
                    <a:pt x="1068" y="1975"/>
                    <a:pt x="1135" y="2042"/>
                    <a:pt x="1235" y="2042"/>
                  </a:cubicBezTo>
                  <a:cubicBezTo>
                    <a:pt x="1335" y="2042"/>
                    <a:pt x="1402" y="1975"/>
                    <a:pt x="1402" y="1875"/>
                  </a:cubicBezTo>
                  <a:lnTo>
                    <a:pt x="1402" y="141"/>
                  </a:lnTo>
                  <a:cubicBezTo>
                    <a:pt x="1402" y="83"/>
                    <a:pt x="1352" y="0"/>
                    <a:pt x="1274" y="0"/>
                  </a:cubicBezTo>
                  <a:cubicBezTo>
                    <a:pt x="1262" y="0"/>
                    <a:pt x="1249" y="3"/>
                    <a:pt x="1235" y="7"/>
                  </a:cubicBezTo>
                  <a:cubicBezTo>
                    <a:pt x="1221" y="3"/>
                    <a:pt x="1208" y="0"/>
                    <a:pt x="1196" y="0"/>
                  </a:cubicBezTo>
                  <a:cubicBezTo>
                    <a:pt x="1118" y="0"/>
                    <a:pt x="1068" y="83"/>
                    <a:pt x="1068" y="141"/>
                  </a:cubicBezTo>
                  <a:lnTo>
                    <a:pt x="1068" y="841"/>
                  </a:lnTo>
                  <a:lnTo>
                    <a:pt x="301" y="841"/>
                  </a:lnTo>
                  <a:lnTo>
                    <a:pt x="301" y="141"/>
                  </a:lnTo>
                  <a:cubicBezTo>
                    <a:pt x="301" y="83"/>
                    <a:pt x="251" y="0"/>
                    <a:pt x="195" y="0"/>
                  </a:cubicBezTo>
                  <a:cubicBezTo>
                    <a:pt x="186" y="0"/>
                    <a:pt x="177" y="3"/>
                    <a:pt x="167" y="7"/>
                  </a:cubicBezTo>
                  <a:cubicBezTo>
                    <a:pt x="154" y="3"/>
                    <a:pt x="141" y="0"/>
                    <a:pt x="128" y="0"/>
                  </a:cubicBez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1494;p39">
              <a:extLst>
                <a:ext uri="{FF2B5EF4-FFF2-40B4-BE49-F238E27FC236}">
                  <a16:creationId xmlns:a16="http://schemas.microsoft.com/office/drawing/2014/main" id="{36A4EFF1-01EE-2943-A706-5A609B569C08}"/>
                </a:ext>
              </a:extLst>
            </p:cNvPr>
            <p:cNvSpPr/>
            <p:nvPr/>
          </p:nvSpPr>
          <p:spPr>
            <a:xfrm>
              <a:off x="7576830" y="2468209"/>
              <a:ext cx="618621" cy="81668"/>
            </a:xfrm>
            <a:custGeom>
              <a:avLst/>
              <a:gdLst/>
              <a:ahLst/>
              <a:cxnLst/>
              <a:rect l="l" t="t" r="r" b="b"/>
              <a:pathLst>
                <a:path w="29322" h="3871" extrusionOk="0">
                  <a:moveTo>
                    <a:pt x="0" y="1"/>
                  </a:moveTo>
                  <a:lnTo>
                    <a:pt x="0" y="3870"/>
                  </a:lnTo>
                  <a:lnTo>
                    <a:pt x="29321" y="3870"/>
                  </a:lnTo>
                  <a:lnTo>
                    <a:pt x="29321" y="1"/>
                  </a:lnTo>
                  <a:close/>
                </a:path>
              </a:pathLst>
            </a:custGeom>
            <a:solidFill>
              <a:srgbClr val="90E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1495;p39">
              <a:extLst>
                <a:ext uri="{FF2B5EF4-FFF2-40B4-BE49-F238E27FC236}">
                  <a16:creationId xmlns:a16="http://schemas.microsoft.com/office/drawing/2014/main" id="{931626A3-C430-EDF8-7BA7-9FE79A96C753}"/>
                </a:ext>
              </a:extLst>
            </p:cNvPr>
            <p:cNvSpPr/>
            <p:nvPr/>
          </p:nvSpPr>
          <p:spPr>
            <a:xfrm>
              <a:off x="7576830" y="2476648"/>
              <a:ext cx="414524" cy="64769"/>
            </a:xfrm>
            <a:custGeom>
              <a:avLst/>
              <a:gdLst/>
              <a:ahLst/>
              <a:cxnLst/>
              <a:rect l="l" t="t" r="r" b="b"/>
              <a:pathLst>
                <a:path w="19648" h="3070" extrusionOk="0">
                  <a:moveTo>
                    <a:pt x="0" y="1"/>
                  </a:moveTo>
                  <a:lnTo>
                    <a:pt x="0" y="3070"/>
                  </a:lnTo>
                  <a:lnTo>
                    <a:pt x="19648" y="3070"/>
                  </a:lnTo>
                  <a:lnTo>
                    <a:pt x="196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1496;p39">
              <a:extLst>
                <a:ext uri="{FF2B5EF4-FFF2-40B4-BE49-F238E27FC236}">
                  <a16:creationId xmlns:a16="http://schemas.microsoft.com/office/drawing/2014/main" id="{D1F5B48C-5D34-CC9E-8E9F-31BF3315B2FD}"/>
                </a:ext>
              </a:extLst>
            </p:cNvPr>
            <p:cNvSpPr/>
            <p:nvPr/>
          </p:nvSpPr>
          <p:spPr>
            <a:xfrm>
              <a:off x="7603560" y="2527324"/>
              <a:ext cx="387097" cy="1435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1"/>
                  </a:moveTo>
                  <a:cubicBezTo>
                    <a:pt x="3070" y="1"/>
                    <a:pt x="1535" y="1"/>
                    <a:pt x="1" y="34"/>
                  </a:cubicBezTo>
                  <a:cubicBezTo>
                    <a:pt x="1535" y="34"/>
                    <a:pt x="3070" y="67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13" y="67"/>
                    <a:pt x="18347" y="34"/>
                  </a:cubicBezTo>
                  <a:cubicBezTo>
                    <a:pt x="16813" y="34"/>
                    <a:pt x="15278" y="1"/>
                    <a:pt x="13777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1497;p39">
              <a:extLst>
                <a:ext uri="{FF2B5EF4-FFF2-40B4-BE49-F238E27FC236}">
                  <a16:creationId xmlns:a16="http://schemas.microsoft.com/office/drawing/2014/main" id="{D621AA02-CBE6-368E-2346-0451A7845954}"/>
                </a:ext>
              </a:extLst>
            </p:cNvPr>
            <p:cNvSpPr/>
            <p:nvPr/>
          </p:nvSpPr>
          <p:spPr>
            <a:xfrm>
              <a:off x="7603560" y="2514666"/>
              <a:ext cx="387097" cy="1414"/>
            </a:xfrm>
            <a:custGeom>
              <a:avLst/>
              <a:gdLst/>
              <a:ahLst/>
              <a:cxnLst/>
              <a:rect l="l" t="t" r="r" b="b"/>
              <a:pathLst>
                <a:path w="18348" h="67" extrusionOk="0">
                  <a:moveTo>
                    <a:pt x="4604" y="0"/>
                  </a:moveTo>
                  <a:cubicBezTo>
                    <a:pt x="3070" y="0"/>
                    <a:pt x="1535" y="0"/>
                    <a:pt x="1" y="34"/>
                  </a:cubicBezTo>
                  <a:cubicBezTo>
                    <a:pt x="1535" y="34"/>
                    <a:pt x="3070" y="67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46" y="67"/>
                    <a:pt x="18347" y="34"/>
                  </a:cubicBezTo>
                  <a:cubicBezTo>
                    <a:pt x="16813" y="0"/>
                    <a:pt x="15278" y="0"/>
                    <a:pt x="13777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1498;p39">
              <a:extLst>
                <a:ext uri="{FF2B5EF4-FFF2-40B4-BE49-F238E27FC236}">
                  <a16:creationId xmlns:a16="http://schemas.microsoft.com/office/drawing/2014/main" id="{7B1D0D48-AE9E-2B1D-62C0-F3E12C9A79B7}"/>
                </a:ext>
              </a:extLst>
            </p:cNvPr>
            <p:cNvSpPr/>
            <p:nvPr/>
          </p:nvSpPr>
          <p:spPr>
            <a:xfrm>
              <a:off x="7603560" y="2501986"/>
              <a:ext cx="387097" cy="1435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1"/>
                  </a:moveTo>
                  <a:cubicBezTo>
                    <a:pt x="3070" y="1"/>
                    <a:pt x="1535" y="1"/>
                    <a:pt x="1" y="34"/>
                  </a:cubicBezTo>
                  <a:cubicBezTo>
                    <a:pt x="1535" y="34"/>
                    <a:pt x="3070" y="68"/>
                    <a:pt x="4604" y="68"/>
                  </a:cubicBezTo>
                  <a:lnTo>
                    <a:pt x="13777" y="68"/>
                  </a:lnTo>
                  <a:cubicBezTo>
                    <a:pt x="15312" y="68"/>
                    <a:pt x="16846" y="68"/>
                    <a:pt x="18347" y="34"/>
                  </a:cubicBezTo>
                  <a:cubicBezTo>
                    <a:pt x="16813" y="1"/>
                    <a:pt x="15278" y="1"/>
                    <a:pt x="13777" y="1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1499;p39">
              <a:extLst>
                <a:ext uri="{FF2B5EF4-FFF2-40B4-BE49-F238E27FC236}">
                  <a16:creationId xmlns:a16="http://schemas.microsoft.com/office/drawing/2014/main" id="{E54C2579-940E-36D5-E49D-76A56C5D33A4}"/>
                </a:ext>
              </a:extLst>
            </p:cNvPr>
            <p:cNvSpPr/>
            <p:nvPr/>
          </p:nvSpPr>
          <p:spPr>
            <a:xfrm>
              <a:off x="7603560" y="2489328"/>
              <a:ext cx="387097" cy="1435"/>
            </a:xfrm>
            <a:custGeom>
              <a:avLst/>
              <a:gdLst/>
              <a:ahLst/>
              <a:cxnLst/>
              <a:rect l="l" t="t" r="r" b="b"/>
              <a:pathLst>
                <a:path w="18348" h="68" extrusionOk="0">
                  <a:moveTo>
                    <a:pt x="4604" y="0"/>
                  </a:moveTo>
                  <a:cubicBezTo>
                    <a:pt x="3070" y="0"/>
                    <a:pt x="1535" y="0"/>
                    <a:pt x="1" y="34"/>
                  </a:cubicBezTo>
                  <a:cubicBezTo>
                    <a:pt x="1535" y="34"/>
                    <a:pt x="3070" y="34"/>
                    <a:pt x="4604" y="67"/>
                  </a:cubicBezTo>
                  <a:lnTo>
                    <a:pt x="13777" y="67"/>
                  </a:lnTo>
                  <a:cubicBezTo>
                    <a:pt x="15312" y="67"/>
                    <a:pt x="16813" y="34"/>
                    <a:pt x="18347" y="34"/>
                  </a:cubicBezTo>
                  <a:cubicBezTo>
                    <a:pt x="16813" y="34"/>
                    <a:pt x="15278" y="0"/>
                    <a:pt x="13777" y="0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1500;p39">
              <a:extLst>
                <a:ext uri="{FF2B5EF4-FFF2-40B4-BE49-F238E27FC236}">
                  <a16:creationId xmlns:a16="http://schemas.microsoft.com/office/drawing/2014/main" id="{31B1ABAE-5EFA-4BA1-50BD-9A92208A6BB9}"/>
                </a:ext>
              </a:extLst>
            </p:cNvPr>
            <p:cNvSpPr/>
            <p:nvPr/>
          </p:nvSpPr>
          <p:spPr>
            <a:xfrm>
              <a:off x="8017367" y="2487914"/>
              <a:ext cx="18334" cy="42955"/>
            </a:xfrm>
            <a:custGeom>
              <a:avLst/>
              <a:gdLst/>
              <a:ahLst/>
              <a:cxnLst/>
              <a:rect l="l" t="t" r="r" b="b"/>
              <a:pathLst>
                <a:path w="869" h="2036" extrusionOk="0">
                  <a:moveTo>
                    <a:pt x="101" y="1"/>
                  </a:moveTo>
                  <a:cubicBezTo>
                    <a:pt x="34" y="1"/>
                    <a:pt x="1" y="67"/>
                    <a:pt x="1" y="167"/>
                  </a:cubicBezTo>
                  <a:lnTo>
                    <a:pt x="1" y="1902"/>
                  </a:lnTo>
                  <a:cubicBezTo>
                    <a:pt x="1" y="1969"/>
                    <a:pt x="34" y="2035"/>
                    <a:pt x="101" y="2035"/>
                  </a:cubicBezTo>
                  <a:cubicBezTo>
                    <a:pt x="168" y="2035"/>
                    <a:pt x="201" y="1969"/>
                    <a:pt x="201" y="1902"/>
                  </a:cubicBezTo>
                  <a:lnTo>
                    <a:pt x="201" y="1202"/>
                  </a:lnTo>
                  <a:lnTo>
                    <a:pt x="668" y="1202"/>
                  </a:lnTo>
                  <a:cubicBezTo>
                    <a:pt x="735" y="1202"/>
                    <a:pt x="801" y="1101"/>
                    <a:pt x="801" y="1035"/>
                  </a:cubicBezTo>
                  <a:cubicBezTo>
                    <a:pt x="801" y="935"/>
                    <a:pt x="735" y="868"/>
                    <a:pt x="668" y="868"/>
                  </a:cubicBezTo>
                  <a:lnTo>
                    <a:pt x="201" y="868"/>
                  </a:lnTo>
                  <a:lnTo>
                    <a:pt x="201" y="334"/>
                  </a:lnTo>
                  <a:lnTo>
                    <a:pt x="768" y="334"/>
                  </a:lnTo>
                  <a:cubicBezTo>
                    <a:pt x="801" y="334"/>
                    <a:pt x="868" y="268"/>
                    <a:pt x="868" y="167"/>
                  </a:cubicBezTo>
                  <a:cubicBezTo>
                    <a:pt x="868" y="67"/>
                    <a:pt x="801" y="1"/>
                    <a:pt x="76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1501;p39">
              <a:extLst>
                <a:ext uri="{FF2B5EF4-FFF2-40B4-BE49-F238E27FC236}">
                  <a16:creationId xmlns:a16="http://schemas.microsoft.com/office/drawing/2014/main" id="{3AF6CD35-20D1-4E83-39D0-7CC89C622C8A}"/>
                </a:ext>
              </a:extLst>
            </p:cNvPr>
            <p:cNvSpPr/>
            <p:nvPr/>
          </p:nvSpPr>
          <p:spPr>
            <a:xfrm>
              <a:off x="8042008" y="2487914"/>
              <a:ext cx="21119" cy="42955"/>
            </a:xfrm>
            <a:custGeom>
              <a:avLst/>
              <a:gdLst/>
              <a:ahLst/>
              <a:cxnLst/>
              <a:rect l="l" t="t" r="r" b="b"/>
              <a:pathLst>
                <a:path w="1001" h="2036" extrusionOk="0">
                  <a:moveTo>
                    <a:pt x="467" y="334"/>
                  </a:moveTo>
                  <a:cubicBezTo>
                    <a:pt x="601" y="334"/>
                    <a:pt x="701" y="468"/>
                    <a:pt x="701" y="634"/>
                  </a:cubicBezTo>
                  <a:cubicBezTo>
                    <a:pt x="701" y="801"/>
                    <a:pt x="601" y="935"/>
                    <a:pt x="467" y="935"/>
                  </a:cubicBezTo>
                  <a:lnTo>
                    <a:pt x="234" y="935"/>
                  </a:lnTo>
                  <a:lnTo>
                    <a:pt x="234" y="334"/>
                  </a:lnTo>
                  <a:close/>
                  <a:moveTo>
                    <a:pt x="134" y="1"/>
                  </a:moveTo>
                  <a:cubicBezTo>
                    <a:pt x="67" y="1"/>
                    <a:pt x="0" y="67"/>
                    <a:pt x="0" y="167"/>
                  </a:cubicBezTo>
                  <a:lnTo>
                    <a:pt x="0" y="1869"/>
                  </a:lnTo>
                  <a:cubicBezTo>
                    <a:pt x="0" y="1969"/>
                    <a:pt x="67" y="2035"/>
                    <a:pt x="134" y="2035"/>
                  </a:cubicBezTo>
                  <a:cubicBezTo>
                    <a:pt x="167" y="2035"/>
                    <a:pt x="234" y="1969"/>
                    <a:pt x="234" y="1869"/>
                  </a:cubicBezTo>
                  <a:lnTo>
                    <a:pt x="234" y="1235"/>
                  </a:lnTo>
                  <a:lnTo>
                    <a:pt x="467" y="1235"/>
                  </a:lnTo>
                  <a:cubicBezTo>
                    <a:pt x="501" y="1268"/>
                    <a:pt x="567" y="1268"/>
                    <a:pt x="567" y="1302"/>
                  </a:cubicBezTo>
                  <a:cubicBezTo>
                    <a:pt x="601" y="1335"/>
                    <a:pt x="634" y="1368"/>
                    <a:pt x="634" y="1402"/>
                  </a:cubicBezTo>
                  <a:cubicBezTo>
                    <a:pt x="667" y="1435"/>
                    <a:pt x="667" y="1468"/>
                    <a:pt x="667" y="1535"/>
                  </a:cubicBezTo>
                  <a:cubicBezTo>
                    <a:pt x="667" y="1635"/>
                    <a:pt x="667" y="1769"/>
                    <a:pt x="701" y="1869"/>
                  </a:cubicBezTo>
                  <a:cubicBezTo>
                    <a:pt x="734" y="1902"/>
                    <a:pt x="734" y="1935"/>
                    <a:pt x="767" y="1969"/>
                  </a:cubicBezTo>
                  <a:cubicBezTo>
                    <a:pt x="801" y="2002"/>
                    <a:pt x="834" y="2002"/>
                    <a:pt x="868" y="2002"/>
                  </a:cubicBezTo>
                  <a:lnTo>
                    <a:pt x="901" y="2002"/>
                  </a:lnTo>
                  <a:cubicBezTo>
                    <a:pt x="968" y="1969"/>
                    <a:pt x="1001" y="1869"/>
                    <a:pt x="968" y="1802"/>
                  </a:cubicBezTo>
                  <a:cubicBezTo>
                    <a:pt x="968" y="1735"/>
                    <a:pt x="934" y="1702"/>
                    <a:pt x="868" y="1702"/>
                  </a:cubicBezTo>
                  <a:cubicBezTo>
                    <a:pt x="868" y="1635"/>
                    <a:pt x="868" y="1568"/>
                    <a:pt x="868" y="1535"/>
                  </a:cubicBezTo>
                  <a:cubicBezTo>
                    <a:pt x="868" y="1402"/>
                    <a:pt x="868" y="1302"/>
                    <a:pt x="801" y="1202"/>
                  </a:cubicBezTo>
                  <a:cubicBezTo>
                    <a:pt x="801" y="1168"/>
                    <a:pt x="767" y="1135"/>
                    <a:pt x="734" y="1101"/>
                  </a:cubicBezTo>
                  <a:cubicBezTo>
                    <a:pt x="834" y="968"/>
                    <a:pt x="901" y="801"/>
                    <a:pt x="901" y="634"/>
                  </a:cubicBezTo>
                  <a:cubicBezTo>
                    <a:pt x="901" y="268"/>
                    <a:pt x="734" y="1"/>
                    <a:pt x="4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1502;p39">
              <a:extLst>
                <a:ext uri="{FF2B5EF4-FFF2-40B4-BE49-F238E27FC236}">
                  <a16:creationId xmlns:a16="http://schemas.microsoft.com/office/drawing/2014/main" id="{19BC14B7-06CB-9DC0-1823-7598F03380FA}"/>
                </a:ext>
              </a:extLst>
            </p:cNvPr>
            <p:cNvSpPr/>
            <p:nvPr/>
          </p:nvSpPr>
          <p:spPr>
            <a:xfrm>
              <a:off x="8069456" y="2487914"/>
              <a:ext cx="18313" cy="43102"/>
            </a:xfrm>
            <a:custGeom>
              <a:avLst/>
              <a:gdLst/>
              <a:ahLst/>
              <a:cxnLst/>
              <a:rect l="l" t="t" r="r" b="b"/>
              <a:pathLst>
                <a:path w="868" h="2043" extrusionOk="0">
                  <a:moveTo>
                    <a:pt x="100" y="1"/>
                  </a:moveTo>
                  <a:cubicBezTo>
                    <a:pt x="34" y="1"/>
                    <a:pt x="0" y="67"/>
                    <a:pt x="0" y="167"/>
                  </a:cubicBezTo>
                  <a:lnTo>
                    <a:pt x="0" y="1902"/>
                  </a:lnTo>
                  <a:cubicBezTo>
                    <a:pt x="0" y="1960"/>
                    <a:pt x="50" y="2042"/>
                    <a:pt x="85" y="2042"/>
                  </a:cubicBezTo>
                  <a:cubicBezTo>
                    <a:pt x="91" y="2042"/>
                    <a:pt x="96" y="2040"/>
                    <a:pt x="100" y="2035"/>
                  </a:cubicBezTo>
                  <a:lnTo>
                    <a:pt x="767" y="2035"/>
                  </a:lnTo>
                  <a:cubicBezTo>
                    <a:pt x="834" y="2035"/>
                    <a:pt x="867" y="1969"/>
                    <a:pt x="867" y="1902"/>
                  </a:cubicBezTo>
                  <a:cubicBezTo>
                    <a:pt x="867" y="1802"/>
                    <a:pt x="834" y="1735"/>
                    <a:pt x="767" y="1735"/>
                  </a:cubicBezTo>
                  <a:lnTo>
                    <a:pt x="234" y="1735"/>
                  </a:lnTo>
                  <a:lnTo>
                    <a:pt x="234" y="1202"/>
                  </a:lnTo>
                  <a:lnTo>
                    <a:pt x="701" y="1202"/>
                  </a:lnTo>
                  <a:cubicBezTo>
                    <a:pt x="734" y="1202"/>
                    <a:pt x="801" y="1101"/>
                    <a:pt x="801" y="1035"/>
                  </a:cubicBezTo>
                  <a:cubicBezTo>
                    <a:pt x="801" y="935"/>
                    <a:pt x="734" y="868"/>
                    <a:pt x="701" y="868"/>
                  </a:cubicBezTo>
                  <a:lnTo>
                    <a:pt x="234" y="868"/>
                  </a:lnTo>
                  <a:lnTo>
                    <a:pt x="234" y="334"/>
                  </a:lnTo>
                  <a:lnTo>
                    <a:pt x="767" y="334"/>
                  </a:lnTo>
                  <a:cubicBezTo>
                    <a:pt x="834" y="334"/>
                    <a:pt x="867" y="268"/>
                    <a:pt x="867" y="167"/>
                  </a:cubicBezTo>
                  <a:cubicBezTo>
                    <a:pt x="867" y="67"/>
                    <a:pt x="834" y="1"/>
                    <a:pt x="767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1503;p39">
              <a:extLst>
                <a:ext uri="{FF2B5EF4-FFF2-40B4-BE49-F238E27FC236}">
                  <a16:creationId xmlns:a16="http://schemas.microsoft.com/office/drawing/2014/main" id="{E3742B09-B27B-2CD4-E2BD-7FCA62B2D400}"/>
                </a:ext>
              </a:extLst>
            </p:cNvPr>
            <p:cNvSpPr/>
            <p:nvPr/>
          </p:nvSpPr>
          <p:spPr>
            <a:xfrm>
              <a:off x="8094794" y="2488568"/>
              <a:ext cx="22532" cy="42997"/>
            </a:xfrm>
            <a:custGeom>
              <a:avLst/>
              <a:gdLst/>
              <a:ahLst/>
              <a:cxnLst/>
              <a:rect l="l" t="t" r="r" b="b"/>
              <a:pathLst>
                <a:path w="1068" h="2038" extrusionOk="0">
                  <a:moveTo>
                    <a:pt x="108" y="0"/>
                  </a:moveTo>
                  <a:cubicBezTo>
                    <a:pt x="84" y="0"/>
                    <a:pt x="59" y="11"/>
                    <a:pt x="33" y="36"/>
                  </a:cubicBezTo>
                  <a:cubicBezTo>
                    <a:pt x="0" y="70"/>
                    <a:pt x="0" y="103"/>
                    <a:pt x="0" y="170"/>
                  </a:cubicBezTo>
                  <a:lnTo>
                    <a:pt x="0" y="1871"/>
                  </a:lnTo>
                  <a:cubicBezTo>
                    <a:pt x="0" y="1938"/>
                    <a:pt x="33" y="2038"/>
                    <a:pt x="100" y="2038"/>
                  </a:cubicBezTo>
                  <a:cubicBezTo>
                    <a:pt x="167" y="2038"/>
                    <a:pt x="200" y="1938"/>
                    <a:pt x="200" y="1871"/>
                  </a:cubicBezTo>
                  <a:lnTo>
                    <a:pt x="234" y="637"/>
                  </a:lnTo>
                  <a:lnTo>
                    <a:pt x="867" y="1938"/>
                  </a:lnTo>
                  <a:lnTo>
                    <a:pt x="867" y="1971"/>
                  </a:lnTo>
                  <a:cubicBezTo>
                    <a:pt x="901" y="2004"/>
                    <a:pt x="934" y="2038"/>
                    <a:pt x="967" y="2038"/>
                  </a:cubicBezTo>
                  <a:cubicBezTo>
                    <a:pt x="1001" y="2038"/>
                    <a:pt x="1068" y="1938"/>
                    <a:pt x="1068" y="1871"/>
                  </a:cubicBezTo>
                  <a:lnTo>
                    <a:pt x="1068" y="170"/>
                  </a:lnTo>
                  <a:cubicBezTo>
                    <a:pt x="1068" y="70"/>
                    <a:pt x="1034" y="3"/>
                    <a:pt x="967" y="3"/>
                  </a:cubicBezTo>
                  <a:cubicBezTo>
                    <a:pt x="901" y="3"/>
                    <a:pt x="834" y="70"/>
                    <a:pt x="834" y="170"/>
                  </a:cubicBezTo>
                  <a:lnTo>
                    <a:pt x="834" y="1371"/>
                  </a:lnTo>
                  <a:lnTo>
                    <a:pt x="200" y="70"/>
                  </a:lnTo>
                  <a:cubicBezTo>
                    <a:pt x="180" y="29"/>
                    <a:pt x="146" y="0"/>
                    <a:pt x="10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1504;p39">
              <a:extLst>
                <a:ext uri="{FF2B5EF4-FFF2-40B4-BE49-F238E27FC236}">
                  <a16:creationId xmlns:a16="http://schemas.microsoft.com/office/drawing/2014/main" id="{1FBFAFD3-F80A-1CBB-8736-3C83080C76D7}"/>
                </a:ext>
              </a:extLst>
            </p:cNvPr>
            <p:cNvSpPr/>
            <p:nvPr/>
          </p:nvSpPr>
          <p:spPr>
            <a:xfrm>
              <a:off x="8126462" y="2486501"/>
              <a:ext cx="26055" cy="45064"/>
            </a:xfrm>
            <a:custGeom>
              <a:avLst/>
              <a:gdLst/>
              <a:ahLst/>
              <a:cxnLst/>
              <a:rect l="l" t="t" r="r" b="b"/>
              <a:pathLst>
                <a:path w="1235" h="2136" extrusionOk="0">
                  <a:moveTo>
                    <a:pt x="734" y="1"/>
                  </a:moveTo>
                  <a:cubicBezTo>
                    <a:pt x="334" y="34"/>
                    <a:pt x="0" y="501"/>
                    <a:pt x="0" y="1068"/>
                  </a:cubicBezTo>
                  <a:cubicBezTo>
                    <a:pt x="0" y="1635"/>
                    <a:pt x="334" y="2136"/>
                    <a:pt x="734" y="2136"/>
                  </a:cubicBezTo>
                  <a:cubicBezTo>
                    <a:pt x="901" y="2102"/>
                    <a:pt x="1068" y="2036"/>
                    <a:pt x="1201" y="1902"/>
                  </a:cubicBezTo>
                  <a:cubicBezTo>
                    <a:pt x="1234" y="1802"/>
                    <a:pt x="1234" y="1736"/>
                    <a:pt x="1201" y="1669"/>
                  </a:cubicBezTo>
                  <a:cubicBezTo>
                    <a:pt x="1180" y="1628"/>
                    <a:pt x="1134" y="1599"/>
                    <a:pt x="1094" y="1599"/>
                  </a:cubicBezTo>
                  <a:cubicBezTo>
                    <a:pt x="1069" y="1599"/>
                    <a:pt x="1047" y="1610"/>
                    <a:pt x="1034" y="1635"/>
                  </a:cubicBezTo>
                  <a:cubicBezTo>
                    <a:pt x="968" y="1736"/>
                    <a:pt x="834" y="1769"/>
                    <a:pt x="701" y="1802"/>
                  </a:cubicBezTo>
                  <a:cubicBezTo>
                    <a:pt x="567" y="1769"/>
                    <a:pt x="434" y="1702"/>
                    <a:pt x="334" y="1569"/>
                  </a:cubicBezTo>
                  <a:cubicBezTo>
                    <a:pt x="134" y="1269"/>
                    <a:pt x="134" y="868"/>
                    <a:pt x="334" y="568"/>
                  </a:cubicBezTo>
                  <a:cubicBezTo>
                    <a:pt x="434" y="435"/>
                    <a:pt x="567" y="368"/>
                    <a:pt x="701" y="335"/>
                  </a:cubicBezTo>
                  <a:cubicBezTo>
                    <a:pt x="834" y="335"/>
                    <a:pt x="968" y="401"/>
                    <a:pt x="1034" y="501"/>
                  </a:cubicBezTo>
                  <a:cubicBezTo>
                    <a:pt x="1047" y="527"/>
                    <a:pt x="1069" y="538"/>
                    <a:pt x="1094" y="538"/>
                  </a:cubicBezTo>
                  <a:cubicBezTo>
                    <a:pt x="1134" y="538"/>
                    <a:pt x="1180" y="509"/>
                    <a:pt x="1201" y="468"/>
                  </a:cubicBezTo>
                  <a:cubicBezTo>
                    <a:pt x="1234" y="401"/>
                    <a:pt x="1234" y="301"/>
                    <a:pt x="1201" y="234"/>
                  </a:cubicBezTo>
                  <a:cubicBezTo>
                    <a:pt x="1068" y="101"/>
                    <a:pt x="901" y="34"/>
                    <a:pt x="734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1505;p39">
              <a:extLst>
                <a:ext uri="{FF2B5EF4-FFF2-40B4-BE49-F238E27FC236}">
                  <a16:creationId xmlns:a16="http://schemas.microsoft.com/office/drawing/2014/main" id="{56D939AE-90D0-6B06-5C1C-DD18F10F9F79}"/>
                </a:ext>
              </a:extLst>
            </p:cNvPr>
            <p:cNvSpPr/>
            <p:nvPr/>
          </p:nvSpPr>
          <p:spPr>
            <a:xfrm>
              <a:off x="8160239" y="2487914"/>
              <a:ext cx="20422" cy="43651"/>
            </a:xfrm>
            <a:custGeom>
              <a:avLst/>
              <a:gdLst/>
              <a:ahLst/>
              <a:cxnLst/>
              <a:rect l="l" t="t" r="r" b="b"/>
              <a:pathLst>
                <a:path w="968" h="2069" extrusionOk="0">
                  <a:moveTo>
                    <a:pt x="100" y="1"/>
                  </a:moveTo>
                  <a:cubicBezTo>
                    <a:pt x="67" y="1"/>
                    <a:pt x="0" y="67"/>
                    <a:pt x="0" y="167"/>
                  </a:cubicBezTo>
                  <a:lnTo>
                    <a:pt x="0" y="1902"/>
                  </a:lnTo>
                  <a:cubicBezTo>
                    <a:pt x="0" y="1969"/>
                    <a:pt x="67" y="2069"/>
                    <a:pt x="134" y="2069"/>
                  </a:cubicBezTo>
                  <a:cubicBezTo>
                    <a:pt x="167" y="2069"/>
                    <a:pt x="234" y="1969"/>
                    <a:pt x="234" y="1902"/>
                  </a:cubicBezTo>
                  <a:lnTo>
                    <a:pt x="234" y="1202"/>
                  </a:lnTo>
                  <a:lnTo>
                    <a:pt x="768" y="1202"/>
                  </a:lnTo>
                  <a:lnTo>
                    <a:pt x="768" y="1902"/>
                  </a:lnTo>
                  <a:cubicBezTo>
                    <a:pt x="768" y="1969"/>
                    <a:pt x="801" y="2069"/>
                    <a:pt x="868" y="2069"/>
                  </a:cubicBezTo>
                  <a:cubicBezTo>
                    <a:pt x="934" y="2069"/>
                    <a:pt x="968" y="1969"/>
                    <a:pt x="968" y="1902"/>
                  </a:cubicBezTo>
                  <a:lnTo>
                    <a:pt x="968" y="167"/>
                  </a:lnTo>
                  <a:cubicBezTo>
                    <a:pt x="968" y="67"/>
                    <a:pt x="934" y="1"/>
                    <a:pt x="868" y="1"/>
                  </a:cubicBezTo>
                  <a:cubicBezTo>
                    <a:pt x="801" y="1"/>
                    <a:pt x="768" y="67"/>
                    <a:pt x="768" y="167"/>
                  </a:cubicBezTo>
                  <a:lnTo>
                    <a:pt x="768" y="868"/>
                  </a:lnTo>
                  <a:lnTo>
                    <a:pt x="234" y="868"/>
                  </a:lnTo>
                  <a:lnTo>
                    <a:pt x="234" y="167"/>
                  </a:lnTo>
                  <a:cubicBezTo>
                    <a:pt x="234" y="67"/>
                    <a:pt x="167" y="1"/>
                    <a:pt x="10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1506;p39">
              <a:extLst>
                <a:ext uri="{FF2B5EF4-FFF2-40B4-BE49-F238E27FC236}">
                  <a16:creationId xmlns:a16="http://schemas.microsoft.com/office/drawing/2014/main" id="{95BA1AFD-8767-E2CF-79AC-0C3AB91E1A94}"/>
                </a:ext>
              </a:extLst>
            </p:cNvPr>
            <p:cNvSpPr/>
            <p:nvPr/>
          </p:nvSpPr>
          <p:spPr>
            <a:xfrm>
              <a:off x="7613413" y="2581376"/>
              <a:ext cx="39431" cy="43081"/>
            </a:xfrm>
            <a:custGeom>
              <a:avLst/>
              <a:gdLst/>
              <a:ahLst/>
              <a:cxnLst/>
              <a:rect l="l" t="t" r="r" b="b"/>
              <a:pathLst>
                <a:path w="1869" h="2042" extrusionOk="0">
                  <a:moveTo>
                    <a:pt x="534" y="307"/>
                  </a:moveTo>
                  <a:cubicBezTo>
                    <a:pt x="1435" y="307"/>
                    <a:pt x="1435" y="1708"/>
                    <a:pt x="534" y="1708"/>
                  </a:cubicBezTo>
                  <a:lnTo>
                    <a:pt x="334" y="1708"/>
                  </a:lnTo>
                  <a:lnTo>
                    <a:pt x="334" y="307"/>
                  </a:lnTo>
                  <a:close/>
                  <a:moveTo>
                    <a:pt x="139" y="1"/>
                  </a:moveTo>
                  <a:cubicBezTo>
                    <a:pt x="76" y="1"/>
                    <a:pt x="5" y="83"/>
                    <a:pt x="34" y="141"/>
                  </a:cubicBezTo>
                  <a:lnTo>
                    <a:pt x="34" y="1875"/>
                  </a:lnTo>
                  <a:cubicBezTo>
                    <a:pt x="1" y="1975"/>
                    <a:pt x="101" y="2042"/>
                    <a:pt x="168" y="2042"/>
                  </a:cubicBezTo>
                  <a:lnTo>
                    <a:pt x="534" y="2042"/>
                  </a:lnTo>
                  <a:cubicBezTo>
                    <a:pt x="1858" y="2042"/>
                    <a:pt x="1869" y="7"/>
                    <a:pt x="566" y="7"/>
                  </a:cubicBezTo>
                  <a:cubicBezTo>
                    <a:pt x="556" y="7"/>
                    <a:pt x="545" y="7"/>
                    <a:pt x="534" y="7"/>
                  </a:cubicBezTo>
                  <a:lnTo>
                    <a:pt x="168" y="7"/>
                  </a:lnTo>
                  <a:cubicBezTo>
                    <a:pt x="158" y="3"/>
                    <a:pt x="149" y="1"/>
                    <a:pt x="13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1507;p39">
              <a:extLst>
                <a:ext uri="{FF2B5EF4-FFF2-40B4-BE49-F238E27FC236}">
                  <a16:creationId xmlns:a16="http://schemas.microsoft.com/office/drawing/2014/main" id="{C2FE8E8F-B450-A874-58EA-626E03BB7E1A}"/>
                </a:ext>
              </a:extLst>
            </p:cNvPr>
            <p:cNvSpPr/>
            <p:nvPr/>
          </p:nvSpPr>
          <p:spPr>
            <a:xfrm>
              <a:off x="7655650" y="2581376"/>
              <a:ext cx="6350" cy="43081"/>
            </a:xfrm>
            <a:custGeom>
              <a:avLst/>
              <a:gdLst/>
              <a:ahLst/>
              <a:cxnLst/>
              <a:rect l="l" t="t" r="r" b="b"/>
              <a:pathLst>
                <a:path w="301" h="2042" extrusionOk="0">
                  <a:moveTo>
                    <a:pt x="128" y="1"/>
                  </a:moveTo>
                  <a:cubicBezTo>
                    <a:pt x="50" y="1"/>
                    <a:pt x="0" y="83"/>
                    <a:pt x="0" y="141"/>
                  </a:cubicBezTo>
                  <a:lnTo>
                    <a:pt x="0" y="1875"/>
                  </a:lnTo>
                  <a:cubicBezTo>
                    <a:pt x="0" y="1975"/>
                    <a:pt x="67" y="2042"/>
                    <a:pt x="167" y="2042"/>
                  </a:cubicBezTo>
                  <a:cubicBezTo>
                    <a:pt x="234" y="2042"/>
                    <a:pt x="300" y="1975"/>
                    <a:pt x="300" y="1875"/>
                  </a:cubicBezTo>
                  <a:lnTo>
                    <a:pt x="300" y="141"/>
                  </a:lnTo>
                  <a:cubicBezTo>
                    <a:pt x="300" y="83"/>
                    <a:pt x="251" y="1"/>
                    <a:pt x="194" y="1"/>
                  </a:cubicBezTo>
                  <a:cubicBezTo>
                    <a:pt x="185" y="1"/>
                    <a:pt x="176" y="3"/>
                    <a:pt x="167" y="7"/>
                  </a:cubicBezTo>
                  <a:cubicBezTo>
                    <a:pt x="153" y="3"/>
                    <a:pt x="140" y="1"/>
                    <a:pt x="128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1508;p39">
              <a:extLst>
                <a:ext uri="{FF2B5EF4-FFF2-40B4-BE49-F238E27FC236}">
                  <a16:creationId xmlns:a16="http://schemas.microsoft.com/office/drawing/2014/main" id="{AA589992-C656-1849-2369-9232E10C3DB3}"/>
                </a:ext>
              </a:extLst>
            </p:cNvPr>
            <p:cNvSpPr/>
            <p:nvPr/>
          </p:nvSpPr>
          <p:spPr>
            <a:xfrm>
              <a:off x="7671832" y="2580110"/>
              <a:ext cx="38735" cy="44199"/>
            </a:xfrm>
            <a:custGeom>
              <a:avLst/>
              <a:gdLst/>
              <a:ahLst/>
              <a:cxnLst/>
              <a:rect l="l" t="t" r="r" b="b"/>
              <a:pathLst>
                <a:path w="1836" h="2095" extrusionOk="0">
                  <a:moveTo>
                    <a:pt x="1068" y="0"/>
                  </a:moveTo>
                  <a:cubicBezTo>
                    <a:pt x="501" y="0"/>
                    <a:pt x="0" y="467"/>
                    <a:pt x="0" y="1035"/>
                  </a:cubicBezTo>
                  <a:cubicBezTo>
                    <a:pt x="0" y="1673"/>
                    <a:pt x="521" y="2094"/>
                    <a:pt x="1073" y="2094"/>
                  </a:cubicBezTo>
                  <a:cubicBezTo>
                    <a:pt x="1300" y="2094"/>
                    <a:pt x="1531" y="2024"/>
                    <a:pt x="1735" y="1868"/>
                  </a:cubicBezTo>
                  <a:cubicBezTo>
                    <a:pt x="1802" y="1802"/>
                    <a:pt x="1835" y="1702"/>
                    <a:pt x="1768" y="1635"/>
                  </a:cubicBezTo>
                  <a:cubicBezTo>
                    <a:pt x="1729" y="1596"/>
                    <a:pt x="1679" y="1580"/>
                    <a:pt x="1630" y="1580"/>
                  </a:cubicBezTo>
                  <a:cubicBezTo>
                    <a:pt x="1596" y="1580"/>
                    <a:pt x="1562" y="1588"/>
                    <a:pt x="1535" y="1602"/>
                  </a:cubicBezTo>
                  <a:cubicBezTo>
                    <a:pt x="1401" y="1702"/>
                    <a:pt x="1235" y="1768"/>
                    <a:pt x="1068" y="1768"/>
                  </a:cubicBezTo>
                  <a:cubicBezTo>
                    <a:pt x="868" y="1768"/>
                    <a:pt x="701" y="1702"/>
                    <a:pt x="534" y="1568"/>
                  </a:cubicBezTo>
                  <a:cubicBezTo>
                    <a:pt x="401" y="1401"/>
                    <a:pt x="334" y="1235"/>
                    <a:pt x="334" y="1035"/>
                  </a:cubicBezTo>
                  <a:cubicBezTo>
                    <a:pt x="334" y="868"/>
                    <a:pt x="401" y="668"/>
                    <a:pt x="534" y="534"/>
                  </a:cubicBezTo>
                  <a:cubicBezTo>
                    <a:pt x="701" y="401"/>
                    <a:pt x="868" y="334"/>
                    <a:pt x="1068" y="334"/>
                  </a:cubicBezTo>
                  <a:cubicBezTo>
                    <a:pt x="1235" y="334"/>
                    <a:pt x="1401" y="367"/>
                    <a:pt x="1535" y="501"/>
                  </a:cubicBezTo>
                  <a:cubicBezTo>
                    <a:pt x="1559" y="513"/>
                    <a:pt x="1593" y="521"/>
                    <a:pt x="1627" y="521"/>
                  </a:cubicBezTo>
                  <a:cubicBezTo>
                    <a:pt x="1686" y="521"/>
                    <a:pt x="1747" y="498"/>
                    <a:pt x="1768" y="434"/>
                  </a:cubicBezTo>
                  <a:cubicBezTo>
                    <a:pt x="1835" y="367"/>
                    <a:pt x="1802" y="267"/>
                    <a:pt x="1735" y="201"/>
                  </a:cubicBezTo>
                  <a:cubicBezTo>
                    <a:pt x="1568" y="67"/>
                    <a:pt x="1301" y="0"/>
                    <a:pt x="106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1509;p39">
              <a:extLst>
                <a:ext uri="{FF2B5EF4-FFF2-40B4-BE49-F238E27FC236}">
                  <a16:creationId xmlns:a16="http://schemas.microsoft.com/office/drawing/2014/main" id="{17B29143-12BE-E20F-E165-53622F81C806}"/>
                </a:ext>
              </a:extLst>
            </p:cNvPr>
            <p:cNvSpPr/>
            <p:nvPr/>
          </p:nvSpPr>
          <p:spPr>
            <a:xfrm>
              <a:off x="7717571" y="2581376"/>
              <a:ext cx="33798" cy="43081"/>
            </a:xfrm>
            <a:custGeom>
              <a:avLst/>
              <a:gdLst/>
              <a:ahLst/>
              <a:cxnLst/>
              <a:rect l="l" t="t" r="r" b="b"/>
              <a:pathLst>
                <a:path w="1602" h="2042" extrusionOk="0">
                  <a:moveTo>
                    <a:pt x="1464" y="1"/>
                  </a:moveTo>
                  <a:cubicBezTo>
                    <a:pt x="1454" y="1"/>
                    <a:pt x="1444" y="3"/>
                    <a:pt x="1435" y="7"/>
                  </a:cubicBezTo>
                  <a:lnTo>
                    <a:pt x="167" y="7"/>
                  </a:lnTo>
                  <a:cubicBezTo>
                    <a:pt x="101" y="7"/>
                    <a:pt x="34" y="74"/>
                    <a:pt x="34" y="141"/>
                  </a:cubicBezTo>
                  <a:cubicBezTo>
                    <a:pt x="1" y="241"/>
                    <a:pt x="101" y="307"/>
                    <a:pt x="167" y="307"/>
                  </a:cubicBezTo>
                  <a:lnTo>
                    <a:pt x="634" y="307"/>
                  </a:lnTo>
                  <a:lnTo>
                    <a:pt x="634" y="1875"/>
                  </a:lnTo>
                  <a:cubicBezTo>
                    <a:pt x="634" y="1975"/>
                    <a:pt x="701" y="2042"/>
                    <a:pt x="801" y="2042"/>
                  </a:cubicBezTo>
                  <a:cubicBezTo>
                    <a:pt x="901" y="2042"/>
                    <a:pt x="968" y="1975"/>
                    <a:pt x="968" y="1875"/>
                  </a:cubicBezTo>
                  <a:lnTo>
                    <a:pt x="968" y="307"/>
                  </a:lnTo>
                  <a:lnTo>
                    <a:pt x="1435" y="307"/>
                  </a:lnTo>
                  <a:cubicBezTo>
                    <a:pt x="1502" y="307"/>
                    <a:pt x="1602" y="241"/>
                    <a:pt x="1602" y="141"/>
                  </a:cubicBezTo>
                  <a:cubicBezTo>
                    <a:pt x="1602" y="83"/>
                    <a:pt x="1527" y="1"/>
                    <a:pt x="146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1510;p39">
              <a:extLst>
                <a:ext uri="{FF2B5EF4-FFF2-40B4-BE49-F238E27FC236}">
                  <a16:creationId xmlns:a16="http://schemas.microsoft.com/office/drawing/2014/main" id="{43B29E04-2D0A-EC0F-8131-F88446F5A01F}"/>
                </a:ext>
              </a:extLst>
            </p:cNvPr>
            <p:cNvSpPr/>
            <p:nvPr/>
          </p:nvSpPr>
          <p:spPr>
            <a:xfrm>
              <a:off x="7761201" y="2581376"/>
              <a:ext cx="7068" cy="43081"/>
            </a:xfrm>
            <a:custGeom>
              <a:avLst/>
              <a:gdLst/>
              <a:ahLst/>
              <a:cxnLst/>
              <a:rect l="l" t="t" r="r" b="b"/>
              <a:pathLst>
                <a:path w="335" h="2042" extrusionOk="0">
                  <a:moveTo>
                    <a:pt x="139" y="1"/>
                  </a:moveTo>
                  <a:cubicBezTo>
                    <a:pt x="76" y="1"/>
                    <a:pt x="5" y="83"/>
                    <a:pt x="34" y="141"/>
                  </a:cubicBezTo>
                  <a:lnTo>
                    <a:pt x="34" y="1875"/>
                  </a:lnTo>
                  <a:cubicBezTo>
                    <a:pt x="1" y="1975"/>
                    <a:pt x="101" y="2042"/>
                    <a:pt x="168" y="2042"/>
                  </a:cubicBezTo>
                  <a:cubicBezTo>
                    <a:pt x="268" y="2042"/>
                    <a:pt x="334" y="1975"/>
                    <a:pt x="334" y="1875"/>
                  </a:cubicBezTo>
                  <a:lnTo>
                    <a:pt x="334" y="141"/>
                  </a:lnTo>
                  <a:cubicBezTo>
                    <a:pt x="334" y="83"/>
                    <a:pt x="285" y="1"/>
                    <a:pt x="207" y="1"/>
                  </a:cubicBezTo>
                  <a:cubicBezTo>
                    <a:pt x="194" y="1"/>
                    <a:pt x="181" y="3"/>
                    <a:pt x="168" y="7"/>
                  </a:cubicBezTo>
                  <a:cubicBezTo>
                    <a:pt x="158" y="3"/>
                    <a:pt x="149" y="1"/>
                    <a:pt x="139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1511;p39">
              <a:extLst>
                <a:ext uri="{FF2B5EF4-FFF2-40B4-BE49-F238E27FC236}">
                  <a16:creationId xmlns:a16="http://schemas.microsoft.com/office/drawing/2014/main" id="{A439A799-BCFA-1723-F106-C1E7F1F6ECB7}"/>
                </a:ext>
              </a:extLst>
            </p:cNvPr>
            <p:cNvSpPr/>
            <p:nvPr/>
          </p:nvSpPr>
          <p:spPr>
            <a:xfrm>
              <a:off x="7775990" y="2580110"/>
              <a:ext cx="46457" cy="44347"/>
            </a:xfrm>
            <a:custGeom>
              <a:avLst/>
              <a:gdLst/>
              <a:ahLst/>
              <a:cxnLst/>
              <a:rect l="l" t="t" r="r" b="b"/>
              <a:pathLst>
                <a:path w="2202" h="2102" extrusionOk="0">
                  <a:moveTo>
                    <a:pt x="1101" y="334"/>
                  </a:moveTo>
                  <a:cubicBezTo>
                    <a:pt x="1268" y="334"/>
                    <a:pt x="1435" y="401"/>
                    <a:pt x="1568" y="534"/>
                  </a:cubicBezTo>
                  <a:cubicBezTo>
                    <a:pt x="1701" y="668"/>
                    <a:pt x="1768" y="868"/>
                    <a:pt x="1768" y="1035"/>
                  </a:cubicBezTo>
                  <a:cubicBezTo>
                    <a:pt x="1768" y="1235"/>
                    <a:pt x="1701" y="1401"/>
                    <a:pt x="1568" y="1568"/>
                  </a:cubicBezTo>
                  <a:cubicBezTo>
                    <a:pt x="1435" y="1702"/>
                    <a:pt x="1260" y="1768"/>
                    <a:pt x="1089" y="1768"/>
                  </a:cubicBezTo>
                  <a:cubicBezTo>
                    <a:pt x="918" y="1768"/>
                    <a:pt x="751" y="1702"/>
                    <a:pt x="634" y="1568"/>
                  </a:cubicBezTo>
                  <a:cubicBezTo>
                    <a:pt x="501" y="1401"/>
                    <a:pt x="434" y="1235"/>
                    <a:pt x="434" y="1035"/>
                  </a:cubicBezTo>
                  <a:cubicBezTo>
                    <a:pt x="434" y="868"/>
                    <a:pt x="501" y="668"/>
                    <a:pt x="634" y="534"/>
                  </a:cubicBezTo>
                  <a:cubicBezTo>
                    <a:pt x="734" y="401"/>
                    <a:pt x="934" y="334"/>
                    <a:pt x="1101" y="334"/>
                  </a:cubicBezTo>
                  <a:close/>
                  <a:moveTo>
                    <a:pt x="1101" y="0"/>
                  </a:moveTo>
                  <a:cubicBezTo>
                    <a:pt x="834" y="0"/>
                    <a:pt x="567" y="101"/>
                    <a:pt x="367" y="301"/>
                  </a:cubicBezTo>
                  <a:cubicBezTo>
                    <a:pt x="0" y="734"/>
                    <a:pt x="0" y="1368"/>
                    <a:pt x="367" y="1768"/>
                  </a:cubicBezTo>
                  <a:cubicBezTo>
                    <a:pt x="567" y="1969"/>
                    <a:pt x="834" y="2102"/>
                    <a:pt x="1101" y="2102"/>
                  </a:cubicBezTo>
                  <a:cubicBezTo>
                    <a:pt x="1368" y="2102"/>
                    <a:pt x="1635" y="1969"/>
                    <a:pt x="1802" y="1768"/>
                  </a:cubicBezTo>
                  <a:cubicBezTo>
                    <a:pt x="2202" y="1368"/>
                    <a:pt x="2202" y="701"/>
                    <a:pt x="1802" y="301"/>
                  </a:cubicBezTo>
                  <a:cubicBezTo>
                    <a:pt x="1635" y="101"/>
                    <a:pt x="1368" y="0"/>
                    <a:pt x="1101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1512;p39">
              <a:extLst>
                <a:ext uri="{FF2B5EF4-FFF2-40B4-BE49-F238E27FC236}">
                  <a16:creationId xmlns:a16="http://schemas.microsoft.com/office/drawing/2014/main" id="{B9C3F683-CD54-328C-722E-B13E2433CFC6}"/>
                </a:ext>
              </a:extLst>
            </p:cNvPr>
            <p:cNvSpPr/>
            <p:nvPr/>
          </p:nvSpPr>
          <p:spPr>
            <a:xfrm>
              <a:off x="7830886" y="2581756"/>
              <a:ext cx="32385" cy="42701"/>
            </a:xfrm>
            <a:custGeom>
              <a:avLst/>
              <a:gdLst/>
              <a:ahLst/>
              <a:cxnLst/>
              <a:rect l="l" t="t" r="r" b="b"/>
              <a:pathLst>
                <a:path w="1535" h="2024" extrusionOk="0">
                  <a:moveTo>
                    <a:pt x="160" y="1"/>
                  </a:moveTo>
                  <a:cubicBezTo>
                    <a:pt x="128" y="1"/>
                    <a:pt x="94" y="9"/>
                    <a:pt x="67" y="23"/>
                  </a:cubicBezTo>
                  <a:cubicBezTo>
                    <a:pt x="0" y="56"/>
                    <a:pt x="0" y="123"/>
                    <a:pt x="0" y="156"/>
                  </a:cubicBezTo>
                  <a:lnTo>
                    <a:pt x="0" y="1857"/>
                  </a:lnTo>
                  <a:cubicBezTo>
                    <a:pt x="0" y="1957"/>
                    <a:pt x="67" y="2024"/>
                    <a:pt x="167" y="2024"/>
                  </a:cubicBezTo>
                  <a:cubicBezTo>
                    <a:pt x="234" y="2024"/>
                    <a:pt x="300" y="1957"/>
                    <a:pt x="300" y="1857"/>
                  </a:cubicBezTo>
                  <a:lnTo>
                    <a:pt x="334" y="656"/>
                  </a:lnTo>
                  <a:lnTo>
                    <a:pt x="1268" y="1957"/>
                  </a:lnTo>
                  <a:cubicBezTo>
                    <a:pt x="1301" y="1991"/>
                    <a:pt x="1334" y="2024"/>
                    <a:pt x="1368" y="2024"/>
                  </a:cubicBezTo>
                  <a:cubicBezTo>
                    <a:pt x="1468" y="2024"/>
                    <a:pt x="1535" y="1957"/>
                    <a:pt x="1535" y="1857"/>
                  </a:cubicBezTo>
                  <a:lnTo>
                    <a:pt x="1535" y="156"/>
                  </a:lnTo>
                  <a:cubicBezTo>
                    <a:pt x="1535" y="56"/>
                    <a:pt x="1460" y="6"/>
                    <a:pt x="1384" y="6"/>
                  </a:cubicBezTo>
                  <a:cubicBezTo>
                    <a:pt x="1309" y="6"/>
                    <a:pt x="1234" y="56"/>
                    <a:pt x="1234" y="156"/>
                  </a:cubicBezTo>
                  <a:lnTo>
                    <a:pt x="1234" y="1357"/>
                  </a:lnTo>
                  <a:lnTo>
                    <a:pt x="267" y="56"/>
                  </a:lnTo>
                  <a:cubicBezTo>
                    <a:pt x="247" y="17"/>
                    <a:pt x="205" y="1"/>
                    <a:pt x="160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1513;p39">
              <a:extLst>
                <a:ext uri="{FF2B5EF4-FFF2-40B4-BE49-F238E27FC236}">
                  <a16:creationId xmlns:a16="http://schemas.microsoft.com/office/drawing/2014/main" id="{5E50146C-EC3B-79F2-1109-C22BAF48F9AF}"/>
                </a:ext>
              </a:extLst>
            </p:cNvPr>
            <p:cNvSpPr/>
            <p:nvPr/>
          </p:nvSpPr>
          <p:spPr>
            <a:xfrm>
              <a:off x="7875212" y="2580996"/>
              <a:ext cx="35212" cy="43461"/>
            </a:xfrm>
            <a:custGeom>
              <a:avLst/>
              <a:gdLst/>
              <a:ahLst/>
              <a:cxnLst/>
              <a:rect l="l" t="t" r="r" b="b"/>
              <a:pathLst>
                <a:path w="1669" h="2060" extrusionOk="0">
                  <a:moveTo>
                    <a:pt x="835" y="626"/>
                  </a:moveTo>
                  <a:lnTo>
                    <a:pt x="1068" y="1226"/>
                  </a:lnTo>
                  <a:lnTo>
                    <a:pt x="601" y="1226"/>
                  </a:lnTo>
                  <a:lnTo>
                    <a:pt x="835" y="626"/>
                  </a:lnTo>
                  <a:close/>
                  <a:moveTo>
                    <a:pt x="830" y="0"/>
                  </a:moveTo>
                  <a:cubicBezTo>
                    <a:pt x="768" y="0"/>
                    <a:pt x="701" y="42"/>
                    <a:pt x="668" y="125"/>
                  </a:cubicBezTo>
                  <a:lnTo>
                    <a:pt x="34" y="1826"/>
                  </a:lnTo>
                  <a:cubicBezTo>
                    <a:pt x="1" y="1927"/>
                    <a:pt x="34" y="2027"/>
                    <a:pt x="134" y="2060"/>
                  </a:cubicBezTo>
                  <a:lnTo>
                    <a:pt x="167" y="2060"/>
                  </a:lnTo>
                  <a:cubicBezTo>
                    <a:pt x="234" y="2060"/>
                    <a:pt x="301" y="1993"/>
                    <a:pt x="334" y="1960"/>
                  </a:cubicBezTo>
                  <a:lnTo>
                    <a:pt x="468" y="1560"/>
                  </a:lnTo>
                  <a:lnTo>
                    <a:pt x="1168" y="1560"/>
                  </a:lnTo>
                  <a:lnTo>
                    <a:pt x="1335" y="1960"/>
                  </a:lnTo>
                  <a:cubicBezTo>
                    <a:pt x="1335" y="1993"/>
                    <a:pt x="1402" y="2060"/>
                    <a:pt x="1468" y="2060"/>
                  </a:cubicBezTo>
                  <a:lnTo>
                    <a:pt x="1535" y="2060"/>
                  </a:lnTo>
                  <a:cubicBezTo>
                    <a:pt x="1602" y="2027"/>
                    <a:pt x="1668" y="1927"/>
                    <a:pt x="1635" y="1826"/>
                  </a:cubicBezTo>
                  <a:lnTo>
                    <a:pt x="968" y="125"/>
                  </a:lnTo>
                  <a:cubicBezTo>
                    <a:pt x="951" y="42"/>
                    <a:pt x="893" y="0"/>
                    <a:pt x="83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1514;p39">
              <a:extLst>
                <a:ext uri="{FF2B5EF4-FFF2-40B4-BE49-F238E27FC236}">
                  <a16:creationId xmlns:a16="http://schemas.microsoft.com/office/drawing/2014/main" id="{820E1E86-AB5A-54DC-71D5-3C28583A178D}"/>
                </a:ext>
              </a:extLst>
            </p:cNvPr>
            <p:cNvSpPr/>
            <p:nvPr/>
          </p:nvSpPr>
          <p:spPr>
            <a:xfrm>
              <a:off x="7917449" y="2580807"/>
              <a:ext cx="31688" cy="42955"/>
            </a:xfrm>
            <a:custGeom>
              <a:avLst/>
              <a:gdLst/>
              <a:ahLst/>
              <a:cxnLst/>
              <a:rect l="l" t="t" r="r" b="b"/>
              <a:pathLst>
                <a:path w="1502" h="2036" extrusionOk="0">
                  <a:moveTo>
                    <a:pt x="667" y="334"/>
                  </a:moveTo>
                  <a:cubicBezTo>
                    <a:pt x="834" y="334"/>
                    <a:pt x="967" y="468"/>
                    <a:pt x="967" y="635"/>
                  </a:cubicBezTo>
                  <a:cubicBezTo>
                    <a:pt x="967" y="801"/>
                    <a:pt x="834" y="935"/>
                    <a:pt x="667" y="935"/>
                  </a:cubicBezTo>
                  <a:lnTo>
                    <a:pt x="300" y="935"/>
                  </a:lnTo>
                  <a:lnTo>
                    <a:pt x="300" y="334"/>
                  </a:lnTo>
                  <a:close/>
                  <a:moveTo>
                    <a:pt x="133" y="1"/>
                  </a:moveTo>
                  <a:cubicBezTo>
                    <a:pt x="67" y="1"/>
                    <a:pt x="0" y="68"/>
                    <a:pt x="0" y="168"/>
                  </a:cubicBezTo>
                  <a:lnTo>
                    <a:pt x="0" y="1902"/>
                  </a:lnTo>
                  <a:cubicBezTo>
                    <a:pt x="17" y="1986"/>
                    <a:pt x="83" y="2027"/>
                    <a:pt x="150" y="2027"/>
                  </a:cubicBezTo>
                  <a:cubicBezTo>
                    <a:pt x="217" y="2027"/>
                    <a:pt x="284" y="1986"/>
                    <a:pt x="300" y="1902"/>
                  </a:cubicBezTo>
                  <a:lnTo>
                    <a:pt x="300" y="1268"/>
                  </a:lnTo>
                  <a:lnTo>
                    <a:pt x="667" y="1268"/>
                  </a:lnTo>
                  <a:cubicBezTo>
                    <a:pt x="701" y="1268"/>
                    <a:pt x="767" y="1302"/>
                    <a:pt x="834" y="1335"/>
                  </a:cubicBezTo>
                  <a:cubicBezTo>
                    <a:pt x="867" y="1335"/>
                    <a:pt x="867" y="1368"/>
                    <a:pt x="901" y="1402"/>
                  </a:cubicBezTo>
                  <a:cubicBezTo>
                    <a:pt x="934" y="1435"/>
                    <a:pt x="934" y="1502"/>
                    <a:pt x="934" y="1535"/>
                  </a:cubicBezTo>
                  <a:cubicBezTo>
                    <a:pt x="934" y="1669"/>
                    <a:pt x="967" y="1769"/>
                    <a:pt x="1001" y="1902"/>
                  </a:cubicBezTo>
                  <a:cubicBezTo>
                    <a:pt x="1034" y="1936"/>
                    <a:pt x="1067" y="1969"/>
                    <a:pt x="1101" y="2002"/>
                  </a:cubicBezTo>
                  <a:cubicBezTo>
                    <a:pt x="1134" y="2002"/>
                    <a:pt x="1168" y="2036"/>
                    <a:pt x="1201" y="2036"/>
                  </a:cubicBezTo>
                  <a:lnTo>
                    <a:pt x="1268" y="2036"/>
                  </a:lnTo>
                  <a:cubicBezTo>
                    <a:pt x="1368" y="2002"/>
                    <a:pt x="1401" y="1902"/>
                    <a:pt x="1368" y="1835"/>
                  </a:cubicBezTo>
                  <a:cubicBezTo>
                    <a:pt x="1368" y="1769"/>
                    <a:pt x="1301" y="1735"/>
                    <a:pt x="1268" y="1702"/>
                  </a:cubicBezTo>
                  <a:cubicBezTo>
                    <a:pt x="1268" y="1669"/>
                    <a:pt x="1268" y="1602"/>
                    <a:pt x="1268" y="1535"/>
                  </a:cubicBezTo>
                  <a:cubicBezTo>
                    <a:pt x="1268" y="1435"/>
                    <a:pt x="1234" y="1302"/>
                    <a:pt x="1168" y="1235"/>
                  </a:cubicBezTo>
                  <a:cubicBezTo>
                    <a:pt x="1134" y="1168"/>
                    <a:pt x="1101" y="1135"/>
                    <a:pt x="1067" y="1102"/>
                  </a:cubicBezTo>
                  <a:cubicBezTo>
                    <a:pt x="1501" y="735"/>
                    <a:pt x="1268" y="1"/>
                    <a:pt x="66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1515;p39">
              <a:extLst>
                <a:ext uri="{FF2B5EF4-FFF2-40B4-BE49-F238E27FC236}">
                  <a16:creationId xmlns:a16="http://schemas.microsoft.com/office/drawing/2014/main" id="{1A533B1A-620D-3AF0-4E40-8775E89AE522}"/>
                </a:ext>
              </a:extLst>
            </p:cNvPr>
            <p:cNvSpPr/>
            <p:nvPr/>
          </p:nvSpPr>
          <p:spPr>
            <a:xfrm>
              <a:off x="7951922" y="2581461"/>
              <a:ext cx="33798" cy="42997"/>
            </a:xfrm>
            <a:custGeom>
              <a:avLst/>
              <a:gdLst/>
              <a:ahLst/>
              <a:cxnLst/>
              <a:rect l="l" t="t" r="r" b="b"/>
              <a:pathLst>
                <a:path w="1602" h="2038" extrusionOk="0">
                  <a:moveTo>
                    <a:pt x="178" y="0"/>
                  </a:moveTo>
                  <a:cubicBezTo>
                    <a:pt x="144" y="0"/>
                    <a:pt x="106" y="11"/>
                    <a:pt x="67" y="37"/>
                  </a:cubicBezTo>
                  <a:cubicBezTo>
                    <a:pt x="1" y="103"/>
                    <a:pt x="1" y="203"/>
                    <a:pt x="67" y="270"/>
                  </a:cubicBezTo>
                  <a:lnTo>
                    <a:pt x="634" y="1104"/>
                  </a:lnTo>
                  <a:lnTo>
                    <a:pt x="634" y="1905"/>
                  </a:lnTo>
                  <a:cubicBezTo>
                    <a:pt x="634" y="1971"/>
                    <a:pt x="701" y="2038"/>
                    <a:pt x="801" y="2038"/>
                  </a:cubicBezTo>
                  <a:cubicBezTo>
                    <a:pt x="901" y="2038"/>
                    <a:pt x="968" y="1971"/>
                    <a:pt x="968" y="1905"/>
                  </a:cubicBezTo>
                  <a:lnTo>
                    <a:pt x="968" y="1104"/>
                  </a:lnTo>
                  <a:lnTo>
                    <a:pt x="1568" y="270"/>
                  </a:lnTo>
                  <a:cubicBezTo>
                    <a:pt x="1602" y="203"/>
                    <a:pt x="1602" y="103"/>
                    <a:pt x="1535" y="37"/>
                  </a:cubicBezTo>
                  <a:cubicBezTo>
                    <a:pt x="1510" y="11"/>
                    <a:pt x="1479" y="0"/>
                    <a:pt x="1448" y="0"/>
                  </a:cubicBezTo>
                  <a:cubicBezTo>
                    <a:pt x="1397" y="0"/>
                    <a:pt x="1343" y="29"/>
                    <a:pt x="1301" y="70"/>
                  </a:cubicBezTo>
                  <a:lnTo>
                    <a:pt x="801" y="770"/>
                  </a:lnTo>
                  <a:lnTo>
                    <a:pt x="301" y="70"/>
                  </a:lnTo>
                  <a:cubicBezTo>
                    <a:pt x="280" y="29"/>
                    <a:pt x="234" y="0"/>
                    <a:pt x="17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/>
          <p:nvPr/>
        </p:nvSpPr>
        <p:spPr>
          <a:xfrm>
            <a:off x="4876800" y="1685925"/>
            <a:ext cx="3819600" cy="2562300"/>
          </a:xfrm>
          <a:prstGeom prst="roundRect">
            <a:avLst>
              <a:gd name="adj" fmla="val 16667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7"/>
          <p:cNvSpPr/>
          <p:nvPr/>
        </p:nvSpPr>
        <p:spPr>
          <a:xfrm>
            <a:off x="457175" y="1685925"/>
            <a:ext cx="3819600" cy="2562300"/>
          </a:xfrm>
          <a:prstGeom prst="roundRect">
            <a:avLst>
              <a:gd name="adj" fmla="val 16667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7"/>
          <p:cNvSpPr/>
          <p:nvPr/>
        </p:nvSpPr>
        <p:spPr>
          <a:xfrm>
            <a:off x="560097" y="1280150"/>
            <a:ext cx="784800" cy="78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4960660" y="1280150"/>
            <a:ext cx="784800" cy="78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Problem</a:t>
            </a:r>
            <a:r>
              <a:rPr lang="fr-FR" dirty="0"/>
              <a:t> </a:t>
            </a:r>
            <a:r>
              <a:rPr lang="fr-FR" dirty="0" err="1"/>
              <a:t>Statement</a:t>
            </a:r>
            <a:endParaRPr dirty="0"/>
          </a:p>
        </p:txBody>
      </p:sp>
      <p:grpSp>
        <p:nvGrpSpPr>
          <p:cNvPr id="337" name="Google Shape;337;p17"/>
          <p:cNvGrpSpPr/>
          <p:nvPr/>
        </p:nvGrpSpPr>
        <p:grpSpPr>
          <a:xfrm>
            <a:off x="716345" y="1436401"/>
            <a:ext cx="472011" cy="472011"/>
            <a:chOff x="1190625" y="238125"/>
            <a:chExt cx="5238750" cy="5238750"/>
          </a:xfrm>
        </p:grpSpPr>
        <p:sp>
          <p:nvSpPr>
            <p:cNvPr id="338" name="Google Shape;338;p17"/>
            <p:cNvSpPr/>
            <p:nvPr/>
          </p:nvSpPr>
          <p:spPr>
            <a:xfrm>
              <a:off x="3807425" y="2386825"/>
              <a:ext cx="1355750" cy="306975"/>
            </a:xfrm>
            <a:custGeom>
              <a:avLst/>
              <a:gdLst/>
              <a:ahLst/>
              <a:cxnLst/>
              <a:rect l="l" t="t" r="r" b="b"/>
              <a:pathLst>
                <a:path w="54230" h="12279" extrusionOk="0">
                  <a:moveTo>
                    <a:pt x="5628" y="0"/>
                  </a:moveTo>
                  <a:lnTo>
                    <a:pt x="5219" y="1740"/>
                  </a:lnTo>
                  <a:lnTo>
                    <a:pt x="4707" y="3377"/>
                  </a:lnTo>
                  <a:lnTo>
                    <a:pt x="4093" y="5014"/>
                  </a:lnTo>
                  <a:lnTo>
                    <a:pt x="3480" y="6549"/>
                  </a:lnTo>
                  <a:lnTo>
                    <a:pt x="2661" y="8083"/>
                  </a:lnTo>
                  <a:lnTo>
                    <a:pt x="1842" y="9516"/>
                  </a:lnTo>
                  <a:lnTo>
                    <a:pt x="922" y="10948"/>
                  </a:lnTo>
                  <a:lnTo>
                    <a:pt x="1" y="12279"/>
                  </a:lnTo>
                  <a:lnTo>
                    <a:pt x="51058" y="12279"/>
                  </a:lnTo>
                  <a:lnTo>
                    <a:pt x="52081" y="9209"/>
                  </a:lnTo>
                  <a:lnTo>
                    <a:pt x="53002" y="6242"/>
                  </a:lnTo>
                  <a:lnTo>
                    <a:pt x="53718" y="3172"/>
                  </a:lnTo>
                  <a:lnTo>
                    <a:pt x="542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2735625" y="1772900"/>
              <a:ext cx="920900" cy="920900"/>
            </a:xfrm>
            <a:custGeom>
              <a:avLst/>
              <a:gdLst/>
              <a:ahLst/>
              <a:cxnLst/>
              <a:rect l="l" t="t" r="r" b="b"/>
              <a:pathLst>
                <a:path w="36836" h="36836" extrusionOk="0">
                  <a:moveTo>
                    <a:pt x="24558" y="12279"/>
                  </a:moveTo>
                  <a:lnTo>
                    <a:pt x="24558" y="24557"/>
                  </a:lnTo>
                  <a:lnTo>
                    <a:pt x="12279" y="24557"/>
                  </a:lnTo>
                  <a:lnTo>
                    <a:pt x="12279" y="12279"/>
                  </a:lnTo>
                  <a:close/>
                  <a:moveTo>
                    <a:pt x="18418" y="1"/>
                  </a:moveTo>
                  <a:lnTo>
                    <a:pt x="16474" y="103"/>
                  </a:lnTo>
                  <a:lnTo>
                    <a:pt x="14735" y="410"/>
                  </a:lnTo>
                  <a:lnTo>
                    <a:pt x="12893" y="819"/>
                  </a:lnTo>
                  <a:lnTo>
                    <a:pt x="11256" y="1433"/>
                  </a:lnTo>
                  <a:lnTo>
                    <a:pt x="9619" y="2252"/>
                  </a:lnTo>
                  <a:lnTo>
                    <a:pt x="8084" y="3173"/>
                  </a:lnTo>
                  <a:lnTo>
                    <a:pt x="6652" y="4196"/>
                  </a:lnTo>
                  <a:lnTo>
                    <a:pt x="5424" y="5424"/>
                  </a:lnTo>
                  <a:lnTo>
                    <a:pt x="4196" y="6754"/>
                  </a:lnTo>
                  <a:lnTo>
                    <a:pt x="3173" y="8084"/>
                  </a:lnTo>
                  <a:lnTo>
                    <a:pt x="2252" y="9619"/>
                  </a:lnTo>
                  <a:lnTo>
                    <a:pt x="1433" y="11256"/>
                  </a:lnTo>
                  <a:lnTo>
                    <a:pt x="819" y="12995"/>
                  </a:lnTo>
                  <a:lnTo>
                    <a:pt x="410" y="14735"/>
                  </a:lnTo>
                  <a:lnTo>
                    <a:pt x="103" y="16576"/>
                  </a:lnTo>
                  <a:lnTo>
                    <a:pt x="1" y="18418"/>
                  </a:lnTo>
                  <a:lnTo>
                    <a:pt x="103" y="20362"/>
                  </a:lnTo>
                  <a:lnTo>
                    <a:pt x="410" y="22204"/>
                  </a:lnTo>
                  <a:lnTo>
                    <a:pt x="819" y="23943"/>
                  </a:lnTo>
                  <a:lnTo>
                    <a:pt x="1433" y="25580"/>
                  </a:lnTo>
                  <a:lnTo>
                    <a:pt x="2252" y="27218"/>
                  </a:lnTo>
                  <a:lnTo>
                    <a:pt x="3173" y="28752"/>
                  </a:lnTo>
                  <a:lnTo>
                    <a:pt x="4196" y="30185"/>
                  </a:lnTo>
                  <a:lnTo>
                    <a:pt x="5424" y="31515"/>
                  </a:lnTo>
                  <a:lnTo>
                    <a:pt x="6652" y="32640"/>
                  </a:lnTo>
                  <a:lnTo>
                    <a:pt x="8084" y="33766"/>
                  </a:lnTo>
                  <a:lnTo>
                    <a:pt x="9619" y="34687"/>
                  </a:lnTo>
                  <a:lnTo>
                    <a:pt x="11256" y="35403"/>
                  </a:lnTo>
                  <a:lnTo>
                    <a:pt x="12893" y="36017"/>
                  </a:lnTo>
                  <a:lnTo>
                    <a:pt x="14735" y="36529"/>
                  </a:lnTo>
                  <a:lnTo>
                    <a:pt x="16474" y="36733"/>
                  </a:lnTo>
                  <a:lnTo>
                    <a:pt x="18418" y="36836"/>
                  </a:lnTo>
                  <a:lnTo>
                    <a:pt x="20260" y="36733"/>
                  </a:lnTo>
                  <a:lnTo>
                    <a:pt x="22102" y="36529"/>
                  </a:lnTo>
                  <a:lnTo>
                    <a:pt x="23944" y="36017"/>
                  </a:lnTo>
                  <a:lnTo>
                    <a:pt x="25581" y="35403"/>
                  </a:lnTo>
                  <a:lnTo>
                    <a:pt x="27218" y="34687"/>
                  </a:lnTo>
                  <a:lnTo>
                    <a:pt x="28753" y="33766"/>
                  </a:lnTo>
                  <a:lnTo>
                    <a:pt x="30185" y="32640"/>
                  </a:lnTo>
                  <a:lnTo>
                    <a:pt x="31413" y="31515"/>
                  </a:lnTo>
                  <a:lnTo>
                    <a:pt x="32641" y="30185"/>
                  </a:lnTo>
                  <a:lnTo>
                    <a:pt x="33664" y="28752"/>
                  </a:lnTo>
                  <a:lnTo>
                    <a:pt x="34585" y="27218"/>
                  </a:lnTo>
                  <a:lnTo>
                    <a:pt x="35403" y="25580"/>
                  </a:lnTo>
                  <a:lnTo>
                    <a:pt x="36017" y="23943"/>
                  </a:lnTo>
                  <a:lnTo>
                    <a:pt x="36427" y="22204"/>
                  </a:lnTo>
                  <a:lnTo>
                    <a:pt x="36734" y="20362"/>
                  </a:lnTo>
                  <a:lnTo>
                    <a:pt x="36836" y="18418"/>
                  </a:lnTo>
                  <a:lnTo>
                    <a:pt x="36734" y="16576"/>
                  </a:lnTo>
                  <a:lnTo>
                    <a:pt x="36427" y="14735"/>
                  </a:lnTo>
                  <a:lnTo>
                    <a:pt x="36017" y="12995"/>
                  </a:lnTo>
                  <a:lnTo>
                    <a:pt x="35403" y="11256"/>
                  </a:lnTo>
                  <a:lnTo>
                    <a:pt x="34585" y="9619"/>
                  </a:lnTo>
                  <a:lnTo>
                    <a:pt x="33664" y="8084"/>
                  </a:lnTo>
                  <a:lnTo>
                    <a:pt x="32641" y="6754"/>
                  </a:lnTo>
                  <a:lnTo>
                    <a:pt x="31413" y="5424"/>
                  </a:lnTo>
                  <a:lnTo>
                    <a:pt x="30185" y="4196"/>
                  </a:lnTo>
                  <a:lnTo>
                    <a:pt x="28753" y="3173"/>
                  </a:lnTo>
                  <a:lnTo>
                    <a:pt x="27218" y="2252"/>
                  </a:lnTo>
                  <a:lnTo>
                    <a:pt x="25581" y="1433"/>
                  </a:lnTo>
                  <a:lnTo>
                    <a:pt x="23944" y="819"/>
                  </a:lnTo>
                  <a:lnTo>
                    <a:pt x="22102" y="410"/>
                  </a:lnTo>
                  <a:lnTo>
                    <a:pt x="20260" y="103"/>
                  </a:lnTo>
                  <a:lnTo>
                    <a:pt x="184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7"/>
            <p:cNvSpPr/>
            <p:nvPr/>
          </p:nvSpPr>
          <p:spPr>
            <a:xfrm>
              <a:off x="1190625" y="238125"/>
              <a:ext cx="3893275" cy="5238750"/>
            </a:xfrm>
            <a:custGeom>
              <a:avLst/>
              <a:gdLst/>
              <a:ahLst/>
              <a:cxnLst/>
              <a:rect l="l" t="t" r="r" b="b"/>
              <a:pathLst>
                <a:path w="155731" h="209550" extrusionOk="0">
                  <a:moveTo>
                    <a:pt x="86358" y="0"/>
                  </a:moveTo>
                  <a:lnTo>
                    <a:pt x="82879" y="102"/>
                  </a:lnTo>
                  <a:lnTo>
                    <a:pt x="79502" y="307"/>
                  </a:lnTo>
                  <a:lnTo>
                    <a:pt x="76228" y="716"/>
                  </a:lnTo>
                  <a:lnTo>
                    <a:pt x="72851" y="1228"/>
                  </a:lnTo>
                  <a:lnTo>
                    <a:pt x="69679" y="1842"/>
                  </a:lnTo>
                  <a:lnTo>
                    <a:pt x="66508" y="2660"/>
                  </a:lnTo>
                  <a:lnTo>
                    <a:pt x="63438" y="3581"/>
                  </a:lnTo>
                  <a:lnTo>
                    <a:pt x="60368" y="4604"/>
                  </a:lnTo>
                  <a:lnTo>
                    <a:pt x="57401" y="5832"/>
                  </a:lnTo>
                  <a:lnTo>
                    <a:pt x="54536" y="7060"/>
                  </a:lnTo>
                  <a:lnTo>
                    <a:pt x="51671" y="8493"/>
                  </a:lnTo>
                  <a:lnTo>
                    <a:pt x="48909" y="10027"/>
                  </a:lnTo>
                  <a:lnTo>
                    <a:pt x="46248" y="11664"/>
                  </a:lnTo>
                  <a:lnTo>
                    <a:pt x="43690" y="13404"/>
                  </a:lnTo>
                  <a:lnTo>
                    <a:pt x="41235" y="15246"/>
                  </a:lnTo>
                  <a:lnTo>
                    <a:pt x="38779" y="17190"/>
                  </a:lnTo>
                  <a:lnTo>
                    <a:pt x="36426" y="19236"/>
                  </a:lnTo>
                  <a:lnTo>
                    <a:pt x="34277" y="21385"/>
                  </a:lnTo>
                  <a:lnTo>
                    <a:pt x="32128" y="23636"/>
                  </a:lnTo>
                  <a:lnTo>
                    <a:pt x="30082" y="25989"/>
                  </a:lnTo>
                  <a:lnTo>
                    <a:pt x="28138" y="28342"/>
                  </a:lnTo>
                  <a:lnTo>
                    <a:pt x="26296" y="30798"/>
                  </a:lnTo>
                  <a:lnTo>
                    <a:pt x="24557" y="33356"/>
                  </a:lnTo>
                  <a:lnTo>
                    <a:pt x="22920" y="35914"/>
                  </a:lnTo>
                  <a:lnTo>
                    <a:pt x="21385" y="38574"/>
                  </a:lnTo>
                  <a:lnTo>
                    <a:pt x="20055" y="41235"/>
                  </a:lnTo>
                  <a:lnTo>
                    <a:pt x="18724" y="43997"/>
                  </a:lnTo>
                  <a:lnTo>
                    <a:pt x="17599" y="46862"/>
                  </a:lnTo>
                  <a:lnTo>
                    <a:pt x="16576" y="49727"/>
                  </a:lnTo>
                  <a:lnTo>
                    <a:pt x="15655" y="52694"/>
                  </a:lnTo>
                  <a:lnTo>
                    <a:pt x="14836" y="55559"/>
                  </a:lnTo>
                  <a:lnTo>
                    <a:pt x="14120" y="58629"/>
                  </a:lnTo>
                  <a:lnTo>
                    <a:pt x="13711" y="60778"/>
                  </a:lnTo>
                  <a:lnTo>
                    <a:pt x="13404" y="62926"/>
                  </a:lnTo>
                  <a:lnTo>
                    <a:pt x="13097" y="65177"/>
                  </a:lnTo>
                  <a:lnTo>
                    <a:pt x="12892" y="67326"/>
                  </a:lnTo>
                  <a:lnTo>
                    <a:pt x="12790" y="69475"/>
                  </a:lnTo>
                  <a:lnTo>
                    <a:pt x="12688" y="71624"/>
                  </a:lnTo>
                  <a:lnTo>
                    <a:pt x="12688" y="73772"/>
                  </a:lnTo>
                  <a:lnTo>
                    <a:pt x="12688" y="75921"/>
                  </a:lnTo>
                  <a:lnTo>
                    <a:pt x="12790" y="78070"/>
                  </a:lnTo>
                  <a:lnTo>
                    <a:pt x="12995" y="80218"/>
                  </a:lnTo>
                  <a:lnTo>
                    <a:pt x="13199" y="82367"/>
                  </a:lnTo>
                  <a:lnTo>
                    <a:pt x="13506" y="84516"/>
                  </a:lnTo>
                  <a:lnTo>
                    <a:pt x="13813" y="86562"/>
                  </a:lnTo>
                  <a:lnTo>
                    <a:pt x="14222" y="88711"/>
                  </a:lnTo>
                  <a:lnTo>
                    <a:pt x="14734" y="90757"/>
                  </a:lnTo>
                  <a:lnTo>
                    <a:pt x="15246" y="92804"/>
                  </a:lnTo>
                  <a:lnTo>
                    <a:pt x="0" y="118383"/>
                  </a:lnTo>
                  <a:lnTo>
                    <a:pt x="24966" y="136187"/>
                  </a:lnTo>
                  <a:lnTo>
                    <a:pt x="24966" y="171896"/>
                  </a:lnTo>
                  <a:lnTo>
                    <a:pt x="49523" y="171896"/>
                  </a:lnTo>
                  <a:lnTo>
                    <a:pt x="49523" y="209550"/>
                  </a:lnTo>
                  <a:lnTo>
                    <a:pt x="135471" y="209550"/>
                  </a:lnTo>
                  <a:lnTo>
                    <a:pt x="135471" y="184072"/>
                  </a:lnTo>
                  <a:lnTo>
                    <a:pt x="135573" y="179775"/>
                  </a:lnTo>
                  <a:lnTo>
                    <a:pt x="135675" y="175478"/>
                  </a:lnTo>
                  <a:lnTo>
                    <a:pt x="135982" y="171078"/>
                  </a:lnTo>
                  <a:lnTo>
                    <a:pt x="136392" y="166678"/>
                  </a:lnTo>
                  <a:lnTo>
                    <a:pt x="136903" y="162278"/>
                  </a:lnTo>
                  <a:lnTo>
                    <a:pt x="137620" y="157776"/>
                  </a:lnTo>
                  <a:lnTo>
                    <a:pt x="138336" y="153274"/>
                  </a:lnTo>
                  <a:lnTo>
                    <a:pt x="139257" y="148670"/>
                  </a:lnTo>
                  <a:lnTo>
                    <a:pt x="140280" y="144066"/>
                  </a:lnTo>
                  <a:lnTo>
                    <a:pt x="141405" y="139359"/>
                  </a:lnTo>
                  <a:lnTo>
                    <a:pt x="142735" y="134652"/>
                  </a:lnTo>
                  <a:lnTo>
                    <a:pt x="144066" y="129946"/>
                  </a:lnTo>
                  <a:lnTo>
                    <a:pt x="145600" y="125137"/>
                  </a:lnTo>
                  <a:lnTo>
                    <a:pt x="147238" y="120328"/>
                  </a:lnTo>
                  <a:lnTo>
                    <a:pt x="149079" y="115416"/>
                  </a:lnTo>
                  <a:lnTo>
                    <a:pt x="150921" y="110505"/>
                  </a:lnTo>
                  <a:lnTo>
                    <a:pt x="78684" y="110505"/>
                  </a:lnTo>
                  <a:lnTo>
                    <a:pt x="77046" y="110403"/>
                  </a:lnTo>
                  <a:lnTo>
                    <a:pt x="75512" y="110198"/>
                  </a:lnTo>
                  <a:lnTo>
                    <a:pt x="73977" y="109891"/>
                  </a:lnTo>
                  <a:lnTo>
                    <a:pt x="72544" y="109584"/>
                  </a:lnTo>
                  <a:lnTo>
                    <a:pt x="71112" y="109175"/>
                  </a:lnTo>
                  <a:lnTo>
                    <a:pt x="69679" y="108663"/>
                  </a:lnTo>
                  <a:lnTo>
                    <a:pt x="68247" y="108152"/>
                  </a:lnTo>
                  <a:lnTo>
                    <a:pt x="66917" y="107538"/>
                  </a:lnTo>
                  <a:lnTo>
                    <a:pt x="65587" y="106821"/>
                  </a:lnTo>
                  <a:lnTo>
                    <a:pt x="64257" y="106105"/>
                  </a:lnTo>
                  <a:lnTo>
                    <a:pt x="63029" y="105287"/>
                  </a:lnTo>
                  <a:lnTo>
                    <a:pt x="61801" y="104468"/>
                  </a:lnTo>
                  <a:lnTo>
                    <a:pt x="60675" y="103547"/>
                  </a:lnTo>
                  <a:lnTo>
                    <a:pt x="59550" y="102524"/>
                  </a:lnTo>
                  <a:lnTo>
                    <a:pt x="58527" y="101501"/>
                  </a:lnTo>
                  <a:lnTo>
                    <a:pt x="57503" y="100478"/>
                  </a:lnTo>
                  <a:lnTo>
                    <a:pt x="56480" y="99352"/>
                  </a:lnTo>
                  <a:lnTo>
                    <a:pt x="55662" y="98227"/>
                  </a:lnTo>
                  <a:lnTo>
                    <a:pt x="54741" y="96999"/>
                  </a:lnTo>
                  <a:lnTo>
                    <a:pt x="53922" y="95771"/>
                  </a:lnTo>
                  <a:lnTo>
                    <a:pt x="53206" y="94441"/>
                  </a:lnTo>
                  <a:lnTo>
                    <a:pt x="52592" y="93111"/>
                  </a:lnTo>
                  <a:lnTo>
                    <a:pt x="51978" y="91780"/>
                  </a:lnTo>
                  <a:lnTo>
                    <a:pt x="51364" y="90348"/>
                  </a:lnTo>
                  <a:lnTo>
                    <a:pt x="50853" y="88916"/>
                  </a:lnTo>
                  <a:lnTo>
                    <a:pt x="50443" y="87483"/>
                  </a:lnTo>
                  <a:lnTo>
                    <a:pt x="50136" y="86051"/>
                  </a:lnTo>
                  <a:lnTo>
                    <a:pt x="49830" y="84516"/>
                  </a:lnTo>
                  <a:lnTo>
                    <a:pt x="49625" y="82981"/>
                  </a:lnTo>
                  <a:lnTo>
                    <a:pt x="49523" y="81446"/>
                  </a:lnTo>
                  <a:lnTo>
                    <a:pt x="49523" y="79809"/>
                  </a:lnTo>
                  <a:lnTo>
                    <a:pt x="49523" y="78274"/>
                  </a:lnTo>
                  <a:lnTo>
                    <a:pt x="49625" y="76740"/>
                  </a:lnTo>
                  <a:lnTo>
                    <a:pt x="49830" y="75205"/>
                  </a:lnTo>
                  <a:lnTo>
                    <a:pt x="50136" y="73670"/>
                  </a:lnTo>
                  <a:lnTo>
                    <a:pt x="50443" y="72135"/>
                  </a:lnTo>
                  <a:lnTo>
                    <a:pt x="50853" y="70703"/>
                  </a:lnTo>
                  <a:lnTo>
                    <a:pt x="51364" y="69270"/>
                  </a:lnTo>
                  <a:lnTo>
                    <a:pt x="51978" y="67838"/>
                  </a:lnTo>
                  <a:lnTo>
                    <a:pt x="52592" y="66508"/>
                  </a:lnTo>
                  <a:lnTo>
                    <a:pt x="53206" y="65177"/>
                  </a:lnTo>
                  <a:lnTo>
                    <a:pt x="53922" y="63950"/>
                  </a:lnTo>
                  <a:lnTo>
                    <a:pt x="54741" y="62722"/>
                  </a:lnTo>
                  <a:lnTo>
                    <a:pt x="55662" y="61494"/>
                  </a:lnTo>
                  <a:lnTo>
                    <a:pt x="56480" y="60266"/>
                  </a:lnTo>
                  <a:lnTo>
                    <a:pt x="57503" y="59243"/>
                  </a:lnTo>
                  <a:lnTo>
                    <a:pt x="58527" y="58117"/>
                  </a:lnTo>
                  <a:lnTo>
                    <a:pt x="59550" y="57094"/>
                  </a:lnTo>
                  <a:lnTo>
                    <a:pt x="60675" y="56173"/>
                  </a:lnTo>
                  <a:lnTo>
                    <a:pt x="61801" y="55252"/>
                  </a:lnTo>
                  <a:lnTo>
                    <a:pt x="63029" y="54332"/>
                  </a:lnTo>
                  <a:lnTo>
                    <a:pt x="64257" y="53615"/>
                  </a:lnTo>
                  <a:lnTo>
                    <a:pt x="65587" y="52797"/>
                  </a:lnTo>
                  <a:lnTo>
                    <a:pt x="66917" y="52183"/>
                  </a:lnTo>
                  <a:lnTo>
                    <a:pt x="68247" y="51569"/>
                  </a:lnTo>
                  <a:lnTo>
                    <a:pt x="69679" y="50955"/>
                  </a:lnTo>
                  <a:lnTo>
                    <a:pt x="71112" y="50546"/>
                  </a:lnTo>
                  <a:lnTo>
                    <a:pt x="72544" y="50136"/>
                  </a:lnTo>
                  <a:lnTo>
                    <a:pt x="73977" y="49727"/>
                  </a:lnTo>
                  <a:lnTo>
                    <a:pt x="75512" y="49523"/>
                  </a:lnTo>
                  <a:lnTo>
                    <a:pt x="77046" y="49318"/>
                  </a:lnTo>
                  <a:lnTo>
                    <a:pt x="78684" y="49216"/>
                  </a:lnTo>
                  <a:lnTo>
                    <a:pt x="80218" y="49113"/>
                  </a:lnTo>
                  <a:lnTo>
                    <a:pt x="155730" y="49113"/>
                  </a:lnTo>
                  <a:lnTo>
                    <a:pt x="154707" y="46453"/>
                  </a:lnTo>
                  <a:lnTo>
                    <a:pt x="153684" y="43895"/>
                  </a:lnTo>
                  <a:lnTo>
                    <a:pt x="152456" y="41337"/>
                  </a:lnTo>
                  <a:lnTo>
                    <a:pt x="151228" y="38881"/>
                  </a:lnTo>
                  <a:lnTo>
                    <a:pt x="149898" y="36426"/>
                  </a:lnTo>
                  <a:lnTo>
                    <a:pt x="148363" y="34072"/>
                  </a:lnTo>
                  <a:lnTo>
                    <a:pt x="146828" y="31719"/>
                  </a:lnTo>
                  <a:lnTo>
                    <a:pt x="145191" y="29468"/>
                  </a:lnTo>
                  <a:lnTo>
                    <a:pt x="143554" y="27319"/>
                  </a:lnTo>
                  <a:lnTo>
                    <a:pt x="141712" y="25171"/>
                  </a:lnTo>
                  <a:lnTo>
                    <a:pt x="139871" y="23124"/>
                  </a:lnTo>
                  <a:lnTo>
                    <a:pt x="137926" y="21078"/>
                  </a:lnTo>
                  <a:lnTo>
                    <a:pt x="135880" y="19236"/>
                  </a:lnTo>
                  <a:lnTo>
                    <a:pt x="133834" y="17394"/>
                  </a:lnTo>
                  <a:lnTo>
                    <a:pt x="131685" y="15655"/>
                  </a:lnTo>
                  <a:lnTo>
                    <a:pt x="129434" y="13915"/>
                  </a:lnTo>
                  <a:lnTo>
                    <a:pt x="127081" y="12381"/>
                  </a:lnTo>
                  <a:lnTo>
                    <a:pt x="124727" y="10846"/>
                  </a:lnTo>
                  <a:lnTo>
                    <a:pt x="122374" y="9413"/>
                  </a:lnTo>
                  <a:lnTo>
                    <a:pt x="119918" y="8083"/>
                  </a:lnTo>
                  <a:lnTo>
                    <a:pt x="117360" y="6855"/>
                  </a:lnTo>
                  <a:lnTo>
                    <a:pt x="114700" y="5730"/>
                  </a:lnTo>
                  <a:lnTo>
                    <a:pt x="112142" y="4707"/>
                  </a:lnTo>
                  <a:lnTo>
                    <a:pt x="109379" y="3786"/>
                  </a:lnTo>
                  <a:lnTo>
                    <a:pt x="106719" y="2865"/>
                  </a:lnTo>
                  <a:lnTo>
                    <a:pt x="103854" y="2149"/>
                  </a:lnTo>
                  <a:lnTo>
                    <a:pt x="101092" y="1535"/>
                  </a:lnTo>
                  <a:lnTo>
                    <a:pt x="98227" y="1023"/>
                  </a:lnTo>
                  <a:lnTo>
                    <a:pt x="95259" y="614"/>
                  </a:lnTo>
                  <a:lnTo>
                    <a:pt x="92292" y="307"/>
                  </a:lnTo>
                  <a:lnTo>
                    <a:pt x="89325" y="102"/>
                  </a:lnTo>
                  <a:lnTo>
                    <a:pt x="8635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7"/>
            <p:cNvSpPr/>
            <p:nvPr/>
          </p:nvSpPr>
          <p:spPr>
            <a:xfrm>
              <a:off x="3807425" y="1772900"/>
              <a:ext cx="1383900" cy="306975"/>
            </a:xfrm>
            <a:custGeom>
              <a:avLst/>
              <a:gdLst/>
              <a:ahLst/>
              <a:cxnLst/>
              <a:rect l="l" t="t" r="r" b="b"/>
              <a:pathLst>
                <a:path w="55356" h="12279" extrusionOk="0">
                  <a:moveTo>
                    <a:pt x="1" y="1"/>
                  </a:moveTo>
                  <a:lnTo>
                    <a:pt x="922" y="1433"/>
                  </a:lnTo>
                  <a:lnTo>
                    <a:pt x="1842" y="2763"/>
                  </a:lnTo>
                  <a:lnTo>
                    <a:pt x="2661" y="4298"/>
                  </a:lnTo>
                  <a:lnTo>
                    <a:pt x="3480" y="5833"/>
                  </a:lnTo>
                  <a:lnTo>
                    <a:pt x="4093" y="7368"/>
                  </a:lnTo>
                  <a:lnTo>
                    <a:pt x="4707" y="9005"/>
                  </a:lnTo>
                  <a:lnTo>
                    <a:pt x="5219" y="10642"/>
                  </a:lnTo>
                  <a:lnTo>
                    <a:pt x="5628" y="12279"/>
                  </a:lnTo>
                  <a:lnTo>
                    <a:pt x="55355" y="12279"/>
                  </a:lnTo>
                  <a:lnTo>
                    <a:pt x="55253" y="9209"/>
                  </a:lnTo>
                  <a:lnTo>
                    <a:pt x="55048" y="6140"/>
                  </a:lnTo>
                  <a:lnTo>
                    <a:pt x="54742" y="3070"/>
                  </a:lnTo>
                  <a:lnTo>
                    <a:pt x="542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5083875" y="545075"/>
              <a:ext cx="1345500" cy="1227850"/>
            </a:xfrm>
            <a:custGeom>
              <a:avLst/>
              <a:gdLst/>
              <a:ahLst/>
              <a:cxnLst/>
              <a:rect l="l" t="t" r="r" b="b"/>
              <a:pathLst>
                <a:path w="53820" h="49114" extrusionOk="0">
                  <a:moveTo>
                    <a:pt x="34993" y="0"/>
                  </a:moveTo>
                  <a:lnTo>
                    <a:pt x="33152" y="103"/>
                  </a:lnTo>
                  <a:lnTo>
                    <a:pt x="31310" y="410"/>
                  </a:lnTo>
                  <a:lnTo>
                    <a:pt x="29468" y="819"/>
                  </a:lnTo>
                  <a:lnTo>
                    <a:pt x="27831" y="1433"/>
                  </a:lnTo>
                  <a:lnTo>
                    <a:pt x="26194" y="2251"/>
                  </a:lnTo>
                  <a:lnTo>
                    <a:pt x="24659" y="3172"/>
                  </a:lnTo>
                  <a:lnTo>
                    <a:pt x="23227" y="4195"/>
                  </a:lnTo>
                  <a:lnTo>
                    <a:pt x="21999" y="5423"/>
                  </a:lnTo>
                  <a:lnTo>
                    <a:pt x="20771" y="6753"/>
                  </a:lnTo>
                  <a:lnTo>
                    <a:pt x="19748" y="8186"/>
                  </a:lnTo>
                  <a:lnTo>
                    <a:pt x="18827" y="9618"/>
                  </a:lnTo>
                  <a:lnTo>
                    <a:pt x="18008" y="11255"/>
                  </a:lnTo>
                  <a:lnTo>
                    <a:pt x="17394" y="12995"/>
                  </a:lnTo>
                  <a:lnTo>
                    <a:pt x="16985" y="14734"/>
                  </a:lnTo>
                  <a:lnTo>
                    <a:pt x="16678" y="16576"/>
                  </a:lnTo>
                  <a:lnTo>
                    <a:pt x="16576" y="18418"/>
                  </a:lnTo>
                  <a:lnTo>
                    <a:pt x="16678" y="20567"/>
                  </a:lnTo>
                  <a:lnTo>
                    <a:pt x="16985" y="22511"/>
                  </a:lnTo>
                  <a:lnTo>
                    <a:pt x="17599" y="24455"/>
                  </a:lnTo>
                  <a:lnTo>
                    <a:pt x="18315" y="26399"/>
                  </a:lnTo>
                  <a:lnTo>
                    <a:pt x="7879" y="36835"/>
                  </a:lnTo>
                  <a:lnTo>
                    <a:pt x="0" y="36835"/>
                  </a:lnTo>
                  <a:lnTo>
                    <a:pt x="1023" y="39803"/>
                  </a:lnTo>
                  <a:lnTo>
                    <a:pt x="1944" y="42872"/>
                  </a:lnTo>
                  <a:lnTo>
                    <a:pt x="2660" y="45942"/>
                  </a:lnTo>
                  <a:lnTo>
                    <a:pt x="3172" y="49114"/>
                  </a:lnTo>
                  <a:lnTo>
                    <a:pt x="12995" y="49114"/>
                  </a:lnTo>
                  <a:lnTo>
                    <a:pt x="27115" y="35096"/>
                  </a:lnTo>
                  <a:lnTo>
                    <a:pt x="28956" y="35812"/>
                  </a:lnTo>
                  <a:lnTo>
                    <a:pt x="30900" y="36426"/>
                  </a:lnTo>
                  <a:lnTo>
                    <a:pt x="32845" y="36733"/>
                  </a:lnTo>
                  <a:lnTo>
                    <a:pt x="34993" y="36835"/>
                  </a:lnTo>
                  <a:lnTo>
                    <a:pt x="36835" y="36733"/>
                  </a:lnTo>
                  <a:lnTo>
                    <a:pt x="38677" y="36528"/>
                  </a:lnTo>
                  <a:lnTo>
                    <a:pt x="40518" y="36017"/>
                  </a:lnTo>
                  <a:lnTo>
                    <a:pt x="42258" y="35403"/>
                  </a:lnTo>
                  <a:lnTo>
                    <a:pt x="43895" y="34584"/>
                  </a:lnTo>
                  <a:lnTo>
                    <a:pt x="45430" y="33663"/>
                  </a:lnTo>
                  <a:lnTo>
                    <a:pt x="46862" y="32640"/>
                  </a:lnTo>
                  <a:lnTo>
                    <a:pt x="48192" y="31412"/>
                  </a:lnTo>
                  <a:lnTo>
                    <a:pt x="49420" y="30185"/>
                  </a:lnTo>
                  <a:lnTo>
                    <a:pt x="50546" y="28752"/>
                  </a:lnTo>
                  <a:lnTo>
                    <a:pt x="51467" y="27217"/>
                  </a:lnTo>
                  <a:lnTo>
                    <a:pt x="52285" y="25580"/>
                  </a:lnTo>
                  <a:lnTo>
                    <a:pt x="52899" y="23943"/>
                  </a:lnTo>
                  <a:lnTo>
                    <a:pt x="53411" y="22101"/>
                  </a:lnTo>
                  <a:lnTo>
                    <a:pt x="53718" y="20362"/>
                  </a:lnTo>
                  <a:lnTo>
                    <a:pt x="53820" y="18418"/>
                  </a:lnTo>
                  <a:lnTo>
                    <a:pt x="53718" y="16576"/>
                  </a:lnTo>
                  <a:lnTo>
                    <a:pt x="53411" y="14734"/>
                  </a:lnTo>
                  <a:lnTo>
                    <a:pt x="52899" y="12995"/>
                  </a:lnTo>
                  <a:lnTo>
                    <a:pt x="52285" y="11255"/>
                  </a:lnTo>
                  <a:lnTo>
                    <a:pt x="51467" y="9618"/>
                  </a:lnTo>
                  <a:lnTo>
                    <a:pt x="50546" y="8186"/>
                  </a:lnTo>
                  <a:lnTo>
                    <a:pt x="49420" y="6753"/>
                  </a:lnTo>
                  <a:lnTo>
                    <a:pt x="48192" y="5423"/>
                  </a:lnTo>
                  <a:lnTo>
                    <a:pt x="46862" y="4195"/>
                  </a:lnTo>
                  <a:lnTo>
                    <a:pt x="45430" y="3172"/>
                  </a:lnTo>
                  <a:lnTo>
                    <a:pt x="43895" y="2251"/>
                  </a:lnTo>
                  <a:lnTo>
                    <a:pt x="42258" y="1433"/>
                  </a:lnTo>
                  <a:lnTo>
                    <a:pt x="40518" y="819"/>
                  </a:lnTo>
                  <a:lnTo>
                    <a:pt x="38677" y="410"/>
                  </a:lnTo>
                  <a:lnTo>
                    <a:pt x="36835" y="103"/>
                  </a:lnTo>
                  <a:lnTo>
                    <a:pt x="349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7"/>
            <p:cNvSpPr/>
            <p:nvPr/>
          </p:nvSpPr>
          <p:spPr>
            <a:xfrm>
              <a:off x="5163150" y="1772900"/>
              <a:ext cx="1266225" cy="920900"/>
            </a:xfrm>
            <a:custGeom>
              <a:avLst/>
              <a:gdLst/>
              <a:ahLst/>
              <a:cxnLst/>
              <a:rect l="l" t="t" r="r" b="b"/>
              <a:pathLst>
                <a:path w="50649" h="36836" extrusionOk="0">
                  <a:moveTo>
                    <a:pt x="31822" y="1"/>
                  </a:moveTo>
                  <a:lnTo>
                    <a:pt x="30287" y="103"/>
                  </a:lnTo>
                  <a:lnTo>
                    <a:pt x="28855" y="205"/>
                  </a:lnTo>
                  <a:lnTo>
                    <a:pt x="27423" y="512"/>
                  </a:lnTo>
                  <a:lnTo>
                    <a:pt x="26092" y="921"/>
                  </a:lnTo>
                  <a:lnTo>
                    <a:pt x="24762" y="1433"/>
                  </a:lnTo>
                  <a:lnTo>
                    <a:pt x="23432" y="2047"/>
                  </a:lnTo>
                  <a:lnTo>
                    <a:pt x="22204" y="2661"/>
                  </a:lnTo>
                  <a:lnTo>
                    <a:pt x="21079" y="3479"/>
                  </a:lnTo>
                  <a:lnTo>
                    <a:pt x="19953" y="4298"/>
                  </a:lnTo>
                  <a:lnTo>
                    <a:pt x="18930" y="5321"/>
                  </a:lnTo>
                  <a:lnTo>
                    <a:pt x="18009" y="6242"/>
                  </a:lnTo>
                  <a:lnTo>
                    <a:pt x="17088" y="7368"/>
                  </a:lnTo>
                  <a:lnTo>
                    <a:pt x="16270" y="8493"/>
                  </a:lnTo>
                  <a:lnTo>
                    <a:pt x="15553" y="9721"/>
                  </a:lnTo>
                  <a:lnTo>
                    <a:pt x="14940" y="10949"/>
                  </a:lnTo>
                  <a:lnTo>
                    <a:pt x="14428" y="12279"/>
                  </a:lnTo>
                  <a:lnTo>
                    <a:pt x="1126" y="12279"/>
                  </a:lnTo>
                  <a:lnTo>
                    <a:pt x="1024" y="15451"/>
                  </a:lnTo>
                  <a:lnTo>
                    <a:pt x="819" y="18520"/>
                  </a:lnTo>
                  <a:lnTo>
                    <a:pt x="513" y="21488"/>
                  </a:lnTo>
                  <a:lnTo>
                    <a:pt x="1" y="24557"/>
                  </a:lnTo>
                  <a:lnTo>
                    <a:pt x="14428" y="24557"/>
                  </a:lnTo>
                  <a:lnTo>
                    <a:pt x="14940" y="25887"/>
                  </a:lnTo>
                  <a:lnTo>
                    <a:pt x="15553" y="27115"/>
                  </a:lnTo>
                  <a:lnTo>
                    <a:pt x="16270" y="28343"/>
                  </a:lnTo>
                  <a:lnTo>
                    <a:pt x="17088" y="29469"/>
                  </a:lnTo>
                  <a:lnTo>
                    <a:pt x="18009" y="30594"/>
                  </a:lnTo>
                  <a:lnTo>
                    <a:pt x="18930" y="31617"/>
                  </a:lnTo>
                  <a:lnTo>
                    <a:pt x="19953" y="32538"/>
                  </a:lnTo>
                  <a:lnTo>
                    <a:pt x="21079" y="33357"/>
                  </a:lnTo>
                  <a:lnTo>
                    <a:pt x="22204" y="34175"/>
                  </a:lnTo>
                  <a:lnTo>
                    <a:pt x="23432" y="34891"/>
                  </a:lnTo>
                  <a:lnTo>
                    <a:pt x="24762" y="35403"/>
                  </a:lnTo>
                  <a:lnTo>
                    <a:pt x="26092" y="35915"/>
                  </a:lnTo>
                  <a:lnTo>
                    <a:pt x="27423" y="36324"/>
                  </a:lnTo>
                  <a:lnTo>
                    <a:pt x="28855" y="36631"/>
                  </a:lnTo>
                  <a:lnTo>
                    <a:pt x="30287" y="36836"/>
                  </a:lnTo>
                  <a:lnTo>
                    <a:pt x="31822" y="36836"/>
                  </a:lnTo>
                  <a:lnTo>
                    <a:pt x="33664" y="36733"/>
                  </a:lnTo>
                  <a:lnTo>
                    <a:pt x="35506" y="36529"/>
                  </a:lnTo>
                  <a:lnTo>
                    <a:pt x="37347" y="36017"/>
                  </a:lnTo>
                  <a:lnTo>
                    <a:pt x="39087" y="35403"/>
                  </a:lnTo>
                  <a:lnTo>
                    <a:pt x="40724" y="34585"/>
                  </a:lnTo>
                  <a:lnTo>
                    <a:pt x="42259" y="33664"/>
                  </a:lnTo>
                  <a:lnTo>
                    <a:pt x="43691" y="32640"/>
                  </a:lnTo>
                  <a:lnTo>
                    <a:pt x="45021" y="31413"/>
                  </a:lnTo>
                  <a:lnTo>
                    <a:pt x="46249" y="30185"/>
                  </a:lnTo>
                  <a:lnTo>
                    <a:pt x="47375" y="28752"/>
                  </a:lnTo>
                  <a:lnTo>
                    <a:pt x="48296" y="27218"/>
                  </a:lnTo>
                  <a:lnTo>
                    <a:pt x="49114" y="25580"/>
                  </a:lnTo>
                  <a:lnTo>
                    <a:pt x="49728" y="23943"/>
                  </a:lnTo>
                  <a:lnTo>
                    <a:pt x="50240" y="22102"/>
                  </a:lnTo>
                  <a:lnTo>
                    <a:pt x="50547" y="20362"/>
                  </a:lnTo>
                  <a:lnTo>
                    <a:pt x="50649" y="18418"/>
                  </a:lnTo>
                  <a:lnTo>
                    <a:pt x="50547" y="16576"/>
                  </a:lnTo>
                  <a:lnTo>
                    <a:pt x="50240" y="14735"/>
                  </a:lnTo>
                  <a:lnTo>
                    <a:pt x="49728" y="12995"/>
                  </a:lnTo>
                  <a:lnTo>
                    <a:pt x="49114" y="11256"/>
                  </a:lnTo>
                  <a:lnTo>
                    <a:pt x="48296" y="9619"/>
                  </a:lnTo>
                  <a:lnTo>
                    <a:pt x="47375" y="8186"/>
                  </a:lnTo>
                  <a:lnTo>
                    <a:pt x="46249" y="6754"/>
                  </a:lnTo>
                  <a:lnTo>
                    <a:pt x="45021" y="5424"/>
                  </a:lnTo>
                  <a:lnTo>
                    <a:pt x="43691" y="4196"/>
                  </a:lnTo>
                  <a:lnTo>
                    <a:pt x="42259" y="3173"/>
                  </a:lnTo>
                  <a:lnTo>
                    <a:pt x="40724" y="2252"/>
                  </a:lnTo>
                  <a:lnTo>
                    <a:pt x="39087" y="1433"/>
                  </a:lnTo>
                  <a:lnTo>
                    <a:pt x="37347" y="819"/>
                  </a:lnTo>
                  <a:lnTo>
                    <a:pt x="35506" y="410"/>
                  </a:lnTo>
                  <a:lnTo>
                    <a:pt x="33664" y="103"/>
                  </a:lnTo>
                  <a:lnTo>
                    <a:pt x="3182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7"/>
            <p:cNvSpPr/>
            <p:nvPr/>
          </p:nvSpPr>
          <p:spPr>
            <a:xfrm>
              <a:off x="4963650" y="2693775"/>
              <a:ext cx="1465725" cy="1227850"/>
            </a:xfrm>
            <a:custGeom>
              <a:avLst/>
              <a:gdLst/>
              <a:ahLst/>
              <a:cxnLst/>
              <a:rect l="l" t="t" r="r" b="b"/>
              <a:pathLst>
                <a:path w="58629" h="49114" extrusionOk="0">
                  <a:moveTo>
                    <a:pt x="4809" y="1"/>
                  </a:moveTo>
                  <a:lnTo>
                    <a:pt x="4400" y="1228"/>
                  </a:lnTo>
                  <a:lnTo>
                    <a:pt x="3990" y="2354"/>
                  </a:lnTo>
                  <a:lnTo>
                    <a:pt x="2967" y="4810"/>
                  </a:lnTo>
                  <a:lnTo>
                    <a:pt x="1637" y="7981"/>
                  </a:lnTo>
                  <a:lnTo>
                    <a:pt x="0" y="12279"/>
                  </a:lnTo>
                  <a:lnTo>
                    <a:pt x="12688" y="12279"/>
                  </a:lnTo>
                  <a:lnTo>
                    <a:pt x="23124" y="22818"/>
                  </a:lnTo>
                  <a:lnTo>
                    <a:pt x="22408" y="24660"/>
                  </a:lnTo>
                  <a:lnTo>
                    <a:pt x="21794" y="26604"/>
                  </a:lnTo>
                  <a:lnTo>
                    <a:pt x="21487" y="28650"/>
                  </a:lnTo>
                  <a:lnTo>
                    <a:pt x="21385" y="30696"/>
                  </a:lnTo>
                  <a:lnTo>
                    <a:pt x="21487" y="32640"/>
                  </a:lnTo>
                  <a:lnTo>
                    <a:pt x="21794" y="34380"/>
                  </a:lnTo>
                  <a:lnTo>
                    <a:pt x="22203" y="36222"/>
                  </a:lnTo>
                  <a:lnTo>
                    <a:pt x="22817" y="37859"/>
                  </a:lnTo>
                  <a:lnTo>
                    <a:pt x="23636" y="39496"/>
                  </a:lnTo>
                  <a:lnTo>
                    <a:pt x="24557" y="41031"/>
                  </a:lnTo>
                  <a:lnTo>
                    <a:pt x="25580" y="42463"/>
                  </a:lnTo>
                  <a:lnTo>
                    <a:pt x="26808" y="43691"/>
                  </a:lnTo>
                  <a:lnTo>
                    <a:pt x="28036" y="44919"/>
                  </a:lnTo>
                  <a:lnTo>
                    <a:pt x="29468" y="45942"/>
                  </a:lnTo>
                  <a:lnTo>
                    <a:pt x="31003" y="46863"/>
                  </a:lnTo>
                  <a:lnTo>
                    <a:pt x="32640" y="47681"/>
                  </a:lnTo>
                  <a:lnTo>
                    <a:pt x="34277" y="48295"/>
                  </a:lnTo>
                  <a:lnTo>
                    <a:pt x="36119" y="48807"/>
                  </a:lnTo>
                  <a:lnTo>
                    <a:pt x="37961" y="49012"/>
                  </a:lnTo>
                  <a:lnTo>
                    <a:pt x="39802" y="49114"/>
                  </a:lnTo>
                  <a:lnTo>
                    <a:pt x="41644" y="49012"/>
                  </a:lnTo>
                  <a:lnTo>
                    <a:pt x="43486" y="48807"/>
                  </a:lnTo>
                  <a:lnTo>
                    <a:pt x="45327" y="48295"/>
                  </a:lnTo>
                  <a:lnTo>
                    <a:pt x="47067" y="47681"/>
                  </a:lnTo>
                  <a:lnTo>
                    <a:pt x="48704" y="46863"/>
                  </a:lnTo>
                  <a:lnTo>
                    <a:pt x="50239" y="45942"/>
                  </a:lnTo>
                  <a:lnTo>
                    <a:pt x="51671" y="44919"/>
                  </a:lnTo>
                  <a:lnTo>
                    <a:pt x="53001" y="43691"/>
                  </a:lnTo>
                  <a:lnTo>
                    <a:pt x="54229" y="42463"/>
                  </a:lnTo>
                  <a:lnTo>
                    <a:pt x="55355" y="41031"/>
                  </a:lnTo>
                  <a:lnTo>
                    <a:pt x="56276" y="39496"/>
                  </a:lnTo>
                  <a:lnTo>
                    <a:pt x="57094" y="37859"/>
                  </a:lnTo>
                  <a:lnTo>
                    <a:pt x="57708" y="36222"/>
                  </a:lnTo>
                  <a:lnTo>
                    <a:pt x="58220" y="34380"/>
                  </a:lnTo>
                  <a:lnTo>
                    <a:pt x="58527" y="32640"/>
                  </a:lnTo>
                  <a:lnTo>
                    <a:pt x="58629" y="30696"/>
                  </a:lnTo>
                  <a:lnTo>
                    <a:pt x="58527" y="28855"/>
                  </a:lnTo>
                  <a:lnTo>
                    <a:pt x="58220" y="27013"/>
                  </a:lnTo>
                  <a:lnTo>
                    <a:pt x="57708" y="25273"/>
                  </a:lnTo>
                  <a:lnTo>
                    <a:pt x="57094" y="23534"/>
                  </a:lnTo>
                  <a:lnTo>
                    <a:pt x="56276" y="21897"/>
                  </a:lnTo>
                  <a:lnTo>
                    <a:pt x="55355" y="20464"/>
                  </a:lnTo>
                  <a:lnTo>
                    <a:pt x="54229" y="19032"/>
                  </a:lnTo>
                  <a:lnTo>
                    <a:pt x="53001" y="17702"/>
                  </a:lnTo>
                  <a:lnTo>
                    <a:pt x="51671" y="16474"/>
                  </a:lnTo>
                  <a:lnTo>
                    <a:pt x="50239" y="15451"/>
                  </a:lnTo>
                  <a:lnTo>
                    <a:pt x="48704" y="14530"/>
                  </a:lnTo>
                  <a:lnTo>
                    <a:pt x="47067" y="13711"/>
                  </a:lnTo>
                  <a:lnTo>
                    <a:pt x="45327" y="13097"/>
                  </a:lnTo>
                  <a:lnTo>
                    <a:pt x="43486" y="12688"/>
                  </a:lnTo>
                  <a:lnTo>
                    <a:pt x="41644" y="12381"/>
                  </a:lnTo>
                  <a:lnTo>
                    <a:pt x="39802" y="12279"/>
                  </a:lnTo>
                  <a:lnTo>
                    <a:pt x="37654" y="12381"/>
                  </a:lnTo>
                  <a:lnTo>
                    <a:pt x="35709" y="12790"/>
                  </a:lnTo>
                  <a:lnTo>
                    <a:pt x="33765" y="13302"/>
                  </a:lnTo>
                  <a:lnTo>
                    <a:pt x="31924" y="14121"/>
                  </a:lnTo>
                  <a:lnTo>
                    <a:pt x="178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" name="Google Shape;345;p17"/>
          <p:cNvGrpSpPr/>
          <p:nvPr/>
        </p:nvGrpSpPr>
        <p:grpSpPr>
          <a:xfrm>
            <a:off x="5115047" y="1436307"/>
            <a:ext cx="472142" cy="472112"/>
            <a:chOff x="-44512325" y="3176075"/>
            <a:chExt cx="300900" cy="300900"/>
          </a:xfrm>
        </p:grpSpPr>
        <p:sp>
          <p:nvSpPr>
            <p:cNvPr id="346" name="Google Shape;346;p17"/>
            <p:cNvSpPr/>
            <p:nvPr/>
          </p:nvSpPr>
          <p:spPr>
            <a:xfrm>
              <a:off x="-44512325" y="3176075"/>
              <a:ext cx="300900" cy="300900"/>
            </a:xfrm>
            <a:custGeom>
              <a:avLst/>
              <a:gdLst/>
              <a:ahLst/>
              <a:cxnLst/>
              <a:rect l="l" t="t" r="r" b="b"/>
              <a:pathLst>
                <a:path w="12036" h="12036" extrusionOk="0">
                  <a:moveTo>
                    <a:pt x="3246" y="2868"/>
                  </a:moveTo>
                  <a:cubicBezTo>
                    <a:pt x="3435" y="2868"/>
                    <a:pt x="3592" y="3025"/>
                    <a:pt x="3592" y="3246"/>
                  </a:cubicBezTo>
                  <a:cubicBezTo>
                    <a:pt x="3592" y="3435"/>
                    <a:pt x="3435" y="3592"/>
                    <a:pt x="3246" y="3592"/>
                  </a:cubicBezTo>
                  <a:cubicBezTo>
                    <a:pt x="3057" y="3592"/>
                    <a:pt x="2899" y="3435"/>
                    <a:pt x="2899" y="3246"/>
                  </a:cubicBezTo>
                  <a:cubicBezTo>
                    <a:pt x="2899" y="3025"/>
                    <a:pt x="3057" y="2868"/>
                    <a:pt x="3246" y="2868"/>
                  </a:cubicBezTo>
                  <a:close/>
                  <a:moveTo>
                    <a:pt x="8854" y="2868"/>
                  </a:moveTo>
                  <a:cubicBezTo>
                    <a:pt x="9043" y="2868"/>
                    <a:pt x="9200" y="3025"/>
                    <a:pt x="9200" y="3246"/>
                  </a:cubicBezTo>
                  <a:cubicBezTo>
                    <a:pt x="9200" y="3435"/>
                    <a:pt x="9043" y="3592"/>
                    <a:pt x="8854" y="3592"/>
                  </a:cubicBezTo>
                  <a:cubicBezTo>
                    <a:pt x="8665" y="3592"/>
                    <a:pt x="8507" y="3435"/>
                    <a:pt x="8507" y="3246"/>
                  </a:cubicBezTo>
                  <a:cubicBezTo>
                    <a:pt x="8507" y="3025"/>
                    <a:pt x="8665" y="2868"/>
                    <a:pt x="8854" y="2868"/>
                  </a:cubicBezTo>
                  <a:close/>
                  <a:moveTo>
                    <a:pt x="6774" y="3277"/>
                  </a:moveTo>
                  <a:cubicBezTo>
                    <a:pt x="6963" y="3277"/>
                    <a:pt x="7121" y="3435"/>
                    <a:pt x="7121" y="3624"/>
                  </a:cubicBezTo>
                  <a:lnTo>
                    <a:pt x="7121" y="3876"/>
                  </a:lnTo>
                  <a:cubicBezTo>
                    <a:pt x="7247" y="3907"/>
                    <a:pt x="7341" y="3970"/>
                    <a:pt x="7467" y="4065"/>
                  </a:cubicBezTo>
                  <a:lnTo>
                    <a:pt x="7656" y="3939"/>
                  </a:lnTo>
                  <a:cubicBezTo>
                    <a:pt x="7706" y="3919"/>
                    <a:pt x="7766" y="3908"/>
                    <a:pt x="7825" y="3908"/>
                  </a:cubicBezTo>
                  <a:cubicBezTo>
                    <a:pt x="7955" y="3908"/>
                    <a:pt x="8086" y="3957"/>
                    <a:pt x="8129" y="4065"/>
                  </a:cubicBezTo>
                  <a:lnTo>
                    <a:pt x="8854" y="5294"/>
                  </a:lnTo>
                  <a:cubicBezTo>
                    <a:pt x="8917" y="5451"/>
                    <a:pt x="8885" y="5672"/>
                    <a:pt x="8728" y="5735"/>
                  </a:cubicBezTo>
                  <a:lnTo>
                    <a:pt x="8539" y="5861"/>
                  </a:lnTo>
                  <a:lnTo>
                    <a:pt x="8539" y="6270"/>
                  </a:lnTo>
                  <a:lnTo>
                    <a:pt x="8728" y="6396"/>
                  </a:lnTo>
                  <a:cubicBezTo>
                    <a:pt x="8885" y="6459"/>
                    <a:pt x="8980" y="6711"/>
                    <a:pt x="8854" y="6869"/>
                  </a:cubicBezTo>
                  <a:lnTo>
                    <a:pt x="8129" y="8066"/>
                  </a:lnTo>
                  <a:cubicBezTo>
                    <a:pt x="8043" y="8174"/>
                    <a:pt x="7927" y="8222"/>
                    <a:pt x="7812" y="8222"/>
                  </a:cubicBezTo>
                  <a:cubicBezTo>
                    <a:pt x="7759" y="8222"/>
                    <a:pt x="7706" y="8212"/>
                    <a:pt x="7656" y="8192"/>
                  </a:cubicBezTo>
                  <a:lnTo>
                    <a:pt x="7467" y="8066"/>
                  </a:lnTo>
                  <a:cubicBezTo>
                    <a:pt x="7341" y="8160"/>
                    <a:pt x="7215" y="8223"/>
                    <a:pt x="7121" y="8255"/>
                  </a:cubicBezTo>
                  <a:lnTo>
                    <a:pt x="7121" y="8507"/>
                  </a:lnTo>
                  <a:cubicBezTo>
                    <a:pt x="7121" y="8696"/>
                    <a:pt x="6963" y="8854"/>
                    <a:pt x="6774" y="8854"/>
                  </a:cubicBezTo>
                  <a:lnTo>
                    <a:pt x="5357" y="8854"/>
                  </a:lnTo>
                  <a:cubicBezTo>
                    <a:pt x="5136" y="8854"/>
                    <a:pt x="4978" y="8696"/>
                    <a:pt x="4978" y="8507"/>
                  </a:cubicBezTo>
                  <a:lnTo>
                    <a:pt x="4978" y="8255"/>
                  </a:lnTo>
                  <a:cubicBezTo>
                    <a:pt x="4884" y="8223"/>
                    <a:pt x="4758" y="8160"/>
                    <a:pt x="4632" y="8066"/>
                  </a:cubicBezTo>
                  <a:lnTo>
                    <a:pt x="4443" y="8192"/>
                  </a:lnTo>
                  <a:cubicBezTo>
                    <a:pt x="4393" y="8212"/>
                    <a:pt x="4334" y="8222"/>
                    <a:pt x="4274" y="8222"/>
                  </a:cubicBezTo>
                  <a:cubicBezTo>
                    <a:pt x="4145" y="8222"/>
                    <a:pt x="4013" y="8174"/>
                    <a:pt x="3970" y="8066"/>
                  </a:cubicBezTo>
                  <a:lnTo>
                    <a:pt x="3246" y="6869"/>
                  </a:lnTo>
                  <a:cubicBezTo>
                    <a:pt x="3183" y="6680"/>
                    <a:pt x="3214" y="6459"/>
                    <a:pt x="3372" y="6396"/>
                  </a:cubicBezTo>
                  <a:lnTo>
                    <a:pt x="3561" y="6270"/>
                  </a:lnTo>
                  <a:lnTo>
                    <a:pt x="3561" y="5861"/>
                  </a:lnTo>
                  <a:lnTo>
                    <a:pt x="3372" y="5735"/>
                  </a:lnTo>
                  <a:cubicBezTo>
                    <a:pt x="3214" y="5672"/>
                    <a:pt x="3151" y="5420"/>
                    <a:pt x="3246" y="5294"/>
                  </a:cubicBezTo>
                  <a:lnTo>
                    <a:pt x="3970" y="4065"/>
                  </a:lnTo>
                  <a:cubicBezTo>
                    <a:pt x="4013" y="3958"/>
                    <a:pt x="4142" y="3880"/>
                    <a:pt x="4270" y="3880"/>
                  </a:cubicBezTo>
                  <a:cubicBezTo>
                    <a:pt x="4331" y="3880"/>
                    <a:pt x="4392" y="3898"/>
                    <a:pt x="4443" y="3939"/>
                  </a:cubicBezTo>
                  <a:lnTo>
                    <a:pt x="4632" y="4065"/>
                  </a:lnTo>
                  <a:cubicBezTo>
                    <a:pt x="4758" y="3970"/>
                    <a:pt x="4884" y="3907"/>
                    <a:pt x="4978" y="3876"/>
                  </a:cubicBezTo>
                  <a:lnTo>
                    <a:pt x="4978" y="3624"/>
                  </a:lnTo>
                  <a:cubicBezTo>
                    <a:pt x="4978" y="3435"/>
                    <a:pt x="5136" y="3277"/>
                    <a:pt x="5357" y="3277"/>
                  </a:cubicBezTo>
                  <a:close/>
                  <a:moveTo>
                    <a:pt x="3246" y="8475"/>
                  </a:moveTo>
                  <a:cubicBezTo>
                    <a:pt x="3435" y="8475"/>
                    <a:pt x="3592" y="8633"/>
                    <a:pt x="3592" y="8822"/>
                  </a:cubicBezTo>
                  <a:cubicBezTo>
                    <a:pt x="3592" y="9043"/>
                    <a:pt x="3435" y="9169"/>
                    <a:pt x="3246" y="9169"/>
                  </a:cubicBezTo>
                  <a:cubicBezTo>
                    <a:pt x="3057" y="9169"/>
                    <a:pt x="2899" y="9011"/>
                    <a:pt x="2899" y="8822"/>
                  </a:cubicBezTo>
                  <a:cubicBezTo>
                    <a:pt x="2899" y="8633"/>
                    <a:pt x="3057" y="8475"/>
                    <a:pt x="3246" y="8475"/>
                  </a:cubicBezTo>
                  <a:close/>
                  <a:moveTo>
                    <a:pt x="8854" y="8475"/>
                  </a:moveTo>
                  <a:cubicBezTo>
                    <a:pt x="9043" y="8475"/>
                    <a:pt x="9200" y="8633"/>
                    <a:pt x="9200" y="8822"/>
                  </a:cubicBezTo>
                  <a:cubicBezTo>
                    <a:pt x="9200" y="9043"/>
                    <a:pt x="9043" y="9169"/>
                    <a:pt x="8854" y="9169"/>
                  </a:cubicBezTo>
                  <a:cubicBezTo>
                    <a:pt x="8665" y="9169"/>
                    <a:pt x="8507" y="9011"/>
                    <a:pt x="8507" y="8822"/>
                  </a:cubicBezTo>
                  <a:cubicBezTo>
                    <a:pt x="8507" y="8633"/>
                    <a:pt x="8665" y="8475"/>
                    <a:pt x="8854" y="8475"/>
                  </a:cubicBezTo>
                  <a:close/>
                  <a:moveTo>
                    <a:pt x="3183" y="1"/>
                  </a:moveTo>
                  <a:cubicBezTo>
                    <a:pt x="2994" y="1"/>
                    <a:pt x="2836" y="158"/>
                    <a:pt x="2836" y="347"/>
                  </a:cubicBezTo>
                  <a:lnTo>
                    <a:pt x="2836" y="1418"/>
                  </a:lnTo>
                  <a:lnTo>
                    <a:pt x="2458" y="1418"/>
                  </a:lnTo>
                  <a:cubicBezTo>
                    <a:pt x="1891" y="1418"/>
                    <a:pt x="1418" y="1891"/>
                    <a:pt x="1418" y="2490"/>
                  </a:cubicBezTo>
                  <a:lnTo>
                    <a:pt x="1418" y="2836"/>
                  </a:lnTo>
                  <a:lnTo>
                    <a:pt x="347" y="2836"/>
                  </a:lnTo>
                  <a:cubicBezTo>
                    <a:pt x="158" y="2836"/>
                    <a:pt x="1" y="2994"/>
                    <a:pt x="1" y="3183"/>
                  </a:cubicBezTo>
                  <a:cubicBezTo>
                    <a:pt x="1" y="3372"/>
                    <a:pt x="158" y="3529"/>
                    <a:pt x="347" y="3529"/>
                  </a:cubicBezTo>
                  <a:lnTo>
                    <a:pt x="1418" y="3529"/>
                  </a:lnTo>
                  <a:lnTo>
                    <a:pt x="1418" y="4254"/>
                  </a:lnTo>
                  <a:lnTo>
                    <a:pt x="347" y="4254"/>
                  </a:lnTo>
                  <a:cubicBezTo>
                    <a:pt x="158" y="4254"/>
                    <a:pt x="1" y="4411"/>
                    <a:pt x="1" y="4600"/>
                  </a:cubicBezTo>
                  <a:cubicBezTo>
                    <a:pt x="1" y="4821"/>
                    <a:pt x="158" y="4978"/>
                    <a:pt x="347" y="4978"/>
                  </a:cubicBezTo>
                  <a:lnTo>
                    <a:pt x="1418" y="4978"/>
                  </a:lnTo>
                  <a:lnTo>
                    <a:pt x="1418" y="5672"/>
                  </a:lnTo>
                  <a:lnTo>
                    <a:pt x="347" y="5672"/>
                  </a:lnTo>
                  <a:cubicBezTo>
                    <a:pt x="158" y="5672"/>
                    <a:pt x="1" y="5829"/>
                    <a:pt x="1" y="6018"/>
                  </a:cubicBezTo>
                  <a:cubicBezTo>
                    <a:pt x="1" y="6239"/>
                    <a:pt x="158" y="6396"/>
                    <a:pt x="347" y="6396"/>
                  </a:cubicBezTo>
                  <a:lnTo>
                    <a:pt x="1418" y="6396"/>
                  </a:lnTo>
                  <a:lnTo>
                    <a:pt x="1418" y="7089"/>
                  </a:lnTo>
                  <a:lnTo>
                    <a:pt x="347" y="7089"/>
                  </a:lnTo>
                  <a:cubicBezTo>
                    <a:pt x="158" y="7089"/>
                    <a:pt x="1" y="7247"/>
                    <a:pt x="1" y="7436"/>
                  </a:cubicBezTo>
                  <a:cubicBezTo>
                    <a:pt x="1" y="7656"/>
                    <a:pt x="158" y="7814"/>
                    <a:pt x="347" y="7814"/>
                  </a:cubicBezTo>
                  <a:lnTo>
                    <a:pt x="1418" y="7814"/>
                  </a:lnTo>
                  <a:lnTo>
                    <a:pt x="1418" y="8507"/>
                  </a:lnTo>
                  <a:lnTo>
                    <a:pt x="347" y="8507"/>
                  </a:lnTo>
                  <a:cubicBezTo>
                    <a:pt x="158" y="8507"/>
                    <a:pt x="1" y="8665"/>
                    <a:pt x="1" y="8854"/>
                  </a:cubicBezTo>
                  <a:cubicBezTo>
                    <a:pt x="1" y="9074"/>
                    <a:pt x="158" y="9232"/>
                    <a:pt x="347" y="9232"/>
                  </a:cubicBezTo>
                  <a:lnTo>
                    <a:pt x="1418" y="9232"/>
                  </a:lnTo>
                  <a:lnTo>
                    <a:pt x="1418" y="9578"/>
                  </a:lnTo>
                  <a:cubicBezTo>
                    <a:pt x="1418" y="10177"/>
                    <a:pt x="1891" y="10618"/>
                    <a:pt x="2458" y="10618"/>
                  </a:cubicBezTo>
                  <a:lnTo>
                    <a:pt x="2836" y="10618"/>
                  </a:lnTo>
                  <a:lnTo>
                    <a:pt x="2836" y="11689"/>
                  </a:lnTo>
                  <a:cubicBezTo>
                    <a:pt x="2836" y="11878"/>
                    <a:pt x="2994" y="12036"/>
                    <a:pt x="3183" y="12036"/>
                  </a:cubicBezTo>
                  <a:cubicBezTo>
                    <a:pt x="3372" y="12036"/>
                    <a:pt x="3529" y="11878"/>
                    <a:pt x="3529" y="11689"/>
                  </a:cubicBezTo>
                  <a:lnTo>
                    <a:pt x="3529" y="10618"/>
                  </a:lnTo>
                  <a:lnTo>
                    <a:pt x="4254" y="10618"/>
                  </a:lnTo>
                  <a:lnTo>
                    <a:pt x="4254" y="11689"/>
                  </a:lnTo>
                  <a:cubicBezTo>
                    <a:pt x="4254" y="11878"/>
                    <a:pt x="4411" y="12036"/>
                    <a:pt x="4600" y="12036"/>
                  </a:cubicBezTo>
                  <a:cubicBezTo>
                    <a:pt x="4789" y="12036"/>
                    <a:pt x="4947" y="11878"/>
                    <a:pt x="4947" y="11689"/>
                  </a:cubicBezTo>
                  <a:lnTo>
                    <a:pt x="4947" y="10618"/>
                  </a:lnTo>
                  <a:lnTo>
                    <a:pt x="5672" y="10618"/>
                  </a:lnTo>
                  <a:lnTo>
                    <a:pt x="5672" y="11689"/>
                  </a:lnTo>
                  <a:cubicBezTo>
                    <a:pt x="5672" y="11878"/>
                    <a:pt x="5829" y="12036"/>
                    <a:pt x="6018" y="12036"/>
                  </a:cubicBezTo>
                  <a:cubicBezTo>
                    <a:pt x="6207" y="12036"/>
                    <a:pt x="6365" y="11878"/>
                    <a:pt x="6365" y="11689"/>
                  </a:cubicBezTo>
                  <a:lnTo>
                    <a:pt x="6365" y="10618"/>
                  </a:lnTo>
                  <a:lnTo>
                    <a:pt x="7089" y="10618"/>
                  </a:lnTo>
                  <a:lnTo>
                    <a:pt x="7089" y="11689"/>
                  </a:lnTo>
                  <a:cubicBezTo>
                    <a:pt x="7089" y="11878"/>
                    <a:pt x="7247" y="12036"/>
                    <a:pt x="7436" y="12036"/>
                  </a:cubicBezTo>
                  <a:cubicBezTo>
                    <a:pt x="7625" y="12036"/>
                    <a:pt x="7782" y="11878"/>
                    <a:pt x="7782" y="11689"/>
                  </a:cubicBezTo>
                  <a:lnTo>
                    <a:pt x="7782" y="10618"/>
                  </a:lnTo>
                  <a:lnTo>
                    <a:pt x="8507" y="10618"/>
                  </a:lnTo>
                  <a:lnTo>
                    <a:pt x="8507" y="11689"/>
                  </a:lnTo>
                  <a:cubicBezTo>
                    <a:pt x="8507" y="11878"/>
                    <a:pt x="8665" y="12036"/>
                    <a:pt x="8854" y="12036"/>
                  </a:cubicBezTo>
                  <a:cubicBezTo>
                    <a:pt x="9043" y="12036"/>
                    <a:pt x="9200" y="11878"/>
                    <a:pt x="9200" y="11689"/>
                  </a:cubicBezTo>
                  <a:lnTo>
                    <a:pt x="9200" y="10618"/>
                  </a:lnTo>
                  <a:lnTo>
                    <a:pt x="9547" y="10618"/>
                  </a:lnTo>
                  <a:cubicBezTo>
                    <a:pt x="10145" y="10618"/>
                    <a:pt x="10618" y="10177"/>
                    <a:pt x="10618" y="9578"/>
                  </a:cubicBezTo>
                  <a:lnTo>
                    <a:pt x="10618" y="9232"/>
                  </a:lnTo>
                  <a:lnTo>
                    <a:pt x="11689" y="9232"/>
                  </a:lnTo>
                  <a:cubicBezTo>
                    <a:pt x="11878" y="9232"/>
                    <a:pt x="12036" y="9074"/>
                    <a:pt x="12036" y="8854"/>
                  </a:cubicBezTo>
                  <a:cubicBezTo>
                    <a:pt x="12036" y="8665"/>
                    <a:pt x="11878" y="8507"/>
                    <a:pt x="11689" y="8507"/>
                  </a:cubicBezTo>
                  <a:lnTo>
                    <a:pt x="10618" y="8507"/>
                  </a:lnTo>
                  <a:lnTo>
                    <a:pt x="10618" y="7814"/>
                  </a:lnTo>
                  <a:lnTo>
                    <a:pt x="11689" y="7814"/>
                  </a:lnTo>
                  <a:cubicBezTo>
                    <a:pt x="11878" y="7814"/>
                    <a:pt x="12036" y="7656"/>
                    <a:pt x="12036" y="7436"/>
                  </a:cubicBezTo>
                  <a:cubicBezTo>
                    <a:pt x="12036" y="7247"/>
                    <a:pt x="11878" y="7089"/>
                    <a:pt x="11689" y="7089"/>
                  </a:cubicBezTo>
                  <a:lnTo>
                    <a:pt x="10618" y="7089"/>
                  </a:lnTo>
                  <a:lnTo>
                    <a:pt x="10618" y="6396"/>
                  </a:lnTo>
                  <a:lnTo>
                    <a:pt x="11689" y="6396"/>
                  </a:lnTo>
                  <a:cubicBezTo>
                    <a:pt x="11878" y="6396"/>
                    <a:pt x="12036" y="6239"/>
                    <a:pt x="12036" y="6018"/>
                  </a:cubicBezTo>
                  <a:cubicBezTo>
                    <a:pt x="12036" y="5829"/>
                    <a:pt x="11878" y="5672"/>
                    <a:pt x="11689" y="5672"/>
                  </a:cubicBezTo>
                  <a:lnTo>
                    <a:pt x="10618" y="5672"/>
                  </a:lnTo>
                  <a:lnTo>
                    <a:pt x="10618" y="4978"/>
                  </a:lnTo>
                  <a:lnTo>
                    <a:pt x="11689" y="4978"/>
                  </a:lnTo>
                  <a:cubicBezTo>
                    <a:pt x="11878" y="4978"/>
                    <a:pt x="12036" y="4821"/>
                    <a:pt x="12036" y="4600"/>
                  </a:cubicBezTo>
                  <a:cubicBezTo>
                    <a:pt x="12036" y="4411"/>
                    <a:pt x="11878" y="4254"/>
                    <a:pt x="11689" y="4254"/>
                  </a:cubicBezTo>
                  <a:lnTo>
                    <a:pt x="10618" y="4254"/>
                  </a:lnTo>
                  <a:lnTo>
                    <a:pt x="10618" y="3529"/>
                  </a:lnTo>
                  <a:lnTo>
                    <a:pt x="11689" y="3529"/>
                  </a:lnTo>
                  <a:cubicBezTo>
                    <a:pt x="11878" y="3529"/>
                    <a:pt x="12036" y="3372"/>
                    <a:pt x="12036" y="3183"/>
                  </a:cubicBezTo>
                  <a:cubicBezTo>
                    <a:pt x="12036" y="2994"/>
                    <a:pt x="11878" y="2836"/>
                    <a:pt x="11689" y="2836"/>
                  </a:cubicBezTo>
                  <a:lnTo>
                    <a:pt x="10618" y="2836"/>
                  </a:lnTo>
                  <a:lnTo>
                    <a:pt x="10618" y="2490"/>
                  </a:lnTo>
                  <a:cubicBezTo>
                    <a:pt x="10618" y="1891"/>
                    <a:pt x="10145" y="1418"/>
                    <a:pt x="9547" y="1418"/>
                  </a:cubicBezTo>
                  <a:lnTo>
                    <a:pt x="9200" y="1418"/>
                  </a:lnTo>
                  <a:lnTo>
                    <a:pt x="9200" y="347"/>
                  </a:lnTo>
                  <a:cubicBezTo>
                    <a:pt x="9200" y="158"/>
                    <a:pt x="9043" y="1"/>
                    <a:pt x="8854" y="1"/>
                  </a:cubicBezTo>
                  <a:cubicBezTo>
                    <a:pt x="8665" y="1"/>
                    <a:pt x="8507" y="158"/>
                    <a:pt x="8507" y="347"/>
                  </a:cubicBezTo>
                  <a:lnTo>
                    <a:pt x="8507" y="1418"/>
                  </a:lnTo>
                  <a:lnTo>
                    <a:pt x="7782" y="1418"/>
                  </a:lnTo>
                  <a:lnTo>
                    <a:pt x="7782" y="347"/>
                  </a:lnTo>
                  <a:cubicBezTo>
                    <a:pt x="7782" y="158"/>
                    <a:pt x="7625" y="1"/>
                    <a:pt x="7436" y="1"/>
                  </a:cubicBezTo>
                  <a:cubicBezTo>
                    <a:pt x="7247" y="1"/>
                    <a:pt x="7089" y="158"/>
                    <a:pt x="7089" y="347"/>
                  </a:cubicBezTo>
                  <a:lnTo>
                    <a:pt x="7089" y="1418"/>
                  </a:lnTo>
                  <a:lnTo>
                    <a:pt x="6365" y="1418"/>
                  </a:lnTo>
                  <a:lnTo>
                    <a:pt x="6365" y="347"/>
                  </a:lnTo>
                  <a:cubicBezTo>
                    <a:pt x="6365" y="158"/>
                    <a:pt x="6207" y="1"/>
                    <a:pt x="6018" y="1"/>
                  </a:cubicBezTo>
                  <a:cubicBezTo>
                    <a:pt x="5829" y="1"/>
                    <a:pt x="5672" y="158"/>
                    <a:pt x="5672" y="347"/>
                  </a:cubicBezTo>
                  <a:lnTo>
                    <a:pt x="5672" y="1418"/>
                  </a:lnTo>
                  <a:lnTo>
                    <a:pt x="4947" y="1418"/>
                  </a:lnTo>
                  <a:lnTo>
                    <a:pt x="4947" y="347"/>
                  </a:lnTo>
                  <a:cubicBezTo>
                    <a:pt x="4947" y="158"/>
                    <a:pt x="4789" y="1"/>
                    <a:pt x="4600" y="1"/>
                  </a:cubicBezTo>
                  <a:cubicBezTo>
                    <a:pt x="4411" y="1"/>
                    <a:pt x="4254" y="158"/>
                    <a:pt x="4254" y="347"/>
                  </a:cubicBezTo>
                  <a:lnTo>
                    <a:pt x="4254" y="1418"/>
                  </a:lnTo>
                  <a:lnTo>
                    <a:pt x="3529" y="1418"/>
                  </a:lnTo>
                  <a:lnTo>
                    <a:pt x="3529" y="347"/>
                  </a:lnTo>
                  <a:cubicBezTo>
                    <a:pt x="3529" y="158"/>
                    <a:pt x="3372" y="1"/>
                    <a:pt x="3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-44369750" y="33178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-44411500" y="3275325"/>
              <a:ext cx="100825" cy="102400"/>
            </a:xfrm>
            <a:custGeom>
              <a:avLst/>
              <a:gdLst/>
              <a:ahLst/>
              <a:cxnLst/>
              <a:rect l="l" t="t" r="r" b="b"/>
              <a:pathLst>
                <a:path w="4033" h="4096" extrusionOk="0">
                  <a:moveTo>
                    <a:pt x="2017" y="1008"/>
                  </a:moveTo>
                  <a:cubicBezTo>
                    <a:pt x="2615" y="1008"/>
                    <a:pt x="3088" y="1481"/>
                    <a:pt x="3088" y="2048"/>
                  </a:cubicBezTo>
                  <a:cubicBezTo>
                    <a:pt x="3088" y="2647"/>
                    <a:pt x="2615" y="3119"/>
                    <a:pt x="2017" y="3119"/>
                  </a:cubicBezTo>
                  <a:cubicBezTo>
                    <a:pt x="1418" y="3119"/>
                    <a:pt x="945" y="2647"/>
                    <a:pt x="945" y="2048"/>
                  </a:cubicBezTo>
                  <a:cubicBezTo>
                    <a:pt x="945" y="1481"/>
                    <a:pt x="1418" y="1008"/>
                    <a:pt x="2017" y="1008"/>
                  </a:cubicBezTo>
                  <a:close/>
                  <a:moveTo>
                    <a:pt x="1670" y="0"/>
                  </a:moveTo>
                  <a:lnTo>
                    <a:pt x="1670" y="126"/>
                  </a:lnTo>
                  <a:cubicBezTo>
                    <a:pt x="1670" y="284"/>
                    <a:pt x="1576" y="410"/>
                    <a:pt x="1418" y="441"/>
                  </a:cubicBezTo>
                  <a:cubicBezTo>
                    <a:pt x="1229" y="536"/>
                    <a:pt x="1040" y="630"/>
                    <a:pt x="882" y="756"/>
                  </a:cubicBezTo>
                  <a:cubicBezTo>
                    <a:pt x="809" y="811"/>
                    <a:pt x="725" y="845"/>
                    <a:pt x="643" y="845"/>
                  </a:cubicBezTo>
                  <a:cubicBezTo>
                    <a:pt x="584" y="845"/>
                    <a:pt x="526" y="828"/>
                    <a:pt x="473" y="788"/>
                  </a:cubicBezTo>
                  <a:lnTo>
                    <a:pt x="347" y="725"/>
                  </a:lnTo>
                  <a:lnTo>
                    <a:pt x="0" y="1324"/>
                  </a:lnTo>
                  <a:lnTo>
                    <a:pt x="126" y="1387"/>
                  </a:lnTo>
                  <a:cubicBezTo>
                    <a:pt x="252" y="1481"/>
                    <a:pt x="315" y="1639"/>
                    <a:pt x="284" y="1733"/>
                  </a:cubicBezTo>
                  <a:cubicBezTo>
                    <a:pt x="252" y="1985"/>
                    <a:pt x="252" y="2143"/>
                    <a:pt x="284" y="2363"/>
                  </a:cubicBezTo>
                  <a:cubicBezTo>
                    <a:pt x="315" y="2521"/>
                    <a:pt x="252" y="2647"/>
                    <a:pt x="126" y="2741"/>
                  </a:cubicBezTo>
                  <a:lnTo>
                    <a:pt x="0" y="2804"/>
                  </a:lnTo>
                  <a:lnTo>
                    <a:pt x="347" y="3403"/>
                  </a:lnTo>
                  <a:lnTo>
                    <a:pt x="473" y="3308"/>
                  </a:lnTo>
                  <a:cubicBezTo>
                    <a:pt x="518" y="3286"/>
                    <a:pt x="566" y="3276"/>
                    <a:pt x="616" y="3276"/>
                  </a:cubicBezTo>
                  <a:cubicBezTo>
                    <a:pt x="707" y="3276"/>
                    <a:pt x="801" y="3310"/>
                    <a:pt x="882" y="3371"/>
                  </a:cubicBezTo>
                  <a:cubicBezTo>
                    <a:pt x="1040" y="3529"/>
                    <a:pt x="1229" y="3592"/>
                    <a:pt x="1418" y="3686"/>
                  </a:cubicBezTo>
                  <a:cubicBezTo>
                    <a:pt x="1576" y="3718"/>
                    <a:pt x="1670" y="3875"/>
                    <a:pt x="1670" y="4001"/>
                  </a:cubicBezTo>
                  <a:lnTo>
                    <a:pt x="1670" y="4096"/>
                  </a:lnTo>
                  <a:lnTo>
                    <a:pt x="2363" y="4096"/>
                  </a:lnTo>
                  <a:lnTo>
                    <a:pt x="2363" y="4001"/>
                  </a:lnTo>
                  <a:cubicBezTo>
                    <a:pt x="2363" y="3844"/>
                    <a:pt x="2458" y="3718"/>
                    <a:pt x="2615" y="3686"/>
                  </a:cubicBezTo>
                  <a:cubicBezTo>
                    <a:pt x="2804" y="3592"/>
                    <a:pt x="2993" y="3466"/>
                    <a:pt x="3151" y="3371"/>
                  </a:cubicBezTo>
                  <a:cubicBezTo>
                    <a:pt x="3232" y="3310"/>
                    <a:pt x="3327" y="3276"/>
                    <a:pt x="3417" y="3276"/>
                  </a:cubicBezTo>
                  <a:cubicBezTo>
                    <a:pt x="3467" y="3276"/>
                    <a:pt x="3516" y="3286"/>
                    <a:pt x="3560" y="3308"/>
                  </a:cubicBezTo>
                  <a:lnTo>
                    <a:pt x="3686" y="3403"/>
                  </a:lnTo>
                  <a:lnTo>
                    <a:pt x="4033" y="2804"/>
                  </a:lnTo>
                  <a:lnTo>
                    <a:pt x="3907" y="2741"/>
                  </a:lnTo>
                  <a:cubicBezTo>
                    <a:pt x="3781" y="2647"/>
                    <a:pt x="3718" y="2489"/>
                    <a:pt x="3749" y="2363"/>
                  </a:cubicBezTo>
                  <a:cubicBezTo>
                    <a:pt x="3781" y="2143"/>
                    <a:pt x="3781" y="1985"/>
                    <a:pt x="3749" y="1733"/>
                  </a:cubicBezTo>
                  <a:cubicBezTo>
                    <a:pt x="3718" y="1576"/>
                    <a:pt x="3781" y="1481"/>
                    <a:pt x="3907" y="1387"/>
                  </a:cubicBezTo>
                  <a:lnTo>
                    <a:pt x="4033" y="1324"/>
                  </a:lnTo>
                  <a:lnTo>
                    <a:pt x="3686" y="725"/>
                  </a:lnTo>
                  <a:lnTo>
                    <a:pt x="3560" y="788"/>
                  </a:lnTo>
                  <a:cubicBezTo>
                    <a:pt x="3502" y="832"/>
                    <a:pt x="3437" y="855"/>
                    <a:pt x="3371" y="855"/>
                  </a:cubicBezTo>
                  <a:cubicBezTo>
                    <a:pt x="3295" y="855"/>
                    <a:pt x="3218" y="824"/>
                    <a:pt x="3151" y="756"/>
                  </a:cubicBezTo>
                  <a:cubicBezTo>
                    <a:pt x="2993" y="599"/>
                    <a:pt x="2804" y="536"/>
                    <a:pt x="2615" y="441"/>
                  </a:cubicBezTo>
                  <a:cubicBezTo>
                    <a:pt x="2458" y="410"/>
                    <a:pt x="2363" y="252"/>
                    <a:pt x="2363" y="126"/>
                  </a:cubicBezTo>
                  <a:lnTo>
                    <a:pt x="23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9" name="Google Shape;349;p17"/>
          <p:cNvGrpSpPr/>
          <p:nvPr/>
        </p:nvGrpSpPr>
        <p:grpSpPr>
          <a:xfrm>
            <a:off x="695359" y="2359226"/>
            <a:ext cx="3343229" cy="1488799"/>
            <a:chOff x="695359" y="2302076"/>
            <a:chExt cx="3343229" cy="1488799"/>
          </a:xfrm>
        </p:grpSpPr>
        <p:sp>
          <p:nvSpPr>
            <p:cNvPr id="350" name="Google Shape;350;p17"/>
            <p:cNvSpPr txBox="1"/>
            <p:nvPr/>
          </p:nvSpPr>
          <p:spPr>
            <a:xfrm>
              <a:off x="695359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Objective</a:t>
              </a:r>
              <a:endParaRPr lang="fr-FR"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51" name="Google Shape;351;p17"/>
            <p:cNvSpPr txBox="1"/>
            <p:nvPr/>
          </p:nvSpPr>
          <p:spPr>
            <a:xfrm>
              <a:off x="695388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285750" indent="-285750">
                <a:buSzPct val="200000"/>
                <a:buFont typeface="Arial" panose="020B0604020202020204" pitchFamily="34" charset="0"/>
                <a:buChar char="•"/>
              </a:pPr>
              <a:r>
                <a:rPr lang="en-US" dirty="0"/>
                <a:t>Build a supervised ML model that predicts:</a:t>
              </a:r>
            </a:p>
            <a:p>
              <a:pPr marL="285750" indent="-285750">
                <a:buSzPct val="200000"/>
                <a:buFont typeface="Arial" panose="020B0604020202020204" pitchFamily="34" charset="0"/>
                <a:buChar char="•"/>
              </a:pPr>
              <a:r>
                <a:rPr lang="en-US" dirty="0"/>
                <a:t>Viral (1) or Not Viral (0)</a:t>
              </a: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endParaRPr lang="en-US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52" name="Google Shape;352;p17"/>
          <p:cNvGrpSpPr/>
          <p:nvPr/>
        </p:nvGrpSpPr>
        <p:grpSpPr>
          <a:xfrm>
            <a:off x="5114996" y="2359226"/>
            <a:ext cx="3343204" cy="1488799"/>
            <a:chOff x="5114996" y="2302076"/>
            <a:chExt cx="3343204" cy="1488799"/>
          </a:xfrm>
        </p:grpSpPr>
        <p:sp>
          <p:nvSpPr>
            <p:cNvPr id="353" name="Google Shape;353;p17"/>
            <p:cNvSpPr txBox="1"/>
            <p:nvPr/>
          </p:nvSpPr>
          <p:spPr>
            <a:xfrm>
              <a:off x="5114996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The </a:t>
              </a:r>
              <a:r>
                <a:rPr lang="fr-FR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Problem</a:t>
              </a:r>
              <a:endParaRPr lang="fr-FR"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54" name="Google Shape;354;p17"/>
            <p:cNvSpPr txBox="1"/>
            <p:nvPr/>
          </p:nvSpPr>
          <p:spPr>
            <a:xfrm>
              <a:off x="5115000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indent="-317500">
                <a:buSzPts val="1400"/>
                <a:buFont typeface="Roboto"/>
                <a:buChar char="●"/>
              </a:pPr>
              <a:r>
                <a:rPr lang="en-US" dirty="0"/>
                <a:t>Only a small percentage of posts go viral</a:t>
              </a:r>
              <a:endParaRPr lang="en-US" dirty="0">
                <a:latin typeface="Roboto"/>
                <a:ea typeface="Roboto"/>
                <a:cs typeface="Roboto"/>
                <a:sym typeface="Roboto"/>
              </a:endParaRPr>
            </a:p>
            <a:p>
              <a:pPr marL="320040" indent="-317500">
                <a:buSzPts val="1400"/>
                <a:buFont typeface="Roboto"/>
                <a:buChar char="●"/>
              </a:pPr>
              <a:r>
                <a:rPr lang="en-US" dirty="0"/>
                <a:t>Virality is unpredictable</a:t>
              </a:r>
            </a:p>
            <a:p>
              <a:pPr marL="320040" indent="-317500">
                <a:buSzPts val="1400"/>
                <a:buFont typeface="Roboto"/>
                <a:buChar char="●"/>
              </a:pPr>
              <a:r>
                <a:rPr lang="en-US" dirty="0"/>
                <a:t>Marketing decisions rely on guesswork</a:t>
              </a:r>
            </a:p>
          </p:txBody>
        </p:sp>
      </p:grpSp>
      <p:sp>
        <p:nvSpPr>
          <p:cNvPr id="355" name="Google Shape;355;p17"/>
          <p:cNvSpPr/>
          <p:nvPr/>
        </p:nvSpPr>
        <p:spPr>
          <a:xfrm>
            <a:off x="4184410" y="2574675"/>
            <a:ext cx="784800" cy="78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Vs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8"/>
          <p:cNvSpPr/>
          <p:nvPr/>
        </p:nvSpPr>
        <p:spPr>
          <a:xfrm>
            <a:off x="457200" y="1324425"/>
            <a:ext cx="2889300" cy="3407700"/>
          </a:xfrm>
          <a:prstGeom prst="roundRect">
            <a:avLst>
              <a:gd name="adj" fmla="val 14082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8"/>
          <p:cNvSpPr txBox="1"/>
          <p:nvPr/>
        </p:nvSpPr>
        <p:spPr>
          <a:xfrm>
            <a:off x="646237" y="1841625"/>
            <a:ext cx="2546700" cy="6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dirty="0" err="1">
                <a:latin typeface="Fira Sans Extra Condensed"/>
              </a:rPr>
              <a:t>Dataset</a:t>
            </a:r>
            <a:r>
              <a:rPr lang="fr-FR" sz="2100" b="1" dirty="0">
                <a:latin typeface="Fira Sans Extra Condensed"/>
              </a:rPr>
              <a:t> </a:t>
            </a:r>
            <a:r>
              <a:rPr lang="fr-FR" sz="2100" b="1" dirty="0" err="1">
                <a:latin typeface="Fira Sans Extra Condensed"/>
              </a:rPr>
              <a:t>Characteristics</a:t>
            </a:r>
            <a:endParaRPr lang="fr-FR" sz="2100" b="1" dirty="0">
              <a:latin typeface="Fira Sans Extra Condensed"/>
              <a:sym typeface="Fira Sans Extra Condensed"/>
            </a:endParaRPr>
          </a:p>
        </p:txBody>
      </p:sp>
      <p:grpSp>
        <p:nvGrpSpPr>
          <p:cNvPr id="362" name="Google Shape;362;p18"/>
          <p:cNvGrpSpPr/>
          <p:nvPr/>
        </p:nvGrpSpPr>
        <p:grpSpPr>
          <a:xfrm>
            <a:off x="851113" y="2915825"/>
            <a:ext cx="2133450" cy="1431550"/>
            <a:chOff x="851113" y="2915825"/>
            <a:chExt cx="2133450" cy="1431550"/>
          </a:xfrm>
        </p:grpSpPr>
        <p:sp>
          <p:nvSpPr>
            <p:cNvPr id="363" name="Google Shape;363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extrusionOk="0">
                  <a:moveTo>
                    <a:pt x="40299" y="1"/>
                  </a:moveTo>
                  <a:lnTo>
                    <a:pt x="39445" y="15"/>
                  </a:lnTo>
                  <a:lnTo>
                    <a:pt x="38592" y="44"/>
                  </a:lnTo>
                  <a:lnTo>
                    <a:pt x="37752" y="100"/>
                  </a:lnTo>
                  <a:lnTo>
                    <a:pt x="36912" y="157"/>
                  </a:lnTo>
                  <a:lnTo>
                    <a:pt x="36087" y="243"/>
                  </a:lnTo>
                  <a:lnTo>
                    <a:pt x="35262" y="328"/>
                  </a:lnTo>
                  <a:lnTo>
                    <a:pt x="34436" y="442"/>
                  </a:lnTo>
                  <a:lnTo>
                    <a:pt x="33640" y="570"/>
                  </a:lnTo>
                  <a:lnTo>
                    <a:pt x="32843" y="698"/>
                  </a:lnTo>
                  <a:lnTo>
                    <a:pt x="32046" y="855"/>
                  </a:lnTo>
                  <a:lnTo>
                    <a:pt x="31263" y="1025"/>
                  </a:lnTo>
                  <a:lnTo>
                    <a:pt x="30481" y="1196"/>
                  </a:lnTo>
                  <a:lnTo>
                    <a:pt x="29712" y="1395"/>
                  </a:lnTo>
                  <a:lnTo>
                    <a:pt x="28958" y="1595"/>
                  </a:lnTo>
                  <a:lnTo>
                    <a:pt x="28204" y="1808"/>
                  </a:lnTo>
                  <a:lnTo>
                    <a:pt x="27464" y="2036"/>
                  </a:lnTo>
                  <a:lnTo>
                    <a:pt x="26724" y="2263"/>
                  </a:lnTo>
                  <a:lnTo>
                    <a:pt x="25998" y="2520"/>
                  </a:lnTo>
                  <a:lnTo>
                    <a:pt x="25272" y="2776"/>
                  </a:lnTo>
                  <a:lnTo>
                    <a:pt x="24575" y="3032"/>
                  </a:lnTo>
                  <a:lnTo>
                    <a:pt x="23864" y="3316"/>
                  </a:lnTo>
                  <a:lnTo>
                    <a:pt x="23181" y="3601"/>
                  </a:lnTo>
                  <a:lnTo>
                    <a:pt x="22483" y="3886"/>
                  </a:lnTo>
                  <a:lnTo>
                    <a:pt x="21815" y="4184"/>
                  </a:lnTo>
                  <a:lnTo>
                    <a:pt x="21146" y="4497"/>
                  </a:lnTo>
                  <a:lnTo>
                    <a:pt x="20491" y="4811"/>
                  </a:lnTo>
                  <a:lnTo>
                    <a:pt x="19837" y="5138"/>
                  </a:lnTo>
                  <a:lnTo>
                    <a:pt x="19196" y="5465"/>
                  </a:lnTo>
                  <a:lnTo>
                    <a:pt x="18570" y="5792"/>
                  </a:lnTo>
                  <a:lnTo>
                    <a:pt x="17944" y="6134"/>
                  </a:lnTo>
                  <a:lnTo>
                    <a:pt x="17332" y="6475"/>
                  </a:lnTo>
                  <a:lnTo>
                    <a:pt x="16137" y="7187"/>
                  </a:lnTo>
                  <a:lnTo>
                    <a:pt x="14984" y="7898"/>
                  </a:lnTo>
                  <a:lnTo>
                    <a:pt x="13860" y="8624"/>
                  </a:lnTo>
                  <a:lnTo>
                    <a:pt x="12779" y="9364"/>
                  </a:lnTo>
                  <a:lnTo>
                    <a:pt x="11740" y="10104"/>
                  </a:lnTo>
                  <a:lnTo>
                    <a:pt x="10729" y="10858"/>
                  </a:lnTo>
                  <a:lnTo>
                    <a:pt x="9776" y="11598"/>
                  </a:lnTo>
                  <a:lnTo>
                    <a:pt x="8851" y="12338"/>
                  </a:lnTo>
                  <a:lnTo>
                    <a:pt x="7983" y="13078"/>
                  </a:lnTo>
                  <a:lnTo>
                    <a:pt x="7143" y="13790"/>
                  </a:lnTo>
                  <a:lnTo>
                    <a:pt x="6347" y="14501"/>
                  </a:lnTo>
                  <a:lnTo>
                    <a:pt x="5607" y="15184"/>
                  </a:lnTo>
                  <a:lnTo>
                    <a:pt x="4895" y="15853"/>
                  </a:lnTo>
                  <a:lnTo>
                    <a:pt x="4241" y="16508"/>
                  </a:lnTo>
                  <a:lnTo>
                    <a:pt x="3629" y="17119"/>
                  </a:lnTo>
                  <a:lnTo>
                    <a:pt x="3060" y="17717"/>
                  </a:lnTo>
                  <a:lnTo>
                    <a:pt x="2533" y="18258"/>
                  </a:lnTo>
                  <a:lnTo>
                    <a:pt x="2063" y="18784"/>
                  </a:lnTo>
                  <a:lnTo>
                    <a:pt x="1637" y="19254"/>
                  </a:lnTo>
                  <a:lnTo>
                    <a:pt x="925" y="20079"/>
                  </a:lnTo>
                  <a:lnTo>
                    <a:pt x="413" y="20691"/>
                  </a:lnTo>
                  <a:lnTo>
                    <a:pt x="0" y="21218"/>
                  </a:lnTo>
                  <a:lnTo>
                    <a:pt x="1039" y="22342"/>
                  </a:lnTo>
                  <a:lnTo>
                    <a:pt x="2078" y="23423"/>
                  </a:lnTo>
                  <a:lnTo>
                    <a:pt x="3102" y="24476"/>
                  </a:lnTo>
                  <a:lnTo>
                    <a:pt x="4141" y="25501"/>
                  </a:lnTo>
                  <a:lnTo>
                    <a:pt x="5166" y="26483"/>
                  </a:lnTo>
                  <a:lnTo>
                    <a:pt x="6204" y="27436"/>
                  </a:lnTo>
                  <a:lnTo>
                    <a:pt x="7229" y="28361"/>
                  </a:lnTo>
                  <a:lnTo>
                    <a:pt x="8253" y="29243"/>
                  </a:lnTo>
                  <a:lnTo>
                    <a:pt x="9264" y="30097"/>
                  </a:lnTo>
                  <a:lnTo>
                    <a:pt x="10288" y="30922"/>
                  </a:lnTo>
                  <a:lnTo>
                    <a:pt x="11299" y="31719"/>
                  </a:lnTo>
                  <a:lnTo>
                    <a:pt x="12309" y="32474"/>
                  </a:lnTo>
                  <a:lnTo>
                    <a:pt x="13319" y="33199"/>
                  </a:lnTo>
                  <a:lnTo>
                    <a:pt x="14315" y="33897"/>
                  </a:lnTo>
                  <a:lnTo>
                    <a:pt x="15326" y="34565"/>
                  </a:lnTo>
                  <a:lnTo>
                    <a:pt x="16322" y="35206"/>
                  </a:lnTo>
                  <a:lnTo>
                    <a:pt x="17304" y="35818"/>
                  </a:lnTo>
                  <a:lnTo>
                    <a:pt x="18300" y="36401"/>
                  </a:lnTo>
                  <a:lnTo>
                    <a:pt x="19282" y="36956"/>
                  </a:lnTo>
                  <a:lnTo>
                    <a:pt x="20263" y="37482"/>
                  </a:lnTo>
                  <a:lnTo>
                    <a:pt x="21245" y="37981"/>
                  </a:lnTo>
                  <a:lnTo>
                    <a:pt x="22213" y="38450"/>
                  </a:lnTo>
                  <a:lnTo>
                    <a:pt x="23195" y="38891"/>
                  </a:lnTo>
                  <a:lnTo>
                    <a:pt x="24148" y="39318"/>
                  </a:lnTo>
                  <a:lnTo>
                    <a:pt x="25116" y="39702"/>
                  </a:lnTo>
                  <a:lnTo>
                    <a:pt x="26069" y="40072"/>
                  </a:lnTo>
                  <a:lnTo>
                    <a:pt x="27023" y="40414"/>
                  </a:lnTo>
                  <a:lnTo>
                    <a:pt x="27976" y="40741"/>
                  </a:lnTo>
                  <a:lnTo>
                    <a:pt x="28915" y="41040"/>
                  </a:lnTo>
                  <a:lnTo>
                    <a:pt x="29854" y="41310"/>
                  </a:lnTo>
                  <a:lnTo>
                    <a:pt x="30779" y="41552"/>
                  </a:lnTo>
                  <a:lnTo>
                    <a:pt x="31704" y="41780"/>
                  </a:lnTo>
                  <a:lnTo>
                    <a:pt x="32629" y="41979"/>
                  </a:lnTo>
                  <a:lnTo>
                    <a:pt x="33554" y="42164"/>
                  </a:lnTo>
                  <a:lnTo>
                    <a:pt x="34465" y="42321"/>
                  </a:lnTo>
                  <a:lnTo>
                    <a:pt x="35376" y="42463"/>
                  </a:lnTo>
                  <a:lnTo>
                    <a:pt x="36272" y="42577"/>
                  </a:lnTo>
                  <a:lnTo>
                    <a:pt x="37169" y="42676"/>
                  </a:lnTo>
                  <a:lnTo>
                    <a:pt x="38051" y="42762"/>
                  </a:lnTo>
                  <a:lnTo>
                    <a:pt x="38933" y="42819"/>
                  </a:lnTo>
                  <a:lnTo>
                    <a:pt x="39815" y="42847"/>
                  </a:lnTo>
                  <a:lnTo>
                    <a:pt x="40683" y="42876"/>
                  </a:lnTo>
                  <a:lnTo>
                    <a:pt x="41551" y="42876"/>
                  </a:lnTo>
                  <a:lnTo>
                    <a:pt x="42419" y="42861"/>
                  </a:lnTo>
                  <a:lnTo>
                    <a:pt x="43273" y="42833"/>
                  </a:lnTo>
                  <a:lnTo>
                    <a:pt x="44113" y="42776"/>
                  </a:lnTo>
                  <a:lnTo>
                    <a:pt x="44952" y="42719"/>
                  </a:lnTo>
                  <a:lnTo>
                    <a:pt x="45792" y="42634"/>
                  </a:lnTo>
                  <a:lnTo>
                    <a:pt x="46617" y="42534"/>
                  </a:lnTo>
                  <a:lnTo>
                    <a:pt x="47443" y="42420"/>
                  </a:lnTo>
                  <a:lnTo>
                    <a:pt x="48254" y="42306"/>
                  </a:lnTo>
                  <a:lnTo>
                    <a:pt x="49065" y="42164"/>
                  </a:lnTo>
                  <a:lnTo>
                    <a:pt x="49862" y="42008"/>
                  </a:lnTo>
                  <a:lnTo>
                    <a:pt x="50659" y="41837"/>
                  </a:lnTo>
                  <a:lnTo>
                    <a:pt x="51441" y="41652"/>
                  </a:lnTo>
                  <a:lnTo>
                    <a:pt x="52224" y="41453"/>
                  </a:lnTo>
                  <a:lnTo>
                    <a:pt x="52992" y="41253"/>
                  </a:lnTo>
                  <a:lnTo>
                    <a:pt x="53761" y="41026"/>
                  </a:lnTo>
                  <a:lnTo>
                    <a:pt x="54515" y="40798"/>
                  </a:lnTo>
                  <a:lnTo>
                    <a:pt x="55255" y="40556"/>
                  </a:lnTo>
                  <a:lnTo>
                    <a:pt x="55995" y="40314"/>
                  </a:lnTo>
                  <a:lnTo>
                    <a:pt x="56735" y="40044"/>
                  </a:lnTo>
                  <a:lnTo>
                    <a:pt x="57460" y="39773"/>
                  </a:lnTo>
                  <a:lnTo>
                    <a:pt x="58172" y="39489"/>
                  </a:lnTo>
                  <a:lnTo>
                    <a:pt x="58883" y="39204"/>
                  </a:lnTo>
                  <a:lnTo>
                    <a:pt x="59581" y="38905"/>
                  </a:lnTo>
                  <a:lnTo>
                    <a:pt x="60278" y="38592"/>
                  </a:lnTo>
                  <a:lnTo>
                    <a:pt x="60961" y="38279"/>
                  </a:lnTo>
                  <a:lnTo>
                    <a:pt x="61644" y="37966"/>
                  </a:lnTo>
                  <a:lnTo>
                    <a:pt x="62299" y="37639"/>
                  </a:lnTo>
                  <a:lnTo>
                    <a:pt x="62967" y="37297"/>
                  </a:lnTo>
                  <a:lnTo>
                    <a:pt x="63608" y="36956"/>
                  </a:lnTo>
                  <a:lnTo>
                    <a:pt x="64248" y="36614"/>
                  </a:lnTo>
                  <a:lnTo>
                    <a:pt x="64888" y="36259"/>
                  </a:lnTo>
                  <a:lnTo>
                    <a:pt x="66112" y="35547"/>
                  </a:lnTo>
                  <a:lnTo>
                    <a:pt x="67322" y="34807"/>
                  </a:lnTo>
                  <a:lnTo>
                    <a:pt x="68474" y="34067"/>
                  </a:lnTo>
                  <a:lnTo>
                    <a:pt x="69599" y="33313"/>
                  </a:lnTo>
                  <a:lnTo>
                    <a:pt x="70680" y="32559"/>
                  </a:lnTo>
                  <a:lnTo>
                    <a:pt x="71719" y="31790"/>
                  </a:lnTo>
                  <a:lnTo>
                    <a:pt x="72729" y="31036"/>
                  </a:lnTo>
                  <a:lnTo>
                    <a:pt x="73682" y="30282"/>
                  </a:lnTo>
                  <a:lnTo>
                    <a:pt x="74607" y="29528"/>
                  </a:lnTo>
                  <a:lnTo>
                    <a:pt x="75475" y="28788"/>
                  </a:lnTo>
                  <a:lnTo>
                    <a:pt x="76315" y="28062"/>
                  </a:lnTo>
                  <a:lnTo>
                    <a:pt x="77098" y="27365"/>
                  </a:lnTo>
                  <a:lnTo>
                    <a:pt x="77838" y="26682"/>
                  </a:lnTo>
                  <a:lnTo>
                    <a:pt x="78535" y="26027"/>
                  </a:lnTo>
                  <a:lnTo>
                    <a:pt x="79189" y="25387"/>
                  </a:lnTo>
                  <a:lnTo>
                    <a:pt x="79787" y="24789"/>
                  </a:lnTo>
                  <a:lnTo>
                    <a:pt x="80342" y="24220"/>
                  </a:lnTo>
                  <a:lnTo>
                    <a:pt x="81295" y="23210"/>
                  </a:lnTo>
                  <a:lnTo>
                    <a:pt x="82050" y="22385"/>
                  </a:lnTo>
                  <a:lnTo>
                    <a:pt x="82590" y="21744"/>
                  </a:lnTo>
                  <a:lnTo>
                    <a:pt x="83046" y="21218"/>
                  </a:lnTo>
                  <a:lnTo>
                    <a:pt x="81936" y="20108"/>
                  </a:lnTo>
                  <a:lnTo>
                    <a:pt x="80840" y="19040"/>
                  </a:lnTo>
                  <a:lnTo>
                    <a:pt x="79744" y="18016"/>
                  </a:lnTo>
                  <a:lnTo>
                    <a:pt x="78663" y="17020"/>
                  </a:lnTo>
                  <a:lnTo>
                    <a:pt x="77581" y="16052"/>
                  </a:lnTo>
                  <a:lnTo>
                    <a:pt x="76500" y="15113"/>
                  </a:lnTo>
                  <a:lnTo>
                    <a:pt x="75419" y="14217"/>
                  </a:lnTo>
                  <a:lnTo>
                    <a:pt x="74351" y="13348"/>
                  </a:lnTo>
                  <a:lnTo>
                    <a:pt x="73284" y="12509"/>
                  </a:lnTo>
                  <a:lnTo>
                    <a:pt x="72231" y="11712"/>
                  </a:lnTo>
                  <a:lnTo>
                    <a:pt x="71164" y="10929"/>
                  </a:lnTo>
                  <a:lnTo>
                    <a:pt x="70111" y="10189"/>
                  </a:lnTo>
                  <a:lnTo>
                    <a:pt x="69072" y="9478"/>
                  </a:lnTo>
                  <a:lnTo>
                    <a:pt x="68033" y="8795"/>
                  </a:lnTo>
                  <a:lnTo>
                    <a:pt x="66994" y="8140"/>
                  </a:lnTo>
                  <a:lnTo>
                    <a:pt x="65956" y="7514"/>
                  </a:lnTo>
                  <a:lnTo>
                    <a:pt x="64931" y="6917"/>
                  </a:lnTo>
                  <a:lnTo>
                    <a:pt x="63907" y="6347"/>
                  </a:lnTo>
                  <a:lnTo>
                    <a:pt x="62896" y="5807"/>
                  </a:lnTo>
                  <a:lnTo>
                    <a:pt x="61886" y="5280"/>
                  </a:lnTo>
                  <a:lnTo>
                    <a:pt x="60876" y="4796"/>
                  </a:lnTo>
                  <a:lnTo>
                    <a:pt x="59879" y="4341"/>
                  </a:lnTo>
                  <a:lnTo>
                    <a:pt x="58883" y="3900"/>
                  </a:lnTo>
                  <a:lnTo>
                    <a:pt x="57902" y="3487"/>
                  </a:lnTo>
                  <a:lnTo>
                    <a:pt x="56920" y="3103"/>
                  </a:lnTo>
                  <a:lnTo>
                    <a:pt x="55938" y="2747"/>
                  </a:lnTo>
                  <a:lnTo>
                    <a:pt x="54970" y="2406"/>
                  </a:lnTo>
                  <a:lnTo>
                    <a:pt x="54003" y="2093"/>
                  </a:lnTo>
                  <a:lnTo>
                    <a:pt x="53049" y="1808"/>
                  </a:lnTo>
                  <a:lnTo>
                    <a:pt x="52096" y="1538"/>
                  </a:lnTo>
                  <a:lnTo>
                    <a:pt x="51142" y="1296"/>
                  </a:lnTo>
                  <a:lnTo>
                    <a:pt x="50203" y="1082"/>
                  </a:lnTo>
                  <a:lnTo>
                    <a:pt x="49278" y="883"/>
                  </a:lnTo>
                  <a:lnTo>
                    <a:pt x="48353" y="698"/>
                  </a:lnTo>
                  <a:lnTo>
                    <a:pt x="47428" y="542"/>
                  </a:lnTo>
                  <a:lnTo>
                    <a:pt x="46518" y="413"/>
                  </a:lnTo>
                  <a:lnTo>
                    <a:pt x="45607" y="285"/>
                  </a:lnTo>
                  <a:lnTo>
                    <a:pt x="44710" y="200"/>
                  </a:lnTo>
                  <a:lnTo>
                    <a:pt x="43814" y="115"/>
                  </a:lnTo>
                  <a:lnTo>
                    <a:pt x="42917" y="58"/>
                  </a:lnTo>
                  <a:lnTo>
                    <a:pt x="42049" y="29"/>
                  </a:lnTo>
                  <a:lnTo>
                    <a:pt x="411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863938" y="3086225"/>
              <a:ext cx="2076150" cy="1071900"/>
            </a:xfrm>
            <a:custGeom>
              <a:avLst/>
              <a:gdLst/>
              <a:ahLst/>
              <a:cxnLst/>
              <a:rect l="l" t="t" r="r" b="b"/>
              <a:pathLst>
                <a:path w="83046" h="42876" fill="none" extrusionOk="0">
                  <a:moveTo>
                    <a:pt x="0" y="21218"/>
                  </a:moveTo>
                  <a:lnTo>
                    <a:pt x="0" y="21218"/>
                  </a:lnTo>
                  <a:lnTo>
                    <a:pt x="413" y="20691"/>
                  </a:lnTo>
                  <a:lnTo>
                    <a:pt x="925" y="20079"/>
                  </a:lnTo>
                  <a:lnTo>
                    <a:pt x="1637" y="19254"/>
                  </a:lnTo>
                  <a:lnTo>
                    <a:pt x="2063" y="18784"/>
                  </a:lnTo>
                  <a:lnTo>
                    <a:pt x="2533" y="18258"/>
                  </a:lnTo>
                  <a:lnTo>
                    <a:pt x="3060" y="17717"/>
                  </a:lnTo>
                  <a:lnTo>
                    <a:pt x="3629" y="17119"/>
                  </a:lnTo>
                  <a:lnTo>
                    <a:pt x="4241" y="16508"/>
                  </a:lnTo>
                  <a:lnTo>
                    <a:pt x="4895" y="15853"/>
                  </a:lnTo>
                  <a:lnTo>
                    <a:pt x="5607" y="15184"/>
                  </a:lnTo>
                  <a:lnTo>
                    <a:pt x="6347" y="14501"/>
                  </a:lnTo>
                  <a:lnTo>
                    <a:pt x="7143" y="13790"/>
                  </a:lnTo>
                  <a:lnTo>
                    <a:pt x="7983" y="13078"/>
                  </a:lnTo>
                  <a:lnTo>
                    <a:pt x="8851" y="12338"/>
                  </a:lnTo>
                  <a:lnTo>
                    <a:pt x="9776" y="11598"/>
                  </a:lnTo>
                  <a:lnTo>
                    <a:pt x="10729" y="10858"/>
                  </a:lnTo>
                  <a:lnTo>
                    <a:pt x="11740" y="10104"/>
                  </a:lnTo>
                  <a:lnTo>
                    <a:pt x="12779" y="9364"/>
                  </a:lnTo>
                  <a:lnTo>
                    <a:pt x="13860" y="8624"/>
                  </a:lnTo>
                  <a:lnTo>
                    <a:pt x="14984" y="7898"/>
                  </a:lnTo>
                  <a:lnTo>
                    <a:pt x="16137" y="7187"/>
                  </a:lnTo>
                  <a:lnTo>
                    <a:pt x="17332" y="6475"/>
                  </a:lnTo>
                  <a:lnTo>
                    <a:pt x="17944" y="6134"/>
                  </a:lnTo>
                  <a:lnTo>
                    <a:pt x="18570" y="5792"/>
                  </a:lnTo>
                  <a:lnTo>
                    <a:pt x="19196" y="5465"/>
                  </a:lnTo>
                  <a:lnTo>
                    <a:pt x="19837" y="5138"/>
                  </a:lnTo>
                  <a:lnTo>
                    <a:pt x="20491" y="4811"/>
                  </a:lnTo>
                  <a:lnTo>
                    <a:pt x="21146" y="4497"/>
                  </a:lnTo>
                  <a:lnTo>
                    <a:pt x="21815" y="4184"/>
                  </a:lnTo>
                  <a:lnTo>
                    <a:pt x="22483" y="3886"/>
                  </a:lnTo>
                  <a:lnTo>
                    <a:pt x="23181" y="3601"/>
                  </a:lnTo>
                  <a:lnTo>
                    <a:pt x="23864" y="3316"/>
                  </a:lnTo>
                  <a:lnTo>
                    <a:pt x="24575" y="3032"/>
                  </a:lnTo>
                  <a:lnTo>
                    <a:pt x="25272" y="2776"/>
                  </a:lnTo>
                  <a:lnTo>
                    <a:pt x="25998" y="2520"/>
                  </a:lnTo>
                  <a:lnTo>
                    <a:pt x="26724" y="2263"/>
                  </a:lnTo>
                  <a:lnTo>
                    <a:pt x="27464" y="2036"/>
                  </a:lnTo>
                  <a:lnTo>
                    <a:pt x="28204" y="1808"/>
                  </a:lnTo>
                  <a:lnTo>
                    <a:pt x="28958" y="1595"/>
                  </a:lnTo>
                  <a:lnTo>
                    <a:pt x="29712" y="1395"/>
                  </a:lnTo>
                  <a:lnTo>
                    <a:pt x="30481" y="1196"/>
                  </a:lnTo>
                  <a:lnTo>
                    <a:pt x="31263" y="1025"/>
                  </a:lnTo>
                  <a:lnTo>
                    <a:pt x="32046" y="855"/>
                  </a:lnTo>
                  <a:lnTo>
                    <a:pt x="32843" y="698"/>
                  </a:lnTo>
                  <a:lnTo>
                    <a:pt x="33640" y="570"/>
                  </a:lnTo>
                  <a:lnTo>
                    <a:pt x="34436" y="442"/>
                  </a:lnTo>
                  <a:lnTo>
                    <a:pt x="35262" y="328"/>
                  </a:lnTo>
                  <a:lnTo>
                    <a:pt x="36087" y="243"/>
                  </a:lnTo>
                  <a:lnTo>
                    <a:pt x="36912" y="157"/>
                  </a:lnTo>
                  <a:lnTo>
                    <a:pt x="37752" y="100"/>
                  </a:lnTo>
                  <a:lnTo>
                    <a:pt x="38592" y="44"/>
                  </a:lnTo>
                  <a:lnTo>
                    <a:pt x="39445" y="15"/>
                  </a:lnTo>
                  <a:lnTo>
                    <a:pt x="40299" y="1"/>
                  </a:lnTo>
                  <a:lnTo>
                    <a:pt x="41167" y="1"/>
                  </a:lnTo>
                  <a:lnTo>
                    <a:pt x="42049" y="29"/>
                  </a:lnTo>
                  <a:lnTo>
                    <a:pt x="42917" y="58"/>
                  </a:lnTo>
                  <a:lnTo>
                    <a:pt x="43814" y="115"/>
                  </a:lnTo>
                  <a:lnTo>
                    <a:pt x="44710" y="200"/>
                  </a:lnTo>
                  <a:lnTo>
                    <a:pt x="45607" y="285"/>
                  </a:lnTo>
                  <a:lnTo>
                    <a:pt x="46518" y="413"/>
                  </a:lnTo>
                  <a:lnTo>
                    <a:pt x="47428" y="542"/>
                  </a:lnTo>
                  <a:lnTo>
                    <a:pt x="48353" y="698"/>
                  </a:lnTo>
                  <a:lnTo>
                    <a:pt x="49278" y="883"/>
                  </a:lnTo>
                  <a:lnTo>
                    <a:pt x="50203" y="1082"/>
                  </a:lnTo>
                  <a:lnTo>
                    <a:pt x="51142" y="1296"/>
                  </a:lnTo>
                  <a:lnTo>
                    <a:pt x="52096" y="1538"/>
                  </a:lnTo>
                  <a:lnTo>
                    <a:pt x="53049" y="1808"/>
                  </a:lnTo>
                  <a:lnTo>
                    <a:pt x="54003" y="2093"/>
                  </a:lnTo>
                  <a:lnTo>
                    <a:pt x="54970" y="2406"/>
                  </a:lnTo>
                  <a:lnTo>
                    <a:pt x="55938" y="2747"/>
                  </a:lnTo>
                  <a:lnTo>
                    <a:pt x="56920" y="3103"/>
                  </a:lnTo>
                  <a:lnTo>
                    <a:pt x="57902" y="3487"/>
                  </a:lnTo>
                  <a:lnTo>
                    <a:pt x="58883" y="3900"/>
                  </a:lnTo>
                  <a:lnTo>
                    <a:pt x="59879" y="4341"/>
                  </a:lnTo>
                  <a:lnTo>
                    <a:pt x="60876" y="4796"/>
                  </a:lnTo>
                  <a:lnTo>
                    <a:pt x="61886" y="5280"/>
                  </a:lnTo>
                  <a:lnTo>
                    <a:pt x="62896" y="5807"/>
                  </a:lnTo>
                  <a:lnTo>
                    <a:pt x="63907" y="6347"/>
                  </a:lnTo>
                  <a:lnTo>
                    <a:pt x="64931" y="6917"/>
                  </a:lnTo>
                  <a:lnTo>
                    <a:pt x="65956" y="7514"/>
                  </a:lnTo>
                  <a:lnTo>
                    <a:pt x="66994" y="8140"/>
                  </a:lnTo>
                  <a:lnTo>
                    <a:pt x="68033" y="8795"/>
                  </a:lnTo>
                  <a:lnTo>
                    <a:pt x="69072" y="9478"/>
                  </a:lnTo>
                  <a:lnTo>
                    <a:pt x="70111" y="10189"/>
                  </a:lnTo>
                  <a:lnTo>
                    <a:pt x="71164" y="10929"/>
                  </a:lnTo>
                  <a:lnTo>
                    <a:pt x="72231" y="11712"/>
                  </a:lnTo>
                  <a:lnTo>
                    <a:pt x="73284" y="12509"/>
                  </a:lnTo>
                  <a:lnTo>
                    <a:pt x="74351" y="13348"/>
                  </a:lnTo>
                  <a:lnTo>
                    <a:pt x="75419" y="14217"/>
                  </a:lnTo>
                  <a:lnTo>
                    <a:pt x="76500" y="15113"/>
                  </a:lnTo>
                  <a:lnTo>
                    <a:pt x="77581" y="16052"/>
                  </a:lnTo>
                  <a:lnTo>
                    <a:pt x="78663" y="17020"/>
                  </a:lnTo>
                  <a:lnTo>
                    <a:pt x="79744" y="18016"/>
                  </a:lnTo>
                  <a:lnTo>
                    <a:pt x="80840" y="19040"/>
                  </a:lnTo>
                  <a:lnTo>
                    <a:pt x="81936" y="20108"/>
                  </a:lnTo>
                  <a:lnTo>
                    <a:pt x="83046" y="21218"/>
                  </a:lnTo>
                  <a:lnTo>
                    <a:pt x="83046" y="21218"/>
                  </a:lnTo>
                  <a:lnTo>
                    <a:pt x="82590" y="21744"/>
                  </a:lnTo>
                  <a:lnTo>
                    <a:pt x="82050" y="22385"/>
                  </a:lnTo>
                  <a:lnTo>
                    <a:pt x="81295" y="23210"/>
                  </a:lnTo>
                  <a:lnTo>
                    <a:pt x="80342" y="24220"/>
                  </a:lnTo>
                  <a:lnTo>
                    <a:pt x="79787" y="24789"/>
                  </a:lnTo>
                  <a:lnTo>
                    <a:pt x="79189" y="25387"/>
                  </a:lnTo>
                  <a:lnTo>
                    <a:pt x="78535" y="26027"/>
                  </a:lnTo>
                  <a:lnTo>
                    <a:pt x="77838" y="26682"/>
                  </a:lnTo>
                  <a:lnTo>
                    <a:pt x="77098" y="27365"/>
                  </a:lnTo>
                  <a:lnTo>
                    <a:pt x="76315" y="28062"/>
                  </a:lnTo>
                  <a:lnTo>
                    <a:pt x="75475" y="28788"/>
                  </a:lnTo>
                  <a:lnTo>
                    <a:pt x="74607" y="29528"/>
                  </a:lnTo>
                  <a:lnTo>
                    <a:pt x="73682" y="30282"/>
                  </a:lnTo>
                  <a:lnTo>
                    <a:pt x="72729" y="31036"/>
                  </a:lnTo>
                  <a:lnTo>
                    <a:pt x="71719" y="31790"/>
                  </a:lnTo>
                  <a:lnTo>
                    <a:pt x="70680" y="32559"/>
                  </a:lnTo>
                  <a:lnTo>
                    <a:pt x="69599" y="33313"/>
                  </a:lnTo>
                  <a:lnTo>
                    <a:pt x="68474" y="34067"/>
                  </a:lnTo>
                  <a:lnTo>
                    <a:pt x="67322" y="34807"/>
                  </a:lnTo>
                  <a:lnTo>
                    <a:pt x="66112" y="35547"/>
                  </a:lnTo>
                  <a:lnTo>
                    <a:pt x="64888" y="36259"/>
                  </a:lnTo>
                  <a:lnTo>
                    <a:pt x="64248" y="36614"/>
                  </a:lnTo>
                  <a:lnTo>
                    <a:pt x="63608" y="36956"/>
                  </a:lnTo>
                  <a:lnTo>
                    <a:pt x="62967" y="37297"/>
                  </a:lnTo>
                  <a:lnTo>
                    <a:pt x="62299" y="37639"/>
                  </a:lnTo>
                  <a:lnTo>
                    <a:pt x="61644" y="37966"/>
                  </a:lnTo>
                  <a:lnTo>
                    <a:pt x="60961" y="38279"/>
                  </a:lnTo>
                  <a:lnTo>
                    <a:pt x="60278" y="38592"/>
                  </a:lnTo>
                  <a:lnTo>
                    <a:pt x="59581" y="38905"/>
                  </a:lnTo>
                  <a:lnTo>
                    <a:pt x="58883" y="39204"/>
                  </a:lnTo>
                  <a:lnTo>
                    <a:pt x="58172" y="39489"/>
                  </a:lnTo>
                  <a:lnTo>
                    <a:pt x="57460" y="39773"/>
                  </a:lnTo>
                  <a:lnTo>
                    <a:pt x="56735" y="40044"/>
                  </a:lnTo>
                  <a:lnTo>
                    <a:pt x="55995" y="40314"/>
                  </a:lnTo>
                  <a:lnTo>
                    <a:pt x="55255" y="40556"/>
                  </a:lnTo>
                  <a:lnTo>
                    <a:pt x="54515" y="40798"/>
                  </a:lnTo>
                  <a:lnTo>
                    <a:pt x="53761" y="41026"/>
                  </a:lnTo>
                  <a:lnTo>
                    <a:pt x="52992" y="41253"/>
                  </a:lnTo>
                  <a:lnTo>
                    <a:pt x="52224" y="41453"/>
                  </a:lnTo>
                  <a:lnTo>
                    <a:pt x="51441" y="41652"/>
                  </a:lnTo>
                  <a:lnTo>
                    <a:pt x="50659" y="41837"/>
                  </a:lnTo>
                  <a:lnTo>
                    <a:pt x="49862" y="42008"/>
                  </a:lnTo>
                  <a:lnTo>
                    <a:pt x="49065" y="42164"/>
                  </a:lnTo>
                  <a:lnTo>
                    <a:pt x="48254" y="42306"/>
                  </a:lnTo>
                  <a:lnTo>
                    <a:pt x="47443" y="42420"/>
                  </a:lnTo>
                  <a:lnTo>
                    <a:pt x="46617" y="42534"/>
                  </a:lnTo>
                  <a:lnTo>
                    <a:pt x="45792" y="42634"/>
                  </a:lnTo>
                  <a:lnTo>
                    <a:pt x="44952" y="42719"/>
                  </a:lnTo>
                  <a:lnTo>
                    <a:pt x="44113" y="42776"/>
                  </a:lnTo>
                  <a:lnTo>
                    <a:pt x="43273" y="42833"/>
                  </a:lnTo>
                  <a:lnTo>
                    <a:pt x="42419" y="42861"/>
                  </a:lnTo>
                  <a:lnTo>
                    <a:pt x="41551" y="42876"/>
                  </a:lnTo>
                  <a:lnTo>
                    <a:pt x="40683" y="42876"/>
                  </a:lnTo>
                  <a:lnTo>
                    <a:pt x="39815" y="42847"/>
                  </a:lnTo>
                  <a:lnTo>
                    <a:pt x="38933" y="42819"/>
                  </a:lnTo>
                  <a:lnTo>
                    <a:pt x="38051" y="42762"/>
                  </a:lnTo>
                  <a:lnTo>
                    <a:pt x="37169" y="42676"/>
                  </a:lnTo>
                  <a:lnTo>
                    <a:pt x="36272" y="42577"/>
                  </a:lnTo>
                  <a:lnTo>
                    <a:pt x="35376" y="42463"/>
                  </a:lnTo>
                  <a:lnTo>
                    <a:pt x="34465" y="42321"/>
                  </a:lnTo>
                  <a:lnTo>
                    <a:pt x="33554" y="42164"/>
                  </a:lnTo>
                  <a:lnTo>
                    <a:pt x="32629" y="41979"/>
                  </a:lnTo>
                  <a:lnTo>
                    <a:pt x="31704" y="41780"/>
                  </a:lnTo>
                  <a:lnTo>
                    <a:pt x="30779" y="41552"/>
                  </a:lnTo>
                  <a:lnTo>
                    <a:pt x="29854" y="41310"/>
                  </a:lnTo>
                  <a:lnTo>
                    <a:pt x="28915" y="41040"/>
                  </a:lnTo>
                  <a:lnTo>
                    <a:pt x="27976" y="40741"/>
                  </a:lnTo>
                  <a:lnTo>
                    <a:pt x="27023" y="40414"/>
                  </a:lnTo>
                  <a:lnTo>
                    <a:pt x="26069" y="40072"/>
                  </a:lnTo>
                  <a:lnTo>
                    <a:pt x="25116" y="39702"/>
                  </a:lnTo>
                  <a:lnTo>
                    <a:pt x="24148" y="39318"/>
                  </a:lnTo>
                  <a:lnTo>
                    <a:pt x="23195" y="38891"/>
                  </a:lnTo>
                  <a:lnTo>
                    <a:pt x="22213" y="38450"/>
                  </a:lnTo>
                  <a:lnTo>
                    <a:pt x="21245" y="37981"/>
                  </a:lnTo>
                  <a:lnTo>
                    <a:pt x="20263" y="37482"/>
                  </a:lnTo>
                  <a:lnTo>
                    <a:pt x="19282" y="36956"/>
                  </a:lnTo>
                  <a:lnTo>
                    <a:pt x="18300" y="36401"/>
                  </a:lnTo>
                  <a:lnTo>
                    <a:pt x="17304" y="35818"/>
                  </a:lnTo>
                  <a:lnTo>
                    <a:pt x="16322" y="35206"/>
                  </a:lnTo>
                  <a:lnTo>
                    <a:pt x="15326" y="34565"/>
                  </a:lnTo>
                  <a:lnTo>
                    <a:pt x="14315" y="33897"/>
                  </a:lnTo>
                  <a:lnTo>
                    <a:pt x="13319" y="33199"/>
                  </a:lnTo>
                  <a:lnTo>
                    <a:pt x="12309" y="32474"/>
                  </a:lnTo>
                  <a:lnTo>
                    <a:pt x="11299" y="31719"/>
                  </a:lnTo>
                  <a:lnTo>
                    <a:pt x="10288" y="30922"/>
                  </a:lnTo>
                  <a:lnTo>
                    <a:pt x="9264" y="30097"/>
                  </a:lnTo>
                  <a:lnTo>
                    <a:pt x="8253" y="29243"/>
                  </a:lnTo>
                  <a:lnTo>
                    <a:pt x="7229" y="28361"/>
                  </a:lnTo>
                  <a:lnTo>
                    <a:pt x="6204" y="27436"/>
                  </a:lnTo>
                  <a:lnTo>
                    <a:pt x="5166" y="26483"/>
                  </a:lnTo>
                  <a:lnTo>
                    <a:pt x="4141" y="25501"/>
                  </a:lnTo>
                  <a:lnTo>
                    <a:pt x="3102" y="24476"/>
                  </a:lnTo>
                  <a:lnTo>
                    <a:pt x="2078" y="23423"/>
                  </a:lnTo>
                  <a:lnTo>
                    <a:pt x="1039" y="22342"/>
                  </a:lnTo>
                  <a:lnTo>
                    <a:pt x="0" y="2121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extrusionOk="0">
                  <a:moveTo>
                    <a:pt x="18542" y="1"/>
                  </a:moveTo>
                  <a:lnTo>
                    <a:pt x="18058" y="15"/>
                  </a:lnTo>
                  <a:lnTo>
                    <a:pt x="17589" y="29"/>
                  </a:lnTo>
                  <a:lnTo>
                    <a:pt x="17105" y="58"/>
                  </a:lnTo>
                  <a:lnTo>
                    <a:pt x="16635" y="100"/>
                  </a:lnTo>
                  <a:lnTo>
                    <a:pt x="16180" y="157"/>
                  </a:lnTo>
                  <a:lnTo>
                    <a:pt x="15710" y="214"/>
                  </a:lnTo>
                  <a:lnTo>
                    <a:pt x="15255" y="299"/>
                  </a:lnTo>
                  <a:lnTo>
                    <a:pt x="14799" y="385"/>
                  </a:lnTo>
                  <a:lnTo>
                    <a:pt x="14344" y="484"/>
                  </a:lnTo>
                  <a:lnTo>
                    <a:pt x="13903" y="584"/>
                  </a:lnTo>
                  <a:lnTo>
                    <a:pt x="13462" y="712"/>
                  </a:lnTo>
                  <a:lnTo>
                    <a:pt x="13021" y="840"/>
                  </a:lnTo>
                  <a:lnTo>
                    <a:pt x="12594" y="983"/>
                  </a:lnTo>
                  <a:lnTo>
                    <a:pt x="12167" y="1125"/>
                  </a:lnTo>
                  <a:lnTo>
                    <a:pt x="11740" y="1296"/>
                  </a:lnTo>
                  <a:lnTo>
                    <a:pt x="11327" y="1466"/>
                  </a:lnTo>
                  <a:lnTo>
                    <a:pt x="10915" y="1637"/>
                  </a:lnTo>
                  <a:lnTo>
                    <a:pt x="10502" y="1836"/>
                  </a:lnTo>
                  <a:lnTo>
                    <a:pt x="10104" y="2036"/>
                  </a:lnTo>
                  <a:lnTo>
                    <a:pt x="9705" y="2249"/>
                  </a:lnTo>
                  <a:lnTo>
                    <a:pt x="9307" y="2462"/>
                  </a:lnTo>
                  <a:lnTo>
                    <a:pt x="8923" y="2690"/>
                  </a:lnTo>
                  <a:lnTo>
                    <a:pt x="8553" y="2932"/>
                  </a:lnTo>
                  <a:lnTo>
                    <a:pt x="8168" y="3174"/>
                  </a:lnTo>
                  <a:lnTo>
                    <a:pt x="7813" y="3430"/>
                  </a:lnTo>
                  <a:lnTo>
                    <a:pt x="7443" y="3686"/>
                  </a:lnTo>
                  <a:lnTo>
                    <a:pt x="7101" y="3957"/>
                  </a:lnTo>
                  <a:lnTo>
                    <a:pt x="6745" y="4241"/>
                  </a:lnTo>
                  <a:lnTo>
                    <a:pt x="6404" y="4526"/>
                  </a:lnTo>
                  <a:lnTo>
                    <a:pt x="6077" y="4825"/>
                  </a:lnTo>
                  <a:lnTo>
                    <a:pt x="5749" y="5123"/>
                  </a:lnTo>
                  <a:lnTo>
                    <a:pt x="5436" y="5436"/>
                  </a:lnTo>
                  <a:lnTo>
                    <a:pt x="5123" y="5750"/>
                  </a:lnTo>
                  <a:lnTo>
                    <a:pt x="4824" y="6077"/>
                  </a:lnTo>
                  <a:lnTo>
                    <a:pt x="4525" y="6404"/>
                  </a:lnTo>
                  <a:lnTo>
                    <a:pt x="4241" y="6746"/>
                  </a:lnTo>
                  <a:lnTo>
                    <a:pt x="3956" y="7101"/>
                  </a:lnTo>
                  <a:lnTo>
                    <a:pt x="3686" y="7443"/>
                  </a:lnTo>
                  <a:lnTo>
                    <a:pt x="3430" y="7813"/>
                  </a:lnTo>
                  <a:lnTo>
                    <a:pt x="3174" y="8183"/>
                  </a:lnTo>
                  <a:lnTo>
                    <a:pt x="2918" y="8553"/>
                  </a:lnTo>
                  <a:lnTo>
                    <a:pt x="2690" y="8923"/>
                  </a:lnTo>
                  <a:lnTo>
                    <a:pt x="2462" y="9307"/>
                  </a:lnTo>
                  <a:lnTo>
                    <a:pt x="2234" y="9705"/>
                  </a:lnTo>
                  <a:lnTo>
                    <a:pt x="2035" y="10104"/>
                  </a:lnTo>
                  <a:lnTo>
                    <a:pt x="1836" y="10502"/>
                  </a:lnTo>
                  <a:lnTo>
                    <a:pt x="1637" y="10915"/>
                  </a:lnTo>
                  <a:lnTo>
                    <a:pt x="1466" y="11328"/>
                  </a:lnTo>
                  <a:lnTo>
                    <a:pt x="1295" y="11740"/>
                  </a:lnTo>
                  <a:lnTo>
                    <a:pt x="1125" y="12167"/>
                  </a:lnTo>
                  <a:lnTo>
                    <a:pt x="982" y="12594"/>
                  </a:lnTo>
                  <a:lnTo>
                    <a:pt x="840" y="13021"/>
                  </a:lnTo>
                  <a:lnTo>
                    <a:pt x="712" y="13462"/>
                  </a:lnTo>
                  <a:lnTo>
                    <a:pt x="584" y="13903"/>
                  </a:lnTo>
                  <a:lnTo>
                    <a:pt x="484" y="14359"/>
                  </a:lnTo>
                  <a:lnTo>
                    <a:pt x="385" y="14800"/>
                  </a:lnTo>
                  <a:lnTo>
                    <a:pt x="299" y="15255"/>
                  </a:lnTo>
                  <a:lnTo>
                    <a:pt x="214" y="15710"/>
                  </a:lnTo>
                  <a:lnTo>
                    <a:pt x="157" y="16180"/>
                  </a:lnTo>
                  <a:lnTo>
                    <a:pt x="100" y="16650"/>
                  </a:lnTo>
                  <a:lnTo>
                    <a:pt x="57" y="17105"/>
                  </a:lnTo>
                  <a:lnTo>
                    <a:pt x="29" y="17589"/>
                  </a:lnTo>
                  <a:lnTo>
                    <a:pt x="15" y="18058"/>
                  </a:lnTo>
                  <a:lnTo>
                    <a:pt x="0" y="18542"/>
                  </a:lnTo>
                  <a:lnTo>
                    <a:pt x="15" y="19012"/>
                  </a:lnTo>
                  <a:lnTo>
                    <a:pt x="29" y="19496"/>
                  </a:lnTo>
                  <a:lnTo>
                    <a:pt x="57" y="19965"/>
                  </a:lnTo>
                  <a:lnTo>
                    <a:pt x="100" y="20435"/>
                  </a:lnTo>
                  <a:lnTo>
                    <a:pt x="157" y="20904"/>
                  </a:lnTo>
                  <a:lnTo>
                    <a:pt x="214" y="21360"/>
                  </a:lnTo>
                  <a:lnTo>
                    <a:pt x="299" y="21815"/>
                  </a:lnTo>
                  <a:lnTo>
                    <a:pt x="385" y="22270"/>
                  </a:lnTo>
                  <a:lnTo>
                    <a:pt x="484" y="22726"/>
                  </a:lnTo>
                  <a:lnTo>
                    <a:pt x="584" y="23167"/>
                  </a:lnTo>
                  <a:lnTo>
                    <a:pt x="712" y="23608"/>
                  </a:lnTo>
                  <a:lnTo>
                    <a:pt x="840" y="24049"/>
                  </a:lnTo>
                  <a:lnTo>
                    <a:pt x="982" y="24476"/>
                  </a:lnTo>
                  <a:lnTo>
                    <a:pt x="1125" y="24903"/>
                  </a:lnTo>
                  <a:lnTo>
                    <a:pt x="1295" y="25330"/>
                  </a:lnTo>
                  <a:lnTo>
                    <a:pt x="1466" y="25757"/>
                  </a:lnTo>
                  <a:lnTo>
                    <a:pt x="1637" y="26169"/>
                  </a:lnTo>
                  <a:lnTo>
                    <a:pt x="1836" y="26568"/>
                  </a:lnTo>
                  <a:lnTo>
                    <a:pt x="2035" y="26981"/>
                  </a:lnTo>
                  <a:lnTo>
                    <a:pt x="2234" y="27365"/>
                  </a:lnTo>
                  <a:lnTo>
                    <a:pt x="2462" y="27763"/>
                  </a:lnTo>
                  <a:lnTo>
                    <a:pt x="2690" y="28147"/>
                  </a:lnTo>
                  <a:lnTo>
                    <a:pt x="2918" y="28532"/>
                  </a:lnTo>
                  <a:lnTo>
                    <a:pt x="3174" y="28902"/>
                  </a:lnTo>
                  <a:lnTo>
                    <a:pt x="3430" y="29272"/>
                  </a:lnTo>
                  <a:lnTo>
                    <a:pt x="3686" y="29627"/>
                  </a:lnTo>
                  <a:lnTo>
                    <a:pt x="3956" y="29983"/>
                  </a:lnTo>
                  <a:lnTo>
                    <a:pt x="4241" y="30325"/>
                  </a:lnTo>
                  <a:lnTo>
                    <a:pt x="4525" y="30666"/>
                  </a:lnTo>
                  <a:lnTo>
                    <a:pt x="4824" y="30993"/>
                  </a:lnTo>
                  <a:lnTo>
                    <a:pt x="5123" y="31321"/>
                  </a:lnTo>
                  <a:lnTo>
                    <a:pt x="5436" y="31648"/>
                  </a:lnTo>
                  <a:lnTo>
                    <a:pt x="5749" y="31947"/>
                  </a:lnTo>
                  <a:lnTo>
                    <a:pt x="6077" y="32260"/>
                  </a:lnTo>
                  <a:lnTo>
                    <a:pt x="6404" y="32545"/>
                  </a:lnTo>
                  <a:lnTo>
                    <a:pt x="6745" y="32843"/>
                  </a:lnTo>
                  <a:lnTo>
                    <a:pt x="7101" y="33114"/>
                  </a:lnTo>
                  <a:lnTo>
                    <a:pt x="7443" y="33384"/>
                  </a:lnTo>
                  <a:lnTo>
                    <a:pt x="7813" y="33654"/>
                  </a:lnTo>
                  <a:lnTo>
                    <a:pt x="8168" y="33911"/>
                  </a:lnTo>
                  <a:lnTo>
                    <a:pt x="8553" y="34152"/>
                  </a:lnTo>
                  <a:lnTo>
                    <a:pt x="8923" y="34380"/>
                  </a:lnTo>
                  <a:lnTo>
                    <a:pt x="9307" y="34608"/>
                  </a:lnTo>
                  <a:lnTo>
                    <a:pt x="9705" y="34836"/>
                  </a:lnTo>
                  <a:lnTo>
                    <a:pt x="10104" y="35035"/>
                  </a:lnTo>
                  <a:lnTo>
                    <a:pt x="10502" y="35248"/>
                  </a:lnTo>
                  <a:lnTo>
                    <a:pt x="10915" y="35433"/>
                  </a:lnTo>
                  <a:lnTo>
                    <a:pt x="11327" y="35618"/>
                  </a:lnTo>
                  <a:lnTo>
                    <a:pt x="11740" y="35789"/>
                  </a:lnTo>
                  <a:lnTo>
                    <a:pt x="12167" y="35945"/>
                  </a:lnTo>
                  <a:lnTo>
                    <a:pt x="12594" y="36102"/>
                  </a:lnTo>
                  <a:lnTo>
                    <a:pt x="13021" y="36230"/>
                  </a:lnTo>
                  <a:lnTo>
                    <a:pt x="13462" y="36372"/>
                  </a:lnTo>
                  <a:lnTo>
                    <a:pt x="13903" y="36486"/>
                  </a:lnTo>
                  <a:lnTo>
                    <a:pt x="14344" y="36600"/>
                  </a:lnTo>
                  <a:lnTo>
                    <a:pt x="14799" y="36700"/>
                  </a:lnTo>
                  <a:lnTo>
                    <a:pt x="15255" y="36785"/>
                  </a:lnTo>
                  <a:lnTo>
                    <a:pt x="15710" y="36856"/>
                  </a:lnTo>
                  <a:lnTo>
                    <a:pt x="16180" y="36927"/>
                  </a:lnTo>
                  <a:lnTo>
                    <a:pt x="16635" y="36970"/>
                  </a:lnTo>
                  <a:lnTo>
                    <a:pt x="17105" y="37013"/>
                  </a:lnTo>
                  <a:lnTo>
                    <a:pt x="17589" y="37041"/>
                  </a:lnTo>
                  <a:lnTo>
                    <a:pt x="18058" y="37070"/>
                  </a:lnTo>
                  <a:lnTo>
                    <a:pt x="19012" y="37070"/>
                  </a:lnTo>
                  <a:lnTo>
                    <a:pt x="19495" y="37041"/>
                  </a:lnTo>
                  <a:lnTo>
                    <a:pt x="19965" y="37013"/>
                  </a:lnTo>
                  <a:lnTo>
                    <a:pt x="20435" y="36970"/>
                  </a:lnTo>
                  <a:lnTo>
                    <a:pt x="20890" y="36927"/>
                  </a:lnTo>
                  <a:lnTo>
                    <a:pt x="21359" y="36856"/>
                  </a:lnTo>
                  <a:lnTo>
                    <a:pt x="21815" y="36785"/>
                  </a:lnTo>
                  <a:lnTo>
                    <a:pt x="22270" y="36700"/>
                  </a:lnTo>
                  <a:lnTo>
                    <a:pt x="22726" y="36600"/>
                  </a:lnTo>
                  <a:lnTo>
                    <a:pt x="23167" y="36486"/>
                  </a:lnTo>
                  <a:lnTo>
                    <a:pt x="23608" y="36372"/>
                  </a:lnTo>
                  <a:lnTo>
                    <a:pt x="24049" y="36230"/>
                  </a:lnTo>
                  <a:lnTo>
                    <a:pt x="24476" y="36102"/>
                  </a:lnTo>
                  <a:lnTo>
                    <a:pt x="24903" y="35945"/>
                  </a:lnTo>
                  <a:lnTo>
                    <a:pt x="25330" y="35789"/>
                  </a:lnTo>
                  <a:lnTo>
                    <a:pt x="25742" y="35618"/>
                  </a:lnTo>
                  <a:lnTo>
                    <a:pt x="26169" y="35433"/>
                  </a:lnTo>
                  <a:lnTo>
                    <a:pt x="26568" y="35248"/>
                  </a:lnTo>
                  <a:lnTo>
                    <a:pt x="26966" y="35035"/>
                  </a:lnTo>
                  <a:lnTo>
                    <a:pt x="27364" y="34836"/>
                  </a:lnTo>
                  <a:lnTo>
                    <a:pt x="27763" y="34608"/>
                  </a:lnTo>
                  <a:lnTo>
                    <a:pt x="28147" y="34380"/>
                  </a:lnTo>
                  <a:lnTo>
                    <a:pt x="28531" y="34152"/>
                  </a:lnTo>
                  <a:lnTo>
                    <a:pt x="28901" y="33911"/>
                  </a:lnTo>
                  <a:lnTo>
                    <a:pt x="29257" y="33654"/>
                  </a:lnTo>
                  <a:lnTo>
                    <a:pt x="29627" y="33384"/>
                  </a:lnTo>
                  <a:lnTo>
                    <a:pt x="29983" y="33114"/>
                  </a:lnTo>
                  <a:lnTo>
                    <a:pt x="30324" y="32843"/>
                  </a:lnTo>
                  <a:lnTo>
                    <a:pt x="30666" y="32545"/>
                  </a:lnTo>
                  <a:lnTo>
                    <a:pt x="30993" y="32260"/>
                  </a:lnTo>
                  <a:lnTo>
                    <a:pt x="31320" y="31947"/>
                  </a:lnTo>
                  <a:lnTo>
                    <a:pt x="31633" y="31648"/>
                  </a:lnTo>
                  <a:lnTo>
                    <a:pt x="31946" y="31321"/>
                  </a:lnTo>
                  <a:lnTo>
                    <a:pt x="32260" y="30993"/>
                  </a:lnTo>
                  <a:lnTo>
                    <a:pt x="32544" y="30666"/>
                  </a:lnTo>
                  <a:lnTo>
                    <a:pt x="32843" y="30325"/>
                  </a:lnTo>
                  <a:lnTo>
                    <a:pt x="33113" y="29983"/>
                  </a:lnTo>
                  <a:lnTo>
                    <a:pt x="33384" y="29627"/>
                  </a:lnTo>
                  <a:lnTo>
                    <a:pt x="33654" y="29272"/>
                  </a:lnTo>
                  <a:lnTo>
                    <a:pt x="33896" y="28902"/>
                  </a:lnTo>
                  <a:lnTo>
                    <a:pt x="34152" y="28532"/>
                  </a:lnTo>
                  <a:lnTo>
                    <a:pt x="34380" y="28147"/>
                  </a:lnTo>
                  <a:lnTo>
                    <a:pt x="34607" y="27763"/>
                  </a:lnTo>
                  <a:lnTo>
                    <a:pt x="34835" y="27365"/>
                  </a:lnTo>
                  <a:lnTo>
                    <a:pt x="35034" y="26981"/>
                  </a:lnTo>
                  <a:lnTo>
                    <a:pt x="35234" y="26568"/>
                  </a:lnTo>
                  <a:lnTo>
                    <a:pt x="35433" y="26169"/>
                  </a:lnTo>
                  <a:lnTo>
                    <a:pt x="35618" y="25757"/>
                  </a:lnTo>
                  <a:lnTo>
                    <a:pt x="35789" y="25330"/>
                  </a:lnTo>
                  <a:lnTo>
                    <a:pt x="35945" y="24903"/>
                  </a:lnTo>
                  <a:lnTo>
                    <a:pt x="36087" y="24476"/>
                  </a:lnTo>
                  <a:lnTo>
                    <a:pt x="36230" y="24049"/>
                  </a:lnTo>
                  <a:lnTo>
                    <a:pt x="36358" y="23608"/>
                  </a:lnTo>
                  <a:lnTo>
                    <a:pt x="36486" y="23167"/>
                  </a:lnTo>
                  <a:lnTo>
                    <a:pt x="36600" y="22726"/>
                  </a:lnTo>
                  <a:lnTo>
                    <a:pt x="36685" y="22270"/>
                  </a:lnTo>
                  <a:lnTo>
                    <a:pt x="36785" y="21815"/>
                  </a:lnTo>
                  <a:lnTo>
                    <a:pt x="36856" y="21360"/>
                  </a:lnTo>
                  <a:lnTo>
                    <a:pt x="36913" y="20904"/>
                  </a:lnTo>
                  <a:lnTo>
                    <a:pt x="36970" y="20435"/>
                  </a:lnTo>
                  <a:lnTo>
                    <a:pt x="37012" y="19965"/>
                  </a:lnTo>
                  <a:lnTo>
                    <a:pt x="37041" y="19496"/>
                  </a:lnTo>
                  <a:lnTo>
                    <a:pt x="37055" y="19012"/>
                  </a:lnTo>
                  <a:lnTo>
                    <a:pt x="37069" y="18542"/>
                  </a:lnTo>
                  <a:lnTo>
                    <a:pt x="37055" y="18058"/>
                  </a:lnTo>
                  <a:lnTo>
                    <a:pt x="37041" y="17589"/>
                  </a:lnTo>
                  <a:lnTo>
                    <a:pt x="37012" y="17105"/>
                  </a:lnTo>
                  <a:lnTo>
                    <a:pt x="36970" y="16650"/>
                  </a:lnTo>
                  <a:lnTo>
                    <a:pt x="36913" y="16180"/>
                  </a:lnTo>
                  <a:lnTo>
                    <a:pt x="36856" y="15710"/>
                  </a:lnTo>
                  <a:lnTo>
                    <a:pt x="36785" y="15255"/>
                  </a:lnTo>
                  <a:lnTo>
                    <a:pt x="36685" y="14800"/>
                  </a:lnTo>
                  <a:lnTo>
                    <a:pt x="36600" y="14359"/>
                  </a:lnTo>
                  <a:lnTo>
                    <a:pt x="36486" y="13903"/>
                  </a:lnTo>
                  <a:lnTo>
                    <a:pt x="36358" y="13462"/>
                  </a:lnTo>
                  <a:lnTo>
                    <a:pt x="36230" y="13021"/>
                  </a:lnTo>
                  <a:lnTo>
                    <a:pt x="36087" y="12594"/>
                  </a:lnTo>
                  <a:lnTo>
                    <a:pt x="35945" y="12167"/>
                  </a:lnTo>
                  <a:lnTo>
                    <a:pt x="35789" y="11740"/>
                  </a:lnTo>
                  <a:lnTo>
                    <a:pt x="35618" y="11328"/>
                  </a:lnTo>
                  <a:lnTo>
                    <a:pt x="35433" y="10915"/>
                  </a:lnTo>
                  <a:lnTo>
                    <a:pt x="35234" y="10502"/>
                  </a:lnTo>
                  <a:lnTo>
                    <a:pt x="35034" y="10104"/>
                  </a:lnTo>
                  <a:lnTo>
                    <a:pt x="34835" y="9705"/>
                  </a:lnTo>
                  <a:lnTo>
                    <a:pt x="34607" y="9307"/>
                  </a:lnTo>
                  <a:lnTo>
                    <a:pt x="34380" y="8923"/>
                  </a:lnTo>
                  <a:lnTo>
                    <a:pt x="34152" y="8553"/>
                  </a:lnTo>
                  <a:lnTo>
                    <a:pt x="33896" y="8183"/>
                  </a:lnTo>
                  <a:lnTo>
                    <a:pt x="33654" y="7813"/>
                  </a:lnTo>
                  <a:lnTo>
                    <a:pt x="33384" y="7443"/>
                  </a:lnTo>
                  <a:lnTo>
                    <a:pt x="33113" y="7101"/>
                  </a:lnTo>
                  <a:lnTo>
                    <a:pt x="32843" y="6746"/>
                  </a:lnTo>
                  <a:lnTo>
                    <a:pt x="32544" y="6404"/>
                  </a:lnTo>
                  <a:lnTo>
                    <a:pt x="32260" y="6077"/>
                  </a:lnTo>
                  <a:lnTo>
                    <a:pt x="31946" y="5750"/>
                  </a:lnTo>
                  <a:lnTo>
                    <a:pt x="31633" y="5436"/>
                  </a:lnTo>
                  <a:lnTo>
                    <a:pt x="31320" y="5123"/>
                  </a:lnTo>
                  <a:lnTo>
                    <a:pt x="30993" y="4825"/>
                  </a:lnTo>
                  <a:lnTo>
                    <a:pt x="30666" y="4526"/>
                  </a:lnTo>
                  <a:lnTo>
                    <a:pt x="30324" y="4241"/>
                  </a:lnTo>
                  <a:lnTo>
                    <a:pt x="29983" y="3957"/>
                  </a:lnTo>
                  <a:lnTo>
                    <a:pt x="29627" y="3686"/>
                  </a:lnTo>
                  <a:lnTo>
                    <a:pt x="29257" y="3430"/>
                  </a:lnTo>
                  <a:lnTo>
                    <a:pt x="28901" y="3174"/>
                  </a:lnTo>
                  <a:lnTo>
                    <a:pt x="28531" y="2932"/>
                  </a:lnTo>
                  <a:lnTo>
                    <a:pt x="28147" y="2690"/>
                  </a:lnTo>
                  <a:lnTo>
                    <a:pt x="27763" y="2462"/>
                  </a:lnTo>
                  <a:lnTo>
                    <a:pt x="27364" y="2249"/>
                  </a:lnTo>
                  <a:lnTo>
                    <a:pt x="26966" y="2036"/>
                  </a:lnTo>
                  <a:lnTo>
                    <a:pt x="26568" y="1836"/>
                  </a:lnTo>
                  <a:lnTo>
                    <a:pt x="26169" y="1637"/>
                  </a:lnTo>
                  <a:lnTo>
                    <a:pt x="25742" y="1466"/>
                  </a:lnTo>
                  <a:lnTo>
                    <a:pt x="25330" y="1296"/>
                  </a:lnTo>
                  <a:lnTo>
                    <a:pt x="24903" y="1125"/>
                  </a:lnTo>
                  <a:lnTo>
                    <a:pt x="24476" y="983"/>
                  </a:lnTo>
                  <a:lnTo>
                    <a:pt x="24049" y="840"/>
                  </a:lnTo>
                  <a:lnTo>
                    <a:pt x="23608" y="712"/>
                  </a:lnTo>
                  <a:lnTo>
                    <a:pt x="23167" y="584"/>
                  </a:lnTo>
                  <a:lnTo>
                    <a:pt x="22726" y="484"/>
                  </a:lnTo>
                  <a:lnTo>
                    <a:pt x="22270" y="385"/>
                  </a:lnTo>
                  <a:lnTo>
                    <a:pt x="21815" y="299"/>
                  </a:lnTo>
                  <a:lnTo>
                    <a:pt x="21359" y="214"/>
                  </a:lnTo>
                  <a:lnTo>
                    <a:pt x="20890" y="157"/>
                  </a:lnTo>
                  <a:lnTo>
                    <a:pt x="20435" y="100"/>
                  </a:lnTo>
                  <a:lnTo>
                    <a:pt x="19965" y="58"/>
                  </a:lnTo>
                  <a:lnTo>
                    <a:pt x="19495" y="29"/>
                  </a:lnTo>
                  <a:lnTo>
                    <a:pt x="19012" y="15"/>
                  </a:lnTo>
                  <a:lnTo>
                    <a:pt x="18542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1438463" y="3160225"/>
              <a:ext cx="926750" cy="926750"/>
            </a:xfrm>
            <a:custGeom>
              <a:avLst/>
              <a:gdLst/>
              <a:ahLst/>
              <a:cxnLst/>
              <a:rect l="l" t="t" r="r" b="b"/>
              <a:pathLst>
                <a:path w="37070" h="37070" fill="none" extrusionOk="0">
                  <a:moveTo>
                    <a:pt x="37069" y="18542"/>
                  </a:moveTo>
                  <a:lnTo>
                    <a:pt x="37069" y="18542"/>
                  </a:lnTo>
                  <a:lnTo>
                    <a:pt x="37055" y="19012"/>
                  </a:lnTo>
                  <a:lnTo>
                    <a:pt x="37041" y="19496"/>
                  </a:lnTo>
                  <a:lnTo>
                    <a:pt x="37012" y="19965"/>
                  </a:lnTo>
                  <a:lnTo>
                    <a:pt x="36970" y="20435"/>
                  </a:lnTo>
                  <a:lnTo>
                    <a:pt x="36913" y="20904"/>
                  </a:lnTo>
                  <a:lnTo>
                    <a:pt x="36856" y="21360"/>
                  </a:lnTo>
                  <a:lnTo>
                    <a:pt x="36785" y="21815"/>
                  </a:lnTo>
                  <a:lnTo>
                    <a:pt x="36685" y="22270"/>
                  </a:lnTo>
                  <a:lnTo>
                    <a:pt x="36600" y="22726"/>
                  </a:lnTo>
                  <a:lnTo>
                    <a:pt x="36486" y="23167"/>
                  </a:lnTo>
                  <a:lnTo>
                    <a:pt x="36358" y="23608"/>
                  </a:lnTo>
                  <a:lnTo>
                    <a:pt x="36230" y="24049"/>
                  </a:lnTo>
                  <a:lnTo>
                    <a:pt x="36087" y="24476"/>
                  </a:lnTo>
                  <a:lnTo>
                    <a:pt x="35945" y="24903"/>
                  </a:lnTo>
                  <a:lnTo>
                    <a:pt x="35789" y="25330"/>
                  </a:lnTo>
                  <a:lnTo>
                    <a:pt x="35618" y="25757"/>
                  </a:lnTo>
                  <a:lnTo>
                    <a:pt x="35433" y="26169"/>
                  </a:lnTo>
                  <a:lnTo>
                    <a:pt x="35234" y="26568"/>
                  </a:lnTo>
                  <a:lnTo>
                    <a:pt x="35034" y="26981"/>
                  </a:lnTo>
                  <a:lnTo>
                    <a:pt x="34835" y="27365"/>
                  </a:lnTo>
                  <a:lnTo>
                    <a:pt x="34607" y="27763"/>
                  </a:lnTo>
                  <a:lnTo>
                    <a:pt x="34380" y="28147"/>
                  </a:lnTo>
                  <a:lnTo>
                    <a:pt x="34152" y="28532"/>
                  </a:lnTo>
                  <a:lnTo>
                    <a:pt x="33896" y="28902"/>
                  </a:lnTo>
                  <a:lnTo>
                    <a:pt x="33654" y="29272"/>
                  </a:lnTo>
                  <a:lnTo>
                    <a:pt x="33384" y="29627"/>
                  </a:lnTo>
                  <a:lnTo>
                    <a:pt x="33113" y="29983"/>
                  </a:lnTo>
                  <a:lnTo>
                    <a:pt x="32843" y="30325"/>
                  </a:lnTo>
                  <a:lnTo>
                    <a:pt x="32544" y="30666"/>
                  </a:lnTo>
                  <a:lnTo>
                    <a:pt x="32260" y="30993"/>
                  </a:lnTo>
                  <a:lnTo>
                    <a:pt x="31946" y="31321"/>
                  </a:lnTo>
                  <a:lnTo>
                    <a:pt x="31633" y="31648"/>
                  </a:lnTo>
                  <a:lnTo>
                    <a:pt x="31320" y="31947"/>
                  </a:lnTo>
                  <a:lnTo>
                    <a:pt x="30993" y="32260"/>
                  </a:lnTo>
                  <a:lnTo>
                    <a:pt x="30666" y="32545"/>
                  </a:lnTo>
                  <a:lnTo>
                    <a:pt x="30324" y="32843"/>
                  </a:lnTo>
                  <a:lnTo>
                    <a:pt x="29983" y="33114"/>
                  </a:lnTo>
                  <a:lnTo>
                    <a:pt x="29627" y="33384"/>
                  </a:lnTo>
                  <a:lnTo>
                    <a:pt x="29257" y="33654"/>
                  </a:lnTo>
                  <a:lnTo>
                    <a:pt x="28901" y="33911"/>
                  </a:lnTo>
                  <a:lnTo>
                    <a:pt x="28531" y="34152"/>
                  </a:lnTo>
                  <a:lnTo>
                    <a:pt x="28147" y="34380"/>
                  </a:lnTo>
                  <a:lnTo>
                    <a:pt x="27763" y="34608"/>
                  </a:lnTo>
                  <a:lnTo>
                    <a:pt x="27364" y="34836"/>
                  </a:lnTo>
                  <a:lnTo>
                    <a:pt x="26966" y="35035"/>
                  </a:lnTo>
                  <a:lnTo>
                    <a:pt x="26568" y="35248"/>
                  </a:lnTo>
                  <a:lnTo>
                    <a:pt x="26169" y="35433"/>
                  </a:lnTo>
                  <a:lnTo>
                    <a:pt x="25742" y="35618"/>
                  </a:lnTo>
                  <a:lnTo>
                    <a:pt x="25330" y="35789"/>
                  </a:lnTo>
                  <a:lnTo>
                    <a:pt x="24903" y="35945"/>
                  </a:lnTo>
                  <a:lnTo>
                    <a:pt x="24476" y="36102"/>
                  </a:lnTo>
                  <a:lnTo>
                    <a:pt x="24049" y="36230"/>
                  </a:lnTo>
                  <a:lnTo>
                    <a:pt x="23608" y="36372"/>
                  </a:lnTo>
                  <a:lnTo>
                    <a:pt x="23167" y="36486"/>
                  </a:lnTo>
                  <a:lnTo>
                    <a:pt x="22726" y="36600"/>
                  </a:lnTo>
                  <a:lnTo>
                    <a:pt x="22270" y="36700"/>
                  </a:lnTo>
                  <a:lnTo>
                    <a:pt x="21815" y="36785"/>
                  </a:lnTo>
                  <a:lnTo>
                    <a:pt x="21359" y="36856"/>
                  </a:lnTo>
                  <a:lnTo>
                    <a:pt x="20890" y="36927"/>
                  </a:lnTo>
                  <a:lnTo>
                    <a:pt x="20435" y="36970"/>
                  </a:lnTo>
                  <a:lnTo>
                    <a:pt x="19965" y="37013"/>
                  </a:lnTo>
                  <a:lnTo>
                    <a:pt x="19495" y="37041"/>
                  </a:lnTo>
                  <a:lnTo>
                    <a:pt x="19012" y="37070"/>
                  </a:lnTo>
                  <a:lnTo>
                    <a:pt x="18542" y="37070"/>
                  </a:lnTo>
                  <a:lnTo>
                    <a:pt x="18542" y="37070"/>
                  </a:lnTo>
                  <a:lnTo>
                    <a:pt x="18058" y="37070"/>
                  </a:lnTo>
                  <a:lnTo>
                    <a:pt x="17589" y="37041"/>
                  </a:lnTo>
                  <a:lnTo>
                    <a:pt x="17105" y="37013"/>
                  </a:lnTo>
                  <a:lnTo>
                    <a:pt x="16635" y="36970"/>
                  </a:lnTo>
                  <a:lnTo>
                    <a:pt x="16180" y="36927"/>
                  </a:lnTo>
                  <a:lnTo>
                    <a:pt x="15710" y="36856"/>
                  </a:lnTo>
                  <a:lnTo>
                    <a:pt x="15255" y="36785"/>
                  </a:lnTo>
                  <a:lnTo>
                    <a:pt x="14799" y="36700"/>
                  </a:lnTo>
                  <a:lnTo>
                    <a:pt x="14344" y="36600"/>
                  </a:lnTo>
                  <a:lnTo>
                    <a:pt x="13903" y="36486"/>
                  </a:lnTo>
                  <a:lnTo>
                    <a:pt x="13462" y="36372"/>
                  </a:lnTo>
                  <a:lnTo>
                    <a:pt x="13021" y="36230"/>
                  </a:lnTo>
                  <a:lnTo>
                    <a:pt x="12594" y="36102"/>
                  </a:lnTo>
                  <a:lnTo>
                    <a:pt x="12167" y="35945"/>
                  </a:lnTo>
                  <a:lnTo>
                    <a:pt x="11740" y="35789"/>
                  </a:lnTo>
                  <a:lnTo>
                    <a:pt x="11327" y="35618"/>
                  </a:lnTo>
                  <a:lnTo>
                    <a:pt x="10915" y="35433"/>
                  </a:lnTo>
                  <a:lnTo>
                    <a:pt x="10502" y="35248"/>
                  </a:lnTo>
                  <a:lnTo>
                    <a:pt x="10104" y="35035"/>
                  </a:lnTo>
                  <a:lnTo>
                    <a:pt x="9705" y="34836"/>
                  </a:lnTo>
                  <a:lnTo>
                    <a:pt x="9307" y="34608"/>
                  </a:lnTo>
                  <a:lnTo>
                    <a:pt x="8923" y="34380"/>
                  </a:lnTo>
                  <a:lnTo>
                    <a:pt x="8553" y="34152"/>
                  </a:lnTo>
                  <a:lnTo>
                    <a:pt x="8168" y="33911"/>
                  </a:lnTo>
                  <a:lnTo>
                    <a:pt x="7813" y="33654"/>
                  </a:lnTo>
                  <a:lnTo>
                    <a:pt x="7443" y="33384"/>
                  </a:lnTo>
                  <a:lnTo>
                    <a:pt x="7101" y="33114"/>
                  </a:lnTo>
                  <a:lnTo>
                    <a:pt x="6745" y="32843"/>
                  </a:lnTo>
                  <a:lnTo>
                    <a:pt x="6404" y="32545"/>
                  </a:lnTo>
                  <a:lnTo>
                    <a:pt x="6077" y="32260"/>
                  </a:lnTo>
                  <a:lnTo>
                    <a:pt x="5749" y="31947"/>
                  </a:lnTo>
                  <a:lnTo>
                    <a:pt x="5436" y="31648"/>
                  </a:lnTo>
                  <a:lnTo>
                    <a:pt x="5123" y="31321"/>
                  </a:lnTo>
                  <a:lnTo>
                    <a:pt x="4824" y="30993"/>
                  </a:lnTo>
                  <a:lnTo>
                    <a:pt x="4525" y="30666"/>
                  </a:lnTo>
                  <a:lnTo>
                    <a:pt x="4241" y="30325"/>
                  </a:lnTo>
                  <a:lnTo>
                    <a:pt x="3956" y="29983"/>
                  </a:lnTo>
                  <a:lnTo>
                    <a:pt x="3686" y="29627"/>
                  </a:lnTo>
                  <a:lnTo>
                    <a:pt x="3430" y="29272"/>
                  </a:lnTo>
                  <a:lnTo>
                    <a:pt x="3174" y="28902"/>
                  </a:lnTo>
                  <a:lnTo>
                    <a:pt x="2918" y="28532"/>
                  </a:lnTo>
                  <a:lnTo>
                    <a:pt x="2690" y="28147"/>
                  </a:lnTo>
                  <a:lnTo>
                    <a:pt x="2462" y="27763"/>
                  </a:lnTo>
                  <a:lnTo>
                    <a:pt x="2234" y="27365"/>
                  </a:lnTo>
                  <a:lnTo>
                    <a:pt x="2035" y="26981"/>
                  </a:lnTo>
                  <a:lnTo>
                    <a:pt x="1836" y="26568"/>
                  </a:lnTo>
                  <a:lnTo>
                    <a:pt x="1637" y="26169"/>
                  </a:lnTo>
                  <a:lnTo>
                    <a:pt x="1466" y="25757"/>
                  </a:lnTo>
                  <a:lnTo>
                    <a:pt x="1295" y="25330"/>
                  </a:lnTo>
                  <a:lnTo>
                    <a:pt x="1125" y="24903"/>
                  </a:lnTo>
                  <a:lnTo>
                    <a:pt x="982" y="24476"/>
                  </a:lnTo>
                  <a:lnTo>
                    <a:pt x="840" y="24049"/>
                  </a:lnTo>
                  <a:lnTo>
                    <a:pt x="712" y="23608"/>
                  </a:lnTo>
                  <a:lnTo>
                    <a:pt x="584" y="23167"/>
                  </a:lnTo>
                  <a:lnTo>
                    <a:pt x="484" y="22726"/>
                  </a:lnTo>
                  <a:lnTo>
                    <a:pt x="385" y="22270"/>
                  </a:lnTo>
                  <a:lnTo>
                    <a:pt x="299" y="21815"/>
                  </a:lnTo>
                  <a:lnTo>
                    <a:pt x="214" y="21360"/>
                  </a:lnTo>
                  <a:lnTo>
                    <a:pt x="157" y="20904"/>
                  </a:lnTo>
                  <a:lnTo>
                    <a:pt x="100" y="20435"/>
                  </a:lnTo>
                  <a:lnTo>
                    <a:pt x="57" y="19965"/>
                  </a:lnTo>
                  <a:lnTo>
                    <a:pt x="29" y="19496"/>
                  </a:lnTo>
                  <a:lnTo>
                    <a:pt x="15" y="19012"/>
                  </a:lnTo>
                  <a:lnTo>
                    <a:pt x="0" y="18542"/>
                  </a:lnTo>
                  <a:lnTo>
                    <a:pt x="0" y="18542"/>
                  </a:lnTo>
                  <a:lnTo>
                    <a:pt x="15" y="18058"/>
                  </a:lnTo>
                  <a:lnTo>
                    <a:pt x="29" y="17589"/>
                  </a:lnTo>
                  <a:lnTo>
                    <a:pt x="57" y="17105"/>
                  </a:lnTo>
                  <a:lnTo>
                    <a:pt x="100" y="16650"/>
                  </a:lnTo>
                  <a:lnTo>
                    <a:pt x="157" y="16180"/>
                  </a:lnTo>
                  <a:lnTo>
                    <a:pt x="214" y="15710"/>
                  </a:lnTo>
                  <a:lnTo>
                    <a:pt x="299" y="15255"/>
                  </a:lnTo>
                  <a:lnTo>
                    <a:pt x="385" y="14800"/>
                  </a:lnTo>
                  <a:lnTo>
                    <a:pt x="484" y="14359"/>
                  </a:lnTo>
                  <a:lnTo>
                    <a:pt x="584" y="13903"/>
                  </a:lnTo>
                  <a:lnTo>
                    <a:pt x="712" y="13462"/>
                  </a:lnTo>
                  <a:lnTo>
                    <a:pt x="840" y="13021"/>
                  </a:lnTo>
                  <a:lnTo>
                    <a:pt x="982" y="12594"/>
                  </a:lnTo>
                  <a:lnTo>
                    <a:pt x="1125" y="12167"/>
                  </a:lnTo>
                  <a:lnTo>
                    <a:pt x="1295" y="11740"/>
                  </a:lnTo>
                  <a:lnTo>
                    <a:pt x="1466" y="11328"/>
                  </a:lnTo>
                  <a:lnTo>
                    <a:pt x="1637" y="10915"/>
                  </a:lnTo>
                  <a:lnTo>
                    <a:pt x="1836" y="10502"/>
                  </a:lnTo>
                  <a:lnTo>
                    <a:pt x="2035" y="10104"/>
                  </a:lnTo>
                  <a:lnTo>
                    <a:pt x="2234" y="9705"/>
                  </a:lnTo>
                  <a:lnTo>
                    <a:pt x="2462" y="9307"/>
                  </a:lnTo>
                  <a:lnTo>
                    <a:pt x="2690" y="8923"/>
                  </a:lnTo>
                  <a:lnTo>
                    <a:pt x="2918" y="8553"/>
                  </a:lnTo>
                  <a:lnTo>
                    <a:pt x="3174" y="8183"/>
                  </a:lnTo>
                  <a:lnTo>
                    <a:pt x="3430" y="7813"/>
                  </a:lnTo>
                  <a:lnTo>
                    <a:pt x="3686" y="7443"/>
                  </a:lnTo>
                  <a:lnTo>
                    <a:pt x="3956" y="7101"/>
                  </a:lnTo>
                  <a:lnTo>
                    <a:pt x="4241" y="6746"/>
                  </a:lnTo>
                  <a:lnTo>
                    <a:pt x="4525" y="6404"/>
                  </a:lnTo>
                  <a:lnTo>
                    <a:pt x="4824" y="6077"/>
                  </a:lnTo>
                  <a:lnTo>
                    <a:pt x="5123" y="5750"/>
                  </a:lnTo>
                  <a:lnTo>
                    <a:pt x="5436" y="5436"/>
                  </a:lnTo>
                  <a:lnTo>
                    <a:pt x="5749" y="5123"/>
                  </a:lnTo>
                  <a:lnTo>
                    <a:pt x="6077" y="4825"/>
                  </a:lnTo>
                  <a:lnTo>
                    <a:pt x="6404" y="4526"/>
                  </a:lnTo>
                  <a:lnTo>
                    <a:pt x="6745" y="4241"/>
                  </a:lnTo>
                  <a:lnTo>
                    <a:pt x="7101" y="3957"/>
                  </a:lnTo>
                  <a:lnTo>
                    <a:pt x="7443" y="3686"/>
                  </a:lnTo>
                  <a:lnTo>
                    <a:pt x="7813" y="3430"/>
                  </a:lnTo>
                  <a:lnTo>
                    <a:pt x="8168" y="3174"/>
                  </a:lnTo>
                  <a:lnTo>
                    <a:pt x="8553" y="2932"/>
                  </a:lnTo>
                  <a:lnTo>
                    <a:pt x="8923" y="2690"/>
                  </a:lnTo>
                  <a:lnTo>
                    <a:pt x="9307" y="2462"/>
                  </a:lnTo>
                  <a:lnTo>
                    <a:pt x="9705" y="2249"/>
                  </a:lnTo>
                  <a:lnTo>
                    <a:pt x="10104" y="2036"/>
                  </a:lnTo>
                  <a:lnTo>
                    <a:pt x="10502" y="1836"/>
                  </a:lnTo>
                  <a:lnTo>
                    <a:pt x="10915" y="1637"/>
                  </a:lnTo>
                  <a:lnTo>
                    <a:pt x="11327" y="1466"/>
                  </a:lnTo>
                  <a:lnTo>
                    <a:pt x="11740" y="1296"/>
                  </a:lnTo>
                  <a:lnTo>
                    <a:pt x="12167" y="1125"/>
                  </a:lnTo>
                  <a:lnTo>
                    <a:pt x="12594" y="983"/>
                  </a:lnTo>
                  <a:lnTo>
                    <a:pt x="13021" y="840"/>
                  </a:lnTo>
                  <a:lnTo>
                    <a:pt x="13462" y="712"/>
                  </a:lnTo>
                  <a:lnTo>
                    <a:pt x="13903" y="584"/>
                  </a:lnTo>
                  <a:lnTo>
                    <a:pt x="14344" y="484"/>
                  </a:lnTo>
                  <a:lnTo>
                    <a:pt x="14799" y="385"/>
                  </a:lnTo>
                  <a:lnTo>
                    <a:pt x="15255" y="299"/>
                  </a:lnTo>
                  <a:lnTo>
                    <a:pt x="15710" y="214"/>
                  </a:lnTo>
                  <a:lnTo>
                    <a:pt x="16180" y="157"/>
                  </a:lnTo>
                  <a:lnTo>
                    <a:pt x="16635" y="100"/>
                  </a:lnTo>
                  <a:lnTo>
                    <a:pt x="17105" y="58"/>
                  </a:lnTo>
                  <a:lnTo>
                    <a:pt x="17589" y="29"/>
                  </a:lnTo>
                  <a:lnTo>
                    <a:pt x="18058" y="15"/>
                  </a:lnTo>
                  <a:lnTo>
                    <a:pt x="18542" y="1"/>
                  </a:lnTo>
                  <a:lnTo>
                    <a:pt x="18542" y="1"/>
                  </a:lnTo>
                  <a:lnTo>
                    <a:pt x="19012" y="15"/>
                  </a:lnTo>
                  <a:lnTo>
                    <a:pt x="19495" y="29"/>
                  </a:lnTo>
                  <a:lnTo>
                    <a:pt x="19965" y="58"/>
                  </a:lnTo>
                  <a:lnTo>
                    <a:pt x="20435" y="100"/>
                  </a:lnTo>
                  <a:lnTo>
                    <a:pt x="20890" y="157"/>
                  </a:lnTo>
                  <a:lnTo>
                    <a:pt x="21359" y="214"/>
                  </a:lnTo>
                  <a:lnTo>
                    <a:pt x="21815" y="299"/>
                  </a:lnTo>
                  <a:lnTo>
                    <a:pt x="22270" y="385"/>
                  </a:lnTo>
                  <a:lnTo>
                    <a:pt x="22726" y="484"/>
                  </a:lnTo>
                  <a:lnTo>
                    <a:pt x="23167" y="584"/>
                  </a:lnTo>
                  <a:lnTo>
                    <a:pt x="23608" y="712"/>
                  </a:lnTo>
                  <a:lnTo>
                    <a:pt x="24049" y="840"/>
                  </a:lnTo>
                  <a:lnTo>
                    <a:pt x="24476" y="983"/>
                  </a:lnTo>
                  <a:lnTo>
                    <a:pt x="24903" y="1125"/>
                  </a:lnTo>
                  <a:lnTo>
                    <a:pt x="25330" y="1296"/>
                  </a:lnTo>
                  <a:lnTo>
                    <a:pt x="25742" y="1466"/>
                  </a:lnTo>
                  <a:lnTo>
                    <a:pt x="26169" y="1637"/>
                  </a:lnTo>
                  <a:lnTo>
                    <a:pt x="26568" y="1836"/>
                  </a:lnTo>
                  <a:lnTo>
                    <a:pt x="26966" y="2036"/>
                  </a:lnTo>
                  <a:lnTo>
                    <a:pt x="27364" y="2249"/>
                  </a:lnTo>
                  <a:lnTo>
                    <a:pt x="27763" y="2462"/>
                  </a:lnTo>
                  <a:lnTo>
                    <a:pt x="28147" y="2690"/>
                  </a:lnTo>
                  <a:lnTo>
                    <a:pt x="28531" y="2932"/>
                  </a:lnTo>
                  <a:lnTo>
                    <a:pt x="28901" y="3174"/>
                  </a:lnTo>
                  <a:lnTo>
                    <a:pt x="29257" y="3430"/>
                  </a:lnTo>
                  <a:lnTo>
                    <a:pt x="29627" y="3686"/>
                  </a:lnTo>
                  <a:lnTo>
                    <a:pt x="29983" y="3957"/>
                  </a:lnTo>
                  <a:lnTo>
                    <a:pt x="30324" y="4241"/>
                  </a:lnTo>
                  <a:lnTo>
                    <a:pt x="30666" y="4526"/>
                  </a:lnTo>
                  <a:lnTo>
                    <a:pt x="30993" y="4825"/>
                  </a:lnTo>
                  <a:lnTo>
                    <a:pt x="31320" y="5123"/>
                  </a:lnTo>
                  <a:lnTo>
                    <a:pt x="31633" y="5436"/>
                  </a:lnTo>
                  <a:lnTo>
                    <a:pt x="31946" y="5750"/>
                  </a:lnTo>
                  <a:lnTo>
                    <a:pt x="32260" y="6077"/>
                  </a:lnTo>
                  <a:lnTo>
                    <a:pt x="32544" y="6404"/>
                  </a:lnTo>
                  <a:lnTo>
                    <a:pt x="32843" y="6746"/>
                  </a:lnTo>
                  <a:lnTo>
                    <a:pt x="33113" y="7101"/>
                  </a:lnTo>
                  <a:lnTo>
                    <a:pt x="33384" y="7443"/>
                  </a:lnTo>
                  <a:lnTo>
                    <a:pt x="33654" y="7813"/>
                  </a:lnTo>
                  <a:lnTo>
                    <a:pt x="33896" y="8183"/>
                  </a:lnTo>
                  <a:lnTo>
                    <a:pt x="34152" y="8553"/>
                  </a:lnTo>
                  <a:lnTo>
                    <a:pt x="34380" y="8923"/>
                  </a:lnTo>
                  <a:lnTo>
                    <a:pt x="34607" y="9307"/>
                  </a:lnTo>
                  <a:lnTo>
                    <a:pt x="34835" y="9705"/>
                  </a:lnTo>
                  <a:lnTo>
                    <a:pt x="35034" y="10104"/>
                  </a:lnTo>
                  <a:lnTo>
                    <a:pt x="35234" y="10502"/>
                  </a:lnTo>
                  <a:lnTo>
                    <a:pt x="35433" y="10915"/>
                  </a:lnTo>
                  <a:lnTo>
                    <a:pt x="35618" y="11328"/>
                  </a:lnTo>
                  <a:lnTo>
                    <a:pt x="35789" y="11740"/>
                  </a:lnTo>
                  <a:lnTo>
                    <a:pt x="35945" y="12167"/>
                  </a:lnTo>
                  <a:lnTo>
                    <a:pt x="36087" y="12594"/>
                  </a:lnTo>
                  <a:lnTo>
                    <a:pt x="36230" y="13021"/>
                  </a:lnTo>
                  <a:lnTo>
                    <a:pt x="36358" y="13462"/>
                  </a:lnTo>
                  <a:lnTo>
                    <a:pt x="36486" y="13903"/>
                  </a:lnTo>
                  <a:lnTo>
                    <a:pt x="36600" y="14359"/>
                  </a:lnTo>
                  <a:lnTo>
                    <a:pt x="36685" y="14800"/>
                  </a:lnTo>
                  <a:lnTo>
                    <a:pt x="36785" y="15255"/>
                  </a:lnTo>
                  <a:lnTo>
                    <a:pt x="36856" y="15710"/>
                  </a:lnTo>
                  <a:lnTo>
                    <a:pt x="36913" y="16180"/>
                  </a:lnTo>
                  <a:lnTo>
                    <a:pt x="36970" y="16650"/>
                  </a:lnTo>
                  <a:lnTo>
                    <a:pt x="37012" y="17105"/>
                  </a:lnTo>
                  <a:lnTo>
                    <a:pt x="37041" y="17589"/>
                  </a:lnTo>
                  <a:lnTo>
                    <a:pt x="37055" y="18058"/>
                  </a:lnTo>
                  <a:lnTo>
                    <a:pt x="37069" y="1854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1577563" y="3298975"/>
              <a:ext cx="649625" cy="649975"/>
            </a:xfrm>
            <a:custGeom>
              <a:avLst/>
              <a:gdLst/>
              <a:ahLst/>
              <a:cxnLst/>
              <a:rect l="l" t="t" r="r" b="b"/>
              <a:pathLst>
                <a:path w="25985" h="25999" extrusionOk="0">
                  <a:moveTo>
                    <a:pt x="13746" y="0"/>
                  </a:moveTo>
                  <a:lnTo>
                    <a:pt x="13604" y="2377"/>
                  </a:lnTo>
                  <a:lnTo>
                    <a:pt x="14145" y="2419"/>
                  </a:lnTo>
                  <a:lnTo>
                    <a:pt x="14401" y="57"/>
                  </a:lnTo>
                  <a:lnTo>
                    <a:pt x="13746" y="0"/>
                  </a:lnTo>
                  <a:close/>
                  <a:moveTo>
                    <a:pt x="11142" y="100"/>
                  </a:moveTo>
                  <a:lnTo>
                    <a:pt x="10815" y="157"/>
                  </a:lnTo>
                  <a:lnTo>
                    <a:pt x="10502" y="214"/>
                  </a:lnTo>
                  <a:lnTo>
                    <a:pt x="10943" y="2547"/>
                  </a:lnTo>
                  <a:lnTo>
                    <a:pt x="11470" y="2462"/>
                  </a:lnTo>
                  <a:lnTo>
                    <a:pt x="11142" y="100"/>
                  </a:lnTo>
                  <a:close/>
                  <a:moveTo>
                    <a:pt x="16948" y="598"/>
                  </a:moveTo>
                  <a:lnTo>
                    <a:pt x="16222" y="2875"/>
                  </a:lnTo>
                  <a:lnTo>
                    <a:pt x="16735" y="3046"/>
                  </a:lnTo>
                  <a:lnTo>
                    <a:pt x="17574" y="811"/>
                  </a:lnTo>
                  <a:lnTo>
                    <a:pt x="16948" y="598"/>
                  </a:lnTo>
                  <a:close/>
                  <a:moveTo>
                    <a:pt x="7997" y="968"/>
                  </a:moveTo>
                  <a:lnTo>
                    <a:pt x="7400" y="1224"/>
                  </a:lnTo>
                  <a:lnTo>
                    <a:pt x="8424" y="3387"/>
                  </a:lnTo>
                  <a:lnTo>
                    <a:pt x="8908" y="3159"/>
                  </a:lnTo>
                  <a:lnTo>
                    <a:pt x="7997" y="968"/>
                  </a:lnTo>
                  <a:close/>
                  <a:moveTo>
                    <a:pt x="19908" y="1978"/>
                  </a:moveTo>
                  <a:lnTo>
                    <a:pt x="18641" y="3999"/>
                  </a:lnTo>
                  <a:lnTo>
                    <a:pt x="19083" y="4298"/>
                  </a:lnTo>
                  <a:lnTo>
                    <a:pt x="20449" y="2334"/>
                  </a:lnTo>
                  <a:lnTo>
                    <a:pt x="19908" y="1978"/>
                  </a:lnTo>
                  <a:close/>
                  <a:moveTo>
                    <a:pt x="5166" y="2576"/>
                  </a:moveTo>
                  <a:lnTo>
                    <a:pt x="4910" y="2775"/>
                  </a:lnTo>
                  <a:lnTo>
                    <a:pt x="4653" y="2989"/>
                  </a:lnTo>
                  <a:lnTo>
                    <a:pt x="6176" y="4810"/>
                  </a:lnTo>
                  <a:lnTo>
                    <a:pt x="6603" y="4483"/>
                  </a:lnTo>
                  <a:lnTo>
                    <a:pt x="5166" y="2576"/>
                  </a:lnTo>
                  <a:close/>
                  <a:moveTo>
                    <a:pt x="22427" y="4056"/>
                  </a:moveTo>
                  <a:lnTo>
                    <a:pt x="20691" y="5692"/>
                  </a:lnTo>
                  <a:lnTo>
                    <a:pt x="21046" y="6091"/>
                  </a:lnTo>
                  <a:lnTo>
                    <a:pt x="22868" y="4525"/>
                  </a:lnTo>
                  <a:lnTo>
                    <a:pt x="22427" y="4056"/>
                  </a:lnTo>
                  <a:close/>
                  <a:moveTo>
                    <a:pt x="2818" y="4838"/>
                  </a:moveTo>
                  <a:lnTo>
                    <a:pt x="2434" y="5365"/>
                  </a:lnTo>
                  <a:lnTo>
                    <a:pt x="4355" y="6760"/>
                  </a:lnTo>
                  <a:lnTo>
                    <a:pt x="4682" y="6333"/>
                  </a:lnTo>
                  <a:lnTo>
                    <a:pt x="2818" y="4838"/>
                  </a:lnTo>
                  <a:close/>
                  <a:moveTo>
                    <a:pt x="24348" y="6674"/>
                  </a:moveTo>
                  <a:lnTo>
                    <a:pt x="22270" y="7841"/>
                  </a:lnTo>
                  <a:lnTo>
                    <a:pt x="22512" y="8311"/>
                  </a:lnTo>
                  <a:lnTo>
                    <a:pt x="24661" y="7258"/>
                  </a:lnTo>
                  <a:lnTo>
                    <a:pt x="24504" y="6959"/>
                  </a:lnTo>
                  <a:lnTo>
                    <a:pt x="24348" y="6674"/>
                  </a:lnTo>
                  <a:close/>
                  <a:moveTo>
                    <a:pt x="1110" y="7628"/>
                  </a:moveTo>
                  <a:lnTo>
                    <a:pt x="854" y="8225"/>
                  </a:lnTo>
                  <a:lnTo>
                    <a:pt x="3074" y="9093"/>
                  </a:lnTo>
                  <a:lnTo>
                    <a:pt x="3287" y="8609"/>
                  </a:lnTo>
                  <a:lnTo>
                    <a:pt x="1110" y="7628"/>
                  </a:lnTo>
                  <a:close/>
                  <a:moveTo>
                    <a:pt x="25557" y="9705"/>
                  </a:moveTo>
                  <a:lnTo>
                    <a:pt x="23252" y="10303"/>
                  </a:lnTo>
                  <a:lnTo>
                    <a:pt x="23380" y="10829"/>
                  </a:lnTo>
                  <a:lnTo>
                    <a:pt x="25714" y="10331"/>
                  </a:lnTo>
                  <a:lnTo>
                    <a:pt x="25557" y="9705"/>
                  </a:lnTo>
                  <a:close/>
                  <a:moveTo>
                    <a:pt x="157" y="10744"/>
                  </a:moveTo>
                  <a:lnTo>
                    <a:pt x="57" y="11384"/>
                  </a:lnTo>
                  <a:lnTo>
                    <a:pt x="2419" y="11683"/>
                  </a:lnTo>
                  <a:lnTo>
                    <a:pt x="2505" y="11142"/>
                  </a:lnTo>
                  <a:lnTo>
                    <a:pt x="157" y="10744"/>
                  </a:lnTo>
                  <a:close/>
                  <a:moveTo>
                    <a:pt x="25557" y="12950"/>
                  </a:moveTo>
                  <a:lnTo>
                    <a:pt x="23593" y="12992"/>
                  </a:lnTo>
                  <a:lnTo>
                    <a:pt x="23579" y="13519"/>
                  </a:lnTo>
                  <a:lnTo>
                    <a:pt x="25970" y="13647"/>
                  </a:lnTo>
                  <a:lnTo>
                    <a:pt x="25984" y="13305"/>
                  </a:lnTo>
                  <a:lnTo>
                    <a:pt x="25984" y="12950"/>
                  </a:lnTo>
                  <a:close/>
                  <a:moveTo>
                    <a:pt x="2377" y="13818"/>
                  </a:moveTo>
                  <a:lnTo>
                    <a:pt x="0" y="13988"/>
                  </a:lnTo>
                  <a:lnTo>
                    <a:pt x="29" y="14316"/>
                  </a:lnTo>
                  <a:lnTo>
                    <a:pt x="71" y="14643"/>
                  </a:lnTo>
                  <a:lnTo>
                    <a:pt x="2434" y="14344"/>
                  </a:lnTo>
                  <a:lnTo>
                    <a:pt x="2377" y="13818"/>
                  </a:lnTo>
                  <a:close/>
                  <a:moveTo>
                    <a:pt x="23266" y="15625"/>
                  </a:moveTo>
                  <a:lnTo>
                    <a:pt x="23124" y="16151"/>
                  </a:lnTo>
                  <a:lnTo>
                    <a:pt x="25401" y="16849"/>
                  </a:lnTo>
                  <a:lnTo>
                    <a:pt x="25571" y="16222"/>
                  </a:lnTo>
                  <a:lnTo>
                    <a:pt x="23266" y="15625"/>
                  </a:lnTo>
                  <a:close/>
                  <a:moveTo>
                    <a:pt x="2917" y="16422"/>
                  </a:moveTo>
                  <a:lnTo>
                    <a:pt x="655" y="17190"/>
                  </a:lnTo>
                  <a:lnTo>
                    <a:pt x="769" y="17489"/>
                  </a:lnTo>
                  <a:lnTo>
                    <a:pt x="883" y="17802"/>
                  </a:lnTo>
                  <a:lnTo>
                    <a:pt x="3102" y="16920"/>
                  </a:lnTo>
                  <a:lnTo>
                    <a:pt x="2917" y="16422"/>
                  </a:lnTo>
                  <a:close/>
                  <a:moveTo>
                    <a:pt x="22284" y="18101"/>
                  </a:moveTo>
                  <a:lnTo>
                    <a:pt x="22014" y="18570"/>
                  </a:lnTo>
                  <a:lnTo>
                    <a:pt x="24049" y="19823"/>
                  </a:lnTo>
                  <a:lnTo>
                    <a:pt x="24220" y="19538"/>
                  </a:lnTo>
                  <a:lnTo>
                    <a:pt x="24376" y="19253"/>
                  </a:lnTo>
                  <a:lnTo>
                    <a:pt x="22284" y="18101"/>
                  </a:lnTo>
                  <a:close/>
                  <a:moveTo>
                    <a:pt x="4084" y="18812"/>
                  </a:moveTo>
                  <a:lnTo>
                    <a:pt x="2092" y="20121"/>
                  </a:lnTo>
                  <a:lnTo>
                    <a:pt x="2462" y="20648"/>
                  </a:lnTo>
                  <a:lnTo>
                    <a:pt x="4383" y="19239"/>
                  </a:lnTo>
                  <a:lnTo>
                    <a:pt x="4084" y="18812"/>
                  </a:lnTo>
                  <a:close/>
                  <a:moveTo>
                    <a:pt x="20719" y="20264"/>
                  </a:moveTo>
                  <a:lnTo>
                    <a:pt x="20349" y="20634"/>
                  </a:lnTo>
                  <a:lnTo>
                    <a:pt x="22000" y="22356"/>
                  </a:lnTo>
                  <a:lnTo>
                    <a:pt x="22455" y="21886"/>
                  </a:lnTo>
                  <a:lnTo>
                    <a:pt x="20719" y="20264"/>
                  </a:lnTo>
                  <a:close/>
                  <a:moveTo>
                    <a:pt x="5806" y="20833"/>
                  </a:moveTo>
                  <a:lnTo>
                    <a:pt x="4198" y="22597"/>
                  </a:lnTo>
                  <a:lnTo>
                    <a:pt x="4696" y="23024"/>
                  </a:lnTo>
                  <a:lnTo>
                    <a:pt x="6204" y="21189"/>
                  </a:lnTo>
                  <a:lnTo>
                    <a:pt x="5806" y="20833"/>
                  </a:lnTo>
                  <a:close/>
                  <a:moveTo>
                    <a:pt x="18670" y="21957"/>
                  </a:moveTo>
                  <a:lnTo>
                    <a:pt x="18215" y="22227"/>
                  </a:lnTo>
                  <a:lnTo>
                    <a:pt x="19396" y="24305"/>
                  </a:lnTo>
                  <a:lnTo>
                    <a:pt x="19951" y="23964"/>
                  </a:lnTo>
                  <a:lnTo>
                    <a:pt x="18670" y="21957"/>
                  </a:lnTo>
                  <a:close/>
                  <a:moveTo>
                    <a:pt x="7983" y="22370"/>
                  </a:moveTo>
                  <a:lnTo>
                    <a:pt x="6859" y="24476"/>
                  </a:lnTo>
                  <a:lnTo>
                    <a:pt x="7442" y="24775"/>
                  </a:lnTo>
                  <a:lnTo>
                    <a:pt x="8453" y="22612"/>
                  </a:lnTo>
                  <a:lnTo>
                    <a:pt x="7983" y="22370"/>
                  </a:lnTo>
                  <a:close/>
                  <a:moveTo>
                    <a:pt x="16265" y="23095"/>
                  </a:moveTo>
                  <a:lnTo>
                    <a:pt x="15753" y="23252"/>
                  </a:lnTo>
                  <a:lnTo>
                    <a:pt x="16379" y="25543"/>
                  </a:lnTo>
                  <a:lnTo>
                    <a:pt x="17005" y="25358"/>
                  </a:lnTo>
                  <a:lnTo>
                    <a:pt x="16265" y="23095"/>
                  </a:lnTo>
                  <a:close/>
                  <a:moveTo>
                    <a:pt x="10473" y="23323"/>
                  </a:moveTo>
                  <a:lnTo>
                    <a:pt x="9904" y="25643"/>
                  </a:lnTo>
                  <a:lnTo>
                    <a:pt x="10545" y="25771"/>
                  </a:lnTo>
                  <a:lnTo>
                    <a:pt x="10986" y="23423"/>
                  </a:lnTo>
                  <a:lnTo>
                    <a:pt x="10473" y="23323"/>
                  </a:lnTo>
                  <a:close/>
                  <a:moveTo>
                    <a:pt x="13647" y="23594"/>
                  </a:moveTo>
                  <a:lnTo>
                    <a:pt x="13120" y="23608"/>
                  </a:lnTo>
                  <a:lnTo>
                    <a:pt x="13149" y="25998"/>
                  </a:lnTo>
                  <a:lnTo>
                    <a:pt x="13803" y="25970"/>
                  </a:lnTo>
                  <a:lnTo>
                    <a:pt x="13647" y="235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1905563" y="3888800"/>
              <a:ext cx="17100" cy="60150"/>
            </a:xfrm>
            <a:custGeom>
              <a:avLst/>
              <a:gdLst/>
              <a:ahLst/>
              <a:cxnLst/>
              <a:rect l="l" t="t" r="r" b="b"/>
              <a:pathLst>
                <a:path w="684" h="2406" fill="none" extrusionOk="0">
                  <a:moveTo>
                    <a:pt x="29" y="2405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527" y="1"/>
                  </a:lnTo>
                  <a:lnTo>
                    <a:pt x="683" y="2377"/>
                  </a:lnTo>
                  <a:lnTo>
                    <a:pt x="683" y="2377"/>
                  </a:lnTo>
                  <a:lnTo>
                    <a:pt x="29" y="240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1825163" y="3882050"/>
              <a:ext cx="27050" cy="61200"/>
            </a:xfrm>
            <a:custGeom>
              <a:avLst/>
              <a:gdLst/>
              <a:ahLst/>
              <a:cxnLst/>
              <a:rect l="l" t="t" r="r" b="b"/>
              <a:pathLst>
                <a:path w="1082" h="2448" fill="none" extrusionOk="0">
                  <a:moveTo>
                    <a:pt x="641" y="2448"/>
                  </a:moveTo>
                  <a:lnTo>
                    <a:pt x="641" y="2448"/>
                  </a:lnTo>
                  <a:lnTo>
                    <a:pt x="0" y="2320"/>
                  </a:lnTo>
                  <a:lnTo>
                    <a:pt x="569" y="0"/>
                  </a:lnTo>
                  <a:lnTo>
                    <a:pt x="569" y="0"/>
                  </a:lnTo>
                  <a:lnTo>
                    <a:pt x="1082" y="100"/>
                  </a:lnTo>
                  <a:lnTo>
                    <a:pt x="641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1971363" y="3876350"/>
              <a:ext cx="31325" cy="61225"/>
            </a:xfrm>
            <a:custGeom>
              <a:avLst/>
              <a:gdLst/>
              <a:ahLst/>
              <a:cxnLst/>
              <a:rect l="l" t="t" r="r" b="b"/>
              <a:pathLst>
                <a:path w="1253" h="2449" fill="none" extrusionOk="0">
                  <a:moveTo>
                    <a:pt x="627" y="2448"/>
                  </a:moveTo>
                  <a:lnTo>
                    <a:pt x="1" y="157"/>
                  </a:lnTo>
                  <a:lnTo>
                    <a:pt x="1" y="157"/>
                  </a:lnTo>
                  <a:lnTo>
                    <a:pt x="513" y="0"/>
                  </a:lnTo>
                  <a:lnTo>
                    <a:pt x="1253" y="2263"/>
                  </a:lnTo>
                  <a:lnTo>
                    <a:pt x="1253" y="2263"/>
                  </a:lnTo>
                  <a:lnTo>
                    <a:pt x="627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1749038" y="3858200"/>
              <a:ext cx="39850" cy="60150"/>
            </a:xfrm>
            <a:custGeom>
              <a:avLst/>
              <a:gdLst/>
              <a:ahLst/>
              <a:cxnLst/>
              <a:rect l="l" t="t" r="r" b="b"/>
              <a:pathLst>
                <a:path w="1594" h="2406" fill="none" extrusionOk="0">
                  <a:moveTo>
                    <a:pt x="583" y="2406"/>
                  </a:moveTo>
                  <a:lnTo>
                    <a:pt x="583" y="2406"/>
                  </a:lnTo>
                  <a:lnTo>
                    <a:pt x="0" y="2107"/>
                  </a:lnTo>
                  <a:lnTo>
                    <a:pt x="1124" y="1"/>
                  </a:lnTo>
                  <a:lnTo>
                    <a:pt x="1124" y="1"/>
                  </a:lnTo>
                  <a:lnTo>
                    <a:pt x="1594" y="243"/>
                  </a:lnTo>
                  <a:lnTo>
                    <a:pt x="583" y="24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2032913" y="3847900"/>
              <a:ext cx="43425" cy="58725"/>
            </a:xfrm>
            <a:custGeom>
              <a:avLst/>
              <a:gdLst/>
              <a:ahLst/>
              <a:cxnLst/>
              <a:rect l="l" t="t" r="r" b="b"/>
              <a:pathLst>
                <a:path w="1737" h="2349" fill="none" extrusionOk="0">
                  <a:moveTo>
                    <a:pt x="1182" y="2348"/>
                  </a:moveTo>
                  <a:lnTo>
                    <a:pt x="1" y="270"/>
                  </a:lnTo>
                  <a:lnTo>
                    <a:pt x="1" y="270"/>
                  </a:lnTo>
                  <a:lnTo>
                    <a:pt x="456" y="0"/>
                  </a:lnTo>
                  <a:lnTo>
                    <a:pt x="1737" y="2007"/>
                  </a:lnTo>
                  <a:lnTo>
                    <a:pt x="1737" y="2007"/>
                  </a:lnTo>
                  <a:lnTo>
                    <a:pt x="1182" y="23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1682513" y="3819775"/>
              <a:ext cx="50175" cy="54825"/>
            </a:xfrm>
            <a:custGeom>
              <a:avLst/>
              <a:gdLst/>
              <a:ahLst/>
              <a:cxnLst/>
              <a:rect l="l" t="t" r="r" b="b"/>
              <a:pathLst>
                <a:path w="2007" h="2193" fill="none" extrusionOk="0">
                  <a:moveTo>
                    <a:pt x="498" y="2192"/>
                  </a:moveTo>
                  <a:lnTo>
                    <a:pt x="498" y="2192"/>
                  </a:lnTo>
                  <a:lnTo>
                    <a:pt x="0" y="176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2006" y="357"/>
                  </a:lnTo>
                  <a:lnTo>
                    <a:pt x="498" y="219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2086288" y="3805550"/>
              <a:ext cx="52675" cy="52325"/>
            </a:xfrm>
            <a:custGeom>
              <a:avLst/>
              <a:gdLst/>
              <a:ahLst/>
              <a:cxnLst/>
              <a:rect l="l" t="t" r="r" b="b"/>
              <a:pathLst>
                <a:path w="2107" h="2093" fill="none" extrusionOk="0">
                  <a:moveTo>
                    <a:pt x="1651" y="2093"/>
                  </a:moveTo>
                  <a:lnTo>
                    <a:pt x="0" y="371"/>
                  </a:lnTo>
                  <a:lnTo>
                    <a:pt x="0" y="371"/>
                  </a:lnTo>
                  <a:lnTo>
                    <a:pt x="370" y="1"/>
                  </a:lnTo>
                  <a:lnTo>
                    <a:pt x="2106" y="1623"/>
                  </a:lnTo>
                  <a:lnTo>
                    <a:pt x="2106" y="1623"/>
                  </a:lnTo>
                  <a:lnTo>
                    <a:pt x="1651" y="209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1629863" y="3769275"/>
              <a:ext cx="57300" cy="45900"/>
            </a:xfrm>
            <a:custGeom>
              <a:avLst/>
              <a:gdLst/>
              <a:ahLst/>
              <a:cxnLst/>
              <a:rect l="l" t="t" r="r" b="b"/>
              <a:pathLst>
                <a:path w="2292" h="1836" fill="none" extrusionOk="0">
                  <a:moveTo>
                    <a:pt x="370" y="1836"/>
                  </a:moveTo>
                  <a:lnTo>
                    <a:pt x="370" y="1836"/>
                  </a:lnTo>
                  <a:lnTo>
                    <a:pt x="0" y="1309"/>
                  </a:lnTo>
                  <a:lnTo>
                    <a:pt x="1992" y="0"/>
                  </a:lnTo>
                  <a:lnTo>
                    <a:pt x="1992" y="0"/>
                  </a:lnTo>
                  <a:lnTo>
                    <a:pt x="2291" y="427"/>
                  </a:lnTo>
                  <a:lnTo>
                    <a:pt x="370" y="18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2127888" y="3751475"/>
              <a:ext cx="59100" cy="43075"/>
            </a:xfrm>
            <a:custGeom>
              <a:avLst/>
              <a:gdLst/>
              <a:ahLst/>
              <a:cxnLst/>
              <a:rect l="l" t="t" r="r" b="b"/>
              <a:pathLst>
                <a:path w="2364" h="1723" fill="none" extrusionOk="0">
                  <a:moveTo>
                    <a:pt x="2036" y="1723"/>
                  </a:moveTo>
                  <a:lnTo>
                    <a:pt x="1" y="470"/>
                  </a:lnTo>
                  <a:lnTo>
                    <a:pt x="1" y="470"/>
                  </a:lnTo>
                  <a:lnTo>
                    <a:pt x="271" y="1"/>
                  </a:lnTo>
                  <a:lnTo>
                    <a:pt x="2363" y="1153"/>
                  </a:lnTo>
                  <a:lnTo>
                    <a:pt x="2363" y="1153"/>
                  </a:lnTo>
                  <a:lnTo>
                    <a:pt x="2207" y="1438"/>
                  </a:lnTo>
                  <a:lnTo>
                    <a:pt x="2036" y="17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1593913" y="3709500"/>
              <a:ext cx="61225" cy="34525"/>
            </a:xfrm>
            <a:custGeom>
              <a:avLst/>
              <a:gdLst/>
              <a:ahLst/>
              <a:cxnLst/>
              <a:rect l="l" t="t" r="r" b="b"/>
              <a:pathLst>
                <a:path w="2449" h="1381" fill="none" extrusionOk="0">
                  <a:moveTo>
                    <a:pt x="229" y="1381"/>
                  </a:moveTo>
                  <a:lnTo>
                    <a:pt x="229" y="1381"/>
                  </a:lnTo>
                  <a:lnTo>
                    <a:pt x="115" y="1068"/>
                  </a:lnTo>
                  <a:lnTo>
                    <a:pt x="1" y="769"/>
                  </a:lnTo>
                  <a:lnTo>
                    <a:pt x="2263" y="1"/>
                  </a:lnTo>
                  <a:lnTo>
                    <a:pt x="2263" y="1"/>
                  </a:lnTo>
                  <a:lnTo>
                    <a:pt x="2448" y="499"/>
                  </a:lnTo>
                  <a:lnTo>
                    <a:pt x="229" y="138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2155638" y="3689575"/>
              <a:ext cx="61225" cy="30625"/>
            </a:xfrm>
            <a:custGeom>
              <a:avLst/>
              <a:gdLst/>
              <a:ahLst/>
              <a:cxnLst/>
              <a:rect l="l" t="t" r="r" b="b"/>
              <a:pathLst>
                <a:path w="2449" h="1225" fill="none" extrusionOk="0">
                  <a:moveTo>
                    <a:pt x="2278" y="1225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143" y="1"/>
                  </a:lnTo>
                  <a:lnTo>
                    <a:pt x="2448" y="598"/>
                  </a:lnTo>
                  <a:lnTo>
                    <a:pt x="2448" y="598"/>
                  </a:lnTo>
                  <a:lnTo>
                    <a:pt x="2278" y="122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1577563" y="3644400"/>
              <a:ext cx="60850" cy="20650"/>
            </a:xfrm>
            <a:custGeom>
              <a:avLst/>
              <a:gdLst/>
              <a:ahLst/>
              <a:cxnLst/>
              <a:rect l="l" t="t" r="r" b="b"/>
              <a:pathLst>
                <a:path w="2434" h="826" fill="none" extrusionOk="0">
                  <a:moveTo>
                    <a:pt x="71" y="826"/>
                  </a:moveTo>
                  <a:lnTo>
                    <a:pt x="71" y="826"/>
                  </a:lnTo>
                  <a:lnTo>
                    <a:pt x="29" y="499"/>
                  </a:lnTo>
                  <a:lnTo>
                    <a:pt x="0" y="171"/>
                  </a:lnTo>
                  <a:lnTo>
                    <a:pt x="2377" y="1"/>
                  </a:lnTo>
                  <a:lnTo>
                    <a:pt x="2377" y="1"/>
                  </a:lnTo>
                  <a:lnTo>
                    <a:pt x="2434" y="527"/>
                  </a:lnTo>
                  <a:lnTo>
                    <a:pt x="71" y="82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2167038" y="3622700"/>
              <a:ext cx="60150" cy="17450"/>
            </a:xfrm>
            <a:custGeom>
              <a:avLst/>
              <a:gdLst/>
              <a:ahLst/>
              <a:cxnLst/>
              <a:rect l="l" t="t" r="r" b="b"/>
              <a:pathLst>
                <a:path w="2406" h="698" fill="none" extrusionOk="0">
                  <a:moveTo>
                    <a:pt x="2391" y="698"/>
                  </a:moveTo>
                  <a:lnTo>
                    <a:pt x="0" y="570"/>
                  </a:lnTo>
                  <a:lnTo>
                    <a:pt x="0" y="570"/>
                  </a:lnTo>
                  <a:lnTo>
                    <a:pt x="14" y="43"/>
                  </a:lnTo>
                  <a:lnTo>
                    <a:pt x="1978" y="1"/>
                  </a:lnTo>
                  <a:lnTo>
                    <a:pt x="2405" y="1"/>
                  </a:lnTo>
                  <a:lnTo>
                    <a:pt x="2405" y="1"/>
                  </a:lnTo>
                  <a:lnTo>
                    <a:pt x="2405" y="356"/>
                  </a:lnTo>
                  <a:lnTo>
                    <a:pt x="2391" y="6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1578988" y="3567550"/>
              <a:ext cx="61200" cy="23525"/>
            </a:xfrm>
            <a:custGeom>
              <a:avLst/>
              <a:gdLst/>
              <a:ahLst/>
              <a:cxnLst/>
              <a:rect l="l" t="t" r="r" b="b"/>
              <a:pathLst>
                <a:path w="2448" h="941" fill="none" extrusionOk="0">
                  <a:moveTo>
                    <a:pt x="2362" y="940"/>
                  </a:moveTo>
                  <a:lnTo>
                    <a:pt x="0" y="641"/>
                  </a:lnTo>
                  <a:lnTo>
                    <a:pt x="0" y="641"/>
                  </a:lnTo>
                  <a:lnTo>
                    <a:pt x="100" y="1"/>
                  </a:lnTo>
                  <a:lnTo>
                    <a:pt x="2448" y="399"/>
                  </a:lnTo>
                  <a:lnTo>
                    <a:pt x="2448" y="399"/>
                  </a:lnTo>
                  <a:lnTo>
                    <a:pt x="2362" y="94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2158838" y="3541600"/>
              <a:ext cx="61575" cy="28125"/>
            </a:xfrm>
            <a:custGeom>
              <a:avLst/>
              <a:gdLst/>
              <a:ahLst/>
              <a:cxnLst/>
              <a:rect l="l" t="t" r="r" b="b"/>
              <a:pathLst>
                <a:path w="2463" h="1125" fill="none" extrusionOk="0">
                  <a:moveTo>
                    <a:pt x="129" y="1124"/>
                  </a:moveTo>
                  <a:lnTo>
                    <a:pt x="129" y="1124"/>
                  </a:lnTo>
                  <a:lnTo>
                    <a:pt x="1" y="598"/>
                  </a:lnTo>
                  <a:lnTo>
                    <a:pt x="2306" y="0"/>
                  </a:lnTo>
                  <a:lnTo>
                    <a:pt x="2306" y="0"/>
                  </a:lnTo>
                  <a:lnTo>
                    <a:pt x="2463" y="626"/>
                  </a:lnTo>
                  <a:lnTo>
                    <a:pt x="129" y="112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2134313" y="3465825"/>
              <a:ext cx="59775" cy="40925"/>
            </a:xfrm>
            <a:custGeom>
              <a:avLst/>
              <a:gdLst/>
              <a:ahLst/>
              <a:cxnLst/>
              <a:rect l="l" t="t" r="r" b="b"/>
              <a:pathLst>
                <a:path w="2391" h="1637" fill="none" extrusionOk="0">
                  <a:moveTo>
                    <a:pt x="242" y="1637"/>
                  </a:moveTo>
                  <a:lnTo>
                    <a:pt x="242" y="1637"/>
                  </a:lnTo>
                  <a:lnTo>
                    <a:pt x="0" y="1167"/>
                  </a:lnTo>
                  <a:lnTo>
                    <a:pt x="2078" y="0"/>
                  </a:lnTo>
                  <a:lnTo>
                    <a:pt x="2078" y="0"/>
                  </a:lnTo>
                  <a:lnTo>
                    <a:pt x="2234" y="285"/>
                  </a:lnTo>
                  <a:lnTo>
                    <a:pt x="2391" y="584"/>
                  </a:lnTo>
                  <a:lnTo>
                    <a:pt x="242" y="16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2094813" y="3400350"/>
              <a:ext cx="54450" cy="50900"/>
            </a:xfrm>
            <a:custGeom>
              <a:avLst/>
              <a:gdLst/>
              <a:ahLst/>
              <a:cxnLst/>
              <a:rect l="l" t="t" r="r" b="b"/>
              <a:pathLst>
                <a:path w="2178" h="2036" fill="none" extrusionOk="0">
                  <a:moveTo>
                    <a:pt x="356" y="2036"/>
                  </a:moveTo>
                  <a:lnTo>
                    <a:pt x="356" y="2036"/>
                  </a:lnTo>
                  <a:lnTo>
                    <a:pt x="1" y="1637"/>
                  </a:lnTo>
                  <a:lnTo>
                    <a:pt x="1737" y="1"/>
                  </a:lnTo>
                  <a:lnTo>
                    <a:pt x="1737" y="1"/>
                  </a:lnTo>
                  <a:lnTo>
                    <a:pt x="2178" y="470"/>
                  </a:lnTo>
                  <a:lnTo>
                    <a:pt x="356" y="20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8"/>
            <p:cNvSpPr/>
            <p:nvPr/>
          </p:nvSpPr>
          <p:spPr>
            <a:xfrm>
              <a:off x="2043588" y="3348425"/>
              <a:ext cx="45200" cy="58000"/>
            </a:xfrm>
            <a:custGeom>
              <a:avLst/>
              <a:gdLst/>
              <a:ahLst/>
              <a:cxnLst/>
              <a:rect l="l" t="t" r="r" b="b"/>
              <a:pathLst>
                <a:path w="1808" h="2320" fill="none" extrusionOk="0">
                  <a:moveTo>
                    <a:pt x="442" y="2320"/>
                  </a:moveTo>
                  <a:lnTo>
                    <a:pt x="442" y="2320"/>
                  </a:lnTo>
                  <a:lnTo>
                    <a:pt x="0" y="2021"/>
                  </a:lnTo>
                  <a:lnTo>
                    <a:pt x="1267" y="0"/>
                  </a:lnTo>
                  <a:lnTo>
                    <a:pt x="1267" y="0"/>
                  </a:lnTo>
                  <a:lnTo>
                    <a:pt x="1808" y="356"/>
                  </a:lnTo>
                  <a:lnTo>
                    <a:pt x="442" y="23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1983113" y="3313900"/>
              <a:ext cx="33825" cy="61225"/>
            </a:xfrm>
            <a:custGeom>
              <a:avLst/>
              <a:gdLst/>
              <a:ahLst/>
              <a:cxnLst/>
              <a:rect l="l" t="t" r="r" b="b"/>
              <a:pathLst>
                <a:path w="1353" h="2449" fill="none" extrusionOk="0">
                  <a:moveTo>
                    <a:pt x="513" y="2449"/>
                  </a:moveTo>
                  <a:lnTo>
                    <a:pt x="513" y="2449"/>
                  </a:lnTo>
                  <a:lnTo>
                    <a:pt x="0" y="2278"/>
                  </a:lnTo>
                  <a:lnTo>
                    <a:pt x="726" y="1"/>
                  </a:lnTo>
                  <a:lnTo>
                    <a:pt x="726" y="1"/>
                  </a:lnTo>
                  <a:lnTo>
                    <a:pt x="1352" y="214"/>
                  </a:lnTo>
                  <a:lnTo>
                    <a:pt x="513" y="244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1917663" y="3298975"/>
              <a:ext cx="19925" cy="60500"/>
            </a:xfrm>
            <a:custGeom>
              <a:avLst/>
              <a:gdLst/>
              <a:ahLst/>
              <a:cxnLst/>
              <a:rect l="l" t="t" r="r" b="b"/>
              <a:pathLst>
                <a:path w="797" h="2420" fill="none" extrusionOk="0">
                  <a:moveTo>
                    <a:pt x="541" y="2419"/>
                  </a:moveTo>
                  <a:lnTo>
                    <a:pt x="541" y="2419"/>
                  </a:lnTo>
                  <a:lnTo>
                    <a:pt x="0" y="237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797" y="57"/>
                  </a:lnTo>
                  <a:lnTo>
                    <a:pt x="541" y="2419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851113" y="2915825"/>
              <a:ext cx="557500" cy="412350"/>
            </a:xfrm>
            <a:custGeom>
              <a:avLst/>
              <a:gdLst/>
              <a:ahLst/>
              <a:cxnLst/>
              <a:rect l="l" t="t" r="r" b="b"/>
              <a:pathLst>
                <a:path w="22300" h="16494" extrusionOk="0">
                  <a:moveTo>
                    <a:pt x="1" y="1"/>
                  </a:moveTo>
                  <a:lnTo>
                    <a:pt x="1" y="16493"/>
                  </a:lnTo>
                  <a:lnTo>
                    <a:pt x="3573" y="16493"/>
                  </a:lnTo>
                  <a:lnTo>
                    <a:pt x="3573" y="3587"/>
                  </a:lnTo>
                  <a:lnTo>
                    <a:pt x="22299" y="3587"/>
                  </a:lnTo>
                  <a:lnTo>
                    <a:pt x="222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851113" y="3935050"/>
              <a:ext cx="557500" cy="412325"/>
            </a:xfrm>
            <a:custGeom>
              <a:avLst/>
              <a:gdLst/>
              <a:ahLst/>
              <a:cxnLst/>
              <a:rect l="l" t="t" r="r" b="b"/>
              <a:pathLst>
                <a:path w="22300" h="16493" extrusionOk="0">
                  <a:moveTo>
                    <a:pt x="1" y="0"/>
                  </a:moveTo>
                  <a:lnTo>
                    <a:pt x="1" y="16493"/>
                  </a:lnTo>
                  <a:lnTo>
                    <a:pt x="22299" y="16493"/>
                  </a:lnTo>
                  <a:lnTo>
                    <a:pt x="22299" y="12907"/>
                  </a:lnTo>
                  <a:lnTo>
                    <a:pt x="3573" y="12907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2427438" y="2915825"/>
              <a:ext cx="557125" cy="412350"/>
            </a:xfrm>
            <a:custGeom>
              <a:avLst/>
              <a:gdLst/>
              <a:ahLst/>
              <a:cxnLst/>
              <a:rect l="l" t="t" r="r" b="b"/>
              <a:pathLst>
                <a:path w="22285" h="16494" extrusionOk="0">
                  <a:moveTo>
                    <a:pt x="0" y="1"/>
                  </a:moveTo>
                  <a:lnTo>
                    <a:pt x="0" y="3587"/>
                  </a:lnTo>
                  <a:lnTo>
                    <a:pt x="18713" y="3587"/>
                  </a:lnTo>
                  <a:lnTo>
                    <a:pt x="18713" y="16493"/>
                  </a:lnTo>
                  <a:lnTo>
                    <a:pt x="22284" y="16493"/>
                  </a:lnTo>
                  <a:lnTo>
                    <a:pt x="222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2427438" y="3935050"/>
              <a:ext cx="557125" cy="412325"/>
            </a:xfrm>
            <a:custGeom>
              <a:avLst/>
              <a:gdLst/>
              <a:ahLst/>
              <a:cxnLst/>
              <a:rect l="l" t="t" r="r" b="b"/>
              <a:pathLst>
                <a:path w="22285" h="16493" extrusionOk="0">
                  <a:moveTo>
                    <a:pt x="18713" y="0"/>
                  </a:moveTo>
                  <a:lnTo>
                    <a:pt x="18713" y="12907"/>
                  </a:lnTo>
                  <a:lnTo>
                    <a:pt x="0" y="12907"/>
                  </a:lnTo>
                  <a:lnTo>
                    <a:pt x="0" y="16493"/>
                  </a:lnTo>
                  <a:lnTo>
                    <a:pt x="22284" y="16493"/>
                  </a:lnTo>
                  <a:lnTo>
                    <a:pt x="222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extrusionOk="0">
                  <a:moveTo>
                    <a:pt x="10986" y="1836"/>
                  </a:moveTo>
                  <a:lnTo>
                    <a:pt x="11314" y="4198"/>
                  </a:lnTo>
                  <a:lnTo>
                    <a:pt x="10787" y="4283"/>
                  </a:lnTo>
                  <a:lnTo>
                    <a:pt x="10346" y="1950"/>
                  </a:lnTo>
                  <a:lnTo>
                    <a:pt x="10659" y="1893"/>
                  </a:lnTo>
                  <a:lnTo>
                    <a:pt x="10986" y="1836"/>
                  </a:lnTo>
                  <a:close/>
                  <a:moveTo>
                    <a:pt x="7841" y="2704"/>
                  </a:moveTo>
                  <a:lnTo>
                    <a:pt x="8752" y="4895"/>
                  </a:lnTo>
                  <a:lnTo>
                    <a:pt x="8268" y="5123"/>
                  </a:lnTo>
                  <a:lnTo>
                    <a:pt x="7244" y="2960"/>
                  </a:lnTo>
                  <a:lnTo>
                    <a:pt x="7841" y="2704"/>
                  </a:lnTo>
                  <a:close/>
                  <a:moveTo>
                    <a:pt x="5010" y="4312"/>
                  </a:moveTo>
                  <a:lnTo>
                    <a:pt x="6447" y="6219"/>
                  </a:lnTo>
                  <a:lnTo>
                    <a:pt x="6020" y="6546"/>
                  </a:lnTo>
                  <a:lnTo>
                    <a:pt x="4497" y="4725"/>
                  </a:lnTo>
                  <a:lnTo>
                    <a:pt x="4754" y="4511"/>
                  </a:lnTo>
                  <a:lnTo>
                    <a:pt x="5010" y="4312"/>
                  </a:lnTo>
                  <a:close/>
                  <a:moveTo>
                    <a:pt x="2662" y="6574"/>
                  </a:moveTo>
                  <a:lnTo>
                    <a:pt x="4526" y="8069"/>
                  </a:lnTo>
                  <a:lnTo>
                    <a:pt x="4199" y="8496"/>
                  </a:lnTo>
                  <a:lnTo>
                    <a:pt x="2278" y="7101"/>
                  </a:lnTo>
                  <a:lnTo>
                    <a:pt x="2662" y="6574"/>
                  </a:lnTo>
                  <a:close/>
                  <a:moveTo>
                    <a:pt x="954" y="9364"/>
                  </a:moveTo>
                  <a:lnTo>
                    <a:pt x="3131" y="10345"/>
                  </a:lnTo>
                  <a:lnTo>
                    <a:pt x="2918" y="10829"/>
                  </a:lnTo>
                  <a:lnTo>
                    <a:pt x="698" y="9961"/>
                  </a:lnTo>
                  <a:lnTo>
                    <a:pt x="954" y="9364"/>
                  </a:lnTo>
                  <a:close/>
                  <a:moveTo>
                    <a:pt x="7386" y="0"/>
                  </a:move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close/>
                </a:path>
              </a:pathLst>
            </a:custGeom>
            <a:solidFill>
              <a:srgbClr val="453E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220" y="1466"/>
                  </a:moveTo>
                  <a:lnTo>
                    <a:pt x="0" y="598"/>
                  </a:lnTo>
                  <a:lnTo>
                    <a:pt x="0" y="598"/>
                  </a:lnTo>
                  <a:lnTo>
                    <a:pt x="256" y="1"/>
                  </a:lnTo>
                  <a:lnTo>
                    <a:pt x="2433" y="982"/>
                  </a:lnTo>
                  <a:lnTo>
                    <a:pt x="2433" y="982"/>
                  </a:lnTo>
                  <a:lnTo>
                    <a:pt x="2220" y="146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1922" y="1922"/>
                  </a:moveTo>
                  <a:lnTo>
                    <a:pt x="1" y="527"/>
                  </a:lnTo>
                  <a:lnTo>
                    <a:pt x="1" y="527"/>
                  </a:lnTo>
                  <a:lnTo>
                    <a:pt x="385" y="0"/>
                  </a:lnTo>
                  <a:lnTo>
                    <a:pt x="2249" y="1495"/>
                  </a:lnTo>
                  <a:lnTo>
                    <a:pt x="2249" y="1495"/>
                  </a:lnTo>
                  <a:lnTo>
                    <a:pt x="1922" y="19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1523" y="2235"/>
                  </a:moveTo>
                  <a:lnTo>
                    <a:pt x="0" y="414"/>
                  </a:lnTo>
                  <a:lnTo>
                    <a:pt x="0" y="414"/>
                  </a:lnTo>
                  <a:lnTo>
                    <a:pt x="257" y="200"/>
                  </a:lnTo>
                  <a:lnTo>
                    <a:pt x="513" y="1"/>
                  </a:lnTo>
                  <a:lnTo>
                    <a:pt x="1950" y="1908"/>
                  </a:lnTo>
                  <a:lnTo>
                    <a:pt x="1950" y="1908"/>
                  </a:lnTo>
                  <a:lnTo>
                    <a:pt x="1523" y="223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1025" y="2420"/>
                  </a:moveTo>
                  <a:lnTo>
                    <a:pt x="1" y="257"/>
                  </a:lnTo>
                  <a:lnTo>
                    <a:pt x="1" y="257"/>
                  </a:lnTo>
                  <a:lnTo>
                    <a:pt x="598" y="1"/>
                  </a:lnTo>
                  <a:lnTo>
                    <a:pt x="1509" y="2192"/>
                  </a:lnTo>
                  <a:lnTo>
                    <a:pt x="1509" y="2192"/>
                  </a:lnTo>
                  <a:lnTo>
                    <a:pt x="1025" y="242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442" y="2448"/>
                  </a:moveTo>
                  <a:lnTo>
                    <a:pt x="1" y="115"/>
                  </a:lnTo>
                  <a:lnTo>
                    <a:pt x="1" y="115"/>
                  </a:lnTo>
                  <a:lnTo>
                    <a:pt x="314" y="58"/>
                  </a:lnTo>
                  <a:lnTo>
                    <a:pt x="641" y="1"/>
                  </a:lnTo>
                  <a:lnTo>
                    <a:pt x="969" y="2363"/>
                  </a:lnTo>
                  <a:lnTo>
                    <a:pt x="969" y="2363"/>
                  </a:lnTo>
                  <a:lnTo>
                    <a:pt x="442" y="244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1581463" y="3255575"/>
              <a:ext cx="389575" cy="389575"/>
            </a:xfrm>
            <a:custGeom>
              <a:avLst/>
              <a:gdLst/>
              <a:ahLst/>
              <a:cxnLst/>
              <a:rect l="l" t="t" r="r" b="b"/>
              <a:pathLst>
                <a:path w="15583" h="15583" fill="none" extrusionOk="0">
                  <a:moveTo>
                    <a:pt x="7785" y="0"/>
                  </a:moveTo>
                  <a:lnTo>
                    <a:pt x="7785" y="0"/>
                  </a:lnTo>
                  <a:lnTo>
                    <a:pt x="7386" y="0"/>
                  </a:lnTo>
                  <a:lnTo>
                    <a:pt x="7002" y="29"/>
                  </a:lnTo>
                  <a:lnTo>
                    <a:pt x="6603" y="86"/>
                  </a:lnTo>
                  <a:lnTo>
                    <a:pt x="6219" y="157"/>
                  </a:lnTo>
                  <a:lnTo>
                    <a:pt x="5849" y="242"/>
                  </a:lnTo>
                  <a:lnTo>
                    <a:pt x="5479" y="342"/>
                  </a:lnTo>
                  <a:lnTo>
                    <a:pt x="5109" y="470"/>
                  </a:lnTo>
                  <a:lnTo>
                    <a:pt x="4754" y="612"/>
                  </a:lnTo>
                  <a:lnTo>
                    <a:pt x="4412" y="769"/>
                  </a:lnTo>
                  <a:lnTo>
                    <a:pt x="4085" y="939"/>
                  </a:lnTo>
                  <a:lnTo>
                    <a:pt x="3757" y="1124"/>
                  </a:lnTo>
                  <a:lnTo>
                    <a:pt x="3430" y="1324"/>
                  </a:lnTo>
                  <a:lnTo>
                    <a:pt x="3131" y="1537"/>
                  </a:lnTo>
                  <a:lnTo>
                    <a:pt x="2833" y="1779"/>
                  </a:lnTo>
                  <a:lnTo>
                    <a:pt x="2548" y="2021"/>
                  </a:lnTo>
                  <a:lnTo>
                    <a:pt x="2278" y="2277"/>
                  </a:lnTo>
                  <a:lnTo>
                    <a:pt x="2021" y="2547"/>
                  </a:lnTo>
                  <a:lnTo>
                    <a:pt x="1780" y="2832"/>
                  </a:lnTo>
                  <a:lnTo>
                    <a:pt x="1552" y="3131"/>
                  </a:lnTo>
                  <a:lnTo>
                    <a:pt x="1324" y="3430"/>
                  </a:lnTo>
                  <a:lnTo>
                    <a:pt x="1125" y="3743"/>
                  </a:lnTo>
                  <a:lnTo>
                    <a:pt x="940" y="4070"/>
                  </a:lnTo>
                  <a:lnTo>
                    <a:pt x="769" y="4412"/>
                  </a:lnTo>
                  <a:lnTo>
                    <a:pt x="613" y="4753"/>
                  </a:lnTo>
                  <a:lnTo>
                    <a:pt x="470" y="5109"/>
                  </a:lnTo>
                  <a:lnTo>
                    <a:pt x="357" y="5465"/>
                  </a:lnTo>
                  <a:lnTo>
                    <a:pt x="243" y="5835"/>
                  </a:lnTo>
                  <a:lnTo>
                    <a:pt x="157" y="6219"/>
                  </a:lnTo>
                  <a:lnTo>
                    <a:pt x="86" y="6603"/>
                  </a:lnTo>
                  <a:lnTo>
                    <a:pt x="43" y="6987"/>
                  </a:lnTo>
                  <a:lnTo>
                    <a:pt x="15" y="7386"/>
                  </a:lnTo>
                  <a:lnTo>
                    <a:pt x="1" y="7784"/>
                  </a:lnTo>
                  <a:lnTo>
                    <a:pt x="1" y="7784"/>
                  </a:lnTo>
                  <a:lnTo>
                    <a:pt x="15" y="8140"/>
                  </a:lnTo>
                  <a:lnTo>
                    <a:pt x="29" y="8496"/>
                  </a:lnTo>
                  <a:lnTo>
                    <a:pt x="72" y="8837"/>
                  </a:lnTo>
                  <a:lnTo>
                    <a:pt x="129" y="9179"/>
                  </a:lnTo>
                  <a:lnTo>
                    <a:pt x="200" y="9520"/>
                  </a:lnTo>
                  <a:lnTo>
                    <a:pt x="271" y="9847"/>
                  </a:lnTo>
                  <a:lnTo>
                    <a:pt x="371" y="10175"/>
                  </a:lnTo>
                  <a:lnTo>
                    <a:pt x="485" y="10502"/>
                  </a:lnTo>
                  <a:lnTo>
                    <a:pt x="613" y="10815"/>
                  </a:lnTo>
                  <a:lnTo>
                    <a:pt x="741" y="11114"/>
                  </a:lnTo>
                  <a:lnTo>
                    <a:pt x="897" y="11413"/>
                  </a:lnTo>
                  <a:lnTo>
                    <a:pt x="1054" y="11712"/>
                  </a:lnTo>
                  <a:lnTo>
                    <a:pt x="1225" y="11996"/>
                  </a:lnTo>
                  <a:lnTo>
                    <a:pt x="1410" y="12266"/>
                  </a:lnTo>
                  <a:lnTo>
                    <a:pt x="1609" y="12537"/>
                  </a:lnTo>
                  <a:lnTo>
                    <a:pt x="1822" y="12793"/>
                  </a:lnTo>
                  <a:lnTo>
                    <a:pt x="2349" y="12878"/>
                  </a:lnTo>
                  <a:lnTo>
                    <a:pt x="2349" y="12878"/>
                  </a:lnTo>
                  <a:lnTo>
                    <a:pt x="2292" y="13305"/>
                  </a:lnTo>
                  <a:lnTo>
                    <a:pt x="2292" y="13305"/>
                  </a:lnTo>
                  <a:lnTo>
                    <a:pt x="2562" y="13561"/>
                  </a:lnTo>
                  <a:lnTo>
                    <a:pt x="2833" y="13803"/>
                  </a:lnTo>
                  <a:lnTo>
                    <a:pt x="3131" y="14031"/>
                  </a:lnTo>
                  <a:lnTo>
                    <a:pt x="3444" y="14244"/>
                  </a:lnTo>
                  <a:lnTo>
                    <a:pt x="3757" y="14458"/>
                  </a:lnTo>
                  <a:lnTo>
                    <a:pt x="4085" y="14643"/>
                  </a:lnTo>
                  <a:lnTo>
                    <a:pt x="4412" y="14814"/>
                  </a:lnTo>
                  <a:lnTo>
                    <a:pt x="4768" y="14970"/>
                  </a:lnTo>
                  <a:lnTo>
                    <a:pt x="5109" y="15112"/>
                  </a:lnTo>
                  <a:lnTo>
                    <a:pt x="5479" y="15226"/>
                  </a:lnTo>
                  <a:lnTo>
                    <a:pt x="5849" y="15326"/>
                  </a:lnTo>
                  <a:lnTo>
                    <a:pt x="6219" y="15426"/>
                  </a:lnTo>
                  <a:lnTo>
                    <a:pt x="6603" y="15482"/>
                  </a:lnTo>
                  <a:lnTo>
                    <a:pt x="7002" y="15539"/>
                  </a:lnTo>
                  <a:lnTo>
                    <a:pt x="7386" y="15568"/>
                  </a:lnTo>
                  <a:lnTo>
                    <a:pt x="7785" y="15582"/>
                  </a:lnTo>
                  <a:lnTo>
                    <a:pt x="7785" y="15582"/>
                  </a:lnTo>
                  <a:lnTo>
                    <a:pt x="8268" y="15568"/>
                  </a:lnTo>
                  <a:lnTo>
                    <a:pt x="8724" y="15525"/>
                  </a:lnTo>
                  <a:lnTo>
                    <a:pt x="8724" y="15525"/>
                  </a:lnTo>
                  <a:lnTo>
                    <a:pt x="8667" y="15255"/>
                  </a:lnTo>
                  <a:lnTo>
                    <a:pt x="8624" y="14984"/>
                  </a:lnTo>
                  <a:lnTo>
                    <a:pt x="8610" y="14714"/>
                  </a:lnTo>
                  <a:lnTo>
                    <a:pt x="8596" y="14444"/>
                  </a:lnTo>
                  <a:lnTo>
                    <a:pt x="8596" y="14444"/>
                  </a:lnTo>
                  <a:lnTo>
                    <a:pt x="8610" y="14202"/>
                  </a:lnTo>
                  <a:lnTo>
                    <a:pt x="8624" y="13974"/>
                  </a:lnTo>
                  <a:lnTo>
                    <a:pt x="8653" y="13732"/>
                  </a:lnTo>
                  <a:lnTo>
                    <a:pt x="8695" y="13504"/>
                  </a:lnTo>
                  <a:lnTo>
                    <a:pt x="8738" y="13291"/>
                  </a:lnTo>
                  <a:lnTo>
                    <a:pt x="8809" y="13063"/>
                  </a:lnTo>
                  <a:lnTo>
                    <a:pt x="8880" y="12850"/>
                  </a:lnTo>
                  <a:lnTo>
                    <a:pt x="8966" y="12651"/>
                  </a:lnTo>
                  <a:lnTo>
                    <a:pt x="9051" y="12437"/>
                  </a:lnTo>
                  <a:lnTo>
                    <a:pt x="9151" y="12238"/>
                  </a:lnTo>
                  <a:lnTo>
                    <a:pt x="9264" y="12053"/>
                  </a:lnTo>
                  <a:lnTo>
                    <a:pt x="9378" y="11868"/>
                  </a:lnTo>
                  <a:lnTo>
                    <a:pt x="9521" y="11683"/>
                  </a:lnTo>
                  <a:lnTo>
                    <a:pt x="9649" y="11512"/>
                  </a:lnTo>
                  <a:lnTo>
                    <a:pt x="9791" y="11342"/>
                  </a:lnTo>
                  <a:lnTo>
                    <a:pt x="9947" y="11185"/>
                  </a:lnTo>
                  <a:lnTo>
                    <a:pt x="10104" y="11028"/>
                  </a:lnTo>
                  <a:lnTo>
                    <a:pt x="10275" y="10886"/>
                  </a:lnTo>
                  <a:lnTo>
                    <a:pt x="10446" y="10744"/>
                  </a:lnTo>
                  <a:lnTo>
                    <a:pt x="10631" y="10616"/>
                  </a:lnTo>
                  <a:lnTo>
                    <a:pt x="10816" y="10502"/>
                  </a:lnTo>
                  <a:lnTo>
                    <a:pt x="11015" y="10388"/>
                  </a:lnTo>
                  <a:lnTo>
                    <a:pt x="11214" y="10289"/>
                  </a:lnTo>
                  <a:lnTo>
                    <a:pt x="11413" y="10189"/>
                  </a:lnTo>
                  <a:lnTo>
                    <a:pt x="11627" y="10104"/>
                  </a:lnTo>
                  <a:lnTo>
                    <a:pt x="11840" y="10032"/>
                  </a:lnTo>
                  <a:lnTo>
                    <a:pt x="12054" y="9975"/>
                  </a:lnTo>
                  <a:lnTo>
                    <a:pt x="12281" y="9919"/>
                  </a:lnTo>
                  <a:lnTo>
                    <a:pt x="12509" y="9876"/>
                  </a:lnTo>
                  <a:lnTo>
                    <a:pt x="12737" y="9847"/>
                  </a:lnTo>
                  <a:lnTo>
                    <a:pt x="12978" y="9833"/>
                  </a:lnTo>
                  <a:lnTo>
                    <a:pt x="13206" y="9833"/>
                  </a:lnTo>
                  <a:lnTo>
                    <a:pt x="13206" y="9833"/>
                  </a:lnTo>
                  <a:lnTo>
                    <a:pt x="13477" y="9833"/>
                  </a:lnTo>
                  <a:lnTo>
                    <a:pt x="13733" y="9862"/>
                  </a:lnTo>
                  <a:lnTo>
                    <a:pt x="13989" y="9890"/>
                  </a:lnTo>
                  <a:lnTo>
                    <a:pt x="14231" y="9947"/>
                  </a:lnTo>
                  <a:lnTo>
                    <a:pt x="14487" y="10004"/>
                  </a:lnTo>
                  <a:lnTo>
                    <a:pt x="14715" y="10075"/>
                  </a:lnTo>
                  <a:lnTo>
                    <a:pt x="14956" y="10160"/>
                  </a:lnTo>
                  <a:lnTo>
                    <a:pt x="15184" y="10260"/>
                  </a:lnTo>
                  <a:lnTo>
                    <a:pt x="15184" y="10260"/>
                  </a:lnTo>
                  <a:lnTo>
                    <a:pt x="15269" y="9975"/>
                  </a:lnTo>
                  <a:lnTo>
                    <a:pt x="15355" y="9677"/>
                  </a:lnTo>
                  <a:lnTo>
                    <a:pt x="15426" y="9364"/>
                  </a:lnTo>
                  <a:lnTo>
                    <a:pt x="15483" y="9065"/>
                  </a:lnTo>
                  <a:lnTo>
                    <a:pt x="15526" y="8752"/>
                  </a:lnTo>
                  <a:lnTo>
                    <a:pt x="15554" y="8424"/>
                  </a:lnTo>
                  <a:lnTo>
                    <a:pt x="15583" y="8111"/>
                  </a:lnTo>
                  <a:lnTo>
                    <a:pt x="15583" y="7784"/>
                  </a:lnTo>
                  <a:lnTo>
                    <a:pt x="15583" y="7784"/>
                  </a:lnTo>
                  <a:lnTo>
                    <a:pt x="15583" y="7471"/>
                  </a:lnTo>
                  <a:lnTo>
                    <a:pt x="15554" y="7144"/>
                  </a:lnTo>
                  <a:lnTo>
                    <a:pt x="15526" y="6831"/>
                  </a:lnTo>
                  <a:lnTo>
                    <a:pt x="15483" y="6532"/>
                  </a:lnTo>
                  <a:lnTo>
                    <a:pt x="15426" y="6219"/>
                  </a:lnTo>
                  <a:lnTo>
                    <a:pt x="15355" y="5920"/>
                  </a:lnTo>
                  <a:lnTo>
                    <a:pt x="15284" y="5621"/>
                  </a:lnTo>
                  <a:lnTo>
                    <a:pt x="15184" y="5336"/>
                  </a:lnTo>
                  <a:lnTo>
                    <a:pt x="15084" y="5038"/>
                  </a:lnTo>
                  <a:lnTo>
                    <a:pt x="14971" y="4767"/>
                  </a:lnTo>
                  <a:lnTo>
                    <a:pt x="14857" y="4483"/>
                  </a:lnTo>
                  <a:lnTo>
                    <a:pt x="14715" y="4212"/>
                  </a:lnTo>
                  <a:lnTo>
                    <a:pt x="14572" y="3956"/>
                  </a:lnTo>
                  <a:lnTo>
                    <a:pt x="14430" y="3700"/>
                  </a:lnTo>
                  <a:lnTo>
                    <a:pt x="14259" y="3444"/>
                  </a:lnTo>
                  <a:lnTo>
                    <a:pt x="14088" y="3202"/>
                  </a:lnTo>
                  <a:lnTo>
                    <a:pt x="13989" y="4155"/>
                  </a:lnTo>
                  <a:lnTo>
                    <a:pt x="13989" y="4155"/>
                  </a:lnTo>
                  <a:lnTo>
                    <a:pt x="13448" y="4113"/>
                  </a:lnTo>
                  <a:lnTo>
                    <a:pt x="13548" y="2533"/>
                  </a:lnTo>
                  <a:lnTo>
                    <a:pt x="13548" y="2533"/>
                  </a:lnTo>
                  <a:lnTo>
                    <a:pt x="13277" y="2249"/>
                  </a:lnTo>
                  <a:lnTo>
                    <a:pt x="12978" y="1978"/>
                  </a:lnTo>
                  <a:lnTo>
                    <a:pt x="12680" y="1722"/>
                  </a:lnTo>
                  <a:lnTo>
                    <a:pt x="12367" y="1480"/>
                  </a:lnTo>
                  <a:lnTo>
                    <a:pt x="12039" y="1252"/>
                  </a:lnTo>
                  <a:lnTo>
                    <a:pt x="11698" y="1039"/>
                  </a:lnTo>
                  <a:lnTo>
                    <a:pt x="11342" y="854"/>
                  </a:lnTo>
                  <a:lnTo>
                    <a:pt x="10986" y="683"/>
                  </a:lnTo>
                  <a:lnTo>
                    <a:pt x="10616" y="527"/>
                  </a:lnTo>
                  <a:lnTo>
                    <a:pt x="10232" y="384"/>
                  </a:lnTo>
                  <a:lnTo>
                    <a:pt x="9848" y="271"/>
                  </a:lnTo>
                  <a:lnTo>
                    <a:pt x="9449" y="171"/>
                  </a:lnTo>
                  <a:lnTo>
                    <a:pt x="9051" y="100"/>
                  </a:lnTo>
                  <a:lnTo>
                    <a:pt x="8638" y="43"/>
                  </a:lnTo>
                  <a:lnTo>
                    <a:pt x="8211" y="0"/>
                  </a:lnTo>
                  <a:lnTo>
                    <a:pt x="77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1598913" y="3301450"/>
              <a:ext cx="334775" cy="286775"/>
            </a:xfrm>
            <a:custGeom>
              <a:avLst/>
              <a:gdLst/>
              <a:ahLst/>
              <a:cxnLst/>
              <a:rect l="l" t="t" r="r" b="b"/>
              <a:pathLst>
                <a:path w="13391" h="11471" extrusionOk="0">
                  <a:moveTo>
                    <a:pt x="12850" y="698"/>
                  </a:moveTo>
                  <a:lnTo>
                    <a:pt x="12750" y="2278"/>
                  </a:lnTo>
                  <a:lnTo>
                    <a:pt x="13291" y="2320"/>
                  </a:lnTo>
                  <a:lnTo>
                    <a:pt x="13390" y="1367"/>
                  </a:lnTo>
                  <a:lnTo>
                    <a:pt x="13134" y="1025"/>
                  </a:lnTo>
                  <a:lnTo>
                    <a:pt x="12850" y="698"/>
                  </a:lnTo>
                  <a:close/>
                  <a:moveTo>
                    <a:pt x="10288" y="1"/>
                  </a:moveTo>
                  <a:lnTo>
                    <a:pt x="9961" y="58"/>
                  </a:lnTo>
                  <a:lnTo>
                    <a:pt x="9648" y="115"/>
                  </a:lnTo>
                  <a:lnTo>
                    <a:pt x="10089" y="2448"/>
                  </a:lnTo>
                  <a:lnTo>
                    <a:pt x="10616" y="2363"/>
                  </a:lnTo>
                  <a:lnTo>
                    <a:pt x="10288" y="1"/>
                  </a:lnTo>
                  <a:close/>
                  <a:moveTo>
                    <a:pt x="7143" y="869"/>
                  </a:moveTo>
                  <a:lnTo>
                    <a:pt x="6546" y="1125"/>
                  </a:lnTo>
                  <a:lnTo>
                    <a:pt x="7570" y="3288"/>
                  </a:lnTo>
                  <a:lnTo>
                    <a:pt x="8054" y="3060"/>
                  </a:lnTo>
                  <a:lnTo>
                    <a:pt x="7143" y="869"/>
                  </a:lnTo>
                  <a:close/>
                  <a:moveTo>
                    <a:pt x="4312" y="2477"/>
                  </a:moveTo>
                  <a:lnTo>
                    <a:pt x="4056" y="2676"/>
                  </a:lnTo>
                  <a:lnTo>
                    <a:pt x="3799" y="2890"/>
                  </a:lnTo>
                  <a:lnTo>
                    <a:pt x="5322" y="4711"/>
                  </a:lnTo>
                  <a:lnTo>
                    <a:pt x="5749" y="4384"/>
                  </a:lnTo>
                  <a:lnTo>
                    <a:pt x="4312" y="2477"/>
                  </a:lnTo>
                  <a:close/>
                  <a:moveTo>
                    <a:pt x="1964" y="4739"/>
                  </a:moveTo>
                  <a:lnTo>
                    <a:pt x="1580" y="5266"/>
                  </a:lnTo>
                  <a:lnTo>
                    <a:pt x="3501" y="6661"/>
                  </a:lnTo>
                  <a:lnTo>
                    <a:pt x="3828" y="6234"/>
                  </a:lnTo>
                  <a:lnTo>
                    <a:pt x="1964" y="4739"/>
                  </a:lnTo>
                  <a:close/>
                  <a:moveTo>
                    <a:pt x="256" y="7529"/>
                  </a:moveTo>
                  <a:lnTo>
                    <a:pt x="0" y="8126"/>
                  </a:lnTo>
                  <a:lnTo>
                    <a:pt x="2220" y="8994"/>
                  </a:lnTo>
                  <a:lnTo>
                    <a:pt x="2433" y="8510"/>
                  </a:lnTo>
                  <a:lnTo>
                    <a:pt x="256" y="7529"/>
                  </a:lnTo>
                  <a:close/>
                  <a:moveTo>
                    <a:pt x="1124" y="10958"/>
                  </a:moveTo>
                  <a:lnTo>
                    <a:pt x="1352" y="11214"/>
                  </a:lnTo>
                  <a:lnTo>
                    <a:pt x="1594" y="11470"/>
                  </a:lnTo>
                  <a:lnTo>
                    <a:pt x="1651" y="11043"/>
                  </a:lnTo>
                  <a:lnTo>
                    <a:pt x="1124" y="109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1627013" y="3575375"/>
              <a:ext cx="13175" cy="12850"/>
            </a:xfrm>
            <a:custGeom>
              <a:avLst/>
              <a:gdLst/>
              <a:ahLst/>
              <a:cxnLst/>
              <a:rect l="l" t="t" r="r" b="b"/>
              <a:pathLst>
                <a:path w="527" h="514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228" y="257"/>
                  </a:lnTo>
                  <a:lnTo>
                    <a:pt x="470" y="513"/>
                  </a:lnTo>
                  <a:lnTo>
                    <a:pt x="470" y="513"/>
                  </a:lnTo>
                  <a:lnTo>
                    <a:pt x="527" y="8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1598913" y="3489650"/>
              <a:ext cx="60850" cy="36675"/>
            </a:xfrm>
            <a:custGeom>
              <a:avLst/>
              <a:gdLst/>
              <a:ahLst/>
              <a:cxnLst/>
              <a:rect l="l" t="t" r="r" b="b"/>
              <a:pathLst>
                <a:path w="2434" h="1467" fill="none" extrusionOk="0">
                  <a:moveTo>
                    <a:pt x="256" y="1"/>
                  </a:moveTo>
                  <a:lnTo>
                    <a:pt x="256" y="1"/>
                  </a:lnTo>
                  <a:lnTo>
                    <a:pt x="0" y="598"/>
                  </a:lnTo>
                  <a:lnTo>
                    <a:pt x="2220" y="1466"/>
                  </a:lnTo>
                  <a:lnTo>
                    <a:pt x="2220" y="1466"/>
                  </a:lnTo>
                  <a:lnTo>
                    <a:pt x="2433" y="982"/>
                  </a:lnTo>
                  <a:lnTo>
                    <a:pt x="25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1638388" y="3419925"/>
              <a:ext cx="56225" cy="48050"/>
            </a:xfrm>
            <a:custGeom>
              <a:avLst/>
              <a:gdLst/>
              <a:ahLst/>
              <a:cxnLst/>
              <a:rect l="l" t="t" r="r" b="b"/>
              <a:pathLst>
                <a:path w="2249" h="1922" fill="none" extrusionOk="0">
                  <a:moveTo>
                    <a:pt x="385" y="0"/>
                  </a:moveTo>
                  <a:lnTo>
                    <a:pt x="385" y="0"/>
                  </a:lnTo>
                  <a:lnTo>
                    <a:pt x="1" y="527"/>
                  </a:lnTo>
                  <a:lnTo>
                    <a:pt x="1922" y="1922"/>
                  </a:lnTo>
                  <a:lnTo>
                    <a:pt x="1922" y="1922"/>
                  </a:lnTo>
                  <a:lnTo>
                    <a:pt x="2249" y="1495"/>
                  </a:lnTo>
                  <a:lnTo>
                    <a:pt x="3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1693888" y="3363350"/>
              <a:ext cx="48750" cy="55900"/>
            </a:xfrm>
            <a:custGeom>
              <a:avLst/>
              <a:gdLst/>
              <a:ahLst/>
              <a:cxnLst/>
              <a:rect l="l" t="t" r="r" b="b"/>
              <a:pathLst>
                <a:path w="1950" h="2236" fill="none" extrusionOk="0">
                  <a:moveTo>
                    <a:pt x="513" y="1"/>
                  </a:moveTo>
                  <a:lnTo>
                    <a:pt x="513" y="1"/>
                  </a:lnTo>
                  <a:lnTo>
                    <a:pt x="257" y="200"/>
                  </a:lnTo>
                  <a:lnTo>
                    <a:pt x="0" y="414"/>
                  </a:lnTo>
                  <a:lnTo>
                    <a:pt x="1523" y="2235"/>
                  </a:lnTo>
                  <a:lnTo>
                    <a:pt x="1523" y="2235"/>
                  </a:lnTo>
                  <a:lnTo>
                    <a:pt x="1950" y="1908"/>
                  </a:lnTo>
                  <a:lnTo>
                    <a:pt x="51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1762538" y="3323150"/>
              <a:ext cx="37750" cy="60525"/>
            </a:xfrm>
            <a:custGeom>
              <a:avLst/>
              <a:gdLst/>
              <a:ahLst/>
              <a:cxnLst/>
              <a:rect l="l" t="t" r="r" b="b"/>
              <a:pathLst>
                <a:path w="1510" h="2421" fill="none" extrusionOk="0">
                  <a:moveTo>
                    <a:pt x="598" y="1"/>
                  </a:moveTo>
                  <a:lnTo>
                    <a:pt x="598" y="1"/>
                  </a:lnTo>
                  <a:lnTo>
                    <a:pt x="1" y="257"/>
                  </a:lnTo>
                  <a:lnTo>
                    <a:pt x="1025" y="2420"/>
                  </a:lnTo>
                  <a:lnTo>
                    <a:pt x="1025" y="2420"/>
                  </a:lnTo>
                  <a:lnTo>
                    <a:pt x="1509" y="2192"/>
                  </a:lnTo>
                  <a:lnTo>
                    <a:pt x="59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1917663" y="3318900"/>
              <a:ext cx="16025" cy="40575"/>
            </a:xfrm>
            <a:custGeom>
              <a:avLst/>
              <a:gdLst/>
              <a:ahLst/>
              <a:cxnLst/>
              <a:rect l="l" t="t" r="r" b="b"/>
              <a:pathLst>
                <a:path w="641" h="1623" fill="none" extrusionOk="0">
                  <a:moveTo>
                    <a:pt x="100" y="0"/>
                  </a:moveTo>
                  <a:lnTo>
                    <a:pt x="0" y="1580"/>
                  </a:lnTo>
                  <a:lnTo>
                    <a:pt x="0" y="1580"/>
                  </a:lnTo>
                  <a:lnTo>
                    <a:pt x="541" y="1622"/>
                  </a:lnTo>
                  <a:lnTo>
                    <a:pt x="640" y="669"/>
                  </a:lnTo>
                  <a:lnTo>
                    <a:pt x="640" y="669"/>
                  </a:lnTo>
                  <a:lnTo>
                    <a:pt x="384" y="327"/>
                  </a:lnTo>
                  <a:lnTo>
                    <a:pt x="10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1840088" y="3301450"/>
              <a:ext cx="24225" cy="61225"/>
            </a:xfrm>
            <a:custGeom>
              <a:avLst/>
              <a:gdLst/>
              <a:ahLst/>
              <a:cxnLst/>
              <a:rect l="l" t="t" r="r" b="b"/>
              <a:pathLst>
                <a:path w="969" h="2449" fill="none" extrusionOk="0">
                  <a:moveTo>
                    <a:pt x="641" y="1"/>
                  </a:moveTo>
                  <a:lnTo>
                    <a:pt x="641" y="1"/>
                  </a:lnTo>
                  <a:lnTo>
                    <a:pt x="314" y="58"/>
                  </a:lnTo>
                  <a:lnTo>
                    <a:pt x="1" y="115"/>
                  </a:lnTo>
                  <a:lnTo>
                    <a:pt x="442" y="2448"/>
                  </a:lnTo>
                  <a:lnTo>
                    <a:pt x="442" y="2448"/>
                  </a:lnTo>
                  <a:lnTo>
                    <a:pt x="969" y="2363"/>
                  </a:lnTo>
                  <a:lnTo>
                    <a:pt x="6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Dataset</a:t>
            </a:r>
            <a:r>
              <a:rPr lang="fr-FR" dirty="0"/>
              <a:t> </a:t>
            </a:r>
            <a:r>
              <a:rPr lang="fr-FR" dirty="0" err="1"/>
              <a:t>Overview</a:t>
            </a:r>
            <a:endParaRPr lang="fr-FR" dirty="0"/>
          </a:p>
        </p:txBody>
      </p:sp>
      <p:sp>
        <p:nvSpPr>
          <p:cNvPr id="413" name="Google Shape;413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38"/>
                </a:lnTo>
                <a:lnTo>
                  <a:pt x="29" y="5080"/>
                </a:lnTo>
                <a:lnTo>
                  <a:pt x="58" y="5308"/>
                </a:lnTo>
                <a:lnTo>
                  <a:pt x="100" y="5536"/>
                </a:lnTo>
                <a:lnTo>
                  <a:pt x="143" y="5763"/>
                </a:lnTo>
                <a:lnTo>
                  <a:pt x="214" y="5977"/>
                </a:lnTo>
                <a:lnTo>
                  <a:pt x="285" y="6190"/>
                </a:lnTo>
                <a:lnTo>
                  <a:pt x="371" y="6404"/>
                </a:lnTo>
                <a:lnTo>
                  <a:pt x="456" y="6603"/>
                </a:lnTo>
                <a:lnTo>
                  <a:pt x="556" y="6802"/>
                </a:lnTo>
                <a:lnTo>
                  <a:pt x="669" y="7001"/>
                </a:lnTo>
                <a:lnTo>
                  <a:pt x="783" y="7186"/>
                </a:lnTo>
                <a:lnTo>
                  <a:pt x="926" y="7371"/>
                </a:lnTo>
                <a:lnTo>
                  <a:pt x="1054" y="7542"/>
                </a:lnTo>
                <a:lnTo>
                  <a:pt x="1196" y="7713"/>
                </a:lnTo>
                <a:lnTo>
                  <a:pt x="1352" y="7869"/>
                </a:lnTo>
                <a:lnTo>
                  <a:pt x="1509" y="8026"/>
                </a:lnTo>
                <a:lnTo>
                  <a:pt x="1680" y="8168"/>
                </a:lnTo>
                <a:lnTo>
                  <a:pt x="1851" y="8310"/>
                </a:lnTo>
                <a:lnTo>
                  <a:pt x="2036" y="8439"/>
                </a:lnTo>
                <a:lnTo>
                  <a:pt x="2221" y="8552"/>
                </a:lnTo>
                <a:lnTo>
                  <a:pt x="2420" y="8666"/>
                </a:lnTo>
                <a:lnTo>
                  <a:pt x="2619" y="8766"/>
                </a:lnTo>
                <a:lnTo>
                  <a:pt x="2818" y="8865"/>
                </a:lnTo>
                <a:lnTo>
                  <a:pt x="3032" y="8937"/>
                </a:lnTo>
                <a:lnTo>
                  <a:pt x="3245" y="9008"/>
                </a:lnTo>
                <a:lnTo>
                  <a:pt x="3459" y="9079"/>
                </a:lnTo>
                <a:lnTo>
                  <a:pt x="3686" y="9122"/>
                </a:lnTo>
                <a:lnTo>
                  <a:pt x="3914" y="9164"/>
                </a:lnTo>
                <a:lnTo>
                  <a:pt x="4142" y="9193"/>
                </a:lnTo>
                <a:lnTo>
                  <a:pt x="4383" y="9221"/>
                </a:lnTo>
                <a:lnTo>
                  <a:pt x="4853" y="9221"/>
                </a:lnTo>
                <a:lnTo>
                  <a:pt x="5095" y="9193"/>
                </a:lnTo>
                <a:lnTo>
                  <a:pt x="5323" y="9164"/>
                </a:lnTo>
                <a:lnTo>
                  <a:pt x="5550" y="9122"/>
                </a:lnTo>
                <a:lnTo>
                  <a:pt x="5764" y="9079"/>
                </a:lnTo>
                <a:lnTo>
                  <a:pt x="5991" y="9008"/>
                </a:lnTo>
                <a:lnTo>
                  <a:pt x="6205" y="8937"/>
                </a:lnTo>
                <a:lnTo>
                  <a:pt x="6418" y="8865"/>
                </a:lnTo>
                <a:lnTo>
                  <a:pt x="6618" y="8766"/>
                </a:lnTo>
                <a:lnTo>
                  <a:pt x="6817" y="8666"/>
                </a:lnTo>
                <a:lnTo>
                  <a:pt x="7002" y="8552"/>
                </a:lnTo>
                <a:lnTo>
                  <a:pt x="7201" y="8439"/>
                </a:lnTo>
                <a:lnTo>
                  <a:pt x="7372" y="8310"/>
                </a:lnTo>
                <a:lnTo>
                  <a:pt x="7557" y="8168"/>
                </a:lnTo>
                <a:lnTo>
                  <a:pt x="7713" y="8026"/>
                </a:lnTo>
                <a:lnTo>
                  <a:pt x="7884" y="7869"/>
                </a:lnTo>
                <a:lnTo>
                  <a:pt x="8026" y="7713"/>
                </a:lnTo>
                <a:lnTo>
                  <a:pt x="8183" y="7542"/>
                </a:lnTo>
                <a:lnTo>
                  <a:pt x="8311" y="7371"/>
                </a:lnTo>
                <a:lnTo>
                  <a:pt x="8439" y="7186"/>
                </a:lnTo>
                <a:lnTo>
                  <a:pt x="8567" y="7001"/>
                </a:lnTo>
                <a:lnTo>
                  <a:pt x="8667" y="6802"/>
                </a:lnTo>
                <a:lnTo>
                  <a:pt x="8780" y="6603"/>
                </a:lnTo>
                <a:lnTo>
                  <a:pt x="8866" y="6404"/>
                </a:lnTo>
                <a:lnTo>
                  <a:pt x="8951" y="6190"/>
                </a:lnTo>
                <a:lnTo>
                  <a:pt x="9022" y="5977"/>
                </a:lnTo>
                <a:lnTo>
                  <a:pt x="9079" y="5763"/>
                </a:lnTo>
                <a:lnTo>
                  <a:pt x="9136" y="5536"/>
                </a:lnTo>
                <a:lnTo>
                  <a:pt x="9179" y="5308"/>
                </a:lnTo>
                <a:lnTo>
                  <a:pt x="9207" y="5080"/>
                </a:lnTo>
                <a:lnTo>
                  <a:pt x="9222" y="4838"/>
                </a:lnTo>
                <a:lnTo>
                  <a:pt x="9236" y="4611"/>
                </a:lnTo>
                <a:lnTo>
                  <a:pt x="9222" y="4369"/>
                </a:lnTo>
                <a:lnTo>
                  <a:pt x="9207" y="4141"/>
                </a:lnTo>
                <a:lnTo>
                  <a:pt x="9179" y="3899"/>
                </a:lnTo>
                <a:lnTo>
                  <a:pt x="9136" y="3671"/>
                </a:lnTo>
                <a:lnTo>
                  <a:pt x="9079" y="3458"/>
                </a:lnTo>
                <a:lnTo>
                  <a:pt x="9022" y="3230"/>
                </a:lnTo>
                <a:lnTo>
                  <a:pt x="8951" y="3017"/>
                </a:lnTo>
                <a:lnTo>
                  <a:pt x="8866" y="2818"/>
                </a:lnTo>
                <a:lnTo>
                  <a:pt x="8780" y="2604"/>
                </a:lnTo>
                <a:lnTo>
                  <a:pt x="8667" y="2405"/>
                </a:lnTo>
                <a:lnTo>
                  <a:pt x="8567" y="2220"/>
                </a:lnTo>
                <a:lnTo>
                  <a:pt x="8439" y="2035"/>
                </a:lnTo>
                <a:lnTo>
                  <a:pt x="8311" y="1850"/>
                </a:lnTo>
                <a:lnTo>
                  <a:pt x="8183" y="1679"/>
                </a:lnTo>
                <a:lnTo>
                  <a:pt x="8026" y="1509"/>
                </a:lnTo>
                <a:lnTo>
                  <a:pt x="7884" y="1352"/>
                </a:lnTo>
                <a:lnTo>
                  <a:pt x="7713" y="1195"/>
                </a:lnTo>
                <a:lnTo>
                  <a:pt x="7557" y="1053"/>
                </a:lnTo>
                <a:lnTo>
                  <a:pt x="7372" y="911"/>
                </a:lnTo>
                <a:lnTo>
                  <a:pt x="7201" y="783"/>
                </a:lnTo>
                <a:lnTo>
                  <a:pt x="7002" y="669"/>
                </a:lnTo>
                <a:lnTo>
                  <a:pt x="6817" y="555"/>
                </a:lnTo>
                <a:lnTo>
                  <a:pt x="6618" y="456"/>
                </a:lnTo>
                <a:lnTo>
                  <a:pt x="6418" y="356"/>
                </a:lnTo>
                <a:lnTo>
                  <a:pt x="6205" y="271"/>
                </a:lnTo>
                <a:lnTo>
                  <a:pt x="5991" y="199"/>
                </a:lnTo>
                <a:lnTo>
                  <a:pt x="5764" y="142"/>
                </a:lnTo>
                <a:lnTo>
                  <a:pt x="5550" y="86"/>
                </a:lnTo>
                <a:lnTo>
                  <a:pt x="5323" y="43"/>
                </a:lnTo>
                <a:lnTo>
                  <a:pt x="5095" y="14"/>
                </a:lnTo>
                <a:lnTo>
                  <a:pt x="485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1796338" y="3501400"/>
            <a:ext cx="230900" cy="230550"/>
          </a:xfrm>
          <a:custGeom>
            <a:avLst/>
            <a:gdLst/>
            <a:ahLst/>
            <a:cxnLst/>
            <a:rect l="l" t="t" r="r" b="b"/>
            <a:pathLst>
              <a:path w="9236" h="9222" fill="none" extrusionOk="0">
                <a:moveTo>
                  <a:pt x="9236" y="4611"/>
                </a:moveTo>
                <a:lnTo>
                  <a:pt x="9236" y="4611"/>
                </a:lnTo>
                <a:lnTo>
                  <a:pt x="9222" y="4838"/>
                </a:lnTo>
                <a:lnTo>
                  <a:pt x="9207" y="5080"/>
                </a:lnTo>
                <a:lnTo>
                  <a:pt x="9179" y="5308"/>
                </a:lnTo>
                <a:lnTo>
                  <a:pt x="9136" y="5536"/>
                </a:lnTo>
                <a:lnTo>
                  <a:pt x="9079" y="5763"/>
                </a:lnTo>
                <a:lnTo>
                  <a:pt x="9022" y="5977"/>
                </a:lnTo>
                <a:lnTo>
                  <a:pt x="8951" y="6190"/>
                </a:lnTo>
                <a:lnTo>
                  <a:pt x="8866" y="6404"/>
                </a:lnTo>
                <a:lnTo>
                  <a:pt x="8780" y="6603"/>
                </a:lnTo>
                <a:lnTo>
                  <a:pt x="8667" y="6802"/>
                </a:lnTo>
                <a:lnTo>
                  <a:pt x="8567" y="7001"/>
                </a:lnTo>
                <a:lnTo>
                  <a:pt x="8439" y="7186"/>
                </a:lnTo>
                <a:lnTo>
                  <a:pt x="8311" y="7371"/>
                </a:lnTo>
                <a:lnTo>
                  <a:pt x="8183" y="7542"/>
                </a:lnTo>
                <a:lnTo>
                  <a:pt x="8026" y="7713"/>
                </a:lnTo>
                <a:lnTo>
                  <a:pt x="7884" y="7869"/>
                </a:lnTo>
                <a:lnTo>
                  <a:pt x="7713" y="8026"/>
                </a:lnTo>
                <a:lnTo>
                  <a:pt x="7557" y="8168"/>
                </a:lnTo>
                <a:lnTo>
                  <a:pt x="7372" y="8310"/>
                </a:lnTo>
                <a:lnTo>
                  <a:pt x="7201" y="8439"/>
                </a:lnTo>
                <a:lnTo>
                  <a:pt x="7002" y="8552"/>
                </a:lnTo>
                <a:lnTo>
                  <a:pt x="6817" y="8666"/>
                </a:lnTo>
                <a:lnTo>
                  <a:pt x="6618" y="8766"/>
                </a:lnTo>
                <a:lnTo>
                  <a:pt x="6418" y="8865"/>
                </a:lnTo>
                <a:lnTo>
                  <a:pt x="6205" y="8937"/>
                </a:lnTo>
                <a:lnTo>
                  <a:pt x="5991" y="9008"/>
                </a:lnTo>
                <a:lnTo>
                  <a:pt x="5764" y="9079"/>
                </a:lnTo>
                <a:lnTo>
                  <a:pt x="5550" y="9122"/>
                </a:lnTo>
                <a:lnTo>
                  <a:pt x="5323" y="9164"/>
                </a:lnTo>
                <a:lnTo>
                  <a:pt x="5095" y="9193"/>
                </a:lnTo>
                <a:lnTo>
                  <a:pt x="4853" y="9221"/>
                </a:lnTo>
                <a:lnTo>
                  <a:pt x="4611" y="9221"/>
                </a:lnTo>
                <a:lnTo>
                  <a:pt x="4611" y="9221"/>
                </a:lnTo>
                <a:lnTo>
                  <a:pt x="4383" y="9221"/>
                </a:lnTo>
                <a:lnTo>
                  <a:pt x="4142" y="9193"/>
                </a:lnTo>
                <a:lnTo>
                  <a:pt x="3914" y="9164"/>
                </a:lnTo>
                <a:lnTo>
                  <a:pt x="3686" y="9122"/>
                </a:lnTo>
                <a:lnTo>
                  <a:pt x="3459" y="9079"/>
                </a:lnTo>
                <a:lnTo>
                  <a:pt x="3245" y="9008"/>
                </a:lnTo>
                <a:lnTo>
                  <a:pt x="3032" y="8937"/>
                </a:lnTo>
                <a:lnTo>
                  <a:pt x="2818" y="8865"/>
                </a:lnTo>
                <a:lnTo>
                  <a:pt x="2619" y="8766"/>
                </a:lnTo>
                <a:lnTo>
                  <a:pt x="2420" y="8666"/>
                </a:lnTo>
                <a:lnTo>
                  <a:pt x="2221" y="8552"/>
                </a:lnTo>
                <a:lnTo>
                  <a:pt x="2036" y="8439"/>
                </a:lnTo>
                <a:lnTo>
                  <a:pt x="1851" y="8310"/>
                </a:lnTo>
                <a:lnTo>
                  <a:pt x="1680" y="8168"/>
                </a:lnTo>
                <a:lnTo>
                  <a:pt x="1509" y="8026"/>
                </a:lnTo>
                <a:lnTo>
                  <a:pt x="1352" y="7869"/>
                </a:lnTo>
                <a:lnTo>
                  <a:pt x="1196" y="7713"/>
                </a:lnTo>
                <a:lnTo>
                  <a:pt x="1054" y="7542"/>
                </a:lnTo>
                <a:lnTo>
                  <a:pt x="926" y="7371"/>
                </a:lnTo>
                <a:lnTo>
                  <a:pt x="783" y="7186"/>
                </a:lnTo>
                <a:lnTo>
                  <a:pt x="669" y="7001"/>
                </a:lnTo>
                <a:lnTo>
                  <a:pt x="556" y="6802"/>
                </a:lnTo>
                <a:lnTo>
                  <a:pt x="456" y="6603"/>
                </a:lnTo>
                <a:lnTo>
                  <a:pt x="371" y="6404"/>
                </a:lnTo>
                <a:lnTo>
                  <a:pt x="285" y="6190"/>
                </a:lnTo>
                <a:lnTo>
                  <a:pt x="214" y="5977"/>
                </a:lnTo>
                <a:lnTo>
                  <a:pt x="143" y="5763"/>
                </a:lnTo>
                <a:lnTo>
                  <a:pt x="100" y="5536"/>
                </a:lnTo>
                <a:lnTo>
                  <a:pt x="58" y="5308"/>
                </a:lnTo>
                <a:lnTo>
                  <a:pt x="29" y="5080"/>
                </a:lnTo>
                <a:lnTo>
                  <a:pt x="15" y="4838"/>
                </a:lnTo>
                <a:lnTo>
                  <a:pt x="1" y="4611"/>
                </a:lnTo>
                <a:lnTo>
                  <a:pt x="1" y="4611"/>
                </a:lnTo>
                <a:lnTo>
                  <a:pt x="15" y="4369"/>
                </a:lnTo>
                <a:lnTo>
                  <a:pt x="29" y="4141"/>
                </a:lnTo>
                <a:lnTo>
                  <a:pt x="58" y="3899"/>
                </a:lnTo>
                <a:lnTo>
                  <a:pt x="100" y="3671"/>
                </a:lnTo>
                <a:lnTo>
                  <a:pt x="143" y="3458"/>
                </a:lnTo>
                <a:lnTo>
                  <a:pt x="214" y="3230"/>
                </a:lnTo>
                <a:lnTo>
                  <a:pt x="285" y="3017"/>
                </a:lnTo>
                <a:lnTo>
                  <a:pt x="371" y="2818"/>
                </a:lnTo>
                <a:lnTo>
                  <a:pt x="456" y="2604"/>
                </a:lnTo>
                <a:lnTo>
                  <a:pt x="556" y="2405"/>
                </a:lnTo>
                <a:lnTo>
                  <a:pt x="669" y="2220"/>
                </a:lnTo>
                <a:lnTo>
                  <a:pt x="783" y="2035"/>
                </a:lnTo>
                <a:lnTo>
                  <a:pt x="926" y="1850"/>
                </a:lnTo>
                <a:lnTo>
                  <a:pt x="1054" y="1679"/>
                </a:lnTo>
                <a:lnTo>
                  <a:pt x="1196" y="1509"/>
                </a:lnTo>
                <a:lnTo>
                  <a:pt x="1352" y="1352"/>
                </a:lnTo>
                <a:lnTo>
                  <a:pt x="1509" y="1195"/>
                </a:lnTo>
                <a:lnTo>
                  <a:pt x="1680" y="1053"/>
                </a:lnTo>
                <a:lnTo>
                  <a:pt x="1851" y="911"/>
                </a:lnTo>
                <a:lnTo>
                  <a:pt x="2036" y="783"/>
                </a:lnTo>
                <a:lnTo>
                  <a:pt x="2221" y="669"/>
                </a:lnTo>
                <a:lnTo>
                  <a:pt x="2420" y="555"/>
                </a:lnTo>
                <a:lnTo>
                  <a:pt x="2619" y="456"/>
                </a:lnTo>
                <a:lnTo>
                  <a:pt x="2818" y="356"/>
                </a:lnTo>
                <a:lnTo>
                  <a:pt x="3032" y="271"/>
                </a:lnTo>
                <a:lnTo>
                  <a:pt x="3245" y="199"/>
                </a:lnTo>
                <a:lnTo>
                  <a:pt x="3459" y="142"/>
                </a:lnTo>
                <a:lnTo>
                  <a:pt x="3686" y="86"/>
                </a:lnTo>
                <a:lnTo>
                  <a:pt x="3914" y="43"/>
                </a:lnTo>
                <a:lnTo>
                  <a:pt x="4142" y="14"/>
                </a:lnTo>
                <a:lnTo>
                  <a:pt x="4383" y="0"/>
                </a:lnTo>
                <a:lnTo>
                  <a:pt x="4611" y="0"/>
                </a:lnTo>
                <a:lnTo>
                  <a:pt x="4611" y="0"/>
                </a:lnTo>
                <a:lnTo>
                  <a:pt x="4853" y="0"/>
                </a:lnTo>
                <a:lnTo>
                  <a:pt x="5095" y="14"/>
                </a:lnTo>
                <a:lnTo>
                  <a:pt x="5323" y="43"/>
                </a:lnTo>
                <a:lnTo>
                  <a:pt x="5550" y="86"/>
                </a:lnTo>
                <a:lnTo>
                  <a:pt x="5764" y="142"/>
                </a:lnTo>
                <a:lnTo>
                  <a:pt x="5991" y="199"/>
                </a:lnTo>
                <a:lnTo>
                  <a:pt x="6205" y="271"/>
                </a:lnTo>
                <a:lnTo>
                  <a:pt x="6418" y="356"/>
                </a:lnTo>
                <a:lnTo>
                  <a:pt x="6618" y="456"/>
                </a:lnTo>
                <a:lnTo>
                  <a:pt x="6817" y="555"/>
                </a:lnTo>
                <a:lnTo>
                  <a:pt x="7002" y="669"/>
                </a:lnTo>
                <a:lnTo>
                  <a:pt x="7201" y="783"/>
                </a:lnTo>
                <a:lnTo>
                  <a:pt x="7372" y="911"/>
                </a:lnTo>
                <a:lnTo>
                  <a:pt x="7557" y="1053"/>
                </a:lnTo>
                <a:lnTo>
                  <a:pt x="7713" y="1195"/>
                </a:lnTo>
                <a:lnTo>
                  <a:pt x="7884" y="1352"/>
                </a:lnTo>
                <a:lnTo>
                  <a:pt x="8026" y="1509"/>
                </a:lnTo>
                <a:lnTo>
                  <a:pt x="8183" y="1679"/>
                </a:lnTo>
                <a:lnTo>
                  <a:pt x="8311" y="1850"/>
                </a:lnTo>
                <a:lnTo>
                  <a:pt x="8439" y="2035"/>
                </a:lnTo>
                <a:lnTo>
                  <a:pt x="8567" y="2220"/>
                </a:lnTo>
                <a:lnTo>
                  <a:pt x="8667" y="2405"/>
                </a:lnTo>
                <a:lnTo>
                  <a:pt x="8780" y="2604"/>
                </a:lnTo>
                <a:lnTo>
                  <a:pt x="8866" y="2818"/>
                </a:lnTo>
                <a:lnTo>
                  <a:pt x="8951" y="3017"/>
                </a:lnTo>
                <a:lnTo>
                  <a:pt x="9022" y="3230"/>
                </a:lnTo>
                <a:lnTo>
                  <a:pt x="9079" y="3458"/>
                </a:lnTo>
                <a:lnTo>
                  <a:pt x="9136" y="3671"/>
                </a:lnTo>
                <a:lnTo>
                  <a:pt x="9179" y="3899"/>
                </a:lnTo>
                <a:lnTo>
                  <a:pt x="9207" y="4141"/>
                </a:lnTo>
                <a:lnTo>
                  <a:pt x="9222" y="4369"/>
                </a:lnTo>
                <a:lnTo>
                  <a:pt x="9236" y="4611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extrusionOk="0">
                <a:moveTo>
                  <a:pt x="4383" y="0"/>
                </a:move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close/>
              </a:path>
            </a:pathLst>
          </a:custGeom>
          <a:solidFill>
            <a:srgbClr val="D53F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1796338" y="3501400"/>
            <a:ext cx="164750" cy="142325"/>
          </a:xfrm>
          <a:custGeom>
            <a:avLst/>
            <a:gdLst/>
            <a:ahLst/>
            <a:cxnLst/>
            <a:rect l="l" t="t" r="r" b="b"/>
            <a:pathLst>
              <a:path w="6590" h="5693" fill="none" extrusionOk="0">
                <a:moveTo>
                  <a:pt x="4611" y="0"/>
                </a:moveTo>
                <a:lnTo>
                  <a:pt x="4611" y="0"/>
                </a:lnTo>
                <a:lnTo>
                  <a:pt x="4383" y="0"/>
                </a:lnTo>
                <a:lnTo>
                  <a:pt x="4142" y="14"/>
                </a:lnTo>
                <a:lnTo>
                  <a:pt x="3914" y="43"/>
                </a:lnTo>
                <a:lnTo>
                  <a:pt x="3686" y="86"/>
                </a:lnTo>
                <a:lnTo>
                  <a:pt x="3459" y="142"/>
                </a:lnTo>
                <a:lnTo>
                  <a:pt x="3245" y="199"/>
                </a:lnTo>
                <a:lnTo>
                  <a:pt x="3032" y="271"/>
                </a:lnTo>
                <a:lnTo>
                  <a:pt x="2818" y="356"/>
                </a:lnTo>
                <a:lnTo>
                  <a:pt x="2619" y="456"/>
                </a:lnTo>
                <a:lnTo>
                  <a:pt x="2420" y="555"/>
                </a:lnTo>
                <a:lnTo>
                  <a:pt x="2221" y="669"/>
                </a:lnTo>
                <a:lnTo>
                  <a:pt x="2036" y="783"/>
                </a:lnTo>
                <a:lnTo>
                  <a:pt x="1851" y="911"/>
                </a:lnTo>
                <a:lnTo>
                  <a:pt x="1680" y="1053"/>
                </a:lnTo>
                <a:lnTo>
                  <a:pt x="1509" y="1195"/>
                </a:lnTo>
                <a:lnTo>
                  <a:pt x="1352" y="1352"/>
                </a:lnTo>
                <a:lnTo>
                  <a:pt x="1196" y="1509"/>
                </a:lnTo>
                <a:lnTo>
                  <a:pt x="1054" y="1679"/>
                </a:lnTo>
                <a:lnTo>
                  <a:pt x="926" y="1850"/>
                </a:lnTo>
                <a:lnTo>
                  <a:pt x="783" y="2035"/>
                </a:lnTo>
                <a:lnTo>
                  <a:pt x="669" y="2220"/>
                </a:lnTo>
                <a:lnTo>
                  <a:pt x="556" y="2405"/>
                </a:lnTo>
                <a:lnTo>
                  <a:pt x="456" y="2604"/>
                </a:lnTo>
                <a:lnTo>
                  <a:pt x="371" y="2818"/>
                </a:lnTo>
                <a:lnTo>
                  <a:pt x="285" y="3017"/>
                </a:lnTo>
                <a:lnTo>
                  <a:pt x="214" y="3230"/>
                </a:lnTo>
                <a:lnTo>
                  <a:pt x="143" y="3458"/>
                </a:lnTo>
                <a:lnTo>
                  <a:pt x="100" y="3671"/>
                </a:lnTo>
                <a:lnTo>
                  <a:pt x="58" y="3899"/>
                </a:lnTo>
                <a:lnTo>
                  <a:pt x="29" y="4141"/>
                </a:lnTo>
                <a:lnTo>
                  <a:pt x="15" y="4369"/>
                </a:lnTo>
                <a:lnTo>
                  <a:pt x="1" y="4611"/>
                </a:lnTo>
                <a:lnTo>
                  <a:pt x="1" y="4611"/>
                </a:lnTo>
                <a:lnTo>
                  <a:pt x="15" y="4881"/>
                </a:lnTo>
                <a:lnTo>
                  <a:pt x="29" y="5151"/>
                </a:lnTo>
                <a:lnTo>
                  <a:pt x="72" y="5422"/>
                </a:lnTo>
                <a:lnTo>
                  <a:pt x="129" y="5692"/>
                </a:lnTo>
                <a:lnTo>
                  <a:pt x="129" y="5692"/>
                </a:lnTo>
                <a:lnTo>
                  <a:pt x="413" y="5649"/>
                </a:lnTo>
                <a:lnTo>
                  <a:pt x="684" y="5607"/>
                </a:lnTo>
                <a:lnTo>
                  <a:pt x="968" y="5550"/>
                </a:lnTo>
                <a:lnTo>
                  <a:pt x="1239" y="5479"/>
                </a:lnTo>
                <a:lnTo>
                  <a:pt x="1509" y="5393"/>
                </a:lnTo>
                <a:lnTo>
                  <a:pt x="1765" y="5308"/>
                </a:lnTo>
                <a:lnTo>
                  <a:pt x="2021" y="5208"/>
                </a:lnTo>
                <a:lnTo>
                  <a:pt x="2277" y="5109"/>
                </a:lnTo>
                <a:lnTo>
                  <a:pt x="2534" y="4995"/>
                </a:lnTo>
                <a:lnTo>
                  <a:pt x="2775" y="4881"/>
                </a:lnTo>
                <a:lnTo>
                  <a:pt x="3017" y="4739"/>
                </a:lnTo>
                <a:lnTo>
                  <a:pt x="3259" y="4611"/>
                </a:lnTo>
                <a:lnTo>
                  <a:pt x="3487" y="4468"/>
                </a:lnTo>
                <a:lnTo>
                  <a:pt x="3700" y="4312"/>
                </a:lnTo>
                <a:lnTo>
                  <a:pt x="3928" y="4141"/>
                </a:lnTo>
                <a:lnTo>
                  <a:pt x="4142" y="3985"/>
                </a:lnTo>
                <a:lnTo>
                  <a:pt x="4341" y="3800"/>
                </a:lnTo>
                <a:lnTo>
                  <a:pt x="4540" y="3615"/>
                </a:lnTo>
                <a:lnTo>
                  <a:pt x="4739" y="3430"/>
                </a:lnTo>
                <a:lnTo>
                  <a:pt x="4924" y="3230"/>
                </a:lnTo>
                <a:lnTo>
                  <a:pt x="5109" y="3031"/>
                </a:lnTo>
                <a:lnTo>
                  <a:pt x="5280" y="2818"/>
                </a:lnTo>
                <a:lnTo>
                  <a:pt x="5451" y="2604"/>
                </a:lnTo>
                <a:lnTo>
                  <a:pt x="5607" y="2391"/>
                </a:lnTo>
                <a:lnTo>
                  <a:pt x="5750" y="2163"/>
                </a:lnTo>
                <a:lnTo>
                  <a:pt x="5906" y="1935"/>
                </a:lnTo>
                <a:lnTo>
                  <a:pt x="6034" y="1694"/>
                </a:lnTo>
                <a:lnTo>
                  <a:pt x="6162" y="1452"/>
                </a:lnTo>
                <a:lnTo>
                  <a:pt x="6276" y="1210"/>
                </a:lnTo>
                <a:lnTo>
                  <a:pt x="6390" y="954"/>
                </a:lnTo>
                <a:lnTo>
                  <a:pt x="6489" y="697"/>
                </a:lnTo>
                <a:lnTo>
                  <a:pt x="6589" y="427"/>
                </a:lnTo>
                <a:lnTo>
                  <a:pt x="6589" y="427"/>
                </a:lnTo>
                <a:lnTo>
                  <a:pt x="6361" y="327"/>
                </a:lnTo>
                <a:lnTo>
                  <a:pt x="6120" y="242"/>
                </a:lnTo>
                <a:lnTo>
                  <a:pt x="5892" y="171"/>
                </a:lnTo>
                <a:lnTo>
                  <a:pt x="5636" y="114"/>
                </a:lnTo>
                <a:lnTo>
                  <a:pt x="5394" y="57"/>
                </a:lnTo>
                <a:lnTo>
                  <a:pt x="5138" y="29"/>
                </a:lnTo>
                <a:lnTo>
                  <a:pt x="4882" y="0"/>
                </a:lnTo>
                <a:lnTo>
                  <a:pt x="461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1914525" y="1385900"/>
            <a:ext cx="2290775" cy="2252650"/>
          </a:xfrm>
          <a:custGeom>
            <a:avLst/>
            <a:gdLst/>
            <a:ahLst/>
            <a:cxnLst/>
            <a:rect l="l" t="t" r="r" b="b"/>
            <a:pathLst>
              <a:path w="91631" h="90106" extrusionOk="0">
                <a:moveTo>
                  <a:pt x="0" y="90106"/>
                </a:moveTo>
                <a:lnTo>
                  <a:pt x="84773" y="0"/>
                </a:lnTo>
                <a:lnTo>
                  <a:pt x="91631" y="16192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18" name="Google Shape;418;p18"/>
          <p:cNvGrpSpPr/>
          <p:nvPr/>
        </p:nvGrpSpPr>
        <p:grpSpPr>
          <a:xfrm>
            <a:off x="3961063" y="1231575"/>
            <a:ext cx="4725888" cy="650100"/>
            <a:chOff x="3961063" y="1231575"/>
            <a:chExt cx="4725888" cy="650100"/>
          </a:xfrm>
        </p:grpSpPr>
        <p:sp>
          <p:nvSpPr>
            <p:cNvPr id="419" name="Google Shape;419;p18"/>
            <p:cNvSpPr/>
            <p:nvPr/>
          </p:nvSpPr>
          <p:spPr>
            <a:xfrm>
              <a:off x="5010150" y="12315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99B27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3961063" y="13244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18"/>
          <p:cNvGrpSpPr/>
          <p:nvPr/>
        </p:nvGrpSpPr>
        <p:grpSpPr>
          <a:xfrm>
            <a:off x="4122280" y="1390725"/>
            <a:ext cx="4412143" cy="331813"/>
            <a:chOff x="4122280" y="1390725"/>
            <a:chExt cx="4412143" cy="331813"/>
          </a:xfrm>
        </p:grpSpPr>
        <p:sp>
          <p:nvSpPr>
            <p:cNvPr id="422" name="Google Shape;422;p18"/>
            <p:cNvSpPr txBox="1"/>
            <p:nvPr/>
          </p:nvSpPr>
          <p:spPr>
            <a:xfrm>
              <a:off x="6553223" y="1390738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 err="1"/>
                <a:t>Structured</a:t>
              </a:r>
              <a:r>
                <a:rPr lang="fr-FR" dirty="0"/>
                <a:t> </a:t>
              </a:r>
              <a:r>
                <a:rPr lang="fr-FR" dirty="0" err="1"/>
                <a:t>tabular</a:t>
              </a:r>
              <a:r>
                <a:rPr lang="fr-FR" dirty="0"/>
                <a:t> </a:t>
              </a:r>
              <a:r>
                <a:rPr lang="fr-FR" dirty="0" err="1"/>
                <a:t>dataset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3" name="Google Shape;423;p18"/>
            <p:cNvSpPr txBox="1"/>
            <p:nvPr/>
          </p:nvSpPr>
          <p:spPr>
            <a:xfrm>
              <a:off x="4122280" y="139072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Structure</a:t>
              </a:r>
            </a:p>
          </p:txBody>
        </p:sp>
      </p:grpSp>
      <p:sp>
        <p:nvSpPr>
          <p:cNvPr id="424" name="Google Shape;424;p18"/>
          <p:cNvSpPr/>
          <p:nvPr/>
        </p:nvSpPr>
        <p:spPr>
          <a:xfrm>
            <a:off x="1924050" y="2362200"/>
            <a:ext cx="2240750" cy="1266825"/>
          </a:xfrm>
          <a:custGeom>
            <a:avLst/>
            <a:gdLst/>
            <a:ahLst/>
            <a:cxnLst/>
            <a:rect l="l" t="t" r="r" b="b"/>
            <a:pathLst>
              <a:path w="89630" h="50673" extrusionOk="0">
                <a:moveTo>
                  <a:pt x="0" y="50673"/>
                </a:moveTo>
                <a:lnTo>
                  <a:pt x="85820" y="0"/>
                </a:lnTo>
                <a:lnTo>
                  <a:pt x="89630" y="17145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sp>
        <p:nvSpPr>
          <p:cNvPr id="425" name="Google Shape;425;p18"/>
          <p:cNvSpPr/>
          <p:nvPr/>
        </p:nvSpPr>
        <p:spPr>
          <a:xfrm>
            <a:off x="1952625" y="3333750"/>
            <a:ext cx="2224100" cy="461975"/>
          </a:xfrm>
          <a:custGeom>
            <a:avLst/>
            <a:gdLst/>
            <a:ahLst/>
            <a:cxnLst/>
            <a:rect l="l" t="t" r="r" b="b"/>
            <a:pathLst>
              <a:path w="88964" h="18479" extrusionOk="0">
                <a:moveTo>
                  <a:pt x="0" y="11430"/>
                </a:moveTo>
                <a:lnTo>
                  <a:pt x="88964" y="0"/>
                </a:lnTo>
                <a:lnTo>
                  <a:pt x="88964" y="18479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26" name="Google Shape;426;p18"/>
          <p:cNvGrpSpPr/>
          <p:nvPr/>
        </p:nvGrpSpPr>
        <p:grpSpPr>
          <a:xfrm>
            <a:off x="3961063" y="3237875"/>
            <a:ext cx="4725888" cy="650100"/>
            <a:chOff x="3961063" y="3237875"/>
            <a:chExt cx="4725888" cy="650100"/>
          </a:xfrm>
        </p:grpSpPr>
        <p:sp>
          <p:nvSpPr>
            <p:cNvPr id="427" name="Google Shape;427;p18"/>
            <p:cNvSpPr/>
            <p:nvPr/>
          </p:nvSpPr>
          <p:spPr>
            <a:xfrm>
              <a:off x="5010150" y="323787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8027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3961063" y="333072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18"/>
          <p:cNvGrpSpPr/>
          <p:nvPr/>
        </p:nvGrpSpPr>
        <p:grpSpPr>
          <a:xfrm>
            <a:off x="4122280" y="3397024"/>
            <a:ext cx="4412143" cy="331802"/>
            <a:chOff x="4122280" y="3397024"/>
            <a:chExt cx="4412143" cy="331802"/>
          </a:xfrm>
        </p:grpSpPr>
        <p:sp>
          <p:nvSpPr>
            <p:cNvPr id="430" name="Google Shape;430;p18"/>
            <p:cNvSpPr txBox="1"/>
            <p:nvPr/>
          </p:nvSpPr>
          <p:spPr>
            <a:xfrm>
              <a:off x="6553223" y="3397024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 err="1"/>
                <a:t>Posting</a:t>
              </a:r>
              <a:r>
                <a:rPr lang="fr-FR" dirty="0"/>
                <a:t> </a:t>
              </a:r>
              <a:r>
                <a:rPr lang="fr-FR" dirty="0" err="1"/>
                <a:t>metadata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1" name="Google Shape;431;p18"/>
            <p:cNvSpPr txBox="1"/>
            <p:nvPr/>
          </p:nvSpPr>
          <p:spPr>
            <a:xfrm>
              <a:off x="4122280" y="339702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Type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32" name="Google Shape;432;p18"/>
          <p:cNvGrpSpPr/>
          <p:nvPr/>
        </p:nvGrpSpPr>
        <p:grpSpPr>
          <a:xfrm>
            <a:off x="3961063" y="2234725"/>
            <a:ext cx="4725888" cy="650100"/>
            <a:chOff x="3961063" y="2234725"/>
            <a:chExt cx="4725888" cy="650100"/>
          </a:xfrm>
        </p:grpSpPr>
        <p:sp>
          <p:nvSpPr>
            <p:cNvPr id="433" name="Google Shape;433;p18"/>
            <p:cNvSpPr/>
            <p:nvPr/>
          </p:nvSpPr>
          <p:spPr>
            <a:xfrm>
              <a:off x="5010150" y="22347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EA4827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3961063" y="23275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18"/>
          <p:cNvGrpSpPr/>
          <p:nvPr/>
        </p:nvGrpSpPr>
        <p:grpSpPr>
          <a:xfrm>
            <a:off x="4134997" y="2393875"/>
            <a:ext cx="4399426" cy="331805"/>
            <a:chOff x="4134997" y="2393875"/>
            <a:chExt cx="4399426" cy="331805"/>
          </a:xfrm>
        </p:grpSpPr>
        <p:sp>
          <p:nvSpPr>
            <p:cNvPr id="436" name="Google Shape;436;p18"/>
            <p:cNvSpPr txBox="1"/>
            <p:nvPr/>
          </p:nvSpPr>
          <p:spPr>
            <a:xfrm>
              <a:off x="6553223" y="239388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/>
                <a:t>Engagement </a:t>
              </a:r>
              <a:r>
                <a:rPr lang="fr-FR" dirty="0" err="1"/>
                <a:t>metrics</a:t>
              </a:r>
              <a:endParaRPr lang="en-US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7" name="Google Shape;437;p18"/>
            <p:cNvSpPr txBox="1"/>
            <p:nvPr/>
          </p:nvSpPr>
          <p:spPr>
            <a:xfrm>
              <a:off x="4134997" y="239387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Content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38" name="Google Shape;438;p18"/>
          <p:cNvSpPr/>
          <p:nvPr/>
        </p:nvSpPr>
        <p:spPr>
          <a:xfrm>
            <a:off x="1947875" y="3619500"/>
            <a:ext cx="2233600" cy="1171575"/>
          </a:xfrm>
          <a:custGeom>
            <a:avLst/>
            <a:gdLst/>
            <a:ahLst/>
            <a:cxnLst/>
            <a:rect l="l" t="t" r="r" b="b"/>
            <a:pathLst>
              <a:path w="89344" h="46863" extrusionOk="0">
                <a:moveTo>
                  <a:pt x="0" y="0"/>
                </a:moveTo>
                <a:lnTo>
                  <a:pt x="89344" y="28956"/>
                </a:lnTo>
                <a:lnTo>
                  <a:pt x="87249" y="46863"/>
                </a:lnTo>
                <a:close/>
              </a:path>
            </a:pathLst>
          </a:custGeom>
          <a:solidFill>
            <a:srgbClr val="666666">
              <a:alpha val="12549"/>
            </a:srgbClr>
          </a:solidFill>
          <a:ln>
            <a:noFill/>
          </a:ln>
        </p:spPr>
      </p:sp>
      <p:grpSp>
        <p:nvGrpSpPr>
          <p:cNvPr id="439" name="Google Shape;439;p18"/>
          <p:cNvGrpSpPr/>
          <p:nvPr/>
        </p:nvGrpSpPr>
        <p:grpSpPr>
          <a:xfrm>
            <a:off x="3961063" y="4241025"/>
            <a:ext cx="4725888" cy="650100"/>
            <a:chOff x="3961063" y="4241025"/>
            <a:chExt cx="4725888" cy="650100"/>
          </a:xfrm>
        </p:grpSpPr>
        <p:sp>
          <p:nvSpPr>
            <p:cNvPr id="440" name="Google Shape;440;p18"/>
            <p:cNvSpPr/>
            <p:nvPr/>
          </p:nvSpPr>
          <p:spPr>
            <a:xfrm>
              <a:off x="5010150" y="4241025"/>
              <a:ext cx="3676800" cy="6501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3961063" y="4333875"/>
              <a:ext cx="2130000" cy="46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" name="Google Shape;442;p18"/>
          <p:cNvGrpSpPr/>
          <p:nvPr/>
        </p:nvGrpSpPr>
        <p:grpSpPr>
          <a:xfrm>
            <a:off x="4122280" y="4400167"/>
            <a:ext cx="4412143" cy="331809"/>
            <a:chOff x="4122280" y="4400167"/>
            <a:chExt cx="4412143" cy="331809"/>
          </a:xfrm>
        </p:grpSpPr>
        <p:sp>
          <p:nvSpPr>
            <p:cNvPr id="443" name="Google Shape;443;p18"/>
            <p:cNvSpPr txBox="1"/>
            <p:nvPr/>
          </p:nvSpPr>
          <p:spPr>
            <a:xfrm>
              <a:off x="6553223" y="4400167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/>
                <a:t>Target variable: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dirty="0"/>
                <a:t> Viral (</a:t>
              </a:r>
              <a:r>
                <a:rPr lang="fr-FR" dirty="0" err="1"/>
                <a:t>binary</a:t>
              </a:r>
              <a:r>
                <a:rPr lang="fr-FR" dirty="0"/>
                <a:t>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18"/>
            <p:cNvSpPr txBox="1"/>
            <p:nvPr/>
          </p:nvSpPr>
          <p:spPr>
            <a:xfrm>
              <a:off x="4122280" y="4400175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445" name="Google Shape;445;p18"/>
          <p:cNvSpPr/>
          <p:nvPr/>
        </p:nvSpPr>
        <p:spPr>
          <a:xfrm>
            <a:off x="1796350" y="3501225"/>
            <a:ext cx="231000" cy="231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F74EF35-E00A-6FC0-8E5A-2EF4A670E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"/>
          <p:cNvSpPr/>
          <p:nvPr/>
        </p:nvSpPr>
        <p:spPr>
          <a:xfrm>
            <a:off x="6763600" y="2425750"/>
            <a:ext cx="1203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1176800" y="2425750"/>
            <a:ext cx="1203600" cy="12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Supervised</a:t>
            </a:r>
            <a:r>
              <a:rPr lang="fr-FR" dirty="0"/>
              <a:t> Learning</a:t>
            </a:r>
          </a:p>
        </p:txBody>
      </p:sp>
      <p:grpSp>
        <p:nvGrpSpPr>
          <p:cNvPr id="453" name="Google Shape;453;p19"/>
          <p:cNvGrpSpPr/>
          <p:nvPr/>
        </p:nvGrpSpPr>
        <p:grpSpPr>
          <a:xfrm>
            <a:off x="6890506" y="2571186"/>
            <a:ext cx="939063" cy="912750"/>
            <a:chOff x="6452356" y="2349928"/>
            <a:chExt cx="939063" cy="912750"/>
          </a:xfrm>
        </p:grpSpPr>
        <p:sp>
          <p:nvSpPr>
            <p:cNvPr id="454" name="Google Shape;454;p19"/>
            <p:cNvSpPr/>
            <p:nvPr/>
          </p:nvSpPr>
          <p:spPr>
            <a:xfrm>
              <a:off x="6452356" y="2349928"/>
              <a:ext cx="209997" cy="209956"/>
            </a:xfrm>
            <a:custGeom>
              <a:avLst/>
              <a:gdLst/>
              <a:ahLst/>
              <a:cxnLst/>
              <a:rect l="l" t="t" r="r" b="b"/>
              <a:pathLst>
                <a:path w="16451" h="16451" extrusionOk="0">
                  <a:moveTo>
                    <a:pt x="0" y="0"/>
                  </a:moveTo>
                  <a:lnTo>
                    <a:pt x="0" y="16450"/>
                  </a:lnTo>
                  <a:lnTo>
                    <a:pt x="16450" y="16450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6816895" y="2372169"/>
              <a:ext cx="209997" cy="209956"/>
            </a:xfrm>
            <a:custGeom>
              <a:avLst/>
              <a:gdLst/>
              <a:ahLst/>
              <a:cxnLst/>
              <a:rect l="l" t="t" r="r" b="b"/>
              <a:pathLst>
                <a:path w="16451" h="16451" extrusionOk="0">
                  <a:moveTo>
                    <a:pt x="1" y="0"/>
                  </a:moveTo>
                  <a:lnTo>
                    <a:pt x="1" y="16450"/>
                  </a:lnTo>
                  <a:lnTo>
                    <a:pt x="16451" y="16450"/>
                  </a:lnTo>
                  <a:lnTo>
                    <a:pt x="16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7181435" y="2372169"/>
              <a:ext cx="209984" cy="209956"/>
            </a:xfrm>
            <a:custGeom>
              <a:avLst/>
              <a:gdLst/>
              <a:ahLst/>
              <a:cxnLst/>
              <a:rect l="l" t="t" r="r" b="b"/>
              <a:pathLst>
                <a:path w="16450" h="16451" extrusionOk="0">
                  <a:moveTo>
                    <a:pt x="0" y="0"/>
                  </a:moveTo>
                  <a:lnTo>
                    <a:pt x="0" y="16450"/>
                  </a:lnTo>
                  <a:lnTo>
                    <a:pt x="16450" y="16450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452369" y="2712362"/>
              <a:ext cx="209997" cy="210135"/>
            </a:xfrm>
            <a:custGeom>
              <a:avLst/>
              <a:gdLst/>
              <a:ahLst/>
              <a:cxnLst/>
              <a:rect l="l" t="t" r="r" b="b"/>
              <a:pathLst>
                <a:path w="16451" h="16465" extrusionOk="0">
                  <a:moveTo>
                    <a:pt x="0" y="0"/>
                  </a:moveTo>
                  <a:lnTo>
                    <a:pt x="0" y="16464"/>
                  </a:lnTo>
                  <a:lnTo>
                    <a:pt x="16450" y="16464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816895" y="2712362"/>
              <a:ext cx="209997" cy="210135"/>
            </a:xfrm>
            <a:custGeom>
              <a:avLst/>
              <a:gdLst/>
              <a:ahLst/>
              <a:cxnLst/>
              <a:rect l="l" t="t" r="r" b="b"/>
              <a:pathLst>
                <a:path w="16451" h="16465" extrusionOk="0">
                  <a:moveTo>
                    <a:pt x="1" y="0"/>
                  </a:moveTo>
                  <a:lnTo>
                    <a:pt x="1" y="16464"/>
                  </a:lnTo>
                  <a:lnTo>
                    <a:pt x="16451" y="16464"/>
                  </a:lnTo>
                  <a:lnTo>
                    <a:pt x="1645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7181435" y="2712362"/>
              <a:ext cx="209984" cy="210135"/>
            </a:xfrm>
            <a:custGeom>
              <a:avLst/>
              <a:gdLst/>
              <a:ahLst/>
              <a:cxnLst/>
              <a:rect l="l" t="t" r="r" b="b"/>
              <a:pathLst>
                <a:path w="16450" h="16465" extrusionOk="0">
                  <a:moveTo>
                    <a:pt x="0" y="0"/>
                  </a:moveTo>
                  <a:lnTo>
                    <a:pt x="0" y="16464"/>
                  </a:lnTo>
                  <a:lnTo>
                    <a:pt x="16450" y="16464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452369" y="3052734"/>
              <a:ext cx="209997" cy="209943"/>
            </a:xfrm>
            <a:custGeom>
              <a:avLst/>
              <a:gdLst/>
              <a:ahLst/>
              <a:cxnLst/>
              <a:rect l="l" t="t" r="r" b="b"/>
              <a:pathLst>
                <a:path w="16451" h="16450" extrusionOk="0">
                  <a:moveTo>
                    <a:pt x="0" y="0"/>
                  </a:moveTo>
                  <a:lnTo>
                    <a:pt x="0" y="16450"/>
                  </a:lnTo>
                  <a:lnTo>
                    <a:pt x="16450" y="16450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6816895" y="3052734"/>
              <a:ext cx="209997" cy="209943"/>
            </a:xfrm>
            <a:custGeom>
              <a:avLst/>
              <a:gdLst/>
              <a:ahLst/>
              <a:cxnLst/>
              <a:rect l="l" t="t" r="r" b="b"/>
              <a:pathLst>
                <a:path w="16451" h="16450" extrusionOk="0">
                  <a:moveTo>
                    <a:pt x="1" y="0"/>
                  </a:moveTo>
                  <a:lnTo>
                    <a:pt x="1" y="16450"/>
                  </a:lnTo>
                  <a:lnTo>
                    <a:pt x="16451" y="16450"/>
                  </a:lnTo>
                  <a:lnTo>
                    <a:pt x="164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7181435" y="3052734"/>
              <a:ext cx="209984" cy="209943"/>
            </a:xfrm>
            <a:custGeom>
              <a:avLst/>
              <a:gdLst/>
              <a:ahLst/>
              <a:cxnLst/>
              <a:rect l="l" t="t" r="r" b="b"/>
              <a:pathLst>
                <a:path w="16450" h="16450" extrusionOk="0">
                  <a:moveTo>
                    <a:pt x="0" y="0"/>
                  </a:moveTo>
                  <a:lnTo>
                    <a:pt x="0" y="16450"/>
                  </a:lnTo>
                  <a:lnTo>
                    <a:pt x="16450" y="16450"/>
                  </a:lnTo>
                  <a:lnTo>
                    <a:pt x="164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662336" y="2464438"/>
              <a:ext cx="154584" cy="19437"/>
            </a:xfrm>
            <a:custGeom>
              <a:avLst/>
              <a:gdLst/>
              <a:ahLst/>
              <a:cxnLst/>
              <a:rect l="l" t="t" r="r" b="b"/>
              <a:pathLst>
                <a:path w="12110" h="1523" extrusionOk="0">
                  <a:moveTo>
                    <a:pt x="0" y="0"/>
                  </a:moveTo>
                  <a:lnTo>
                    <a:pt x="0" y="1523"/>
                  </a:lnTo>
                  <a:lnTo>
                    <a:pt x="12110" y="1523"/>
                  </a:lnTo>
                  <a:lnTo>
                    <a:pt x="121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7026863" y="2464438"/>
              <a:ext cx="154597" cy="19437"/>
            </a:xfrm>
            <a:custGeom>
              <a:avLst/>
              <a:gdLst/>
              <a:ahLst/>
              <a:cxnLst/>
              <a:rect l="l" t="t" r="r" b="b"/>
              <a:pathLst>
                <a:path w="12111" h="1523" extrusionOk="0">
                  <a:moveTo>
                    <a:pt x="1" y="0"/>
                  </a:moveTo>
                  <a:lnTo>
                    <a:pt x="1" y="1523"/>
                  </a:lnTo>
                  <a:lnTo>
                    <a:pt x="12110" y="1523"/>
                  </a:lnTo>
                  <a:lnTo>
                    <a:pt x="121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662336" y="2807708"/>
              <a:ext cx="154584" cy="19450"/>
            </a:xfrm>
            <a:custGeom>
              <a:avLst/>
              <a:gdLst/>
              <a:ahLst/>
              <a:cxnLst/>
              <a:rect l="l" t="t" r="r" b="b"/>
              <a:pathLst>
                <a:path w="12110" h="1524" extrusionOk="0">
                  <a:moveTo>
                    <a:pt x="0" y="1"/>
                  </a:moveTo>
                  <a:lnTo>
                    <a:pt x="0" y="1523"/>
                  </a:lnTo>
                  <a:lnTo>
                    <a:pt x="12110" y="1523"/>
                  </a:lnTo>
                  <a:lnTo>
                    <a:pt x="121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547537" y="2582133"/>
              <a:ext cx="19633" cy="130229"/>
            </a:xfrm>
            <a:custGeom>
              <a:avLst/>
              <a:gdLst/>
              <a:ahLst/>
              <a:cxnLst/>
              <a:rect l="l" t="t" r="r" b="b"/>
              <a:pathLst>
                <a:path w="1538" h="10204" extrusionOk="0">
                  <a:moveTo>
                    <a:pt x="1" y="0"/>
                  </a:moveTo>
                  <a:lnTo>
                    <a:pt x="1" y="10203"/>
                  </a:lnTo>
                  <a:lnTo>
                    <a:pt x="1538" y="10203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6547537" y="2922505"/>
              <a:ext cx="19633" cy="130229"/>
            </a:xfrm>
            <a:custGeom>
              <a:avLst/>
              <a:gdLst/>
              <a:ahLst/>
              <a:cxnLst/>
              <a:rect l="l" t="t" r="r" b="b"/>
              <a:pathLst>
                <a:path w="1538" h="10204" extrusionOk="0">
                  <a:moveTo>
                    <a:pt x="1" y="0"/>
                  </a:moveTo>
                  <a:lnTo>
                    <a:pt x="1" y="10203"/>
                  </a:lnTo>
                  <a:lnTo>
                    <a:pt x="1538" y="10203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7276603" y="2582133"/>
              <a:ext cx="19633" cy="130229"/>
            </a:xfrm>
            <a:custGeom>
              <a:avLst/>
              <a:gdLst/>
              <a:ahLst/>
              <a:cxnLst/>
              <a:rect l="l" t="t" r="r" b="b"/>
              <a:pathLst>
                <a:path w="1538" h="10204" extrusionOk="0">
                  <a:moveTo>
                    <a:pt x="1" y="0"/>
                  </a:moveTo>
                  <a:lnTo>
                    <a:pt x="1" y="10203"/>
                  </a:lnTo>
                  <a:lnTo>
                    <a:pt x="1538" y="10203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6916620" y="2582133"/>
              <a:ext cx="19441" cy="130229"/>
            </a:xfrm>
            <a:custGeom>
              <a:avLst/>
              <a:gdLst/>
              <a:ahLst/>
              <a:cxnLst/>
              <a:rect l="l" t="t" r="r" b="b"/>
              <a:pathLst>
                <a:path w="1523" h="10204" extrusionOk="0">
                  <a:moveTo>
                    <a:pt x="0" y="0"/>
                  </a:moveTo>
                  <a:lnTo>
                    <a:pt x="0" y="10203"/>
                  </a:lnTo>
                  <a:lnTo>
                    <a:pt x="1523" y="10203"/>
                  </a:lnTo>
                  <a:lnTo>
                    <a:pt x="15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6916620" y="2922505"/>
              <a:ext cx="19441" cy="130229"/>
            </a:xfrm>
            <a:custGeom>
              <a:avLst/>
              <a:gdLst/>
              <a:ahLst/>
              <a:cxnLst/>
              <a:rect l="l" t="t" r="r" b="b"/>
              <a:pathLst>
                <a:path w="1523" h="10204" extrusionOk="0">
                  <a:moveTo>
                    <a:pt x="0" y="0"/>
                  </a:moveTo>
                  <a:lnTo>
                    <a:pt x="0" y="10203"/>
                  </a:lnTo>
                  <a:lnTo>
                    <a:pt x="1523" y="10203"/>
                  </a:lnTo>
                  <a:lnTo>
                    <a:pt x="15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7276603" y="2922505"/>
              <a:ext cx="19633" cy="130229"/>
            </a:xfrm>
            <a:custGeom>
              <a:avLst/>
              <a:gdLst/>
              <a:ahLst/>
              <a:cxnLst/>
              <a:rect l="l" t="t" r="r" b="b"/>
              <a:pathLst>
                <a:path w="1538" h="10204" extrusionOk="0">
                  <a:moveTo>
                    <a:pt x="1" y="0"/>
                  </a:moveTo>
                  <a:lnTo>
                    <a:pt x="1" y="10203"/>
                  </a:lnTo>
                  <a:lnTo>
                    <a:pt x="1538" y="10203"/>
                  </a:lnTo>
                  <a:lnTo>
                    <a:pt x="15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7026863" y="2807708"/>
              <a:ext cx="154597" cy="19450"/>
            </a:xfrm>
            <a:custGeom>
              <a:avLst/>
              <a:gdLst/>
              <a:ahLst/>
              <a:cxnLst/>
              <a:rect l="l" t="t" r="r" b="b"/>
              <a:pathLst>
                <a:path w="12111" h="1524" extrusionOk="0">
                  <a:moveTo>
                    <a:pt x="1" y="1"/>
                  </a:moveTo>
                  <a:lnTo>
                    <a:pt x="1" y="1523"/>
                  </a:lnTo>
                  <a:lnTo>
                    <a:pt x="12110" y="1523"/>
                  </a:lnTo>
                  <a:lnTo>
                    <a:pt x="121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6662336" y="3147901"/>
              <a:ext cx="154584" cy="19629"/>
            </a:xfrm>
            <a:custGeom>
              <a:avLst/>
              <a:gdLst/>
              <a:ahLst/>
              <a:cxnLst/>
              <a:rect l="l" t="t" r="r" b="b"/>
              <a:pathLst>
                <a:path w="12110" h="1538" extrusionOk="0">
                  <a:moveTo>
                    <a:pt x="0" y="1"/>
                  </a:moveTo>
                  <a:lnTo>
                    <a:pt x="0" y="1537"/>
                  </a:lnTo>
                  <a:lnTo>
                    <a:pt x="12110" y="1537"/>
                  </a:lnTo>
                  <a:lnTo>
                    <a:pt x="121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7026863" y="3147901"/>
              <a:ext cx="154597" cy="19629"/>
            </a:xfrm>
            <a:custGeom>
              <a:avLst/>
              <a:gdLst/>
              <a:ahLst/>
              <a:cxnLst/>
              <a:rect l="l" t="t" r="r" b="b"/>
              <a:pathLst>
                <a:path w="12111" h="1538" extrusionOk="0">
                  <a:moveTo>
                    <a:pt x="1" y="1"/>
                  </a:moveTo>
                  <a:lnTo>
                    <a:pt x="1" y="1537"/>
                  </a:lnTo>
                  <a:lnTo>
                    <a:pt x="12110" y="1537"/>
                  </a:lnTo>
                  <a:lnTo>
                    <a:pt x="121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475;p19"/>
          <p:cNvGrpSpPr/>
          <p:nvPr/>
        </p:nvGrpSpPr>
        <p:grpSpPr>
          <a:xfrm>
            <a:off x="1303725" y="2529725"/>
            <a:ext cx="949783" cy="995673"/>
            <a:chOff x="-2429875" y="2285350"/>
            <a:chExt cx="949783" cy="995673"/>
          </a:xfrm>
        </p:grpSpPr>
        <p:sp>
          <p:nvSpPr>
            <p:cNvPr id="476" name="Google Shape;476;p19"/>
            <p:cNvSpPr/>
            <p:nvPr/>
          </p:nvSpPr>
          <p:spPr>
            <a:xfrm>
              <a:off x="-2132002" y="2285350"/>
              <a:ext cx="348957" cy="302025"/>
            </a:xfrm>
            <a:custGeom>
              <a:avLst/>
              <a:gdLst/>
              <a:ahLst/>
              <a:cxnLst/>
              <a:rect l="l" t="t" r="r" b="b"/>
              <a:pathLst>
                <a:path w="27337" h="23665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65"/>
                  </a:lnTo>
                  <a:lnTo>
                    <a:pt x="20492" y="23665"/>
                  </a:lnTo>
                  <a:lnTo>
                    <a:pt x="27336" y="11840"/>
                  </a:lnTo>
                  <a:lnTo>
                    <a:pt x="204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-2132002" y="2285350"/>
              <a:ext cx="348957" cy="302025"/>
            </a:xfrm>
            <a:custGeom>
              <a:avLst/>
              <a:gdLst/>
              <a:ahLst/>
              <a:cxnLst/>
              <a:rect l="l" t="t" r="r" b="b"/>
              <a:pathLst>
                <a:path w="27337" h="23665" fill="none" extrusionOk="0">
                  <a:moveTo>
                    <a:pt x="20492" y="1"/>
                  </a:moveTo>
                  <a:lnTo>
                    <a:pt x="6831" y="1"/>
                  </a:lnTo>
                  <a:lnTo>
                    <a:pt x="1" y="11840"/>
                  </a:lnTo>
                  <a:lnTo>
                    <a:pt x="6831" y="23665"/>
                  </a:lnTo>
                  <a:lnTo>
                    <a:pt x="20492" y="23665"/>
                  </a:lnTo>
                  <a:lnTo>
                    <a:pt x="27336" y="11840"/>
                  </a:lnTo>
                  <a:lnTo>
                    <a:pt x="204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-1837767" y="2457712"/>
              <a:ext cx="348957" cy="302037"/>
            </a:xfrm>
            <a:custGeom>
              <a:avLst/>
              <a:gdLst/>
              <a:ahLst/>
              <a:cxnLst/>
              <a:rect l="l" t="t" r="r" b="b"/>
              <a:pathLst>
                <a:path w="27337" h="23666" extrusionOk="0">
                  <a:moveTo>
                    <a:pt x="6846" y="1"/>
                  </a:moveTo>
                  <a:lnTo>
                    <a:pt x="1" y="11826"/>
                  </a:lnTo>
                  <a:lnTo>
                    <a:pt x="6846" y="23665"/>
                  </a:lnTo>
                  <a:lnTo>
                    <a:pt x="20506" y="23665"/>
                  </a:lnTo>
                  <a:lnTo>
                    <a:pt x="27337" y="11826"/>
                  </a:lnTo>
                  <a:lnTo>
                    <a:pt x="2050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9"/>
            <p:cNvSpPr/>
            <p:nvPr/>
          </p:nvSpPr>
          <p:spPr>
            <a:xfrm>
              <a:off x="-2132002" y="2638613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492" y="23679"/>
                  </a:lnTo>
                  <a:lnTo>
                    <a:pt x="27336" y="11840"/>
                  </a:lnTo>
                  <a:lnTo>
                    <a:pt x="204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9"/>
            <p:cNvSpPr/>
            <p:nvPr/>
          </p:nvSpPr>
          <p:spPr>
            <a:xfrm>
              <a:off x="-2132002" y="2638613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fill="none" extrusionOk="0">
                  <a:moveTo>
                    <a:pt x="20492" y="1"/>
                  </a:moveTo>
                  <a:lnTo>
                    <a:pt x="6831" y="1"/>
                  </a:lnTo>
                  <a:lnTo>
                    <a:pt x="1" y="11840"/>
                  </a:lnTo>
                  <a:lnTo>
                    <a:pt x="6831" y="23679"/>
                  </a:lnTo>
                  <a:lnTo>
                    <a:pt x="20492" y="23679"/>
                  </a:lnTo>
                  <a:lnTo>
                    <a:pt x="27336" y="11840"/>
                  </a:lnTo>
                  <a:lnTo>
                    <a:pt x="204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-1829036" y="2804262"/>
              <a:ext cx="348944" cy="302025"/>
            </a:xfrm>
            <a:custGeom>
              <a:avLst/>
              <a:gdLst/>
              <a:ahLst/>
              <a:cxnLst/>
              <a:rect l="l" t="t" r="r" b="b"/>
              <a:pathLst>
                <a:path w="27336" h="23665" extrusionOk="0">
                  <a:moveTo>
                    <a:pt x="6830" y="0"/>
                  </a:moveTo>
                  <a:lnTo>
                    <a:pt x="0" y="11826"/>
                  </a:lnTo>
                  <a:lnTo>
                    <a:pt x="6830" y="23665"/>
                  </a:lnTo>
                  <a:lnTo>
                    <a:pt x="20505" y="23665"/>
                  </a:lnTo>
                  <a:lnTo>
                    <a:pt x="27336" y="11826"/>
                  </a:lnTo>
                  <a:lnTo>
                    <a:pt x="205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-2429875" y="2463711"/>
              <a:ext cx="348957" cy="302203"/>
            </a:xfrm>
            <a:custGeom>
              <a:avLst/>
              <a:gdLst/>
              <a:ahLst/>
              <a:cxnLst/>
              <a:rect l="l" t="t" r="r" b="b"/>
              <a:pathLst>
                <a:path w="27337" h="23679" extrusionOk="0">
                  <a:moveTo>
                    <a:pt x="6831" y="0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6" y="11840"/>
                  </a:lnTo>
                  <a:lnTo>
                    <a:pt x="20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9"/>
            <p:cNvSpPr/>
            <p:nvPr/>
          </p:nvSpPr>
          <p:spPr>
            <a:xfrm>
              <a:off x="-2429875" y="2811524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1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6" y="11840"/>
                  </a:lnTo>
                  <a:lnTo>
                    <a:pt x="205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9"/>
            <p:cNvSpPr/>
            <p:nvPr/>
          </p:nvSpPr>
          <p:spPr>
            <a:xfrm>
              <a:off x="-2126195" y="2978806"/>
              <a:ext cx="348957" cy="302216"/>
            </a:xfrm>
            <a:custGeom>
              <a:avLst/>
              <a:gdLst/>
              <a:ahLst/>
              <a:cxnLst/>
              <a:rect l="l" t="t" r="r" b="b"/>
              <a:pathLst>
                <a:path w="27337" h="23680" extrusionOk="0">
                  <a:moveTo>
                    <a:pt x="6831" y="0"/>
                  </a:moveTo>
                  <a:lnTo>
                    <a:pt x="1" y="11840"/>
                  </a:lnTo>
                  <a:lnTo>
                    <a:pt x="6831" y="23679"/>
                  </a:lnTo>
                  <a:lnTo>
                    <a:pt x="20506" y="23679"/>
                  </a:lnTo>
                  <a:lnTo>
                    <a:pt x="27337" y="11840"/>
                  </a:lnTo>
                  <a:lnTo>
                    <a:pt x="205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" name="Google Shape;485;p19"/>
          <p:cNvGrpSpPr/>
          <p:nvPr/>
        </p:nvGrpSpPr>
        <p:grpSpPr>
          <a:xfrm>
            <a:off x="788010" y="1211750"/>
            <a:ext cx="1981204" cy="3520213"/>
            <a:chOff x="788010" y="1211750"/>
            <a:chExt cx="1981204" cy="3520213"/>
          </a:xfrm>
        </p:grpSpPr>
        <p:sp>
          <p:nvSpPr>
            <p:cNvPr id="486" name="Google Shape;486;p19"/>
            <p:cNvSpPr txBox="1"/>
            <p:nvPr/>
          </p:nvSpPr>
          <p:spPr>
            <a:xfrm>
              <a:off x="788015" y="40585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Classification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87" name="Google Shape;487;p19"/>
            <p:cNvSpPr txBox="1"/>
            <p:nvPr/>
          </p:nvSpPr>
          <p:spPr>
            <a:xfrm>
              <a:off x="788010" y="44001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/>
                <a:t>Output:</a:t>
              </a:r>
              <a:r>
                <a:rPr lang="en-US" dirty="0"/>
                <a:t> A specific numerical value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8" name="Google Shape;488;p19"/>
            <p:cNvSpPr/>
            <p:nvPr/>
          </p:nvSpPr>
          <p:spPr>
            <a:xfrm>
              <a:off x="1386235" y="1211750"/>
              <a:ext cx="784800" cy="784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89" name="Google Shape;489;p19"/>
          <p:cNvGrpSpPr/>
          <p:nvPr/>
        </p:nvGrpSpPr>
        <p:grpSpPr>
          <a:xfrm>
            <a:off x="6374785" y="1211750"/>
            <a:ext cx="1981204" cy="3520213"/>
            <a:chOff x="6374785" y="1211750"/>
            <a:chExt cx="1981204" cy="3520213"/>
          </a:xfrm>
        </p:grpSpPr>
        <p:sp>
          <p:nvSpPr>
            <p:cNvPr id="490" name="Google Shape;490;p19"/>
            <p:cNvSpPr txBox="1"/>
            <p:nvPr/>
          </p:nvSpPr>
          <p:spPr>
            <a:xfrm>
              <a:off x="6374790" y="40585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Regression 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491" name="Google Shape;491;p19"/>
            <p:cNvSpPr txBox="1"/>
            <p:nvPr/>
          </p:nvSpPr>
          <p:spPr>
            <a:xfrm>
              <a:off x="6374785" y="4400163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b="1" dirty="0"/>
                <a:t>Output:</a:t>
              </a:r>
              <a:r>
                <a:rPr lang="fr-FR" dirty="0"/>
                <a:t> Labels or classes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2" name="Google Shape;492;p19"/>
            <p:cNvSpPr/>
            <p:nvPr/>
          </p:nvSpPr>
          <p:spPr>
            <a:xfrm>
              <a:off x="6972985" y="1211750"/>
              <a:ext cx="784800" cy="7848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493" name="Google Shape;493;p19"/>
          <p:cNvGrpSpPr/>
          <p:nvPr/>
        </p:nvGrpSpPr>
        <p:grpSpPr>
          <a:xfrm>
            <a:off x="3886200" y="1114550"/>
            <a:ext cx="1371604" cy="3617430"/>
            <a:chOff x="3886200" y="1114550"/>
            <a:chExt cx="1371604" cy="3617430"/>
          </a:xfrm>
        </p:grpSpPr>
        <p:grpSp>
          <p:nvGrpSpPr>
            <p:cNvPr id="494" name="Google Shape;494;p19"/>
            <p:cNvGrpSpPr/>
            <p:nvPr/>
          </p:nvGrpSpPr>
          <p:grpSpPr>
            <a:xfrm>
              <a:off x="3886200" y="1114550"/>
              <a:ext cx="1371604" cy="3617430"/>
              <a:chOff x="1657350" y="1114550"/>
              <a:chExt cx="1371604" cy="3617430"/>
            </a:xfrm>
          </p:grpSpPr>
          <p:sp>
            <p:nvSpPr>
              <p:cNvPr id="495" name="Google Shape;495;p19"/>
              <p:cNvSpPr/>
              <p:nvPr/>
            </p:nvSpPr>
            <p:spPr>
              <a:xfrm>
                <a:off x="1914024" y="3062466"/>
                <a:ext cx="208914" cy="934473"/>
              </a:xfrm>
              <a:custGeom>
                <a:avLst/>
                <a:gdLst/>
                <a:ahLst/>
                <a:cxnLst/>
                <a:rect l="l" t="t" r="r" b="b"/>
                <a:pathLst>
                  <a:path w="6277" h="28077" extrusionOk="0">
                    <a:moveTo>
                      <a:pt x="2747" y="1"/>
                    </a:moveTo>
                    <a:lnTo>
                      <a:pt x="2648" y="214"/>
                    </a:lnTo>
                    <a:lnTo>
                      <a:pt x="2420" y="741"/>
                    </a:lnTo>
                    <a:lnTo>
                      <a:pt x="2263" y="1125"/>
                    </a:lnTo>
                    <a:lnTo>
                      <a:pt x="2078" y="1580"/>
                    </a:lnTo>
                    <a:lnTo>
                      <a:pt x="1893" y="2107"/>
                    </a:lnTo>
                    <a:lnTo>
                      <a:pt x="1680" y="2704"/>
                    </a:lnTo>
                    <a:lnTo>
                      <a:pt x="1481" y="3359"/>
                    </a:lnTo>
                    <a:lnTo>
                      <a:pt x="1267" y="4070"/>
                    </a:lnTo>
                    <a:lnTo>
                      <a:pt x="1054" y="4839"/>
                    </a:lnTo>
                    <a:lnTo>
                      <a:pt x="840" y="5664"/>
                    </a:lnTo>
                    <a:lnTo>
                      <a:pt x="655" y="6532"/>
                    </a:lnTo>
                    <a:lnTo>
                      <a:pt x="485" y="7457"/>
                    </a:lnTo>
                    <a:lnTo>
                      <a:pt x="328" y="8411"/>
                    </a:lnTo>
                    <a:lnTo>
                      <a:pt x="200" y="9421"/>
                    </a:lnTo>
                    <a:lnTo>
                      <a:pt x="143" y="9933"/>
                    </a:lnTo>
                    <a:lnTo>
                      <a:pt x="100" y="10460"/>
                    </a:lnTo>
                    <a:lnTo>
                      <a:pt x="58" y="10986"/>
                    </a:lnTo>
                    <a:lnTo>
                      <a:pt x="29" y="11527"/>
                    </a:lnTo>
                    <a:lnTo>
                      <a:pt x="15" y="12068"/>
                    </a:lnTo>
                    <a:lnTo>
                      <a:pt x="1" y="12623"/>
                    </a:lnTo>
                    <a:lnTo>
                      <a:pt x="1" y="13178"/>
                    </a:lnTo>
                    <a:lnTo>
                      <a:pt x="29" y="13747"/>
                    </a:lnTo>
                    <a:lnTo>
                      <a:pt x="44" y="14316"/>
                    </a:lnTo>
                    <a:lnTo>
                      <a:pt x="86" y="14899"/>
                    </a:lnTo>
                    <a:lnTo>
                      <a:pt x="143" y="15483"/>
                    </a:lnTo>
                    <a:lnTo>
                      <a:pt x="214" y="16066"/>
                    </a:lnTo>
                    <a:lnTo>
                      <a:pt x="285" y="16650"/>
                    </a:lnTo>
                    <a:lnTo>
                      <a:pt x="385" y="17247"/>
                    </a:lnTo>
                    <a:lnTo>
                      <a:pt x="499" y="17845"/>
                    </a:lnTo>
                    <a:lnTo>
                      <a:pt x="627" y="18443"/>
                    </a:lnTo>
                    <a:lnTo>
                      <a:pt x="769" y="19040"/>
                    </a:lnTo>
                    <a:lnTo>
                      <a:pt x="940" y="19652"/>
                    </a:lnTo>
                    <a:lnTo>
                      <a:pt x="1111" y="20250"/>
                    </a:lnTo>
                    <a:lnTo>
                      <a:pt x="1310" y="20862"/>
                    </a:lnTo>
                    <a:lnTo>
                      <a:pt x="1538" y="21474"/>
                    </a:lnTo>
                    <a:lnTo>
                      <a:pt x="1765" y="22071"/>
                    </a:lnTo>
                    <a:lnTo>
                      <a:pt x="2022" y="22683"/>
                    </a:lnTo>
                    <a:lnTo>
                      <a:pt x="2306" y="23295"/>
                    </a:lnTo>
                    <a:lnTo>
                      <a:pt x="2605" y="23893"/>
                    </a:lnTo>
                    <a:lnTo>
                      <a:pt x="2932" y="24505"/>
                    </a:lnTo>
                    <a:lnTo>
                      <a:pt x="3274" y="25102"/>
                    </a:lnTo>
                    <a:lnTo>
                      <a:pt x="3630" y="25700"/>
                    </a:lnTo>
                    <a:lnTo>
                      <a:pt x="4028" y="26298"/>
                    </a:lnTo>
                    <a:lnTo>
                      <a:pt x="4441" y="26895"/>
                    </a:lnTo>
                    <a:lnTo>
                      <a:pt x="4882" y="27493"/>
                    </a:lnTo>
                    <a:lnTo>
                      <a:pt x="5351" y="28076"/>
                    </a:lnTo>
                    <a:lnTo>
                      <a:pt x="6276" y="27322"/>
                    </a:lnTo>
                    <a:lnTo>
                      <a:pt x="5821" y="26767"/>
                    </a:lnTo>
                    <a:lnTo>
                      <a:pt x="5408" y="26198"/>
                    </a:lnTo>
                    <a:lnTo>
                      <a:pt x="5010" y="25629"/>
                    </a:lnTo>
                    <a:lnTo>
                      <a:pt x="4640" y="25060"/>
                    </a:lnTo>
                    <a:lnTo>
                      <a:pt x="4298" y="24490"/>
                    </a:lnTo>
                    <a:lnTo>
                      <a:pt x="3971" y="23921"/>
                    </a:lnTo>
                    <a:lnTo>
                      <a:pt x="3658" y="23338"/>
                    </a:lnTo>
                    <a:lnTo>
                      <a:pt x="3373" y="22769"/>
                    </a:lnTo>
                    <a:lnTo>
                      <a:pt x="3117" y="22185"/>
                    </a:lnTo>
                    <a:lnTo>
                      <a:pt x="2861" y="21602"/>
                    </a:lnTo>
                    <a:lnTo>
                      <a:pt x="2648" y="21033"/>
                    </a:lnTo>
                    <a:lnTo>
                      <a:pt x="2434" y="20449"/>
                    </a:lnTo>
                    <a:lnTo>
                      <a:pt x="2249" y="19866"/>
                    </a:lnTo>
                    <a:lnTo>
                      <a:pt x="2078" y="19297"/>
                    </a:lnTo>
                    <a:lnTo>
                      <a:pt x="1922" y="18713"/>
                    </a:lnTo>
                    <a:lnTo>
                      <a:pt x="1780" y="18144"/>
                    </a:lnTo>
                    <a:lnTo>
                      <a:pt x="1666" y="17575"/>
                    </a:lnTo>
                    <a:lnTo>
                      <a:pt x="1552" y="17005"/>
                    </a:lnTo>
                    <a:lnTo>
                      <a:pt x="1467" y="16436"/>
                    </a:lnTo>
                    <a:lnTo>
                      <a:pt x="1381" y="15867"/>
                    </a:lnTo>
                    <a:lnTo>
                      <a:pt x="1324" y="15312"/>
                    </a:lnTo>
                    <a:lnTo>
                      <a:pt x="1267" y="14757"/>
                    </a:lnTo>
                    <a:lnTo>
                      <a:pt x="1239" y="14216"/>
                    </a:lnTo>
                    <a:lnTo>
                      <a:pt x="1210" y="13661"/>
                    </a:lnTo>
                    <a:lnTo>
                      <a:pt x="1196" y="13121"/>
                    </a:lnTo>
                    <a:lnTo>
                      <a:pt x="1196" y="12594"/>
                    </a:lnTo>
                    <a:lnTo>
                      <a:pt x="1196" y="12068"/>
                    </a:lnTo>
                    <a:lnTo>
                      <a:pt x="1225" y="11541"/>
                    </a:lnTo>
                    <a:lnTo>
                      <a:pt x="1239" y="11029"/>
                    </a:lnTo>
                    <a:lnTo>
                      <a:pt x="1282" y="10517"/>
                    </a:lnTo>
                    <a:lnTo>
                      <a:pt x="1324" y="10019"/>
                    </a:lnTo>
                    <a:lnTo>
                      <a:pt x="1381" y="9535"/>
                    </a:lnTo>
                    <a:lnTo>
                      <a:pt x="1495" y="8581"/>
                    </a:lnTo>
                    <a:lnTo>
                      <a:pt x="1652" y="7656"/>
                    </a:lnTo>
                    <a:lnTo>
                      <a:pt x="1822" y="6774"/>
                    </a:lnTo>
                    <a:lnTo>
                      <a:pt x="2007" y="5949"/>
                    </a:lnTo>
                    <a:lnTo>
                      <a:pt x="2192" y="5166"/>
                    </a:lnTo>
                    <a:lnTo>
                      <a:pt x="2392" y="4426"/>
                    </a:lnTo>
                    <a:lnTo>
                      <a:pt x="2605" y="3743"/>
                    </a:lnTo>
                    <a:lnTo>
                      <a:pt x="2804" y="3117"/>
                    </a:lnTo>
                    <a:lnTo>
                      <a:pt x="3003" y="2548"/>
                    </a:lnTo>
                    <a:lnTo>
                      <a:pt x="3174" y="2050"/>
                    </a:lnTo>
                    <a:lnTo>
                      <a:pt x="3501" y="1253"/>
                    </a:lnTo>
                    <a:lnTo>
                      <a:pt x="3715" y="741"/>
                    </a:lnTo>
                    <a:lnTo>
                      <a:pt x="3814" y="541"/>
                    </a:lnTo>
                    <a:lnTo>
                      <a:pt x="2747" y="1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19"/>
              <p:cNvSpPr/>
              <p:nvPr/>
            </p:nvSpPr>
            <p:spPr>
              <a:xfrm>
                <a:off x="2211002" y="3288386"/>
                <a:ext cx="168609" cy="466055"/>
              </a:xfrm>
              <a:custGeom>
                <a:avLst/>
                <a:gdLst/>
                <a:ahLst/>
                <a:cxnLst/>
                <a:rect l="l" t="t" r="r" b="b"/>
                <a:pathLst>
                  <a:path w="5066" h="14003" extrusionOk="0">
                    <a:moveTo>
                      <a:pt x="0" y="0"/>
                    </a:moveTo>
                    <a:lnTo>
                      <a:pt x="0" y="14003"/>
                    </a:lnTo>
                    <a:lnTo>
                      <a:pt x="5066" y="14003"/>
                    </a:lnTo>
                    <a:lnTo>
                      <a:pt x="5066" y="0"/>
                    </a:lnTo>
                    <a:close/>
                  </a:path>
                </a:pathLst>
              </a:custGeom>
              <a:solidFill>
                <a:srgbClr val="7271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9"/>
              <p:cNvSpPr/>
              <p:nvPr/>
            </p:nvSpPr>
            <p:spPr>
              <a:xfrm>
                <a:off x="2496099" y="3258532"/>
                <a:ext cx="168642" cy="495909"/>
              </a:xfrm>
              <a:custGeom>
                <a:avLst/>
                <a:gdLst/>
                <a:ahLst/>
                <a:cxnLst/>
                <a:rect l="l" t="t" r="r" b="b"/>
                <a:pathLst>
                  <a:path w="5067" h="14900" extrusionOk="0">
                    <a:moveTo>
                      <a:pt x="0" y="1"/>
                    </a:moveTo>
                    <a:lnTo>
                      <a:pt x="0" y="14900"/>
                    </a:lnTo>
                    <a:lnTo>
                      <a:pt x="5066" y="14900"/>
                    </a:lnTo>
                    <a:lnTo>
                      <a:pt x="5066" y="1"/>
                    </a:lnTo>
                    <a:close/>
                  </a:path>
                </a:pathLst>
              </a:custGeom>
              <a:solidFill>
                <a:srgbClr val="7271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9"/>
              <p:cNvSpPr/>
              <p:nvPr/>
            </p:nvSpPr>
            <p:spPr>
              <a:xfrm>
                <a:off x="2107261" y="3650232"/>
                <a:ext cx="667813" cy="1081748"/>
              </a:xfrm>
              <a:custGeom>
                <a:avLst/>
                <a:gdLst/>
                <a:ahLst/>
                <a:cxnLst/>
                <a:rect l="l" t="t" r="r" b="b"/>
                <a:pathLst>
                  <a:path w="20065" h="32502" extrusionOk="0">
                    <a:moveTo>
                      <a:pt x="10033" y="0"/>
                    </a:moveTo>
                    <a:lnTo>
                      <a:pt x="9520" y="14"/>
                    </a:lnTo>
                    <a:lnTo>
                      <a:pt x="9008" y="57"/>
                    </a:lnTo>
                    <a:lnTo>
                      <a:pt x="8510" y="128"/>
                    </a:lnTo>
                    <a:lnTo>
                      <a:pt x="8012" y="214"/>
                    </a:lnTo>
                    <a:lnTo>
                      <a:pt x="7528" y="327"/>
                    </a:lnTo>
                    <a:lnTo>
                      <a:pt x="7044" y="455"/>
                    </a:lnTo>
                    <a:lnTo>
                      <a:pt x="6589" y="612"/>
                    </a:lnTo>
                    <a:lnTo>
                      <a:pt x="6134" y="797"/>
                    </a:lnTo>
                    <a:lnTo>
                      <a:pt x="5678" y="996"/>
                    </a:lnTo>
                    <a:lnTo>
                      <a:pt x="5252" y="1224"/>
                    </a:lnTo>
                    <a:lnTo>
                      <a:pt x="4825" y="1466"/>
                    </a:lnTo>
                    <a:lnTo>
                      <a:pt x="4426" y="1722"/>
                    </a:lnTo>
                    <a:lnTo>
                      <a:pt x="4028" y="2006"/>
                    </a:lnTo>
                    <a:lnTo>
                      <a:pt x="3658" y="2291"/>
                    </a:lnTo>
                    <a:lnTo>
                      <a:pt x="3288" y="2618"/>
                    </a:lnTo>
                    <a:lnTo>
                      <a:pt x="2946" y="2946"/>
                    </a:lnTo>
                    <a:lnTo>
                      <a:pt x="2605" y="3287"/>
                    </a:lnTo>
                    <a:lnTo>
                      <a:pt x="2292" y="3657"/>
                    </a:lnTo>
                    <a:lnTo>
                      <a:pt x="1993" y="4041"/>
                    </a:lnTo>
                    <a:lnTo>
                      <a:pt x="1708" y="4426"/>
                    </a:lnTo>
                    <a:lnTo>
                      <a:pt x="1452" y="4838"/>
                    </a:lnTo>
                    <a:lnTo>
                      <a:pt x="1210" y="5251"/>
                    </a:lnTo>
                    <a:lnTo>
                      <a:pt x="997" y="5692"/>
                    </a:lnTo>
                    <a:lnTo>
                      <a:pt x="798" y="6133"/>
                    </a:lnTo>
                    <a:lnTo>
                      <a:pt x="613" y="6589"/>
                    </a:lnTo>
                    <a:lnTo>
                      <a:pt x="456" y="7058"/>
                    </a:lnTo>
                    <a:lnTo>
                      <a:pt x="314" y="7528"/>
                    </a:lnTo>
                    <a:lnTo>
                      <a:pt x="200" y="8012"/>
                    </a:lnTo>
                    <a:lnTo>
                      <a:pt x="115" y="8510"/>
                    </a:lnTo>
                    <a:lnTo>
                      <a:pt x="58" y="9008"/>
                    </a:lnTo>
                    <a:lnTo>
                      <a:pt x="15" y="9520"/>
                    </a:lnTo>
                    <a:lnTo>
                      <a:pt x="1" y="10032"/>
                    </a:lnTo>
                    <a:lnTo>
                      <a:pt x="1" y="22483"/>
                    </a:lnTo>
                    <a:lnTo>
                      <a:pt x="15" y="22996"/>
                    </a:lnTo>
                    <a:lnTo>
                      <a:pt x="58" y="23508"/>
                    </a:lnTo>
                    <a:lnTo>
                      <a:pt x="115" y="24006"/>
                    </a:lnTo>
                    <a:lnTo>
                      <a:pt x="200" y="24504"/>
                    </a:lnTo>
                    <a:lnTo>
                      <a:pt x="314" y="24988"/>
                    </a:lnTo>
                    <a:lnTo>
                      <a:pt x="456" y="25457"/>
                    </a:lnTo>
                    <a:lnTo>
                      <a:pt x="613" y="25927"/>
                    </a:lnTo>
                    <a:lnTo>
                      <a:pt x="798" y="26382"/>
                    </a:lnTo>
                    <a:lnTo>
                      <a:pt x="997" y="26823"/>
                    </a:lnTo>
                    <a:lnTo>
                      <a:pt x="1210" y="27265"/>
                    </a:lnTo>
                    <a:lnTo>
                      <a:pt x="1452" y="27677"/>
                    </a:lnTo>
                    <a:lnTo>
                      <a:pt x="1708" y="28090"/>
                    </a:lnTo>
                    <a:lnTo>
                      <a:pt x="1993" y="28474"/>
                    </a:lnTo>
                    <a:lnTo>
                      <a:pt x="2292" y="28858"/>
                    </a:lnTo>
                    <a:lnTo>
                      <a:pt x="2605" y="29214"/>
                    </a:lnTo>
                    <a:lnTo>
                      <a:pt x="2946" y="29570"/>
                    </a:lnTo>
                    <a:lnTo>
                      <a:pt x="3288" y="29897"/>
                    </a:lnTo>
                    <a:lnTo>
                      <a:pt x="3658" y="30210"/>
                    </a:lnTo>
                    <a:lnTo>
                      <a:pt x="4028" y="30509"/>
                    </a:lnTo>
                    <a:lnTo>
                      <a:pt x="4426" y="30794"/>
                    </a:lnTo>
                    <a:lnTo>
                      <a:pt x="4825" y="31050"/>
                    </a:lnTo>
                    <a:lnTo>
                      <a:pt x="5252" y="31292"/>
                    </a:lnTo>
                    <a:lnTo>
                      <a:pt x="5678" y="31519"/>
                    </a:lnTo>
                    <a:lnTo>
                      <a:pt x="6134" y="31719"/>
                    </a:lnTo>
                    <a:lnTo>
                      <a:pt x="6589" y="31904"/>
                    </a:lnTo>
                    <a:lnTo>
                      <a:pt x="7044" y="32060"/>
                    </a:lnTo>
                    <a:lnTo>
                      <a:pt x="7528" y="32188"/>
                    </a:lnTo>
                    <a:lnTo>
                      <a:pt x="8012" y="32302"/>
                    </a:lnTo>
                    <a:lnTo>
                      <a:pt x="8510" y="32387"/>
                    </a:lnTo>
                    <a:lnTo>
                      <a:pt x="9008" y="32459"/>
                    </a:lnTo>
                    <a:lnTo>
                      <a:pt x="9520" y="32487"/>
                    </a:lnTo>
                    <a:lnTo>
                      <a:pt x="10033" y="32501"/>
                    </a:lnTo>
                    <a:lnTo>
                      <a:pt x="10545" y="32487"/>
                    </a:lnTo>
                    <a:lnTo>
                      <a:pt x="11057" y="32459"/>
                    </a:lnTo>
                    <a:lnTo>
                      <a:pt x="11555" y="32387"/>
                    </a:lnTo>
                    <a:lnTo>
                      <a:pt x="12053" y="32302"/>
                    </a:lnTo>
                    <a:lnTo>
                      <a:pt x="12537" y="32188"/>
                    </a:lnTo>
                    <a:lnTo>
                      <a:pt x="13021" y="32060"/>
                    </a:lnTo>
                    <a:lnTo>
                      <a:pt x="13476" y="31904"/>
                    </a:lnTo>
                    <a:lnTo>
                      <a:pt x="13932" y="31719"/>
                    </a:lnTo>
                    <a:lnTo>
                      <a:pt x="14387" y="31519"/>
                    </a:lnTo>
                    <a:lnTo>
                      <a:pt x="14814" y="31292"/>
                    </a:lnTo>
                    <a:lnTo>
                      <a:pt x="15227" y="31050"/>
                    </a:lnTo>
                    <a:lnTo>
                      <a:pt x="15639" y="30794"/>
                    </a:lnTo>
                    <a:lnTo>
                      <a:pt x="16038" y="30509"/>
                    </a:lnTo>
                    <a:lnTo>
                      <a:pt x="16408" y="30210"/>
                    </a:lnTo>
                    <a:lnTo>
                      <a:pt x="16778" y="29897"/>
                    </a:lnTo>
                    <a:lnTo>
                      <a:pt x="17119" y="29570"/>
                    </a:lnTo>
                    <a:lnTo>
                      <a:pt x="17461" y="29214"/>
                    </a:lnTo>
                    <a:lnTo>
                      <a:pt x="17774" y="28858"/>
                    </a:lnTo>
                    <a:lnTo>
                      <a:pt x="18073" y="28474"/>
                    </a:lnTo>
                    <a:lnTo>
                      <a:pt x="18343" y="28090"/>
                    </a:lnTo>
                    <a:lnTo>
                      <a:pt x="18613" y="27677"/>
                    </a:lnTo>
                    <a:lnTo>
                      <a:pt x="18855" y="27265"/>
                    </a:lnTo>
                    <a:lnTo>
                      <a:pt x="19069" y="26823"/>
                    </a:lnTo>
                    <a:lnTo>
                      <a:pt x="19268" y="26382"/>
                    </a:lnTo>
                    <a:lnTo>
                      <a:pt x="19453" y="25927"/>
                    </a:lnTo>
                    <a:lnTo>
                      <a:pt x="19609" y="25457"/>
                    </a:lnTo>
                    <a:lnTo>
                      <a:pt x="19752" y="24988"/>
                    </a:lnTo>
                    <a:lnTo>
                      <a:pt x="19866" y="24504"/>
                    </a:lnTo>
                    <a:lnTo>
                      <a:pt x="19951" y="24006"/>
                    </a:lnTo>
                    <a:lnTo>
                      <a:pt x="20008" y="23508"/>
                    </a:lnTo>
                    <a:lnTo>
                      <a:pt x="20051" y="22996"/>
                    </a:lnTo>
                    <a:lnTo>
                      <a:pt x="20065" y="22483"/>
                    </a:lnTo>
                    <a:lnTo>
                      <a:pt x="20065" y="10032"/>
                    </a:lnTo>
                    <a:lnTo>
                      <a:pt x="20051" y="9520"/>
                    </a:lnTo>
                    <a:lnTo>
                      <a:pt x="20008" y="9008"/>
                    </a:lnTo>
                    <a:lnTo>
                      <a:pt x="19951" y="8510"/>
                    </a:lnTo>
                    <a:lnTo>
                      <a:pt x="19866" y="8012"/>
                    </a:lnTo>
                    <a:lnTo>
                      <a:pt x="19752" y="7528"/>
                    </a:lnTo>
                    <a:lnTo>
                      <a:pt x="19609" y="7058"/>
                    </a:lnTo>
                    <a:lnTo>
                      <a:pt x="19453" y="6589"/>
                    </a:lnTo>
                    <a:lnTo>
                      <a:pt x="19268" y="6133"/>
                    </a:lnTo>
                    <a:lnTo>
                      <a:pt x="19069" y="5692"/>
                    </a:lnTo>
                    <a:lnTo>
                      <a:pt x="18855" y="5251"/>
                    </a:lnTo>
                    <a:lnTo>
                      <a:pt x="18613" y="4838"/>
                    </a:lnTo>
                    <a:lnTo>
                      <a:pt x="18343" y="4426"/>
                    </a:lnTo>
                    <a:lnTo>
                      <a:pt x="18073" y="4041"/>
                    </a:lnTo>
                    <a:lnTo>
                      <a:pt x="17774" y="3657"/>
                    </a:lnTo>
                    <a:lnTo>
                      <a:pt x="17461" y="3287"/>
                    </a:lnTo>
                    <a:lnTo>
                      <a:pt x="17119" y="2946"/>
                    </a:lnTo>
                    <a:lnTo>
                      <a:pt x="16778" y="2618"/>
                    </a:lnTo>
                    <a:lnTo>
                      <a:pt x="16408" y="2291"/>
                    </a:lnTo>
                    <a:lnTo>
                      <a:pt x="16038" y="2006"/>
                    </a:lnTo>
                    <a:lnTo>
                      <a:pt x="15639" y="1722"/>
                    </a:lnTo>
                    <a:lnTo>
                      <a:pt x="15227" y="1466"/>
                    </a:lnTo>
                    <a:lnTo>
                      <a:pt x="14814" y="1224"/>
                    </a:lnTo>
                    <a:lnTo>
                      <a:pt x="14387" y="996"/>
                    </a:lnTo>
                    <a:lnTo>
                      <a:pt x="13932" y="797"/>
                    </a:lnTo>
                    <a:lnTo>
                      <a:pt x="13476" y="612"/>
                    </a:lnTo>
                    <a:lnTo>
                      <a:pt x="13021" y="455"/>
                    </a:lnTo>
                    <a:lnTo>
                      <a:pt x="12537" y="327"/>
                    </a:lnTo>
                    <a:lnTo>
                      <a:pt x="12053" y="214"/>
                    </a:lnTo>
                    <a:lnTo>
                      <a:pt x="11555" y="128"/>
                    </a:lnTo>
                    <a:lnTo>
                      <a:pt x="11057" y="57"/>
                    </a:lnTo>
                    <a:lnTo>
                      <a:pt x="10545" y="14"/>
                    </a:lnTo>
                    <a:lnTo>
                      <a:pt x="100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9"/>
              <p:cNvSpPr/>
              <p:nvPr/>
            </p:nvSpPr>
            <p:spPr>
              <a:xfrm>
                <a:off x="2107261" y="3236766"/>
                <a:ext cx="667813" cy="185683"/>
              </a:xfrm>
              <a:custGeom>
                <a:avLst/>
                <a:gdLst/>
                <a:ahLst/>
                <a:cxnLst/>
                <a:rect l="l" t="t" r="r" b="b"/>
                <a:pathLst>
                  <a:path w="20065" h="5579" extrusionOk="0">
                    <a:moveTo>
                      <a:pt x="2790" y="0"/>
                    </a:moveTo>
                    <a:lnTo>
                      <a:pt x="2505" y="15"/>
                    </a:lnTo>
                    <a:lnTo>
                      <a:pt x="2235" y="57"/>
                    </a:lnTo>
                    <a:lnTo>
                      <a:pt x="1964" y="128"/>
                    </a:lnTo>
                    <a:lnTo>
                      <a:pt x="1708" y="214"/>
                    </a:lnTo>
                    <a:lnTo>
                      <a:pt x="1466" y="342"/>
                    </a:lnTo>
                    <a:lnTo>
                      <a:pt x="1239" y="470"/>
                    </a:lnTo>
                    <a:lnTo>
                      <a:pt x="1025" y="641"/>
                    </a:lnTo>
                    <a:lnTo>
                      <a:pt x="826" y="811"/>
                    </a:lnTo>
                    <a:lnTo>
                      <a:pt x="641" y="1011"/>
                    </a:lnTo>
                    <a:lnTo>
                      <a:pt x="484" y="1224"/>
                    </a:lnTo>
                    <a:lnTo>
                      <a:pt x="342" y="1466"/>
                    </a:lnTo>
                    <a:lnTo>
                      <a:pt x="228" y="1708"/>
                    </a:lnTo>
                    <a:lnTo>
                      <a:pt x="129" y="1964"/>
                    </a:lnTo>
                    <a:lnTo>
                      <a:pt x="58" y="2220"/>
                    </a:lnTo>
                    <a:lnTo>
                      <a:pt x="15" y="2505"/>
                    </a:lnTo>
                    <a:lnTo>
                      <a:pt x="1" y="2789"/>
                    </a:lnTo>
                    <a:lnTo>
                      <a:pt x="15" y="3074"/>
                    </a:lnTo>
                    <a:lnTo>
                      <a:pt x="58" y="3344"/>
                    </a:lnTo>
                    <a:lnTo>
                      <a:pt x="129" y="3615"/>
                    </a:lnTo>
                    <a:lnTo>
                      <a:pt x="228" y="3871"/>
                    </a:lnTo>
                    <a:lnTo>
                      <a:pt x="342" y="4113"/>
                    </a:lnTo>
                    <a:lnTo>
                      <a:pt x="484" y="4340"/>
                    </a:lnTo>
                    <a:lnTo>
                      <a:pt x="641" y="4554"/>
                    </a:lnTo>
                    <a:lnTo>
                      <a:pt x="826" y="4753"/>
                    </a:lnTo>
                    <a:lnTo>
                      <a:pt x="1025" y="4938"/>
                    </a:lnTo>
                    <a:lnTo>
                      <a:pt x="1239" y="5095"/>
                    </a:lnTo>
                    <a:lnTo>
                      <a:pt x="1466" y="5237"/>
                    </a:lnTo>
                    <a:lnTo>
                      <a:pt x="1708" y="5351"/>
                    </a:lnTo>
                    <a:lnTo>
                      <a:pt x="1964" y="5450"/>
                    </a:lnTo>
                    <a:lnTo>
                      <a:pt x="2235" y="5522"/>
                    </a:lnTo>
                    <a:lnTo>
                      <a:pt x="2505" y="5564"/>
                    </a:lnTo>
                    <a:lnTo>
                      <a:pt x="2790" y="5578"/>
                    </a:lnTo>
                    <a:lnTo>
                      <a:pt x="17276" y="5578"/>
                    </a:lnTo>
                    <a:lnTo>
                      <a:pt x="17560" y="5564"/>
                    </a:lnTo>
                    <a:lnTo>
                      <a:pt x="17831" y="5522"/>
                    </a:lnTo>
                    <a:lnTo>
                      <a:pt x="18101" y="5450"/>
                    </a:lnTo>
                    <a:lnTo>
                      <a:pt x="18357" y="5351"/>
                    </a:lnTo>
                    <a:lnTo>
                      <a:pt x="18599" y="5237"/>
                    </a:lnTo>
                    <a:lnTo>
                      <a:pt x="18827" y="5095"/>
                    </a:lnTo>
                    <a:lnTo>
                      <a:pt x="19040" y="4938"/>
                    </a:lnTo>
                    <a:lnTo>
                      <a:pt x="19239" y="4753"/>
                    </a:lnTo>
                    <a:lnTo>
                      <a:pt x="19424" y="4554"/>
                    </a:lnTo>
                    <a:lnTo>
                      <a:pt x="19581" y="4340"/>
                    </a:lnTo>
                    <a:lnTo>
                      <a:pt x="19723" y="4113"/>
                    </a:lnTo>
                    <a:lnTo>
                      <a:pt x="19837" y="3871"/>
                    </a:lnTo>
                    <a:lnTo>
                      <a:pt x="19937" y="3615"/>
                    </a:lnTo>
                    <a:lnTo>
                      <a:pt x="20008" y="3344"/>
                    </a:lnTo>
                    <a:lnTo>
                      <a:pt x="20051" y="3074"/>
                    </a:lnTo>
                    <a:lnTo>
                      <a:pt x="20065" y="2789"/>
                    </a:lnTo>
                    <a:lnTo>
                      <a:pt x="20051" y="2505"/>
                    </a:lnTo>
                    <a:lnTo>
                      <a:pt x="20008" y="2220"/>
                    </a:lnTo>
                    <a:lnTo>
                      <a:pt x="19937" y="1964"/>
                    </a:lnTo>
                    <a:lnTo>
                      <a:pt x="19837" y="1708"/>
                    </a:lnTo>
                    <a:lnTo>
                      <a:pt x="19723" y="1466"/>
                    </a:lnTo>
                    <a:lnTo>
                      <a:pt x="19581" y="1224"/>
                    </a:lnTo>
                    <a:lnTo>
                      <a:pt x="19424" y="1011"/>
                    </a:lnTo>
                    <a:lnTo>
                      <a:pt x="19239" y="811"/>
                    </a:lnTo>
                    <a:lnTo>
                      <a:pt x="19040" y="641"/>
                    </a:lnTo>
                    <a:lnTo>
                      <a:pt x="18827" y="470"/>
                    </a:lnTo>
                    <a:lnTo>
                      <a:pt x="18599" y="342"/>
                    </a:lnTo>
                    <a:lnTo>
                      <a:pt x="18357" y="214"/>
                    </a:lnTo>
                    <a:lnTo>
                      <a:pt x="18101" y="128"/>
                    </a:lnTo>
                    <a:lnTo>
                      <a:pt x="17831" y="57"/>
                    </a:lnTo>
                    <a:lnTo>
                      <a:pt x="17560" y="15"/>
                    </a:lnTo>
                    <a:lnTo>
                      <a:pt x="17276" y="0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9"/>
              <p:cNvSpPr/>
              <p:nvPr/>
            </p:nvSpPr>
            <p:spPr>
              <a:xfrm>
                <a:off x="1821199" y="2075012"/>
                <a:ext cx="1207755" cy="1252720"/>
              </a:xfrm>
              <a:custGeom>
                <a:avLst/>
                <a:gdLst/>
                <a:ahLst/>
                <a:cxnLst/>
                <a:rect l="l" t="t" r="r" b="b"/>
                <a:pathLst>
                  <a:path w="36288" h="37639" extrusionOk="0">
                    <a:moveTo>
                      <a:pt x="9734" y="0"/>
                    </a:moveTo>
                    <a:lnTo>
                      <a:pt x="9236" y="15"/>
                    </a:lnTo>
                    <a:lnTo>
                      <a:pt x="8738" y="43"/>
                    </a:lnTo>
                    <a:lnTo>
                      <a:pt x="8254" y="114"/>
                    </a:lnTo>
                    <a:lnTo>
                      <a:pt x="7785" y="200"/>
                    </a:lnTo>
                    <a:lnTo>
                      <a:pt x="7315" y="313"/>
                    </a:lnTo>
                    <a:lnTo>
                      <a:pt x="6845" y="441"/>
                    </a:lnTo>
                    <a:lnTo>
                      <a:pt x="6390" y="598"/>
                    </a:lnTo>
                    <a:lnTo>
                      <a:pt x="5949" y="769"/>
                    </a:lnTo>
                    <a:lnTo>
                      <a:pt x="5522" y="968"/>
                    </a:lnTo>
                    <a:lnTo>
                      <a:pt x="5109" y="1181"/>
                    </a:lnTo>
                    <a:lnTo>
                      <a:pt x="4697" y="1409"/>
                    </a:lnTo>
                    <a:lnTo>
                      <a:pt x="4298" y="1665"/>
                    </a:lnTo>
                    <a:lnTo>
                      <a:pt x="3914" y="1936"/>
                    </a:lnTo>
                    <a:lnTo>
                      <a:pt x="3558" y="2234"/>
                    </a:lnTo>
                    <a:lnTo>
                      <a:pt x="3203" y="2533"/>
                    </a:lnTo>
                    <a:lnTo>
                      <a:pt x="2861" y="2861"/>
                    </a:lnTo>
                    <a:lnTo>
                      <a:pt x="2534" y="3202"/>
                    </a:lnTo>
                    <a:lnTo>
                      <a:pt x="2235" y="3544"/>
                    </a:lnTo>
                    <a:lnTo>
                      <a:pt x="1936" y="3914"/>
                    </a:lnTo>
                    <a:lnTo>
                      <a:pt x="1666" y="4298"/>
                    </a:lnTo>
                    <a:lnTo>
                      <a:pt x="1410" y="4696"/>
                    </a:lnTo>
                    <a:lnTo>
                      <a:pt x="1182" y="5109"/>
                    </a:lnTo>
                    <a:lnTo>
                      <a:pt x="968" y="5522"/>
                    </a:lnTo>
                    <a:lnTo>
                      <a:pt x="769" y="5948"/>
                    </a:lnTo>
                    <a:lnTo>
                      <a:pt x="598" y="6390"/>
                    </a:lnTo>
                    <a:lnTo>
                      <a:pt x="442" y="6845"/>
                    </a:lnTo>
                    <a:lnTo>
                      <a:pt x="314" y="7300"/>
                    </a:lnTo>
                    <a:lnTo>
                      <a:pt x="200" y="7770"/>
                    </a:lnTo>
                    <a:lnTo>
                      <a:pt x="115" y="8254"/>
                    </a:lnTo>
                    <a:lnTo>
                      <a:pt x="58" y="8737"/>
                    </a:lnTo>
                    <a:lnTo>
                      <a:pt x="15" y="9236"/>
                    </a:lnTo>
                    <a:lnTo>
                      <a:pt x="1" y="9734"/>
                    </a:lnTo>
                    <a:lnTo>
                      <a:pt x="1" y="19495"/>
                    </a:lnTo>
                    <a:lnTo>
                      <a:pt x="1" y="19965"/>
                    </a:lnTo>
                    <a:lnTo>
                      <a:pt x="29" y="20434"/>
                    </a:lnTo>
                    <a:lnTo>
                      <a:pt x="58" y="20890"/>
                    </a:lnTo>
                    <a:lnTo>
                      <a:pt x="100" y="21345"/>
                    </a:lnTo>
                    <a:lnTo>
                      <a:pt x="143" y="21801"/>
                    </a:lnTo>
                    <a:lnTo>
                      <a:pt x="214" y="22256"/>
                    </a:lnTo>
                    <a:lnTo>
                      <a:pt x="285" y="22697"/>
                    </a:lnTo>
                    <a:lnTo>
                      <a:pt x="371" y="23138"/>
                    </a:lnTo>
                    <a:lnTo>
                      <a:pt x="470" y="23579"/>
                    </a:lnTo>
                    <a:lnTo>
                      <a:pt x="570" y="24020"/>
                    </a:lnTo>
                    <a:lnTo>
                      <a:pt x="698" y="24447"/>
                    </a:lnTo>
                    <a:lnTo>
                      <a:pt x="826" y="24874"/>
                    </a:lnTo>
                    <a:lnTo>
                      <a:pt x="954" y="25301"/>
                    </a:lnTo>
                    <a:lnTo>
                      <a:pt x="1111" y="25714"/>
                    </a:lnTo>
                    <a:lnTo>
                      <a:pt x="1267" y="26141"/>
                    </a:lnTo>
                    <a:lnTo>
                      <a:pt x="1438" y="26539"/>
                    </a:lnTo>
                    <a:lnTo>
                      <a:pt x="1609" y="26952"/>
                    </a:lnTo>
                    <a:lnTo>
                      <a:pt x="1794" y="27350"/>
                    </a:lnTo>
                    <a:lnTo>
                      <a:pt x="1993" y="27734"/>
                    </a:lnTo>
                    <a:lnTo>
                      <a:pt x="2206" y="28133"/>
                    </a:lnTo>
                    <a:lnTo>
                      <a:pt x="2420" y="28517"/>
                    </a:lnTo>
                    <a:lnTo>
                      <a:pt x="2633" y="28887"/>
                    </a:lnTo>
                    <a:lnTo>
                      <a:pt x="2875" y="29257"/>
                    </a:lnTo>
                    <a:lnTo>
                      <a:pt x="3117" y="29627"/>
                    </a:lnTo>
                    <a:lnTo>
                      <a:pt x="3359" y="29983"/>
                    </a:lnTo>
                    <a:lnTo>
                      <a:pt x="3615" y="30339"/>
                    </a:lnTo>
                    <a:lnTo>
                      <a:pt x="3886" y="30680"/>
                    </a:lnTo>
                    <a:lnTo>
                      <a:pt x="4156" y="31022"/>
                    </a:lnTo>
                    <a:lnTo>
                      <a:pt x="4441" y="31349"/>
                    </a:lnTo>
                    <a:lnTo>
                      <a:pt x="4725" y="31676"/>
                    </a:lnTo>
                    <a:lnTo>
                      <a:pt x="5024" y="32003"/>
                    </a:lnTo>
                    <a:lnTo>
                      <a:pt x="5337" y="32316"/>
                    </a:lnTo>
                    <a:lnTo>
                      <a:pt x="5650" y="32615"/>
                    </a:lnTo>
                    <a:lnTo>
                      <a:pt x="5963" y="32914"/>
                    </a:lnTo>
                    <a:lnTo>
                      <a:pt x="6290" y="33199"/>
                    </a:lnTo>
                    <a:lnTo>
                      <a:pt x="6618" y="33483"/>
                    </a:lnTo>
                    <a:lnTo>
                      <a:pt x="6959" y="33754"/>
                    </a:lnTo>
                    <a:lnTo>
                      <a:pt x="7301" y="34024"/>
                    </a:lnTo>
                    <a:lnTo>
                      <a:pt x="7657" y="34280"/>
                    </a:lnTo>
                    <a:lnTo>
                      <a:pt x="8012" y="34536"/>
                    </a:lnTo>
                    <a:lnTo>
                      <a:pt x="8382" y="34778"/>
                    </a:lnTo>
                    <a:lnTo>
                      <a:pt x="8752" y="35006"/>
                    </a:lnTo>
                    <a:lnTo>
                      <a:pt x="9136" y="35234"/>
                    </a:lnTo>
                    <a:lnTo>
                      <a:pt x="9521" y="35447"/>
                    </a:lnTo>
                    <a:lnTo>
                      <a:pt x="9905" y="35646"/>
                    </a:lnTo>
                    <a:lnTo>
                      <a:pt x="10303" y="35846"/>
                    </a:lnTo>
                    <a:lnTo>
                      <a:pt x="10702" y="36031"/>
                    </a:lnTo>
                    <a:lnTo>
                      <a:pt x="11100" y="36215"/>
                    </a:lnTo>
                    <a:lnTo>
                      <a:pt x="11513" y="36372"/>
                    </a:lnTo>
                    <a:lnTo>
                      <a:pt x="11925" y="36543"/>
                    </a:lnTo>
                    <a:lnTo>
                      <a:pt x="12338" y="36685"/>
                    </a:lnTo>
                    <a:lnTo>
                      <a:pt x="12765" y="36827"/>
                    </a:lnTo>
                    <a:lnTo>
                      <a:pt x="13192" y="36955"/>
                    </a:lnTo>
                    <a:lnTo>
                      <a:pt x="13619" y="37069"/>
                    </a:lnTo>
                    <a:lnTo>
                      <a:pt x="14060" y="37169"/>
                    </a:lnTo>
                    <a:lnTo>
                      <a:pt x="14501" y="37269"/>
                    </a:lnTo>
                    <a:lnTo>
                      <a:pt x="14942" y="37354"/>
                    </a:lnTo>
                    <a:lnTo>
                      <a:pt x="15398" y="37425"/>
                    </a:lnTo>
                    <a:lnTo>
                      <a:pt x="15839" y="37496"/>
                    </a:lnTo>
                    <a:lnTo>
                      <a:pt x="16294" y="37553"/>
                    </a:lnTo>
                    <a:lnTo>
                      <a:pt x="16749" y="37596"/>
                    </a:lnTo>
                    <a:lnTo>
                      <a:pt x="17219" y="37624"/>
                    </a:lnTo>
                    <a:lnTo>
                      <a:pt x="17674" y="37638"/>
                    </a:lnTo>
                    <a:lnTo>
                      <a:pt x="18614" y="37638"/>
                    </a:lnTo>
                    <a:lnTo>
                      <a:pt x="19069" y="37624"/>
                    </a:lnTo>
                    <a:lnTo>
                      <a:pt x="19538" y="37596"/>
                    </a:lnTo>
                    <a:lnTo>
                      <a:pt x="19994" y="37553"/>
                    </a:lnTo>
                    <a:lnTo>
                      <a:pt x="20449" y="37496"/>
                    </a:lnTo>
                    <a:lnTo>
                      <a:pt x="20905" y="37425"/>
                    </a:lnTo>
                    <a:lnTo>
                      <a:pt x="21346" y="37354"/>
                    </a:lnTo>
                    <a:lnTo>
                      <a:pt x="21787" y="37269"/>
                    </a:lnTo>
                    <a:lnTo>
                      <a:pt x="22228" y="37169"/>
                    </a:lnTo>
                    <a:lnTo>
                      <a:pt x="22669" y="37069"/>
                    </a:lnTo>
                    <a:lnTo>
                      <a:pt x="23096" y="36955"/>
                    </a:lnTo>
                    <a:lnTo>
                      <a:pt x="23523" y="36827"/>
                    </a:lnTo>
                    <a:lnTo>
                      <a:pt x="23950" y="36685"/>
                    </a:lnTo>
                    <a:lnTo>
                      <a:pt x="24362" y="36543"/>
                    </a:lnTo>
                    <a:lnTo>
                      <a:pt x="24775" y="36372"/>
                    </a:lnTo>
                    <a:lnTo>
                      <a:pt x="25188" y="36215"/>
                    </a:lnTo>
                    <a:lnTo>
                      <a:pt x="25600" y="36031"/>
                    </a:lnTo>
                    <a:lnTo>
                      <a:pt x="25999" y="35846"/>
                    </a:lnTo>
                    <a:lnTo>
                      <a:pt x="26383" y="35646"/>
                    </a:lnTo>
                    <a:lnTo>
                      <a:pt x="26781" y="35447"/>
                    </a:lnTo>
                    <a:lnTo>
                      <a:pt x="27151" y="35234"/>
                    </a:lnTo>
                    <a:lnTo>
                      <a:pt x="27536" y="35006"/>
                    </a:lnTo>
                    <a:lnTo>
                      <a:pt x="27906" y="34778"/>
                    </a:lnTo>
                    <a:lnTo>
                      <a:pt x="28276" y="34536"/>
                    </a:lnTo>
                    <a:lnTo>
                      <a:pt x="28631" y="34280"/>
                    </a:lnTo>
                    <a:lnTo>
                      <a:pt x="28987" y="34024"/>
                    </a:lnTo>
                    <a:lnTo>
                      <a:pt x="29329" y="33754"/>
                    </a:lnTo>
                    <a:lnTo>
                      <a:pt x="29670" y="33483"/>
                    </a:lnTo>
                    <a:lnTo>
                      <a:pt x="29997" y="33199"/>
                    </a:lnTo>
                    <a:lnTo>
                      <a:pt x="30325" y="32914"/>
                    </a:lnTo>
                    <a:lnTo>
                      <a:pt x="30652" y="32615"/>
                    </a:lnTo>
                    <a:lnTo>
                      <a:pt x="30965" y="32316"/>
                    </a:lnTo>
                    <a:lnTo>
                      <a:pt x="31264" y="32003"/>
                    </a:lnTo>
                    <a:lnTo>
                      <a:pt x="31563" y="31676"/>
                    </a:lnTo>
                    <a:lnTo>
                      <a:pt x="31847" y="31349"/>
                    </a:lnTo>
                    <a:lnTo>
                      <a:pt x="32132" y="31022"/>
                    </a:lnTo>
                    <a:lnTo>
                      <a:pt x="32402" y="30680"/>
                    </a:lnTo>
                    <a:lnTo>
                      <a:pt x="32673" y="30339"/>
                    </a:lnTo>
                    <a:lnTo>
                      <a:pt x="32929" y="29983"/>
                    </a:lnTo>
                    <a:lnTo>
                      <a:pt x="33185" y="29627"/>
                    </a:lnTo>
                    <a:lnTo>
                      <a:pt x="33427" y="29257"/>
                    </a:lnTo>
                    <a:lnTo>
                      <a:pt x="33655" y="28887"/>
                    </a:lnTo>
                    <a:lnTo>
                      <a:pt x="33882" y="28517"/>
                    </a:lnTo>
                    <a:lnTo>
                      <a:pt x="34096" y="28133"/>
                    </a:lnTo>
                    <a:lnTo>
                      <a:pt x="34295" y="27734"/>
                    </a:lnTo>
                    <a:lnTo>
                      <a:pt x="34494" y="27350"/>
                    </a:lnTo>
                    <a:lnTo>
                      <a:pt x="34679" y="26952"/>
                    </a:lnTo>
                    <a:lnTo>
                      <a:pt x="34864" y="26539"/>
                    </a:lnTo>
                    <a:lnTo>
                      <a:pt x="35021" y="26141"/>
                    </a:lnTo>
                    <a:lnTo>
                      <a:pt x="35177" y="25714"/>
                    </a:lnTo>
                    <a:lnTo>
                      <a:pt x="35334" y="25301"/>
                    </a:lnTo>
                    <a:lnTo>
                      <a:pt x="35476" y="24874"/>
                    </a:lnTo>
                    <a:lnTo>
                      <a:pt x="35604" y="24447"/>
                    </a:lnTo>
                    <a:lnTo>
                      <a:pt x="35718" y="24020"/>
                    </a:lnTo>
                    <a:lnTo>
                      <a:pt x="35817" y="23579"/>
                    </a:lnTo>
                    <a:lnTo>
                      <a:pt x="35917" y="23138"/>
                    </a:lnTo>
                    <a:lnTo>
                      <a:pt x="36002" y="22697"/>
                    </a:lnTo>
                    <a:lnTo>
                      <a:pt x="36074" y="22256"/>
                    </a:lnTo>
                    <a:lnTo>
                      <a:pt x="36145" y="21801"/>
                    </a:lnTo>
                    <a:lnTo>
                      <a:pt x="36202" y="21345"/>
                    </a:lnTo>
                    <a:lnTo>
                      <a:pt x="36230" y="20890"/>
                    </a:lnTo>
                    <a:lnTo>
                      <a:pt x="36259" y="20434"/>
                    </a:lnTo>
                    <a:lnTo>
                      <a:pt x="36287" y="19965"/>
                    </a:lnTo>
                    <a:lnTo>
                      <a:pt x="36287" y="19495"/>
                    </a:lnTo>
                    <a:lnTo>
                      <a:pt x="36287" y="9734"/>
                    </a:lnTo>
                    <a:lnTo>
                      <a:pt x="36273" y="9236"/>
                    </a:lnTo>
                    <a:lnTo>
                      <a:pt x="36244" y="8737"/>
                    </a:lnTo>
                    <a:lnTo>
                      <a:pt x="36173" y="8254"/>
                    </a:lnTo>
                    <a:lnTo>
                      <a:pt x="36088" y="7770"/>
                    </a:lnTo>
                    <a:lnTo>
                      <a:pt x="35988" y="7300"/>
                    </a:lnTo>
                    <a:lnTo>
                      <a:pt x="35846" y="6845"/>
                    </a:lnTo>
                    <a:lnTo>
                      <a:pt x="35689" y="6390"/>
                    </a:lnTo>
                    <a:lnTo>
                      <a:pt x="35519" y="5948"/>
                    </a:lnTo>
                    <a:lnTo>
                      <a:pt x="35319" y="5522"/>
                    </a:lnTo>
                    <a:lnTo>
                      <a:pt x="35106" y="5109"/>
                    </a:lnTo>
                    <a:lnTo>
                      <a:pt x="34878" y="4696"/>
                    </a:lnTo>
                    <a:lnTo>
                      <a:pt x="34622" y="4298"/>
                    </a:lnTo>
                    <a:lnTo>
                      <a:pt x="34352" y="3914"/>
                    </a:lnTo>
                    <a:lnTo>
                      <a:pt x="34053" y="3544"/>
                    </a:lnTo>
                    <a:lnTo>
                      <a:pt x="33754" y="3202"/>
                    </a:lnTo>
                    <a:lnTo>
                      <a:pt x="33427" y="2861"/>
                    </a:lnTo>
                    <a:lnTo>
                      <a:pt x="33085" y="2533"/>
                    </a:lnTo>
                    <a:lnTo>
                      <a:pt x="32744" y="2234"/>
                    </a:lnTo>
                    <a:lnTo>
                      <a:pt x="32374" y="1936"/>
                    </a:lnTo>
                    <a:lnTo>
                      <a:pt x="31990" y="1665"/>
                    </a:lnTo>
                    <a:lnTo>
                      <a:pt x="31591" y="1409"/>
                    </a:lnTo>
                    <a:lnTo>
                      <a:pt x="31193" y="1181"/>
                    </a:lnTo>
                    <a:lnTo>
                      <a:pt x="30766" y="968"/>
                    </a:lnTo>
                    <a:lnTo>
                      <a:pt x="30339" y="769"/>
                    </a:lnTo>
                    <a:lnTo>
                      <a:pt x="29898" y="598"/>
                    </a:lnTo>
                    <a:lnTo>
                      <a:pt x="29442" y="441"/>
                    </a:lnTo>
                    <a:lnTo>
                      <a:pt x="28987" y="313"/>
                    </a:lnTo>
                    <a:lnTo>
                      <a:pt x="28518" y="200"/>
                    </a:lnTo>
                    <a:lnTo>
                      <a:pt x="28034" y="114"/>
                    </a:lnTo>
                    <a:lnTo>
                      <a:pt x="27550" y="43"/>
                    </a:lnTo>
                    <a:lnTo>
                      <a:pt x="27052" y="15"/>
                    </a:lnTo>
                    <a:lnTo>
                      <a:pt x="2655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9"/>
              <p:cNvSpPr/>
              <p:nvPr/>
            </p:nvSpPr>
            <p:spPr>
              <a:xfrm>
                <a:off x="2038600" y="2210471"/>
                <a:ext cx="765364" cy="765364"/>
              </a:xfrm>
              <a:custGeom>
                <a:avLst/>
                <a:gdLst/>
                <a:ahLst/>
                <a:cxnLst/>
                <a:rect l="l" t="t" r="r" b="b"/>
                <a:pathLst>
                  <a:path w="22996" h="22996" extrusionOk="0">
                    <a:moveTo>
                      <a:pt x="11498" y="0"/>
                    </a:moveTo>
                    <a:lnTo>
                      <a:pt x="10900" y="14"/>
                    </a:lnTo>
                    <a:lnTo>
                      <a:pt x="10317" y="57"/>
                    </a:lnTo>
                    <a:lnTo>
                      <a:pt x="9748" y="128"/>
                    </a:lnTo>
                    <a:lnTo>
                      <a:pt x="9179" y="242"/>
                    </a:lnTo>
                    <a:lnTo>
                      <a:pt x="8624" y="370"/>
                    </a:lnTo>
                    <a:lnTo>
                      <a:pt x="8083" y="512"/>
                    </a:lnTo>
                    <a:lnTo>
                      <a:pt x="7542" y="697"/>
                    </a:lnTo>
                    <a:lnTo>
                      <a:pt x="7030" y="911"/>
                    </a:lnTo>
                    <a:lnTo>
                      <a:pt x="6518" y="1138"/>
                    </a:lnTo>
                    <a:lnTo>
                      <a:pt x="6020" y="1395"/>
                    </a:lnTo>
                    <a:lnTo>
                      <a:pt x="5536" y="1665"/>
                    </a:lnTo>
                    <a:lnTo>
                      <a:pt x="5066" y="1964"/>
                    </a:lnTo>
                    <a:lnTo>
                      <a:pt x="4625" y="2291"/>
                    </a:lnTo>
                    <a:lnTo>
                      <a:pt x="4184" y="2633"/>
                    </a:lnTo>
                    <a:lnTo>
                      <a:pt x="3771" y="2988"/>
                    </a:lnTo>
                    <a:lnTo>
                      <a:pt x="3373" y="3373"/>
                    </a:lnTo>
                    <a:lnTo>
                      <a:pt x="2989" y="3771"/>
                    </a:lnTo>
                    <a:lnTo>
                      <a:pt x="2633" y="4184"/>
                    </a:lnTo>
                    <a:lnTo>
                      <a:pt x="2291" y="4625"/>
                    </a:lnTo>
                    <a:lnTo>
                      <a:pt x="1964" y="5066"/>
                    </a:lnTo>
                    <a:lnTo>
                      <a:pt x="1665" y="5536"/>
                    </a:lnTo>
                    <a:lnTo>
                      <a:pt x="1395" y="6019"/>
                    </a:lnTo>
                    <a:lnTo>
                      <a:pt x="1139" y="6517"/>
                    </a:lnTo>
                    <a:lnTo>
                      <a:pt x="911" y="7015"/>
                    </a:lnTo>
                    <a:lnTo>
                      <a:pt x="698" y="7542"/>
                    </a:lnTo>
                    <a:lnTo>
                      <a:pt x="527" y="8083"/>
                    </a:lnTo>
                    <a:lnTo>
                      <a:pt x="370" y="8623"/>
                    </a:lnTo>
                    <a:lnTo>
                      <a:pt x="242" y="9178"/>
                    </a:lnTo>
                    <a:lnTo>
                      <a:pt x="143" y="9748"/>
                    </a:lnTo>
                    <a:lnTo>
                      <a:pt x="57" y="10317"/>
                    </a:lnTo>
                    <a:lnTo>
                      <a:pt x="15" y="10900"/>
                    </a:lnTo>
                    <a:lnTo>
                      <a:pt x="0" y="11498"/>
                    </a:lnTo>
                    <a:lnTo>
                      <a:pt x="15" y="12081"/>
                    </a:lnTo>
                    <a:lnTo>
                      <a:pt x="57" y="12665"/>
                    </a:lnTo>
                    <a:lnTo>
                      <a:pt x="143" y="13248"/>
                    </a:lnTo>
                    <a:lnTo>
                      <a:pt x="242" y="13817"/>
                    </a:lnTo>
                    <a:lnTo>
                      <a:pt x="370" y="14372"/>
                    </a:lnTo>
                    <a:lnTo>
                      <a:pt x="527" y="14913"/>
                    </a:lnTo>
                    <a:lnTo>
                      <a:pt x="698" y="15454"/>
                    </a:lnTo>
                    <a:lnTo>
                      <a:pt x="911" y="15966"/>
                    </a:lnTo>
                    <a:lnTo>
                      <a:pt x="1139" y="16478"/>
                    </a:lnTo>
                    <a:lnTo>
                      <a:pt x="1395" y="16976"/>
                    </a:lnTo>
                    <a:lnTo>
                      <a:pt x="1665" y="17460"/>
                    </a:lnTo>
                    <a:lnTo>
                      <a:pt x="1964" y="17916"/>
                    </a:lnTo>
                    <a:lnTo>
                      <a:pt x="2291" y="18371"/>
                    </a:lnTo>
                    <a:lnTo>
                      <a:pt x="2633" y="18812"/>
                    </a:lnTo>
                    <a:lnTo>
                      <a:pt x="2989" y="19225"/>
                    </a:lnTo>
                    <a:lnTo>
                      <a:pt x="3373" y="19623"/>
                    </a:lnTo>
                    <a:lnTo>
                      <a:pt x="3771" y="20007"/>
                    </a:lnTo>
                    <a:lnTo>
                      <a:pt x="4184" y="20363"/>
                    </a:lnTo>
                    <a:lnTo>
                      <a:pt x="4625" y="20705"/>
                    </a:lnTo>
                    <a:lnTo>
                      <a:pt x="5066" y="21032"/>
                    </a:lnTo>
                    <a:lnTo>
                      <a:pt x="5536" y="21331"/>
                    </a:lnTo>
                    <a:lnTo>
                      <a:pt x="6020" y="21601"/>
                    </a:lnTo>
                    <a:lnTo>
                      <a:pt x="6518" y="21857"/>
                    </a:lnTo>
                    <a:lnTo>
                      <a:pt x="7030" y="22085"/>
                    </a:lnTo>
                    <a:lnTo>
                      <a:pt x="7542" y="22298"/>
                    </a:lnTo>
                    <a:lnTo>
                      <a:pt x="8083" y="22469"/>
                    </a:lnTo>
                    <a:lnTo>
                      <a:pt x="8624" y="22626"/>
                    </a:lnTo>
                    <a:lnTo>
                      <a:pt x="9179" y="22754"/>
                    </a:lnTo>
                    <a:lnTo>
                      <a:pt x="9748" y="22853"/>
                    </a:lnTo>
                    <a:lnTo>
                      <a:pt x="10317" y="22924"/>
                    </a:lnTo>
                    <a:lnTo>
                      <a:pt x="10900" y="22981"/>
                    </a:lnTo>
                    <a:lnTo>
                      <a:pt x="11498" y="22996"/>
                    </a:lnTo>
                    <a:lnTo>
                      <a:pt x="12096" y="22981"/>
                    </a:lnTo>
                    <a:lnTo>
                      <a:pt x="12679" y="22924"/>
                    </a:lnTo>
                    <a:lnTo>
                      <a:pt x="13248" y="22853"/>
                    </a:lnTo>
                    <a:lnTo>
                      <a:pt x="13818" y="22754"/>
                    </a:lnTo>
                    <a:lnTo>
                      <a:pt x="14373" y="22626"/>
                    </a:lnTo>
                    <a:lnTo>
                      <a:pt x="14913" y="22469"/>
                    </a:lnTo>
                    <a:lnTo>
                      <a:pt x="15454" y="22298"/>
                    </a:lnTo>
                    <a:lnTo>
                      <a:pt x="15966" y="22085"/>
                    </a:lnTo>
                    <a:lnTo>
                      <a:pt x="16479" y="21857"/>
                    </a:lnTo>
                    <a:lnTo>
                      <a:pt x="16977" y="21601"/>
                    </a:lnTo>
                    <a:lnTo>
                      <a:pt x="17460" y="21331"/>
                    </a:lnTo>
                    <a:lnTo>
                      <a:pt x="17930" y="21032"/>
                    </a:lnTo>
                    <a:lnTo>
                      <a:pt x="18371" y="20705"/>
                    </a:lnTo>
                    <a:lnTo>
                      <a:pt x="18812" y="20363"/>
                    </a:lnTo>
                    <a:lnTo>
                      <a:pt x="19225" y="20007"/>
                    </a:lnTo>
                    <a:lnTo>
                      <a:pt x="19623" y="19623"/>
                    </a:lnTo>
                    <a:lnTo>
                      <a:pt x="20008" y="19225"/>
                    </a:lnTo>
                    <a:lnTo>
                      <a:pt x="20363" y="18812"/>
                    </a:lnTo>
                    <a:lnTo>
                      <a:pt x="20705" y="18371"/>
                    </a:lnTo>
                    <a:lnTo>
                      <a:pt x="21032" y="17916"/>
                    </a:lnTo>
                    <a:lnTo>
                      <a:pt x="21331" y="17460"/>
                    </a:lnTo>
                    <a:lnTo>
                      <a:pt x="21601" y="16976"/>
                    </a:lnTo>
                    <a:lnTo>
                      <a:pt x="21857" y="16478"/>
                    </a:lnTo>
                    <a:lnTo>
                      <a:pt x="22085" y="15966"/>
                    </a:lnTo>
                    <a:lnTo>
                      <a:pt x="22299" y="15454"/>
                    </a:lnTo>
                    <a:lnTo>
                      <a:pt x="22469" y="14913"/>
                    </a:lnTo>
                    <a:lnTo>
                      <a:pt x="22626" y="14372"/>
                    </a:lnTo>
                    <a:lnTo>
                      <a:pt x="22754" y="13817"/>
                    </a:lnTo>
                    <a:lnTo>
                      <a:pt x="22854" y="13248"/>
                    </a:lnTo>
                    <a:lnTo>
                      <a:pt x="22939" y="12665"/>
                    </a:lnTo>
                    <a:lnTo>
                      <a:pt x="22982" y="12081"/>
                    </a:lnTo>
                    <a:lnTo>
                      <a:pt x="22996" y="11498"/>
                    </a:lnTo>
                    <a:lnTo>
                      <a:pt x="22982" y="10900"/>
                    </a:lnTo>
                    <a:lnTo>
                      <a:pt x="22939" y="10317"/>
                    </a:lnTo>
                    <a:lnTo>
                      <a:pt x="22854" y="9748"/>
                    </a:lnTo>
                    <a:lnTo>
                      <a:pt x="22754" y="9178"/>
                    </a:lnTo>
                    <a:lnTo>
                      <a:pt x="22626" y="8623"/>
                    </a:lnTo>
                    <a:lnTo>
                      <a:pt x="22469" y="8083"/>
                    </a:lnTo>
                    <a:lnTo>
                      <a:pt x="22299" y="7542"/>
                    </a:lnTo>
                    <a:lnTo>
                      <a:pt x="22085" y="7015"/>
                    </a:lnTo>
                    <a:lnTo>
                      <a:pt x="21857" y="6517"/>
                    </a:lnTo>
                    <a:lnTo>
                      <a:pt x="21601" y="6019"/>
                    </a:lnTo>
                    <a:lnTo>
                      <a:pt x="21331" y="5536"/>
                    </a:lnTo>
                    <a:lnTo>
                      <a:pt x="21032" y="5066"/>
                    </a:lnTo>
                    <a:lnTo>
                      <a:pt x="20705" y="4625"/>
                    </a:lnTo>
                    <a:lnTo>
                      <a:pt x="20363" y="4184"/>
                    </a:lnTo>
                    <a:lnTo>
                      <a:pt x="20008" y="3771"/>
                    </a:lnTo>
                    <a:lnTo>
                      <a:pt x="19623" y="3373"/>
                    </a:lnTo>
                    <a:lnTo>
                      <a:pt x="19225" y="2988"/>
                    </a:lnTo>
                    <a:lnTo>
                      <a:pt x="18812" y="2633"/>
                    </a:lnTo>
                    <a:lnTo>
                      <a:pt x="18371" y="2291"/>
                    </a:lnTo>
                    <a:lnTo>
                      <a:pt x="17930" y="1964"/>
                    </a:lnTo>
                    <a:lnTo>
                      <a:pt x="17460" y="1665"/>
                    </a:lnTo>
                    <a:lnTo>
                      <a:pt x="16977" y="1395"/>
                    </a:lnTo>
                    <a:lnTo>
                      <a:pt x="16479" y="1138"/>
                    </a:lnTo>
                    <a:lnTo>
                      <a:pt x="15966" y="911"/>
                    </a:lnTo>
                    <a:lnTo>
                      <a:pt x="15454" y="697"/>
                    </a:lnTo>
                    <a:lnTo>
                      <a:pt x="14913" y="512"/>
                    </a:lnTo>
                    <a:lnTo>
                      <a:pt x="14373" y="370"/>
                    </a:lnTo>
                    <a:lnTo>
                      <a:pt x="13818" y="242"/>
                    </a:lnTo>
                    <a:lnTo>
                      <a:pt x="13248" y="128"/>
                    </a:lnTo>
                    <a:lnTo>
                      <a:pt x="12679" y="57"/>
                    </a:lnTo>
                    <a:lnTo>
                      <a:pt x="12096" y="14"/>
                    </a:lnTo>
                    <a:lnTo>
                      <a:pt x="114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9"/>
              <p:cNvSpPr/>
              <p:nvPr/>
            </p:nvSpPr>
            <p:spPr>
              <a:xfrm>
                <a:off x="2190134" y="2362006"/>
                <a:ext cx="462294" cy="462294"/>
              </a:xfrm>
              <a:custGeom>
                <a:avLst/>
                <a:gdLst/>
                <a:ahLst/>
                <a:cxnLst/>
                <a:rect l="l" t="t" r="r" b="b"/>
                <a:pathLst>
                  <a:path w="13890" h="13890" extrusionOk="0">
                    <a:moveTo>
                      <a:pt x="6945" y="1"/>
                    </a:moveTo>
                    <a:lnTo>
                      <a:pt x="6589" y="15"/>
                    </a:lnTo>
                    <a:lnTo>
                      <a:pt x="6234" y="29"/>
                    </a:lnTo>
                    <a:lnTo>
                      <a:pt x="5892" y="86"/>
                    </a:lnTo>
                    <a:lnTo>
                      <a:pt x="5551" y="143"/>
                    </a:lnTo>
                    <a:lnTo>
                      <a:pt x="5209" y="214"/>
                    </a:lnTo>
                    <a:lnTo>
                      <a:pt x="4882" y="314"/>
                    </a:lnTo>
                    <a:lnTo>
                      <a:pt x="4554" y="428"/>
                    </a:lnTo>
                    <a:lnTo>
                      <a:pt x="4241" y="541"/>
                    </a:lnTo>
                    <a:lnTo>
                      <a:pt x="3928" y="684"/>
                    </a:lnTo>
                    <a:lnTo>
                      <a:pt x="3630" y="840"/>
                    </a:lnTo>
                    <a:lnTo>
                      <a:pt x="3345" y="1011"/>
                    </a:lnTo>
                    <a:lnTo>
                      <a:pt x="3060" y="1182"/>
                    </a:lnTo>
                    <a:lnTo>
                      <a:pt x="2790" y="1381"/>
                    </a:lnTo>
                    <a:lnTo>
                      <a:pt x="2534" y="1580"/>
                    </a:lnTo>
                    <a:lnTo>
                      <a:pt x="2278" y="1808"/>
                    </a:lnTo>
                    <a:lnTo>
                      <a:pt x="2036" y="2036"/>
                    </a:lnTo>
                    <a:lnTo>
                      <a:pt x="1808" y="2277"/>
                    </a:lnTo>
                    <a:lnTo>
                      <a:pt x="1580" y="2519"/>
                    </a:lnTo>
                    <a:lnTo>
                      <a:pt x="1381" y="2790"/>
                    </a:lnTo>
                    <a:lnTo>
                      <a:pt x="1182" y="3060"/>
                    </a:lnTo>
                    <a:lnTo>
                      <a:pt x="1011" y="3345"/>
                    </a:lnTo>
                    <a:lnTo>
                      <a:pt x="840" y="3629"/>
                    </a:lnTo>
                    <a:lnTo>
                      <a:pt x="684" y="3928"/>
                    </a:lnTo>
                    <a:lnTo>
                      <a:pt x="542" y="4241"/>
                    </a:lnTo>
                    <a:lnTo>
                      <a:pt x="428" y="4554"/>
                    </a:lnTo>
                    <a:lnTo>
                      <a:pt x="314" y="4882"/>
                    </a:lnTo>
                    <a:lnTo>
                      <a:pt x="214" y="5209"/>
                    </a:lnTo>
                    <a:lnTo>
                      <a:pt x="143" y="5550"/>
                    </a:lnTo>
                    <a:lnTo>
                      <a:pt x="86" y="5892"/>
                    </a:lnTo>
                    <a:lnTo>
                      <a:pt x="44" y="6233"/>
                    </a:lnTo>
                    <a:lnTo>
                      <a:pt x="15" y="6589"/>
                    </a:lnTo>
                    <a:lnTo>
                      <a:pt x="1" y="6945"/>
                    </a:lnTo>
                    <a:lnTo>
                      <a:pt x="15" y="7301"/>
                    </a:lnTo>
                    <a:lnTo>
                      <a:pt x="44" y="7656"/>
                    </a:lnTo>
                    <a:lnTo>
                      <a:pt x="86" y="7998"/>
                    </a:lnTo>
                    <a:lnTo>
                      <a:pt x="143" y="8339"/>
                    </a:lnTo>
                    <a:lnTo>
                      <a:pt x="214" y="8681"/>
                    </a:lnTo>
                    <a:lnTo>
                      <a:pt x="314" y="9008"/>
                    </a:lnTo>
                    <a:lnTo>
                      <a:pt x="428" y="9335"/>
                    </a:lnTo>
                    <a:lnTo>
                      <a:pt x="542" y="9649"/>
                    </a:lnTo>
                    <a:lnTo>
                      <a:pt x="684" y="9947"/>
                    </a:lnTo>
                    <a:lnTo>
                      <a:pt x="840" y="10246"/>
                    </a:lnTo>
                    <a:lnTo>
                      <a:pt x="1011" y="10545"/>
                    </a:lnTo>
                    <a:lnTo>
                      <a:pt x="1182" y="10830"/>
                    </a:lnTo>
                    <a:lnTo>
                      <a:pt x="1381" y="11100"/>
                    </a:lnTo>
                    <a:lnTo>
                      <a:pt x="1580" y="11356"/>
                    </a:lnTo>
                    <a:lnTo>
                      <a:pt x="1808" y="11612"/>
                    </a:lnTo>
                    <a:lnTo>
                      <a:pt x="2036" y="11854"/>
                    </a:lnTo>
                    <a:lnTo>
                      <a:pt x="2278" y="12082"/>
                    </a:lnTo>
                    <a:lnTo>
                      <a:pt x="2534" y="12295"/>
                    </a:lnTo>
                    <a:lnTo>
                      <a:pt x="2790" y="12509"/>
                    </a:lnTo>
                    <a:lnTo>
                      <a:pt x="3060" y="12708"/>
                    </a:lnTo>
                    <a:lnTo>
                      <a:pt x="3345" y="12879"/>
                    </a:lnTo>
                    <a:lnTo>
                      <a:pt x="3630" y="13049"/>
                    </a:lnTo>
                    <a:lnTo>
                      <a:pt x="3928" y="13206"/>
                    </a:lnTo>
                    <a:lnTo>
                      <a:pt x="4241" y="13348"/>
                    </a:lnTo>
                    <a:lnTo>
                      <a:pt x="4554" y="13462"/>
                    </a:lnTo>
                    <a:lnTo>
                      <a:pt x="4882" y="13576"/>
                    </a:lnTo>
                    <a:lnTo>
                      <a:pt x="5209" y="13661"/>
                    </a:lnTo>
                    <a:lnTo>
                      <a:pt x="5551" y="13747"/>
                    </a:lnTo>
                    <a:lnTo>
                      <a:pt x="5892" y="13804"/>
                    </a:lnTo>
                    <a:lnTo>
                      <a:pt x="6234" y="13846"/>
                    </a:lnTo>
                    <a:lnTo>
                      <a:pt x="6589" y="13875"/>
                    </a:lnTo>
                    <a:lnTo>
                      <a:pt x="6945" y="13889"/>
                    </a:lnTo>
                    <a:lnTo>
                      <a:pt x="7301" y="13875"/>
                    </a:lnTo>
                    <a:lnTo>
                      <a:pt x="7657" y="13846"/>
                    </a:lnTo>
                    <a:lnTo>
                      <a:pt x="7998" y="13804"/>
                    </a:lnTo>
                    <a:lnTo>
                      <a:pt x="8340" y="13747"/>
                    </a:lnTo>
                    <a:lnTo>
                      <a:pt x="8681" y="13661"/>
                    </a:lnTo>
                    <a:lnTo>
                      <a:pt x="9008" y="13576"/>
                    </a:lnTo>
                    <a:lnTo>
                      <a:pt x="9336" y="13462"/>
                    </a:lnTo>
                    <a:lnTo>
                      <a:pt x="9649" y="13348"/>
                    </a:lnTo>
                    <a:lnTo>
                      <a:pt x="9962" y="13206"/>
                    </a:lnTo>
                    <a:lnTo>
                      <a:pt x="10261" y="13049"/>
                    </a:lnTo>
                    <a:lnTo>
                      <a:pt x="10545" y="12879"/>
                    </a:lnTo>
                    <a:lnTo>
                      <a:pt x="10830" y="12708"/>
                    </a:lnTo>
                    <a:lnTo>
                      <a:pt x="11100" y="12509"/>
                    </a:lnTo>
                    <a:lnTo>
                      <a:pt x="11356" y="12295"/>
                    </a:lnTo>
                    <a:lnTo>
                      <a:pt x="11613" y="12082"/>
                    </a:lnTo>
                    <a:lnTo>
                      <a:pt x="11854" y="11854"/>
                    </a:lnTo>
                    <a:lnTo>
                      <a:pt x="12082" y="11612"/>
                    </a:lnTo>
                    <a:lnTo>
                      <a:pt x="12310" y="11356"/>
                    </a:lnTo>
                    <a:lnTo>
                      <a:pt x="12509" y="11100"/>
                    </a:lnTo>
                    <a:lnTo>
                      <a:pt x="12708" y="10830"/>
                    </a:lnTo>
                    <a:lnTo>
                      <a:pt x="12879" y="10545"/>
                    </a:lnTo>
                    <a:lnTo>
                      <a:pt x="13050" y="10246"/>
                    </a:lnTo>
                    <a:lnTo>
                      <a:pt x="13206" y="9947"/>
                    </a:lnTo>
                    <a:lnTo>
                      <a:pt x="13349" y="9649"/>
                    </a:lnTo>
                    <a:lnTo>
                      <a:pt x="13462" y="9335"/>
                    </a:lnTo>
                    <a:lnTo>
                      <a:pt x="13576" y="9008"/>
                    </a:lnTo>
                    <a:lnTo>
                      <a:pt x="13676" y="8681"/>
                    </a:lnTo>
                    <a:lnTo>
                      <a:pt x="13747" y="8339"/>
                    </a:lnTo>
                    <a:lnTo>
                      <a:pt x="13804" y="7998"/>
                    </a:lnTo>
                    <a:lnTo>
                      <a:pt x="13847" y="7656"/>
                    </a:lnTo>
                    <a:lnTo>
                      <a:pt x="13875" y="7301"/>
                    </a:lnTo>
                    <a:lnTo>
                      <a:pt x="13889" y="6945"/>
                    </a:lnTo>
                    <a:lnTo>
                      <a:pt x="13875" y="6589"/>
                    </a:lnTo>
                    <a:lnTo>
                      <a:pt x="13847" y="6233"/>
                    </a:lnTo>
                    <a:lnTo>
                      <a:pt x="13804" y="5892"/>
                    </a:lnTo>
                    <a:lnTo>
                      <a:pt x="13747" y="5550"/>
                    </a:lnTo>
                    <a:lnTo>
                      <a:pt x="13676" y="5209"/>
                    </a:lnTo>
                    <a:lnTo>
                      <a:pt x="13576" y="4882"/>
                    </a:lnTo>
                    <a:lnTo>
                      <a:pt x="13462" y="4554"/>
                    </a:lnTo>
                    <a:lnTo>
                      <a:pt x="13349" y="4241"/>
                    </a:lnTo>
                    <a:lnTo>
                      <a:pt x="13206" y="3928"/>
                    </a:lnTo>
                    <a:lnTo>
                      <a:pt x="13050" y="3629"/>
                    </a:lnTo>
                    <a:lnTo>
                      <a:pt x="12879" y="3345"/>
                    </a:lnTo>
                    <a:lnTo>
                      <a:pt x="12708" y="3060"/>
                    </a:lnTo>
                    <a:lnTo>
                      <a:pt x="12509" y="2790"/>
                    </a:lnTo>
                    <a:lnTo>
                      <a:pt x="12310" y="2519"/>
                    </a:lnTo>
                    <a:lnTo>
                      <a:pt x="12082" y="2277"/>
                    </a:lnTo>
                    <a:lnTo>
                      <a:pt x="11854" y="2036"/>
                    </a:lnTo>
                    <a:lnTo>
                      <a:pt x="11613" y="1808"/>
                    </a:lnTo>
                    <a:lnTo>
                      <a:pt x="11356" y="1580"/>
                    </a:lnTo>
                    <a:lnTo>
                      <a:pt x="11100" y="1381"/>
                    </a:lnTo>
                    <a:lnTo>
                      <a:pt x="10830" y="1182"/>
                    </a:lnTo>
                    <a:lnTo>
                      <a:pt x="10545" y="1011"/>
                    </a:lnTo>
                    <a:lnTo>
                      <a:pt x="10261" y="840"/>
                    </a:lnTo>
                    <a:lnTo>
                      <a:pt x="9962" y="684"/>
                    </a:lnTo>
                    <a:lnTo>
                      <a:pt x="9649" y="541"/>
                    </a:lnTo>
                    <a:lnTo>
                      <a:pt x="9336" y="428"/>
                    </a:lnTo>
                    <a:lnTo>
                      <a:pt x="9008" y="314"/>
                    </a:lnTo>
                    <a:lnTo>
                      <a:pt x="8681" y="214"/>
                    </a:lnTo>
                    <a:lnTo>
                      <a:pt x="8340" y="143"/>
                    </a:lnTo>
                    <a:lnTo>
                      <a:pt x="7998" y="86"/>
                    </a:lnTo>
                    <a:lnTo>
                      <a:pt x="7657" y="29"/>
                    </a:lnTo>
                    <a:lnTo>
                      <a:pt x="7301" y="15"/>
                    </a:lnTo>
                    <a:lnTo>
                      <a:pt x="6945" y="1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9"/>
              <p:cNvSpPr/>
              <p:nvPr/>
            </p:nvSpPr>
            <p:spPr>
              <a:xfrm>
                <a:off x="2282027" y="2416489"/>
                <a:ext cx="101378" cy="101378"/>
              </a:xfrm>
              <a:custGeom>
                <a:avLst/>
                <a:gdLst/>
                <a:ahLst/>
                <a:cxnLst/>
                <a:rect l="l" t="t" r="r" b="b"/>
                <a:pathLst>
                  <a:path w="3046" h="3046" extrusionOk="0">
                    <a:moveTo>
                      <a:pt x="1367" y="0"/>
                    </a:moveTo>
                    <a:lnTo>
                      <a:pt x="1210" y="29"/>
                    </a:lnTo>
                    <a:lnTo>
                      <a:pt x="1068" y="71"/>
                    </a:lnTo>
                    <a:lnTo>
                      <a:pt x="925" y="114"/>
                    </a:lnTo>
                    <a:lnTo>
                      <a:pt x="797" y="185"/>
                    </a:lnTo>
                    <a:lnTo>
                      <a:pt x="669" y="256"/>
                    </a:lnTo>
                    <a:lnTo>
                      <a:pt x="555" y="342"/>
                    </a:lnTo>
                    <a:lnTo>
                      <a:pt x="442" y="441"/>
                    </a:lnTo>
                    <a:lnTo>
                      <a:pt x="342" y="555"/>
                    </a:lnTo>
                    <a:lnTo>
                      <a:pt x="257" y="669"/>
                    </a:lnTo>
                    <a:lnTo>
                      <a:pt x="185" y="797"/>
                    </a:lnTo>
                    <a:lnTo>
                      <a:pt x="114" y="925"/>
                    </a:lnTo>
                    <a:lnTo>
                      <a:pt x="57" y="1067"/>
                    </a:lnTo>
                    <a:lnTo>
                      <a:pt x="29" y="1210"/>
                    </a:lnTo>
                    <a:lnTo>
                      <a:pt x="1" y="1366"/>
                    </a:lnTo>
                    <a:lnTo>
                      <a:pt x="1" y="1523"/>
                    </a:lnTo>
                    <a:lnTo>
                      <a:pt x="1" y="1679"/>
                    </a:lnTo>
                    <a:lnTo>
                      <a:pt x="29" y="1836"/>
                    </a:lnTo>
                    <a:lnTo>
                      <a:pt x="57" y="1978"/>
                    </a:lnTo>
                    <a:lnTo>
                      <a:pt x="114" y="2120"/>
                    </a:lnTo>
                    <a:lnTo>
                      <a:pt x="185" y="2248"/>
                    </a:lnTo>
                    <a:lnTo>
                      <a:pt x="257" y="2376"/>
                    </a:lnTo>
                    <a:lnTo>
                      <a:pt x="342" y="2490"/>
                    </a:lnTo>
                    <a:lnTo>
                      <a:pt x="442" y="2604"/>
                    </a:lnTo>
                    <a:lnTo>
                      <a:pt x="555" y="2704"/>
                    </a:lnTo>
                    <a:lnTo>
                      <a:pt x="669" y="2789"/>
                    </a:lnTo>
                    <a:lnTo>
                      <a:pt x="797" y="2860"/>
                    </a:lnTo>
                    <a:lnTo>
                      <a:pt x="925" y="2931"/>
                    </a:lnTo>
                    <a:lnTo>
                      <a:pt x="1068" y="2974"/>
                    </a:lnTo>
                    <a:lnTo>
                      <a:pt x="1210" y="3017"/>
                    </a:lnTo>
                    <a:lnTo>
                      <a:pt x="1367" y="3045"/>
                    </a:lnTo>
                    <a:lnTo>
                      <a:pt x="1680" y="3045"/>
                    </a:lnTo>
                    <a:lnTo>
                      <a:pt x="1822" y="3017"/>
                    </a:lnTo>
                    <a:lnTo>
                      <a:pt x="1978" y="2974"/>
                    </a:lnTo>
                    <a:lnTo>
                      <a:pt x="2121" y="2931"/>
                    </a:lnTo>
                    <a:lnTo>
                      <a:pt x="2249" y="2860"/>
                    </a:lnTo>
                    <a:lnTo>
                      <a:pt x="2377" y="2789"/>
                    </a:lnTo>
                    <a:lnTo>
                      <a:pt x="2491" y="2704"/>
                    </a:lnTo>
                    <a:lnTo>
                      <a:pt x="2605" y="2604"/>
                    </a:lnTo>
                    <a:lnTo>
                      <a:pt x="2704" y="2490"/>
                    </a:lnTo>
                    <a:lnTo>
                      <a:pt x="2790" y="2376"/>
                    </a:lnTo>
                    <a:lnTo>
                      <a:pt x="2861" y="2248"/>
                    </a:lnTo>
                    <a:lnTo>
                      <a:pt x="2932" y="2120"/>
                    </a:lnTo>
                    <a:lnTo>
                      <a:pt x="2975" y="1978"/>
                    </a:lnTo>
                    <a:lnTo>
                      <a:pt x="3017" y="1836"/>
                    </a:lnTo>
                    <a:lnTo>
                      <a:pt x="3046" y="1679"/>
                    </a:lnTo>
                    <a:lnTo>
                      <a:pt x="3046" y="1523"/>
                    </a:lnTo>
                    <a:lnTo>
                      <a:pt x="3046" y="1366"/>
                    </a:lnTo>
                    <a:lnTo>
                      <a:pt x="3017" y="1210"/>
                    </a:lnTo>
                    <a:lnTo>
                      <a:pt x="2975" y="1067"/>
                    </a:lnTo>
                    <a:lnTo>
                      <a:pt x="2932" y="925"/>
                    </a:lnTo>
                    <a:lnTo>
                      <a:pt x="2861" y="797"/>
                    </a:lnTo>
                    <a:lnTo>
                      <a:pt x="2790" y="669"/>
                    </a:lnTo>
                    <a:lnTo>
                      <a:pt x="2704" y="555"/>
                    </a:lnTo>
                    <a:lnTo>
                      <a:pt x="2605" y="441"/>
                    </a:lnTo>
                    <a:lnTo>
                      <a:pt x="2491" y="342"/>
                    </a:lnTo>
                    <a:lnTo>
                      <a:pt x="2377" y="256"/>
                    </a:lnTo>
                    <a:lnTo>
                      <a:pt x="2249" y="185"/>
                    </a:lnTo>
                    <a:lnTo>
                      <a:pt x="2121" y="114"/>
                    </a:lnTo>
                    <a:lnTo>
                      <a:pt x="1978" y="71"/>
                    </a:lnTo>
                    <a:lnTo>
                      <a:pt x="1822" y="29"/>
                    </a:lnTo>
                    <a:lnTo>
                      <a:pt x="16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9"/>
              <p:cNvSpPr/>
              <p:nvPr/>
            </p:nvSpPr>
            <p:spPr>
              <a:xfrm>
                <a:off x="1657350" y="1114550"/>
                <a:ext cx="484527" cy="1381523"/>
              </a:xfrm>
              <a:custGeom>
                <a:avLst/>
                <a:gdLst/>
                <a:ahLst/>
                <a:cxnLst/>
                <a:rect l="l" t="t" r="r" b="b"/>
                <a:pathLst>
                  <a:path w="14558" h="41509" extrusionOk="0">
                    <a:moveTo>
                      <a:pt x="4525" y="0"/>
                    </a:moveTo>
                    <a:lnTo>
                      <a:pt x="4283" y="28"/>
                    </a:lnTo>
                    <a:lnTo>
                      <a:pt x="4042" y="57"/>
                    </a:lnTo>
                    <a:lnTo>
                      <a:pt x="3800" y="100"/>
                    </a:lnTo>
                    <a:lnTo>
                      <a:pt x="3558" y="157"/>
                    </a:lnTo>
                    <a:lnTo>
                      <a:pt x="3330" y="228"/>
                    </a:lnTo>
                    <a:lnTo>
                      <a:pt x="3102" y="299"/>
                    </a:lnTo>
                    <a:lnTo>
                      <a:pt x="2875" y="384"/>
                    </a:lnTo>
                    <a:lnTo>
                      <a:pt x="2661" y="484"/>
                    </a:lnTo>
                    <a:lnTo>
                      <a:pt x="2462" y="598"/>
                    </a:lnTo>
                    <a:lnTo>
                      <a:pt x="2263" y="711"/>
                    </a:lnTo>
                    <a:lnTo>
                      <a:pt x="2064" y="840"/>
                    </a:lnTo>
                    <a:lnTo>
                      <a:pt x="1879" y="982"/>
                    </a:lnTo>
                    <a:lnTo>
                      <a:pt x="1694" y="1124"/>
                    </a:lnTo>
                    <a:lnTo>
                      <a:pt x="1523" y="1281"/>
                    </a:lnTo>
                    <a:lnTo>
                      <a:pt x="1366" y="1437"/>
                    </a:lnTo>
                    <a:lnTo>
                      <a:pt x="1210" y="1608"/>
                    </a:lnTo>
                    <a:lnTo>
                      <a:pt x="1053" y="1779"/>
                    </a:lnTo>
                    <a:lnTo>
                      <a:pt x="911" y="1964"/>
                    </a:lnTo>
                    <a:lnTo>
                      <a:pt x="783" y="2149"/>
                    </a:lnTo>
                    <a:lnTo>
                      <a:pt x="669" y="2348"/>
                    </a:lnTo>
                    <a:lnTo>
                      <a:pt x="555" y="2547"/>
                    </a:lnTo>
                    <a:lnTo>
                      <a:pt x="456" y="2761"/>
                    </a:lnTo>
                    <a:lnTo>
                      <a:pt x="356" y="2960"/>
                    </a:lnTo>
                    <a:lnTo>
                      <a:pt x="271" y="3188"/>
                    </a:lnTo>
                    <a:lnTo>
                      <a:pt x="199" y="3401"/>
                    </a:lnTo>
                    <a:lnTo>
                      <a:pt x="143" y="3629"/>
                    </a:lnTo>
                    <a:lnTo>
                      <a:pt x="86" y="3856"/>
                    </a:lnTo>
                    <a:lnTo>
                      <a:pt x="43" y="4084"/>
                    </a:lnTo>
                    <a:lnTo>
                      <a:pt x="15" y="4312"/>
                    </a:lnTo>
                    <a:lnTo>
                      <a:pt x="0" y="4554"/>
                    </a:lnTo>
                    <a:lnTo>
                      <a:pt x="0" y="4795"/>
                    </a:lnTo>
                    <a:lnTo>
                      <a:pt x="0" y="5037"/>
                    </a:lnTo>
                    <a:lnTo>
                      <a:pt x="15" y="5279"/>
                    </a:lnTo>
                    <a:lnTo>
                      <a:pt x="57" y="5521"/>
                    </a:lnTo>
                    <a:lnTo>
                      <a:pt x="5052" y="37467"/>
                    </a:lnTo>
                    <a:lnTo>
                      <a:pt x="5109" y="37709"/>
                    </a:lnTo>
                    <a:lnTo>
                      <a:pt x="5152" y="37951"/>
                    </a:lnTo>
                    <a:lnTo>
                      <a:pt x="5223" y="38179"/>
                    </a:lnTo>
                    <a:lnTo>
                      <a:pt x="5308" y="38407"/>
                    </a:lnTo>
                    <a:lnTo>
                      <a:pt x="5393" y="38620"/>
                    </a:lnTo>
                    <a:lnTo>
                      <a:pt x="5493" y="38833"/>
                    </a:lnTo>
                    <a:lnTo>
                      <a:pt x="5607" y="39047"/>
                    </a:lnTo>
                    <a:lnTo>
                      <a:pt x="5721" y="39246"/>
                    </a:lnTo>
                    <a:lnTo>
                      <a:pt x="5849" y="39431"/>
                    </a:lnTo>
                    <a:lnTo>
                      <a:pt x="5977" y="39630"/>
                    </a:lnTo>
                    <a:lnTo>
                      <a:pt x="6133" y="39801"/>
                    </a:lnTo>
                    <a:lnTo>
                      <a:pt x="6276" y="39972"/>
                    </a:lnTo>
                    <a:lnTo>
                      <a:pt x="6446" y="40143"/>
                    </a:lnTo>
                    <a:lnTo>
                      <a:pt x="6603" y="40299"/>
                    </a:lnTo>
                    <a:lnTo>
                      <a:pt x="6788" y="40441"/>
                    </a:lnTo>
                    <a:lnTo>
                      <a:pt x="6973" y="40584"/>
                    </a:lnTo>
                    <a:lnTo>
                      <a:pt x="7158" y="40712"/>
                    </a:lnTo>
                    <a:lnTo>
                      <a:pt x="7357" y="40840"/>
                    </a:lnTo>
                    <a:lnTo>
                      <a:pt x="7556" y="40954"/>
                    </a:lnTo>
                    <a:lnTo>
                      <a:pt x="7756" y="41053"/>
                    </a:lnTo>
                    <a:lnTo>
                      <a:pt x="7969" y="41153"/>
                    </a:lnTo>
                    <a:lnTo>
                      <a:pt x="8182" y="41224"/>
                    </a:lnTo>
                    <a:lnTo>
                      <a:pt x="8410" y="41295"/>
                    </a:lnTo>
                    <a:lnTo>
                      <a:pt x="8624" y="41366"/>
                    </a:lnTo>
                    <a:lnTo>
                      <a:pt x="8851" y="41409"/>
                    </a:lnTo>
                    <a:lnTo>
                      <a:pt x="9093" y="41452"/>
                    </a:lnTo>
                    <a:lnTo>
                      <a:pt x="9321" y="41480"/>
                    </a:lnTo>
                    <a:lnTo>
                      <a:pt x="9563" y="41509"/>
                    </a:lnTo>
                    <a:lnTo>
                      <a:pt x="9790" y="41509"/>
                    </a:lnTo>
                    <a:lnTo>
                      <a:pt x="10032" y="41494"/>
                    </a:lnTo>
                    <a:lnTo>
                      <a:pt x="10274" y="41480"/>
                    </a:lnTo>
                    <a:lnTo>
                      <a:pt x="10516" y="41452"/>
                    </a:lnTo>
                    <a:lnTo>
                      <a:pt x="10758" y="41409"/>
                    </a:lnTo>
                    <a:lnTo>
                      <a:pt x="11000" y="41352"/>
                    </a:lnTo>
                    <a:lnTo>
                      <a:pt x="11228" y="41281"/>
                    </a:lnTo>
                    <a:lnTo>
                      <a:pt x="11455" y="41210"/>
                    </a:lnTo>
                    <a:lnTo>
                      <a:pt x="11669" y="41110"/>
                    </a:lnTo>
                    <a:lnTo>
                      <a:pt x="11882" y="41011"/>
                    </a:lnTo>
                    <a:lnTo>
                      <a:pt x="12096" y="40911"/>
                    </a:lnTo>
                    <a:lnTo>
                      <a:pt x="12295" y="40783"/>
                    </a:lnTo>
                    <a:lnTo>
                      <a:pt x="12494" y="40669"/>
                    </a:lnTo>
                    <a:lnTo>
                      <a:pt x="12679" y="40527"/>
                    </a:lnTo>
                    <a:lnTo>
                      <a:pt x="12850" y="40385"/>
                    </a:lnTo>
                    <a:lnTo>
                      <a:pt x="13035" y="40228"/>
                    </a:lnTo>
                    <a:lnTo>
                      <a:pt x="13191" y="40071"/>
                    </a:lnTo>
                    <a:lnTo>
                      <a:pt x="13348" y="39901"/>
                    </a:lnTo>
                    <a:lnTo>
                      <a:pt x="13504" y="39716"/>
                    </a:lnTo>
                    <a:lnTo>
                      <a:pt x="13633" y="39545"/>
                    </a:lnTo>
                    <a:lnTo>
                      <a:pt x="13775" y="39346"/>
                    </a:lnTo>
                    <a:lnTo>
                      <a:pt x="13889" y="39161"/>
                    </a:lnTo>
                    <a:lnTo>
                      <a:pt x="14002" y="38962"/>
                    </a:lnTo>
                    <a:lnTo>
                      <a:pt x="14102" y="38748"/>
                    </a:lnTo>
                    <a:lnTo>
                      <a:pt x="14202" y="38535"/>
                    </a:lnTo>
                    <a:lnTo>
                      <a:pt x="14287" y="38321"/>
                    </a:lnTo>
                    <a:lnTo>
                      <a:pt x="14358" y="38108"/>
                    </a:lnTo>
                    <a:lnTo>
                      <a:pt x="14415" y="37880"/>
                    </a:lnTo>
                    <a:lnTo>
                      <a:pt x="14472" y="37652"/>
                    </a:lnTo>
                    <a:lnTo>
                      <a:pt x="14515" y="37425"/>
                    </a:lnTo>
                    <a:lnTo>
                      <a:pt x="14543" y="37183"/>
                    </a:lnTo>
                    <a:lnTo>
                      <a:pt x="14557" y="36955"/>
                    </a:lnTo>
                    <a:lnTo>
                      <a:pt x="14557" y="36713"/>
                    </a:lnTo>
                    <a:lnTo>
                      <a:pt x="14557" y="36471"/>
                    </a:lnTo>
                    <a:lnTo>
                      <a:pt x="14529" y="36229"/>
                    </a:lnTo>
                    <a:lnTo>
                      <a:pt x="14501" y="35988"/>
                    </a:lnTo>
                    <a:lnTo>
                      <a:pt x="9492" y="4041"/>
                    </a:lnTo>
                    <a:lnTo>
                      <a:pt x="9449" y="3799"/>
                    </a:lnTo>
                    <a:lnTo>
                      <a:pt x="9392" y="3557"/>
                    </a:lnTo>
                    <a:lnTo>
                      <a:pt x="9335" y="3330"/>
                    </a:lnTo>
                    <a:lnTo>
                      <a:pt x="9250" y="3102"/>
                    </a:lnTo>
                    <a:lnTo>
                      <a:pt x="9164" y="2889"/>
                    </a:lnTo>
                    <a:lnTo>
                      <a:pt x="9065" y="2675"/>
                    </a:lnTo>
                    <a:lnTo>
                      <a:pt x="8951" y="2462"/>
                    </a:lnTo>
                    <a:lnTo>
                      <a:pt x="8837" y="2263"/>
                    </a:lnTo>
                    <a:lnTo>
                      <a:pt x="8709" y="2063"/>
                    </a:lnTo>
                    <a:lnTo>
                      <a:pt x="8567" y="1878"/>
                    </a:lnTo>
                    <a:lnTo>
                      <a:pt x="8424" y="1708"/>
                    </a:lnTo>
                    <a:lnTo>
                      <a:pt x="8268" y="1523"/>
                    </a:lnTo>
                    <a:lnTo>
                      <a:pt x="8111" y="1366"/>
                    </a:lnTo>
                    <a:lnTo>
                      <a:pt x="7941" y="1210"/>
                    </a:lnTo>
                    <a:lnTo>
                      <a:pt x="7770" y="1053"/>
                    </a:lnTo>
                    <a:lnTo>
                      <a:pt x="7585" y="925"/>
                    </a:lnTo>
                    <a:lnTo>
                      <a:pt x="7400" y="783"/>
                    </a:lnTo>
                    <a:lnTo>
                      <a:pt x="7201" y="669"/>
                    </a:lnTo>
                    <a:lnTo>
                      <a:pt x="7001" y="555"/>
                    </a:lnTo>
                    <a:lnTo>
                      <a:pt x="6802" y="455"/>
                    </a:lnTo>
                    <a:lnTo>
                      <a:pt x="6589" y="356"/>
                    </a:lnTo>
                    <a:lnTo>
                      <a:pt x="6375" y="270"/>
                    </a:lnTo>
                    <a:lnTo>
                      <a:pt x="6148" y="199"/>
                    </a:lnTo>
                    <a:lnTo>
                      <a:pt x="5920" y="142"/>
                    </a:lnTo>
                    <a:lnTo>
                      <a:pt x="5692" y="85"/>
                    </a:lnTo>
                    <a:lnTo>
                      <a:pt x="5465" y="43"/>
                    </a:lnTo>
                    <a:lnTo>
                      <a:pt x="5237" y="14"/>
                    </a:lnTo>
                    <a:lnTo>
                      <a:pt x="499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9"/>
              <p:cNvSpPr/>
              <p:nvPr/>
            </p:nvSpPr>
            <p:spPr>
              <a:xfrm>
                <a:off x="2076009" y="1114550"/>
                <a:ext cx="477903" cy="1197771"/>
              </a:xfrm>
              <a:custGeom>
                <a:avLst/>
                <a:gdLst/>
                <a:ahLst/>
                <a:cxnLst/>
                <a:rect l="l" t="t" r="r" b="b"/>
                <a:pathLst>
                  <a:path w="14359" h="35988" extrusionOk="0">
                    <a:moveTo>
                      <a:pt x="9463" y="0"/>
                    </a:moveTo>
                    <a:lnTo>
                      <a:pt x="9236" y="14"/>
                    </a:lnTo>
                    <a:lnTo>
                      <a:pt x="8994" y="28"/>
                    </a:lnTo>
                    <a:lnTo>
                      <a:pt x="8766" y="71"/>
                    </a:lnTo>
                    <a:lnTo>
                      <a:pt x="8538" y="114"/>
                    </a:lnTo>
                    <a:lnTo>
                      <a:pt x="8311" y="171"/>
                    </a:lnTo>
                    <a:lnTo>
                      <a:pt x="8083" y="242"/>
                    </a:lnTo>
                    <a:lnTo>
                      <a:pt x="7870" y="313"/>
                    </a:lnTo>
                    <a:lnTo>
                      <a:pt x="7656" y="398"/>
                    </a:lnTo>
                    <a:lnTo>
                      <a:pt x="7443" y="498"/>
                    </a:lnTo>
                    <a:lnTo>
                      <a:pt x="7244" y="612"/>
                    </a:lnTo>
                    <a:lnTo>
                      <a:pt x="7044" y="726"/>
                    </a:lnTo>
                    <a:lnTo>
                      <a:pt x="6859" y="854"/>
                    </a:lnTo>
                    <a:lnTo>
                      <a:pt x="6674" y="996"/>
                    </a:lnTo>
                    <a:lnTo>
                      <a:pt x="6489" y="1138"/>
                    </a:lnTo>
                    <a:lnTo>
                      <a:pt x="6319" y="1281"/>
                    </a:lnTo>
                    <a:lnTo>
                      <a:pt x="6148" y="1451"/>
                    </a:lnTo>
                    <a:lnTo>
                      <a:pt x="5991" y="1622"/>
                    </a:lnTo>
                    <a:lnTo>
                      <a:pt x="5849" y="1793"/>
                    </a:lnTo>
                    <a:lnTo>
                      <a:pt x="5707" y="1978"/>
                    </a:lnTo>
                    <a:lnTo>
                      <a:pt x="5564" y="2163"/>
                    </a:lnTo>
                    <a:lnTo>
                      <a:pt x="5451" y="2362"/>
                    </a:lnTo>
                    <a:lnTo>
                      <a:pt x="5337" y="2576"/>
                    </a:lnTo>
                    <a:lnTo>
                      <a:pt x="5223" y="2789"/>
                    </a:lnTo>
                    <a:lnTo>
                      <a:pt x="5137" y="3003"/>
                    </a:lnTo>
                    <a:lnTo>
                      <a:pt x="5052" y="3230"/>
                    </a:lnTo>
                    <a:lnTo>
                      <a:pt x="4981" y="3458"/>
                    </a:lnTo>
                    <a:lnTo>
                      <a:pt x="4924" y="3686"/>
                    </a:lnTo>
                    <a:lnTo>
                      <a:pt x="4867" y="3927"/>
                    </a:lnTo>
                    <a:lnTo>
                      <a:pt x="72" y="30352"/>
                    </a:lnTo>
                    <a:lnTo>
                      <a:pt x="43" y="30594"/>
                    </a:lnTo>
                    <a:lnTo>
                      <a:pt x="15" y="30836"/>
                    </a:lnTo>
                    <a:lnTo>
                      <a:pt x="1" y="31078"/>
                    </a:lnTo>
                    <a:lnTo>
                      <a:pt x="1" y="31320"/>
                    </a:lnTo>
                    <a:lnTo>
                      <a:pt x="15" y="31548"/>
                    </a:lnTo>
                    <a:lnTo>
                      <a:pt x="29" y="31790"/>
                    </a:lnTo>
                    <a:lnTo>
                      <a:pt x="72" y="32017"/>
                    </a:lnTo>
                    <a:lnTo>
                      <a:pt x="114" y="32245"/>
                    </a:lnTo>
                    <a:lnTo>
                      <a:pt x="171" y="32473"/>
                    </a:lnTo>
                    <a:lnTo>
                      <a:pt x="242" y="32700"/>
                    </a:lnTo>
                    <a:lnTo>
                      <a:pt x="314" y="32914"/>
                    </a:lnTo>
                    <a:lnTo>
                      <a:pt x="413" y="33127"/>
                    </a:lnTo>
                    <a:lnTo>
                      <a:pt x="499" y="33341"/>
                    </a:lnTo>
                    <a:lnTo>
                      <a:pt x="612" y="33540"/>
                    </a:lnTo>
                    <a:lnTo>
                      <a:pt x="726" y="33739"/>
                    </a:lnTo>
                    <a:lnTo>
                      <a:pt x="854" y="33924"/>
                    </a:lnTo>
                    <a:lnTo>
                      <a:pt x="997" y="34109"/>
                    </a:lnTo>
                    <a:lnTo>
                      <a:pt x="1139" y="34294"/>
                    </a:lnTo>
                    <a:lnTo>
                      <a:pt x="1295" y="34465"/>
                    </a:lnTo>
                    <a:lnTo>
                      <a:pt x="1452" y="34636"/>
                    </a:lnTo>
                    <a:lnTo>
                      <a:pt x="1623" y="34792"/>
                    </a:lnTo>
                    <a:lnTo>
                      <a:pt x="1793" y="34934"/>
                    </a:lnTo>
                    <a:lnTo>
                      <a:pt x="1978" y="35077"/>
                    </a:lnTo>
                    <a:lnTo>
                      <a:pt x="2163" y="35219"/>
                    </a:lnTo>
                    <a:lnTo>
                      <a:pt x="2363" y="35333"/>
                    </a:lnTo>
                    <a:lnTo>
                      <a:pt x="2576" y="35447"/>
                    </a:lnTo>
                    <a:lnTo>
                      <a:pt x="2790" y="35561"/>
                    </a:lnTo>
                    <a:lnTo>
                      <a:pt x="3003" y="35646"/>
                    </a:lnTo>
                    <a:lnTo>
                      <a:pt x="3231" y="35731"/>
                    </a:lnTo>
                    <a:lnTo>
                      <a:pt x="3458" y="35803"/>
                    </a:lnTo>
                    <a:lnTo>
                      <a:pt x="3686" y="35859"/>
                    </a:lnTo>
                    <a:lnTo>
                      <a:pt x="3928" y="35916"/>
                    </a:lnTo>
                    <a:lnTo>
                      <a:pt x="4170" y="35959"/>
                    </a:lnTo>
                    <a:lnTo>
                      <a:pt x="4412" y="35973"/>
                    </a:lnTo>
                    <a:lnTo>
                      <a:pt x="4654" y="35988"/>
                    </a:lnTo>
                    <a:lnTo>
                      <a:pt x="4896" y="35988"/>
                    </a:lnTo>
                    <a:lnTo>
                      <a:pt x="5137" y="35973"/>
                    </a:lnTo>
                    <a:lnTo>
                      <a:pt x="5365" y="35959"/>
                    </a:lnTo>
                    <a:lnTo>
                      <a:pt x="5593" y="35916"/>
                    </a:lnTo>
                    <a:lnTo>
                      <a:pt x="5821" y="35874"/>
                    </a:lnTo>
                    <a:lnTo>
                      <a:pt x="6048" y="35817"/>
                    </a:lnTo>
                    <a:lnTo>
                      <a:pt x="6276" y="35746"/>
                    </a:lnTo>
                    <a:lnTo>
                      <a:pt x="6489" y="35674"/>
                    </a:lnTo>
                    <a:lnTo>
                      <a:pt x="6703" y="35589"/>
                    </a:lnTo>
                    <a:lnTo>
                      <a:pt x="6916" y="35489"/>
                    </a:lnTo>
                    <a:lnTo>
                      <a:pt x="7115" y="35376"/>
                    </a:lnTo>
                    <a:lnTo>
                      <a:pt x="7315" y="35262"/>
                    </a:lnTo>
                    <a:lnTo>
                      <a:pt x="7514" y="35134"/>
                    </a:lnTo>
                    <a:lnTo>
                      <a:pt x="7699" y="35006"/>
                    </a:lnTo>
                    <a:lnTo>
                      <a:pt x="7870" y="34849"/>
                    </a:lnTo>
                    <a:lnTo>
                      <a:pt x="8040" y="34707"/>
                    </a:lnTo>
                    <a:lnTo>
                      <a:pt x="8211" y="34536"/>
                    </a:lnTo>
                    <a:lnTo>
                      <a:pt x="8368" y="34380"/>
                    </a:lnTo>
                    <a:lnTo>
                      <a:pt x="8524" y="34195"/>
                    </a:lnTo>
                    <a:lnTo>
                      <a:pt x="8652" y="34010"/>
                    </a:lnTo>
                    <a:lnTo>
                      <a:pt x="8795" y="33825"/>
                    </a:lnTo>
                    <a:lnTo>
                      <a:pt x="8908" y="33625"/>
                    </a:lnTo>
                    <a:lnTo>
                      <a:pt x="9022" y="33412"/>
                    </a:lnTo>
                    <a:lnTo>
                      <a:pt x="9136" y="33213"/>
                    </a:lnTo>
                    <a:lnTo>
                      <a:pt x="9221" y="32985"/>
                    </a:lnTo>
                    <a:lnTo>
                      <a:pt x="9307" y="32772"/>
                    </a:lnTo>
                    <a:lnTo>
                      <a:pt x="9378" y="32530"/>
                    </a:lnTo>
                    <a:lnTo>
                      <a:pt x="9449" y="32302"/>
                    </a:lnTo>
                    <a:lnTo>
                      <a:pt x="9492" y="32060"/>
                    </a:lnTo>
                    <a:lnTo>
                      <a:pt x="14287" y="5635"/>
                    </a:lnTo>
                    <a:lnTo>
                      <a:pt x="14330" y="5393"/>
                    </a:lnTo>
                    <a:lnTo>
                      <a:pt x="14344" y="5151"/>
                    </a:lnTo>
                    <a:lnTo>
                      <a:pt x="14358" y="4909"/>
                    </a:lnTo>
                    <a:lnTo>
                      <a:pt x="14358" y="4667"/>
                    </a:lnTo>
                    <a:lnTo>
                      <a:pt x="14344" y="4440"/>
                    </a:lnTo>
                    <a:lnTo>
                      <a:pt x="14330" y="4198"/>
                    </a:lnTo>
                    <a:lnTo>
                      <a:pt x="14287" y="3970"/>
                    </a:lnTo>
                    <a:lnTo>
                      <a:pt x="14245" y="3742"/>
                    </a:lnTo>
                    <a:lnTo>
                      <a:pt x="14188" y="3515"/>
                    </a:lnTo>
                    <a:lnTo>
                      <a:pt x="14117" y="3287"/>
                    </a:lnTo>
                    <a:lnTo>
                      <a:pt x="14045" y="3074"/>
                    </a:lnTo>
                    <a:lnTo>
                      <a:pt x="13960" y="2860"/>
                    </a:lnTo>
                    <a:lnTo>
                      <a:pt x="13860" y="2647"/>
                    </a:lnTo>
                    <a:lnTo>
                      <a:pt x="13747" y="2448"/>
                    </a:lnTo>
                    <a:lnTo>
                      <a:pt x="13633" y="2248"/>
                    </a:lnTo>
                    <a:lnTo>
                      <a:pt x="13505" y="2063"/>
                    </a:lnTo>
                    <a:lnTo>
                      <a:pt x="13377" y="1878"/>
                    </a:lnTo>
                    <a:lnTo>
                      <a:pt x="13220" y="1693"/>
                    </a:lnTo>
                    <a:lnTo>
                      <a:pt x="13078" y="1523"/>
                    </a:lnTo>
                    <a:lnTo>
                      <a:pt x="12907" y="1352"/>
                    </a:lnTo>
                    <a:lnTo>
                      <a:pt x="12736" y="1195"/>
                    </a:lnTo>
                    <a:lnTo>
                      <a:pt x="12566" y="1053"/>
                    </a:lnTo>
                    <a:lnTo>
                      <a:pt x="12381" y="911"/>
                    </a:lnTo>
                    <a:lnTo>
                      <a:pt x="12196" y="783"/>
                    </a:lnTo>
                    <a:lnTo>
                      <a:pt x="11996" y="655"/>
                    </a:lnTo>
                    <a:lnTo>
                      <a:pt x="11783" y="541"/>
                    </a:lnTo>
                    <a:lnTo>
                      <a:pt x="11584" y="441"/>
                    </a:lnTo>
                    <a:lnTo>
                      <a:pt x="11356" y="342"/>
                    </a:lnTo>
                    <a:lnTo>
                      <a:pt x="11128" y="256"/>
                    </a:lnTo>
                    <a:lnTo>
                      <a:pt x="10901" y="185"/>
                    </a:lnTo>
                    <a:lnTo>
                      <a:pt x="10673" y="128"/>
                    </a:lnTo>
                    <a:lnTo>
                      <a:pt x="10431" y="71"/>
                    </a:lnTo>
                    <a:lnTo>
                      <a:pt x="10189" y="43"/>
                    </a:lnTo>
                    <a:lnTo>
                      <a:pt x="9947" y="14"/>
                    </a:lnTo>
                    <a:lnTo>
                      <a:pt x="970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9"/>
              <p:cNvSpPr/>
              <p:nvPr/>
            </p:nvSpPr>
            <p:spPr>
              <a:xfrm>
                <a:off x="1734998" y="2217094"/>
                <a:ext cx="575954" cy="703792"/>
              </a:xfrm>
              <a:custGeom>
                <a:avLst/>
                <a:gdLst/>
                <a:ahLst/>
                <a:cxnLst/>
                <a:rect l="l" t="t" r="r" b="b"/>
                <a:pathLst>
                  <a:path w="17305" h="21146" extrusionOk="0">
                    <a:moveTo>
                      <a:pt x="11485" y="0"/>
                    </a:moveTo>
                    <a:lnTo>
                      <a:pt x="11214" y="15"/>
                    </a:lnTo>
                    <a:lnTo>
                      <a:pt x="10930" y="29"/>
                    </a:lnTo>
                    <a:lnTo>
                      <a:pt x="10659" y="71"/>
                    </a:lnTo>
                    <a:lnTo>
                      <a:pt x="10375" y="114"/>
                    </a:lnTo>
                    <a:lnTo>
                      <a:pt x="10104" y="185"/>
                    </a:lnTo>
                    <a:lnTo>
                      <a:pt x="9834" y="256"/>
                    </a:lnTo>
                    <a:lnTo>
                      <a:pt x="9578" y="342"/>
                    </a:lnTo>
                    <a:lnTo>
                      <a:pt x="9322" y="441"/>
                    </a:lnTo>
                    <a:lnTo>
                      <a:pt x="9065" y="555"/>
                    </a:lnTo>
                    <a:lnTo>
                      <a:pt x="8809" y="683"/>
                    </a:lnTo>
                    <a:lnTo>
                      <a:pt x="8567" y="811"/>
                    </a:lnTo>
                    <a:lnTo>
                      <a:pt x="8325" y="968"/>
                    </a:lnTo>
                    <a:lnTo>
                      <a:pt x="8098" y="1124"/>
                    </a:lnTo>
                    <a:lnTo>
                      <a:pt x="7870" y="1295"/>
                    </a:lnTo>
                    <a:lnTo>
                      <a:pt x="7657" y="1480"/>
                    </a:lnTo>
                    <a:lnTo>
                      <a:pt x="7443" y="1679"/>
                    </a:lnTo>
                    <a:lnTo>
                      <a:pt x="7244" y="1879"/>
                    </a:lnTo>
                    <a:lnTo>
                      <a:pt x="7059" y="2092"/>
                    </a:lnTo>
                    <a:lnTo>
                      <a:pt x="6874" y="2320"/>
                    </a:lnTo>
                    <a:lnTo>
                      <a:pt x="6703" y="2562"/>
                    </a:lnTo>
                    <a:lnTo>
                      <a:pt x="6547" y="2818"/>
                    </a:lnTo>
                    <a:lnTo>
                      <a:pt x="826" y="12380"/>
                    </a:lnTo>
                    <a:lnTo>
                      <a:pt x="684" y="12636"/>
                    </a:lnTo>
                    <a:lnTo>
                      <a:pt x="542" y="12907"/>
                    </a:lnTo>
                    <a:lnTo>
                      <a:pt x="428" y="13177"/>
                    </a:lnTo>
                    <a:lnTo>
                      <a:pt x="328" y="13448"/>
                    </a:lnTo>
                    <a:lnTo>
                      <a:pt x="243" y="13718"/>
                    </a:lnTo>
                    <a:lnTo>
                      <a:pt x="172" y="13988"/>
                    </a:lnTo>
                    <a:lnTo>
                      <a:pt x="101" y="14273"/>
                    </a:lnTo>
                    <a:lnTo>
                      <a:pt x="58" y="14543"/>
                    </a:lnTo>
                    <a:lnTo>
                      <a:pt x="29" y="14828"/>
                    </a:lnTo>
                    <a:lnTo>
                      <a:pt x="15" y="15112"/>
                    </a:lnTo>
                    <a:lnTo>
                      <a:pt x="1" y="15383"/>
                    </a:lnTo>
                    <a:lnTo>
                      <a:pt x="15" y="15667"/>
                    </a:lnTo>
                    <a:lnTo>
                      <a:pt x="44" y="15952"/>
                    </a:lnTo>
                    <a:lnTo>
                      <a:pt x="72" y="16222"/>
                    </a:lnTo>
                    <a:lnTo>
                      <a:pt x="115" y="16493"/>
                    </a:lnTo>
                    <a:lnTo>
                      <a:pt x="186" y="16763"/>
                    </a:lnTo>
                    <a:lnTo>
                      <a:pt x="257" y="17034"/>
                    </a:lnTo>
                    <a:lnTo>
                      <a:pt x="342" y="17304"/>
                    </a:lnTo>
                    <a:lnTo>
                      <a:pt x="442" y="17560"/>
                    </a:lnTo>
                    <a:lnTo>
                      <a:pt x="556" y="17816"/>
                    </a:lnTo>
                    <a:lnTo>
                      <a:pt x="684" y="18072"/>
                    </a:lnTo>
                    <a:lnTo>
                      <a:pt x="812" y="18314"/>
                    </a:lnTo>
                    <a:lnTo>
                      <a:pt x="969" y="18556"/>
                    </a:lnTo>
                    <a:lnTo>
                      <a:pt x="1125" y="18784"/>
                    </a:lnTo>
                    <a:lnTo>
                      <a:pt x="1296" y="19011"/>
                    </a:lnTo>
                    <a:lnTo>
                      <a:pt x="1481" y="19225"/>
                    </a:lnTo>
                    <a:lnTo>
                      <a:pt x="1680" y="19438"/>
                    </a:lnTo>
                    <a:lnTo>
                      <a:pt x="1879" y="19638"/>
                    </a:lnTo>
                    <a:lnTo>
                      <a:pt x="2107" y="19823"/>
                    </a:lnTo>
                    <a:lnTo>
                      <a:pt x="2335" y="20008"/>
                    </a:lnTo>
                    <a:lnTo>
                      <a:pt x="2577" y="20178"/>
                    </a:lnTo>
                    <a:lnTo>
                      <a:pt x="2819" y="20335"/>
                    </a:lnTo>
                    <a:lnTo>
                      <a:pt x="3075" y="20477"/>
                    </a:lnTo>
                    <a:lnTo>
                      <a:pt x="3345" y="20605"/>
                    </a:lnTo>
                    <a:lnTo>
                      <a:pt x="3615" y="20733"/>
                    </a:lnTo>
                    <a:lnTo>
                      <a:pt x="3886" y="20833"/>
                    </a:lnTo>
                    <a:lnTo>
                      <a:pt x="4156" y="20918"/>
                    </a:lnTo>
                    <a:lnTo>
                      <a:pt x="4426" y="20989"/>
                    </a:lnTo>
                    <a:lnTo>
                      <a:pt x="4711" y="21046"/>
                    </a:lnTo>
                    <a:lnTo>
                      <a:pt x="4981" y="21089"/>
                    </a:lnTo>
                    <a:lnTo>
                      <a:pt x="5266" y="21132"/>
                    </a:lnTo>
                    <a:lnTo>
                      <a:pt x="5551" y="21146"/>
                    </a:lnTo>
                    <a:lnTo>
                      <a:pt x="6106" y="21146"/>
                    </a:lnTo>
                    <a:lnTo>
                      <a:pt x="6390" y="21118"/>
                    </a:lnTo>
                    <a:lnTo>
                      <a:pt x="6661" y="21089"/>
                    </a:lnTo>
                    <a:lnTo>
                      <a:pt x="6931" y="21032"/>
                    </a:lnTo>
                    <a:lnTo>
                      <a:pt x="7201" y="20975"/>
                    </a:lnTo>
                    <a:lnTo>
                      <a:pt x="7472" y="20904"/>
                    </a:lnTo>
                    <a:lnTo>
                      <a:pt x="7742" y="20819"/>
                    </a:lnTo>
                    <a:lnTo>
                      <a:pt x="7998" y="20719"/>
                    </a:lnTo>
                    <a:lnTo>
                      <a:pt x="8254" y="20605"/>
                    </a:lnTo>
                    <a:lnTo>
                      <a:pt x="8510" y="20477"/>
                    </a:lnTo>
                    <a:lnTo>
                      <a:pt x="8752" y="20335"/>
                    </a:lnTo>
                    <a:lnTo>
                      <a:pt x="8994" y="20193"/>
                    </a:lnTo>
                    <a:lnTo>
                      <a:pt x="9222" y="20036"/>
                    </a:lnTo>
                    <a:lnTo>
                      <a:pt x="9450" y="19865"/>
                    </a:lnTo>
                    <a:lnTo>
                      <a:pt x="9663" y="19680"/>
                    </a:lnTo>
                    <a:lnTo>
                      <a:pt x="9877" y="19481"/>
                    </a:lnTo>
                    <a:lnTo>
                      <a:pt x="10076" y="19268"/>
                    </a:lnTo>
                    <a:lnTo>
                      <a:pt x="10261" y="19054"/>
                    </a:lnTo>
                    <a:lnTo>
                      <a:pt x="10446" y="18826"/>
                    </a:lnTo>
                    <a:lnTo>
                      <a:pt x="10616" y="18585"/>
                    </a:lnTo>
                    <a:lnTo>
                      <a:pt x="10773" y="18328"/>
                    </a:lnTo>
                    <a:lnTo>
                      <a:pt x="16493" y="8766"/>
                    </a:lnTo>
                    <a:lnTo>
                      <a:pt x="16636" y="8510"/>
                    </a:lnTo>
                    <a:lnTo>
                      <a:pt x="16764" y="8254"/>
                    </a:lnTo>
                    <a:lnTo>
                      <a:pt x="16892" y="7983"/>
                    </a:lnTo>
                    <a:lnTo>
                      <a:pt x="16991" y="7713"/>
                    </a:lnTo>
                    <a:lnTo>
                      <a:pt x="17077" y="7443"/>
                    </a:lnTo>
                    <a:lnTo>
                      <a:pt x="17148" y="7158"/>
                    </a:lnTo>
                    <a:lnTo>
                      <a:pt x="17205" y="6888"/>
                    </a:lnTo>
                    <a:lnTo>
                      <a:pt x="17262" y="6603"/>
                    </a:lnTo>
                    <a:lnTo>
                      <a:pt x="17290" y="6318"/>
                    </a:lnTo>
                    <a:lnTo>
                      <a:pt x="17305" y="6048"/>
                    </a:lnTo>
                    <a:lnTo>
                      <a:pt x="17305" y="5763"/>
                    </a:lnTo>
                    <a:lnTo>
                      <a:pt x="17305" y="5479"/>
                    </a:lnTo>
                    <a:lnTo>
                      <a:pt x="17276" y="5208"/>
                    </a:lnTo>
                    <a:lnTo>
                      <a:pt x="17248" y="4924"/>
                    </a:lnTo>
                    <a:lnTo>
                      <a:pt x="17191" y="4653"/>
                    </a:lnTo>
                    <a:lnTo>
                      <a:pt x="17134" y="4383"/>
                    </a:lnTo>
                    <a:lnTo>
                      <a:pt x="17063" y="4113"/>
                    </a:lnTo>
                    <a:lnTo>
                      <a:pt x="16977" y="3842"/>
                    </a:lnTo>
                    <a:lnTo>
                      <a:pt x="16878" y="3586"/>
                    </a:lnTo>
                    <a:lnTo>
                      <a:pt x="16764" y="3330"/>
                    </a:lnTo>
                    <a:lnTo>
                      <a:pt x="16636" y="3088"/>
                    </a:lnTo>
                    <a:lnTo>
                      <a:pt x="16508" y="2832"/>
                    </a:lnTo>
                    <a:lnTo>
                      <a:pt x="16351" y="2604"/>
                    </a:lnTo>
                    <a:lnTo>
                      <a:pt x="16195" y="2362"/>
                    </a:lnTo>
                    <a:lnTo>
                      <a:pt x="16024" y="2149"/>
                    </a:lnTo>
                    <a:lnTo>
                      <a:pt x="15839" y="1921"/>
                    </a:lnTo>
                    <a:lnTo>
                      <a:pt x="15640" y="1722"/>
                    </a:lnTo>
                    <a:lnTo>
                      <a:pt x="15440" y="1523"/>
                    </a:lnTo>
                    <a:lnTo>
                      <a:pt x="15213" y="1324"/>
                    </a:lnTo>
                    <a:lnTo>
                      <a:pt x="14985" y="1153"/>
                    </a:lnTo>
                    <a:lnTo>
                      <a:pt x="14743" y="982"/>
                    </a:lnTo>
                    <a:lnTo>
                      <a:pt x="14501" y="826"/>
                    </a:lnTo>
                    <a:lnTo>
                      <a:pt x="14231" y="669"/>
                    </a:lnTo>
                    <a:lnTo>
                      <a:pt x="13975" y="541"/>
                    </a:lnTo>
                    <a:lnTo>
                      <a:pt x="13704" y="427"/>
                    </a:lnTo>
                    <a:lnTo>
                      <a:pt x="13434" y="328"/>
                    </a:lnTo>
                    <a:lnTo>
                      <a:pt x="13164" y="242"/>
                    </a:lnTo>
                    <a:lnTo>
                      <a:pt x="12893" y="157"/>
                    </a:lnTo>
                    <a:lnTo>
                      <a:pt x="12609" y="100"/>
                    </a:lnTo>
                    <a:lnTo>
                      <a:pt x="12324" y="57"/>
                    </a:lnTo>
                    <a:lnTo>
                      <a:pt x="12054" y="29"/>
                    </a:lnTo>
                    <a:lnTo>
                      <a:pt x="117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9"/>
              <p:cNvSpPr/>
              <p:nvPr/>
            </p:nvSpPr>
            <p:spPr>
              <a:xfrm>
                <a:off x="2421280" y="1708440"/>
                <a:ext cx="318747" cy="969985"/>
              </a:xfrm>
              <a:custGeom>
                <a:avLst/>
                <a:gdLst/>
                <a:ahLst/>
                <a:cxnLst/>
                <a:rect l="l" t="t" r="r" b="b"/>
                <a:pathLst>
                  <a:path w="9577" h="29144" extrusionOk="0">
                    <a:moveTo>
                      <a:pt x="4781" y="0"/>
                    </a:moveTo>
                    <a:lnTo>
                      <a:pt x="4539" y="15"/>
                    </a:lnTo>
                    <a:lnTo>
                      <a:pt x="4298" y="29"/>
                    </a:lnTo>
                    <a:lnTo>
                      <a:pt x="4056" y="57"/>
                    </a:lnTo>
                    <a:lnTo>
                      <a:pt x="3828" y="100"/>
                    </a:lnTo>
                    <a:lnTo>
                      <a:pt x="3586" y="157"/>
                    </a:lnTo>
                    <a:lnTo>
                      <a:pt x="3373" y="228"/>
                    </a:lnTo>
                    <a:lnTo>
                      <a:pt x="3145" y="299"/>
                    </a:lnTo>
                    <a:lnTo>
                      <a:pt x="2931" y="385"/>
                    </a:lnTo>
                    <a:lnTo>
                      <a:pt x="2718" y="484"/>
                    </a:lnTo>
                    <a:lnTo>
                      <a:pt x="2505" y="584"/>
                    </a:lnTo>
                    <a:lnTo>
                      <a:pt x="2305" y="698"/>
                    </a:lnTo>
                    <a:lnTo>
                      <a:pt x="2120" y="826"/>
                    </a:lnTo>
                    <a:lnTo>
                      <a:pt x="1921" y="954"/>
                    </a:lnTo>
                    <a:lnTo>
                      <a:pt x="1750" y="1096"/>
                    </a:lnTo>
                    <a:lnTo>
                      <a:pt x="1565" y="1253"/>
                    </a:lnTo>
                    <a:lnTo>
                      <a:pt x="1409" y="1409"/>
                    </a:lnTo>
                    <a:lnTo>
                      <a:pt x="1252" y="1580"/>
                    </a:lnTo>
                    <a:lnTo>
                      <a:pt x="1096" y="1751"/>
                    </a:lnTo>
                    <a:lnTo>
                      <a:pt x="954" y="1936"/>
                    </a:lnTo>
                    <a:lnTo>
                      <a:pt x="825" y="2121"/>
                    </a:lnTo>
                    <a:lnTo>
                      <a:pt x="697" y="2320"/>
                    </a:lnTo>
                    <a:lnTo>
                      <a:pt x="584" y="2519"/>
                    </a:lnTo>
                    <a:lnTo>
                      <a:pt x="470" y="2718"/>
                    </a:lnTo>
                    <a:lnTo>
                      <a:pt x="384" y="2932"/>
                    </a:lnTo>
                    <a:lnTo>
                      <a:pt x="285" y="3145"/>
                    </a:lnTo>
                    <a:lnTo>
                      <a:pt x="214" y="3373"/>
                    </a:lnTo>
                    <a:lnTo>
                      <a:pt x="157" y="3601"/>
                    </a:lnTo>
                    <a:lnTo>
                      <a:pt x="100" y="3828"/>
                    </a:lnTo>
                    <a:lnTo>
                      <a:pt x="57" y="4070"/>
                    </a:lnTo>
                    <a:lnTo>
                      <a:pt x="29" y="4298"/>
                    </a:lnTo>
                    <a:lnTo>
                      <a:pt x="0" y="4540"/>
                    </a:lnTo>
                    <a:lnTo>
                      <a:pt x="0" y="4796"/>
                    </a:lnTo>
                    <a:lnTo>
                      <a:pt x="0" y="24362"/>
                    </a:lnTo>
                    <a:lnTo>
                      <a:pt x="0" y="24604"/>
                    </a:lnTo>
                    <a:lnTo>
                      <a:pt x="29" y="24846"/>
                    </a:lnTo>
                    <a:lnTo>
                      <a:pt x="57" y="25088"/>
                    </a:lnTo>
                    <a:lnTo>
                      <a:pt x="100" y="25330"/>
                    </a:lnTo>
                    <a:lnTo>
                      <a:pt x="157" y="25557"/>
                    </a:lnTo>
                    <a:lnTo>
                      <a:pt x="214" y="25785"/>
                    </a:lnTo>
                    <a:lnTo>
                      <a:pt x="285" y="25998"/>
                    </a:lnTo>
                    <a:lnTo>
                      <a:pt x="384" y="26226"/>
                    </a:lnTo>
                    <a:lnTo>
                      <a:pt x="470" y="26425"/>
                    </a:lnTo>
                    <a:lnTo>
                      <a:pt x="584" y="26639"/>
                    </a:lnTo>
                    <a:lnTo>
                      <a:pt x="697" y="26838"/>
                    </a:lnTo>
                    <a:lnTo>
                      <a:pt x="825" y="27037"/>
                    </a:lnTo>
                    <a:lnTo>
                      <a:pt x="954" y="27222"/>
                    </a:lnTo>
                    <a:lnTo>
                      <a:pt x="1096" y="27407"/>
                    </a:lnTo>
                    <a:lnTo>
                      <a:pt x="1252" y="27578"/>
                    </a:lnTo>
                    <a:lnTo>
                      <a:pt x="1409" y="27749"/>
                    </a:lnTo>
                    <a:lnTo>
                      <a:pt x="1565" y="27905"/>
                    </a:lnTo>
                    <a:lnTo>
                      <a:pt x="1750" y="28048"/>
                    </a:lnTo>
                    <a:lnTo>
                      <a:pt x="1921" y="28190"/>
                    </a:lnTo>
                    <a:lnTo>
                      <a:pt x="2120" y="28332"/>
                    </a:lnTo>
                    <a:lnTo>
                      <a:pt x="2305" y="28446"/>
                    </a:lnTo>
                    <a:lnTo>
                      <a:pt x="2505" y="28574"/>
                    </a:lnTo>
                    <a:lnTo>
                      <a:pt x="2718" y="28674"/>
                    </a:lnTo>
                    <a:lnTo>
                      <a:pt x="2931" y="28773"/>
                    </a:lnTo>
                    <a:lnTo>
                      <a:pt x="3145" y="28859"/>
                    </a:lnTo>
                    <a:lnTo>
                      <a:pt x="3373" y="28930"/>
                    </a:lnTo>
                    <a:lnTo>
                      <a:pt x="3586" y="29001"/>
                    </a:lnTo>
                    <a:lnTo>
                      <a:pt x="3828" y="29044"/>
                    </a:lnTo>
                    <a:lnTo>
                      <a:pt x="4056" y="29086"/>
                    </a:lnTo>
                    <a:lnTo>
                      <a:pt x="4298" y="29129"/>
                    </a:lnTo>
                    <a:lnTo>
                      <a:pt x="4539" y="29143"/>
                    </a:lnTo>
                    <a:lnTo>
                      <a:pt x="5037" y="29143"/>
                    </a:lnTo>
                    <a:lnTo>
                      <a:pt x="5279" y="29129"/>
                    </a:lnTo>
                    <a:lnTo>
                      <a:pt x="5507" y="29086"/>
                    </a:lnTo>
                    <a:lnTo>
                      <a:pt x="5749" y="29044"/>
                    </a:lnTo>
                    <a:lnTo>
                      <a:pt x="5977" y="29001"/>
                    </a:lnTo>
                    <a:lnTo>
                      <a:pt x="6204" y="28930"/>
                    </a:lnTo>
                    <a:lnTo>
                      <a:pt x="6432" y="28859"/>
                    </a:lnTo>
                    <a:lnTo>
                      <a:pt x="6645" y="28773"/>
                    </a:lnTo>
                    <a:lnTo>
                      <a:pt x="6859" y="28674"/>
                    </a:lnTo>
                    <a:lnTo>
                      <a:pt x="7058" y="28574"/>
                    </a:lnTo>
                    <a:lnTo>
                      <a:pt x="7257" y="28446"/>
                    </a:lnTo>
                    <a:lnTo>
                      <a:pt x="7457" y="28332"/>
                    </a:lnTo>
                    <a:lnTo>
                      <a:pt x="7642" y="28190"/>
                    </a:lnTo>
                    <a:lnTo>
                      <a:pt x="7827" y="28048"/>
                    </a:lnTo>
                    <a:lnTo>
                      <a:pt x="7997" y="27905"/>
                    </a:lnTo>
                    <a:lnTo>
                      <a:pt x="8168" y="27749"/>
                    </a:lnTo>
                    <a:lnTo>
                      <a:pt x="8325" y="27578"/>
                    </a:lnTo>
                    <a:lnTo>
                      <a:pt x="8481" y="27407"/>
                    </a:lnTo>
                    <a:lnTo>
                      <a:pt x="8623" y="27222"/>
                    </a:lnTo>
                    <a:lnTo>
                      <a:pt x="8751" y="27037"/>
                    </a:lnTo>
                    <a:lnTo>
                      <a:pt x="8880" y="26838"/>
                    </a:lnTo>
                    <a:lnTo>
                      <a:pt x="8993" y="26639"/>
                    </a:lnTo>
                    <a:lnTo>
                      <a:pt x="9093" y="26425"/>
                    </a:lnTo>
                    <a:lnTo>
                      <a:pt x="9193" y="26226"/>
                    </a:lnTo>
                    <a:lnTo>
                      <a:pt x="9278" y="25998"/>
                    </a:lnTo>
                    <a:lnTo>
                      <a:pt x="9349" y="25785"/>
                    </a:lnTo>
                    <a:lnTo>
                      <a:pt x="9420" y="25557"/>
                    </a:lnTo>
                    <a:lnTo>
                      <a:pt x="9477" y="25330"/>
                    </a:lnTo>
                    <a:lnTo>
                      <a:pt x="9520" y="25088"/>
                    </a:lnTo>
                    <a:lnTo>
                      <a:pt x="9548" y="24846"/>
                    </a:lnTo>
                    <a:lnTo>
                      <a:pt x="9563" y="24604"/>
                    </a:lnTo>
                    <a:lnTo>
                      <a:pt x="9577" y="24362"/>
                    </a:lnTo>
                    <a:lnTo>
                      <a:pt x="9577" y="4796"/>
                    </a:lnTo>
                    <a:lnTo>
                      <a:pt x="9563" y="4540"/>
                    </a:lnTo>
                    <a:lnTo>
                      <a:pt x="9548" y="4298"/>
                    </a:lnTo>
                    <a:lnTo>
                      <a:pt x="9520" y="4070"/>
                    </a:lnTo>
                    <a:lnTo>
                      <a:pt x="9477" y="3828"/>
                    </a:lnTo>
                    <a:lnTo>
                      <a:pt x="9420" y="3601"/>
                    </a:lnTo>
                    <a:lnTo>
                      <a:pt x="9349" y="3373"/>
                    </a:lnTo>
                    <a:lnTo>
                      <a:pt x="9278" y="3145"/>
                    </a:lnTo>
                    <a:lnTo>
                      <a:pt x="9193" y="2932"/>
                    </a:lnTo>
                    <a:lnTo>
                      <a:pt x="9093" y="2718"/>
                    </a:lnTo>
                    <a:lnTo>
                      <a:pt x="8993" y="2519"/>
                    </a:lnTo>
                    <a:lnTo>
                      <a:pt x="8880" y="2320"/>
                    </a:lnTo>
                    <a:lnTo>
                      <a:pt x="8751" y="2121"/>
                    </a:lnTo>
                    <a:lnTo>
                      <a:pt x="8623" y="1936"/>
                    </a:lnTo>
                    <a:lnTo>
                      <a:pt x="8481" y="1751"/>
                    </a:lnTo>
                    <a:lnTo>
                      <a:pt x="8325" y="1580"/>
                    </a:lnTo>
                    <a:lnTo>
                      <a:pt x="8168" y="1409"/>
                    </a:lnTo>
                    <a:lnTo>
                      <a:pt x="7997" y="1253"/>
                    </a:lnTo>
                    <a:lnTo>
                      <a:pt x="7827" y="1096"/>
                    </a:lnTo>
                    <a:lnTo>
                      <a:pt x="7642" y="954"/>
                    </a:lnTo>
                    <a:lnTo>
                      <a:pt x="7457" y="826"/>
                    </a:lnTo>
                    <a:lnTo>
                      <a:pt x="7257" y="698"/>
                    </a:lnTo>
                    <a:lnTo>
                      <a:pt x="7058" y="584"/>
                    </a:lnTo>
                    <a:lnTo>
                      <a:pt x="6859" y="484"/>
                    </a:lnTo>
                    <a:lnTo>
                      <a:pt x="6645" y="385"/>
                    </a:lnTo>
                    <a:lnTo>
                      <a:pt x="6432" y="299"/>
                    </a:lnTo>
                    <a:lnTo>
                      <a:pt x="6204" y="228"/>
                    </a:lnTo>
                    <a:lnTo>
                      <a:pt x="5977" y="157"/>
                    </a:lnTo>
                    <a:lnTo>
                      <a:pt x="5749" y="100"/>
                    </a:lnTo>
                    <a:lnTo>
                      <a:pt x="5507" y="57"/>
                    </a:lnTo>
                    <a:lnTo>
                      <a:pt x="5279" y="29"/>
                    </a:lnTo>
                    <a:lnTo>
                      <a:pt x="5037" y="15"/>
                    </a:lnTo>
                    <a:lnTo>
                      <a:pt x="478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9"/>
              <p:cNvSpPr/>
              <p:nvPr/>
            </p:nvSpPr>
            <p:spPr>
              <a:xfrm>
                <a:off x="2728090" y="1736364"/>
                <a:ext cx="287062" cy="785301"/>
              </a:xfrm>
              <a:custGeom>
                <a:avLst/>
                <a:gdLst/>
                <a:ahLst/>
                <a:cxnLst/>
                <a:rect l="l" t="t" r="r" b="b"/>
                <a:pathLst>
                  <a:path w="8625" h="23595" extrusionOk="0">
                    <a:moveTo>
                      <a:pt x="3885" y="1"/>
                    </a:moveTo>
                    <a:lnTo>
                      <a:pt x="3672" y="15"/>
                    </a:lnTo>
                    <a:lnTo>
                      <a:pt x="3473" y="44"/>
                    </a:lnTo>
                    <a:lnTo>
                      <a:pt x="3274" y="86"/>
                    </a:lnTo>
                    <a:lnTo>
                      <a:pt x="3074" y="129"/>
                    </a:lnTo>
                    <a:lnTo>
                      <a:pt x="2875" y="186"/>
                    </a:lnTo>
                    <a:lnTo>
                      <a:pt x="2690" y="243"/>
                    </a:lnTo>
                    <a:lnTo>
                      <a:pt x="2505" y="314"/>
                    </a:lnTo>
                    <a:lnTo>
                      <a:pt x="2320" y="399"/>
                    </a:lnTo>
                    <a:lnTo>
                      <a:pt x="2149" y="485"/>
                    </a:lnTo>
                    <a:lnTo>
                      <a:pt x="1979" y="584"/>
                    </a:lnTo>
                    <a:lnTo>
                      <a:pt x="1808" y="698"/>
                    </a:lnTo>
                    <a:lnTo>
                      <a:pt x="1651" y="812"/>
                    </a:lnTo>
                    <a:lnTo>
                      <a:pt x="1495" y="926"/>
                    </a:lnTo>
                    <a:lnTo>
                      <a:pt x="1353" y="1054"/>
                    </a:lnTo>
                    <a:lnTo>
                      <a:pt x="1210" y="1196"/>
                    </a:lnTo>
                    <a:lnTo>
                      <a:pt x="1068" y="1339"/>
                    </a:lnTo>
                    <a:lnTo>
                      <a:pt x="940" y="1481"/>
                    </a:lnTo>
                    <a:lnTo>
                      <a:pt x="826" y="1637"/>
                    </a:lnTo>
                    <a:lnTo>
                      <a:pt x="712" y="1794"/>
                    </a:lnTo>
                    <a:lnTo>
                      <a:pt x="598" y="1965"/>
                    </a:lnTo>
                    <a:lnTo>
                      <a:pt x="499" y="2135"/>
                    </a:lnTo>
                    <a:lnTo>
                      <a:pt x="413" y="2306"/>
                    </a:lnTo>
                    <a:lnTo>
                      <a:pt x="328" y="2491"/>
                    </a:lnTo>
                    <a:lnTo>
                      <a:pt x="257" y="2676"/>
                    </a:lnTo>
                    <a:lnTo>
                      <a:pt x="186" y="2875"/>
                    </a:lnTo>
                    <a:lnTo>
                      <a:pt x="143" y="3060"/>
                    </a:lnTo>
                    <a:lnTo>
                      <a:pt x="86" y="3260"/>
                    </a:lnTo>
                    <a:lnTo>
                      <a:pt x="58" y="3459"/>
                    </a:lnTo>
                    <a:lnTo>
                      <a:pt x="29" y="3658"/>
                    </a:lnTo>
                    <a:lnTo>
                      <a:pt x="15" y="3871"/>
                    </a:lnTo>
                    <a:lnTo>
                      <a:pt x="1" y="4085"/>
                    </a:lnTo>
                    <a:lnTo>
                      <a:pt x="1" y="19510"/>
                    </a:lnTo>
                    <a:lnTo>
                      <a:pt x="15" y="19724"/>
                    </a:lnTo>
                    <a:lnTo>
                      <a:pt x="29" y="19937"/>
                    </a:lnTo>
                    <a:lnTo>
                      <a:pt x="58" y="20136"/>
                    </a:lnTo>
                    <a:lnTo>
                      <a:pt x="86" y="20335"/>
                    </a:lnTo>
                    <a:lnTo>
                      <a:pt x="143" y="20535"/>
                    </a:lnTo>
                    <a:lnTo>
                      <a:pt x="186" y="20720"/>
                    </a:lnTo>
                    <a:lnTo>
                      <a:pt x="257" y="20919"/>
                    </a:lnTo>
                    <a:lnTo>
                      <a:pt x="328" y="21104"/>
                    </a:lnTo>
                    <a:lnTo>
                      <a:pt x="413" y="21275"/>
                    </a:lnTo>
                    <a:lnTo>
                      <a:pt x="499" y="21460"/>
                    </a:lnTo>
                    <a:lnTo>
                      <a:pt x="598" y="21630"/>
                    </a:lnTo>
                    <a:lnTo>
                      <a:pt x="712" y="21801"/>
                    </a:lnTo>
                    <a:lnTo>
                      <a:pt x="826" y="21958"/>
                    </a:lnTo>
                    <a:lnTo>
                      <a:pt x="940" y="22114"/>
                    </a:lnTo>
                    <a:lnTo>
                      <a:pt x="1068" y="22257"/>
                    </a:lnTo>
                    <a:lnTo>
                      <a:pt x="1210" y="22399"/>
                    </a:lnTo>
                    <a:lnTo>
                      <a:pt x="1353" y="22541"/>
                    </a:lnTo>
                    <a:lnTo>
                      <a:pt x="1495" y="22669"/>
                    </a:lnTo>
                    <a:lnTo>
                      <a:pt x="1651" y="22783"/>
                    </a:lnTo>
                    <a:lnTo>
                      <a:pt x="1808" y="22897"/>
                    </a:lnTo>
                    <a:lnTo>
                      <a:pt x="1979" y="23011"/>
                    </a:lnTo>
                    <a:lnTo>
                      <a:pt x="2149" y="23110"/>
                    </a:lnTo>
                    <a:lnTo>
                      <a:pt x="2320" y="23196"/>
                    </a:lnTo>
                    <a:lnTo>
                      <a:pt x="2505" y="23281"/>
                    </a:lnTo>
                    <a:lnTo>
                      <a:pt x="2690" y="23352"/>
                    </a:lnTo>
                    <a:lnTo>
                      <a:pt x="2875" y="23409"/>
                    </a:lnTo>
                    <a:lnTo>
                      <a:pt x="3074" y="23466"/>
                    </a:lnTo>
                    <a:lnTo>
                      <a:pt x="3274" y="23509"/>
                    </a:lnTo>
                    <a:lnTo>
                      <a:pt x="3473" y="23551"/>
                    </a:lnTo>
                    <a:lnTo>
                      <a:pt x="3672" y="23580"/>
                    </a:lnTo>
                    <a:lnTo>
                      <a:pt x="3885" y="23594"/>
                    </a:lnTo>
                    <a:lnTo>
                      <a:pt x="4754" y="23594"/>
                    </a:lnTo>
                    <a:lnTo>
                      <a:pt x="4953" y="23580"/>
                    </a:lnTo>
                    <a:lnTo>
                      <a:pt x="5166" y="23551"/>
                    </a:lnTo>
                    <a:lnTo>
                      <a:pt x="5365" y="23509"/>
                    </a:lnTo>
                    <a:lnTo>
                      <a:pt x="5565" y="23466"/>
                    </a:lnTo>
                    <a:lnTo>
                      <a:pt x="5750" y="23409"/>
                    </a:lnTo>
                    <a:lnTo>
                      <a:pt x="5949" y="23352"/>
                    </a:lnTo>
                    <a:lnTo>
                      <a:pt x="6134" y="23281"/>
                    </a:lnTo>
                    <a:lnTo>
                      <a:pt x="6305" y="23196"/>
                    </a:lnTo>
                    <a:lnTo>
                      <a:pt x="6490" y="23110"/>
                    </a:lnTo>
                    <a:lnTo>
                      <a:pt x="6660" y="23011"/>
                    </a:lnTo>
                    <a:lnTo>
                      <a:pt x="6817" y="22897"/>
                    </a:lnTo>
                    <a:lnTo>
                      <a:pt x="6988" y="22783"/>
                    </a:lnTo>
                    <a:lnTo>
                      <a:pt x="7130" y="22669"/>
                    </a:lnTo>
                    <a:lnTo>
                      <a:pt x="7286" y="22541"/>
                    </a:lnTo>
                    <a:lnTo>
                      <a:pt x="7429" y="22399"/>
                    </a:lnTo>
                    <a:lnTo>
                      <a:pt x="7557" y="22257"/>
                    </a:lnTo>
                    <a:lnTo>
                      <a:pt x="7685" y="22114"/>
                    </a:lnTo>
                    <a:lnTo>
                      <a:pt x="7813" y="21958"/>
                    </a:lnTo>
                    <a:lnTo>
                      <a:pt x="7927" y="21801"/>
                    </a:lnTo>
                    <a:lnTo>
                      <a:pt x="8026" y="21630"/>
                    </a:lnTo>
                    <a:lnTo>
                      <a:pt x="8126" y="21460"/>
                    </a:lnTo>
                    <a:lnTo>
                      <a:pt x="8226" y="21275"/>
                    </a:lnTo>
                    <a:lnTo>
                      <a:pt x="8311" y="21104"/>
                    </a:lnTo>
                    <a:lnTo>
                      <a:pt x="8382" y="20919"/>
                    </a:lnTo>
                    <a:lnTo>
                      <a:pt x="8439" y="20720"/>
                    </a:lnTo>
                    <a:lnTo>
                      <a:pt x="8496" y="20535"/>
                    </a:lnTo>
                    <a:lnTo>
                      <a:pt x="8539" y="20335"/>
                    </a:lnTo>
                    <a:lnTo>
                      <a:pt x="8581" y="20136"/>
                    </a:lnTo>
                    <a:lnTo>
                      <a:pt x="8610" y="19937"/>
                    </a:lnTo>
                    <a:lnTo>
                      <a:pt x="8624" y="19724"/>
                    </a:lnTo>
                    <a:lnTo>
                      <a:pt x="8624" y="19510"/>
                    </a:lnTo>
                    <a:lnTo>
                      <a:pt x="8624" y="4085"/>
                    </a:lnTo>
                    <a:lnTo>
                      <a:pt x="8624" y="3871"/>
                    </a:lnTo>
                    <a:lnTo>
                      <a:pt x="8610" y="3658"/>
                    </a:lnTo>
                    <a:lnTo>
                      <a:pt x="8581" y="3459"/>
                    </a:lnTo>
                    <a:lnTo>
                      <a:pt x="8539" y="3260"/>
                    </a:lnTo>
                    <a:lnTo>
                      <a:pt x="8496" y="3060"/>
                    </a:lnTo>
                    <a:lnTo>
                      <a:pt x="8439" y="2875"/>
                    </a:lnTo>
                    <a:lnTo>
                      <a:pt x="8382" y="2676"/>
                    </a:lnTo>
                    <a:lnTo>
                      <a:pt x="8311" y="2491"/>
                    </a:lnTo>
                    <a:lnTo>
                      <a:pt x="8226" y="2306"/>
                    </a:lnTo>
                    <a:lnTo>
                      <a:pt x="8126" y="2135"/>
                    </a:lnTo>
                    <a:lnTo>
                      <a:pt x="8026" y="1965"/>
                    </a:lnTo>
                    <a:lnTo>
                      <a:pt x="7927" y="1794"/>
                    </a:lnTo>
                    <a:lnTo>
                      <a:pt x="7813" y="1637"/>
                    </a:lnTo>
                    <a:lnTo>
                      <a:pt x="7685" y="1481"/>
                    </a:lnTo>
                    <a:lnTo>
                      <a:pt x="7557" y="1339"/>
                    </a:lnTo>
                    <a:lnTo>
                      <a:pt x="7429" y="1196"/>
                    </a:lnTo>
                    <a:lnTo>
                      <a:pt x="7286" y="1054"/>
                    </a:lnTo>
                    <a:lnTo>
                      <a:pt x="7130" y="926"/>
                    </a:lnTo>
                    <a:lnTo>
                      <a:pt x="6988" y="812"/>
                    </a:lnTo>
                    <a:lnTo>
                      <a:pt x="6817" y="698"/>
                    </a:lnTo>
                    <a:lnTo>
                      <a:pt x="6660" y="584"/>
                    </a:lnTo>
                    <a:lnTo>
                      <a:pt x="6490" y="485"/>
                    </a:lnTo>
                    <a:lnTo>
                      <a:pt x="6305" y="399"/>
                    </a:lnTo>
                    <a:lnTo>
                      <a:pt x="6134" y="314"/>
                    </a:lnTo>
                    <a:lnTo>
                      <a:pt x="5949" y="243"/>
                    </a:lnTo>
                    <a:lnTo>
                      <a:pt x="5750" y="186"/>
                    </a:lnTo>
                    <a:lnTo>
                      <a:pt x="5565" y="129"/>
                    </a:lnTo>
                    <a:lnTo>
                      <a:pt x="5365" y="86"/>
                    </a:lnTo>
                    <a:lnTo>
                      <a:pt x="5166" y="44"/>
                    </a:lnTo>
                    <a:lnTo>
                      <a:pt x="4953" y="15"/>
                    </a:lnTo>
                    <a:lnTo>
                      <a:pt x="47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9"/>
              <p:cNvSpPr/>
              <p:nvPr/>
            </p:nvSpPr>
            <p:spPr>
              <a:xfrm>
                <a:off x="2515037" y="2151728"/>
                <a:ext cx="116056" cy="344341"/>
              </a:xfrm>
              <a:custGeom>
                <a:avLst/>
                <a:gdLst/>
                <a:ahLst/>
                <a:cxnLst/>
                <a:rect l="l" t="t" r="r" b="b"/>
                <a:pathLst>
                  <a:path w="3487" h="10346" extrusionOk="0">
                    <a:moveTo>
                      <a:pt x="1566" y="1"/>
                    </a:moveTo>
                    <a:lnTo>
                      <a:pt x="1395" y="29"/>
                    </a:lnTo>
                    <a:lnTo>
                      <a:pt x="1224" y="72"/>
                    </a:lnTo>
                    <a:lnTo>
                      <a:pt x="1068" y="129"/>
                    </a:lnTo>
                    <a:lnTo>
                      <a:pt x="911" y="214"/>
                    </a:lnTo>
                    <a:lnTo>
                      <a:pt x="769" y="299"/>
                    </a:lnTo>
                    <a:lnTo>
                      <a:pt x="641" y="399"/>
                    </a:lnTo>
                    <a:lnTo>
                      <a:pt x="513" y="513"/>
                    </a:lnTo>
                    <a:lnTo>
                      <a:pt x="399" y="627"/>
                    </a:lnTo>
                    <a:lnTo>
                      <a:pt x="299" y="769"/>
                    </a:lnTo>
                    <a:lnTo>
                      <a:pt x="214" y="911"/>
                    </a:lnTo>
                    <a:lnTo>
                      <a:pt x="143" y="1068"/>
                    </a:lnTo>
                    <a:lnTo>
                      <a:pt x="86" y="1224"/>
                    </a:lnTo>
                    <a:lnTo>
                      <a:pt x="43" y="1381"/>
                    </a:lnTo>
                    <a:lnTo>
                      <a:pt x="15" y="1566"/>
                    </a:lnTo>
                    <a:lnTo>
                      <a:pt x="1" y="1737"/>
                    </a:lnTo>
                    <a:lnTo>
                      <a:pt x="1" y="8610"/>
                    </a:lnTo>
                    <a:lnTo>
                      <a:pt x="15" y="8780"/>
                    </a:lnTo>
                    <a:lnTo>
                      <a:pt x="43" y="8951"/>
                    </a:lnTo>
                    <a:lnTo>
                      <a:pt x="86" y="9122"/>
                    </a:lnTo>
                    <a:lnTo>
                      <a:pt x="143" y="9278"/>
                    </a:lnTo>
                    <a:lnTo>
                      <a:pt x="214" y="9435"/>
                    </a:lnTo>
                    <a:lnTo>
                      <a:pt x="299" y="9577"/>
                    </a:lnTo>
                    <a:lnTo>
                      <a:pt x="399" y="9705"/>
                    </a:lnTo>
                    <a:lnTo>
                      <a:pt x="513" y="9833"/>
                    </a:lnTo>
                    <a:lnTo>
                      <a:pt x="641" y="9947"/>
                    </a:lnTo>
                    <a:lnTo>
                      <a:pt x="769" y="10047"/>
                    </a:lnTo>
                    <a:lnTo>
                      <a:pt x="911" y="10132"/>
                    </a:lnTo>
                    <a:lnTo>
                      <a:pt x="1068" y="10203"/>
                    </a:lnTo>
                    <a:lnTo>
                      <a:pt x="1224" y="10260"/>
                    </a:lnTo>
                    <a:lnTo>
                      <a:pt x="1395" y="10303"/>
                    </a:lnTo>
                    <a:lnTo>
                      <a:pt x="1566" y="10331"/>
                    </a:lnTo>
                    <a:lnTo>
                      <a:pt x="1751" y="10346"/>
                    </a:lnTo>
                    <a:lnTo>
                      <a:pt x="1922" y="10331"/>
                    </a:lnTo>
                    <a:lnTo>
                      <a:pt x="2092" y="10303"/>
                    </a:lnTo>
                    <a:lnTo>
                      <a:pt x="2263" y="10260"/>
                    </a:lnTo>
                    <a:lnTo>
                      <a:pt x="2420" y="10203"/>
                    </a:lnTo>
                    <a:lnTo>
                      <a:pt x="2576" y="10132"/>
                    </a:lnTo>
                    <a:lnTo>
                      <a:pt x="2719" y="10047"/>
                    </a:lnTo>
                    <a:lnTo>
                      <a:pt x="2847" y="9947"/>
                    </a:lnTo>
                    <a:lnTo>
                      <a:pt x="2975" y="9833"/>
                    </a:lnTo>
                    <a:lnTo>
                      <a:pt x="3089" y="9705"/>
                    </a:lnTo>
                    <a:lnTo>
                      <a:pt x="3188" y="9577"/>
                    </a:lnTo>
                    <a:lnTo>
                      <a:pt x="3273" y="9435"/>
                    </a:lnTo>
                    <a:lnTo>
                      <a:pt x="3345" y="9278"/>
                    </a:lnTo>
                    <a:lnTo>
                      <a:pt x="3402" y="9122"/>
                    </a:lnTo>
                    <a:lnTo>
                      <a:pt x="3444" y="8951"/>
                    </a:lnTo>
                    <a:lnTo>
                      <a:pt x="3473" y="8780"/>
                    </a:lnTo>
                    <a:lnTo>
                      <a:pt x="3487" y="8610"/>
                    </a:lnTo>
                    <a:lnTo>
                      <a:pt x="3487" y="1737"/>
                    </a:lnTo>
                    <a:lnTo>
                      <a:pt x="3473" y="1566"/>
                    </a:lnTo>
                    <a:lnTo>
                      <a:pt x="3444" y="1381"/>
                    </a:lnTo>
                    <a:lnTo>
                      <a:pt x="3402" y="1224"/>
                    </a:lnTo>
                    <a:lnTo>
                      <a:pt x="3345" y="1068"/>
                    </a:lnTo>
                    <a:lnTo>
                      <a:pt x="3273" y="911"/>
                    </a:lnTo>
                    <a:lnTo>
                      <a:pt x="3188" y="769"/>
                    </a:lnTo>
                    <a:lnTo>
                      <a:pt x="3089" y="627"/>
                    </a:lnTo>
                    <a:lnTo>
                      <a:pt x="2975" y="513"/>
                    </a:lnTo>
                    <a:lnTo>
                      <a:pt x="2847" y="399"/>
                    </a:lnTo>
                    <a:lnTo>
                      <a:pt x="2719" y="299"/>
                    </a:lnTo>
                    <a:lnTo>
                      <a:pt x="2576" y="214"/>
                    </a:lnTo>
                    <a:lnTo>
                      <a:pt x="2420" y="129"/>
                    </a:lnTo>
                    <a:lnTo>
                      <a:pt x="2263" y="72"/>
                    </a:lnTo>
                    <a:lnTo>
                      <a:pt x="2092" y="29"/>
                    </a:lnTo>
                    <a:lnTo>
                      <a:pt x="19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>
                <a:off x="1989808" y="2335979"/>
                <a:ext cx="206518" cy="262399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7884" extrusionOk="0">
                    <a:moveTo>
                      <a:pt x="4398" y="0"/>
                    </a:moveTo>
                    <a:lnTo>
                      <a:pt x="4241" y="28"/>
                    </a:lnTo>
                    <a:lnTo>
                      <a:pt x="4070" y="57"/>
                    </a:lnTo>
                    <a:lnTo>
                      <a:pt x="3914" y="100"/>
                    </a:lnTo>
                    <a:lnTo>
                      <a:pt x="3757" y="157"/>
                    </a:lnTo>
                    <a:lnTo>
                      <a:pt x="3601" y="228"/>
                    </a:lnTo>
                    <a:lnTo>
                      <a:pt x="3459" y="327"/>
                    </a:lnTo>
                    <a:lnTo>
                      <a:pt x="3330" y="427"/>
                    </a:lnTo>
                    <a:lnTo>
                      <a:pt x="3202" y="541"/>
                    </a:lnTo>
                    <a:lnTo>
                      <a:pt x="3089" y="683"/>
                    </a:lnTo>
                    <a:lnTo>
                      <a:pt x="2989" y="825"/>
                    </a:lnTo>
                    <a:lnTo>
                      <a:pt x="257" y="5222"/>
                    </a:lnTo>
                    <a:lnTo>
                      <a:pt x="171" y="5379"/>
                    </a:lnTo>
                    <a:lnTo>
                      <a:pt x="100" y="5535"/>
                    </a:lnTo>
                    <a:lnTo>
                      <a:pt x="58" y="5706"/>
                    </a:lnTo>
                    <a:lnTo>
                      <a:pt x="15" y="5863"/>
                    </a:lnTo>
                    <a:lnTo>
                      <a:pt x="1" y="6033"/>
                    </a:lnTo>
                    <a:lnTo>
                      <a:pt x="1" y="6204"/>
                    </a:lnTo>
                    <a:lnTo>
                      <a:pt x="15" y="6375"/>
                    </a:lnTo>
                    <a:lnTo>
                      <a:pt x="43" y="6532"/>
                    </a:lnTo>
                    <a:lnTo>
                      <a:pt x="86" y="6702"/>
                    </a:lnTo>
                    <a:lnTo>
                      <a:pt x="157" y="6859"/>
                    </a:lnTo>
                    <a:lnTo>
                      <a:pt x="228" y="7001"/>
                    </a:lnTo>
                    <a:lnTo>
                      <a:pt x="314" y="7143"/>
                    </a:lnTo>
                    <a:lnTo>
                      <a:pt x="428" y="7286"/>
                    </a:lnTo>
                    <a:lnTo>
                      <a:pt x="541" y="7400"/>
                    </a:lnTo>
                    <a:lnTo>
                      <a:pt x="669" y="7513"/>
                    </a:lnTo>
                    <a:lnTo>
                      <a:pt x="826" y="7613"/>
                    </a:lnTo>
                    <a:lnTo>
                      <a:pt x="968" y="7698"/>
                    </a:lnTo>
                    <a:lnTo>
                      <a:pt x="1139" y="7770"/>
                    </a:lnTo>
                    <a:lnTo>
                      <a:pt x="1296" y="7826"/>
                    </a:lnTo>
                    <a:lnTo>
                      <a:pt x="1466" y="7855"/>
                    </a:lnTo>
                    <a:lnTo>
                      <a:pt x="1637" y="7869"/>
                    </a:lnTo>
                    <a:lnTo>
                      <a:pt x="1808" y="7883"/>
                    </a:lnTo>
                    <a:lnTo>
                      <a:pt x="1964" y="7869"/>
                    </a:lnTo>
                    <a:lnTo>
                      <a:pt x="2135" y="7826"/>
                    </a:lnTo>
                    <a:lnTo>
                      <a:pt x="2292" y="7784"/>
                    </a:lnTo>
                    <a:lnTo>
                      <a:pt x="2448" y="7727"/>
                    </a:lnTo>
                    <a:lnTo>
                      <a:pt x="2605" y="7656"/>
                    </a:lnTo>
                    <a:lnTo>
                      <a:pt x="2747" y="7556"/>
                    </a:lnTo>
                    <a:lnTo>
                      <a:pt x="2875" y="7456"/>
                    </a:lnTo>
                    <a:lnTo>
                      <a:pt x="3003" y="7343"/>
                    </a:lnTo>
                    <a:lnTo>
                      <a:pt x="3117" y="7200"/>
                    </a:lnTo>
                    <a:lnTo>
                      <a:pt x="3217" y="7058"/>
                    </a:lnTo>
                    <a:lnTo>
                      <a:pt x="5949" y="2661"/>
                    </a:lnTo>
                    <a:lnTo>
                      <a:pt x="6034" y="2504"/>
                    </a:lnTo>
                    <a:lnTo>
                      <a:pt x="6105" y="2348"/>
                    </a:lnTo>
                    <a:lnTo>
                      <a:pt x="6148" y="2177"/>
                    </a:lnTo>
                    <a:lnTo>
                      <a:pt x="6191" y="2021"/>
                    </a:lnTo>
                    <a:lnTo>
                      <a:pt x="6205" y="1850"/>
                    </a:lnTo>
                    <a:lnTo>
                      <a:pt x="6205" y="1679"/>
                    </a:lnTo>
                    <a:lnTo>
                      <a:pt x="6191" y="1508"/>
                    </a:lnTo>
                    <a:lnTo>
                      <a:pt x="6162" y="1352"/>
                    </a:lnTo>
                    <a:lnTo>
                      <a:pt x="6120" y="1181"/>
                    </a:lnTo>
                    <a:lnTo>
                      <a:pt x="6048" y="1025"/>
                    </a:lnTo>
                    <a:lnTo>
                      <a:pt x="5977" y="882"/>
                    </a:lnTo>
                    <a:lnTo>
                      <a:pt x="5892" y="740"/>
                    </a:lnTo>
                    <a:lnTo>
                      <a:pt x="5778" y="598"/>
                    </a:lnTo>
                    <a:lnTo>
                      <a:pt x="5664" y="484"/>
                    </a:lnTo>
                    <a:lnTo>
                      <a:pt x="5536" y="370"/>
                    </a:lnTo>
                    <a:lnTo>
                      <a:pt x="5380" y="270"/>
                    </a:lnTo>
                    <a:lnTo>
                      <a:pt x="5223" y="185"/>
                    </a:lnTo>
                    <a:lnTo>
                      <a:pt x="5067" y="114"/>
                    </a:lnTo>
                    <a:lnTo>
                      <a:pt x="4910" y="57"/>
                    </a:lnTo>
                    <a:lnTo>
                      <a:pt x="4739" y="28"/>
                    </a:lnTo>
                    <a:lnTo>
                      <a:pt x="4568" y="14"/>
                    </a:lnTo>
                    <a:lnTo>
                      <a:pt x="439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9"/>
              <p:cNvSpPr/>
              <p:nvPr/>
            </p:nvSpPr>
            <p:spPr>
              <a:xfrm>
                <a:off x="2813825" y="2099175"/>
                <a:ext cx="115590" cy="344341"/>
              </a:xfrm>
              <a:custGeom>
                <a:avLst/>
                <a:gdLst/>
                <a:ahLst/>
                <a:cxnLst/>
                <a:rect l="l" t="t" r="r" b="b"/>
                <a:pathLst>
                  <a:path w="3473" h="10346" extrusionOk="0">
                    <a:moveTo>
                      <a:pt x="1566" y="0"/>
                    </a:moveTo>
                    <a:lnTo>
                      <a:pt x="1395" y="28"/>
                    </a:lnTo>
                    <a:lnTo>
                      <a:pt x="1224" y="71"/>
                    </a:lnTo>
                    <a:lnTo>
                      <a:pt x="1068" y="128"/>
                    </a:lnTo>
                    <a:lnTo>
                      <a:pt x="911" y="213"/>
                    </a:lnTo>
                    <a:lnTo>
                      <a:pt x="769" y="299"/>
                    </a:lnTo>
                    <a:lnTo>
                      <a:pt x="641" y="398"/>
                    </a:lnTo>
                    <a:lnTo>
                      <a:pt x="513" y="512"/>
                    </a:lnTo>
                    <a:lnTo>
                      <a:pt x="399" y="626"/>
                    </a:lnTo>
                    <a:lnTo>
                      <a:pt x="299" y="768"/>
                    </a:lnTo>
                    <a:lnTo>
                      <a:pt x="214" y="911"/>
                    </a:lnTo>
                    <a:lnTo>
                      <a:pt x="143" y="1067"/>
                    </a:lnTo>
                    <a:lnTo>
                      <a:pt x="86" y="1224"/>
                    </a:lnTo>
                    <a:lnTo>
                      <a:pt x="43" y="1380"/>
                    </a:lnTo>
                    <a:lnTo>
                      <a:pt x="15" y="1565"/>
                    </a:lnTo>
                    <a:lnTo>
                      <a:pt x="0" y="1736"/>
                    </a:lnTo>
                    <a:lnTo>
                      <a:pt x="0" y="8609"/>
                    </a:lnTo>
                    <a:lnTo>
                      <a:pt x="15" y="8780"/>
                    </a:lnTo>
                    <a:lnTo>
                      <a:pt x="43" y="8951"/>
                    </a:lnTo>
                    <a:lnTo>
                      <a:pt x="86" y="9121"/>
                    </a:lnTo>
                    <a:lnTo>
                      <a:pt x="143" y="9278"/>
                    </a:lnTo>
                    <a:lnTo>
                      <a:pt x="214" y="9434"/>
                    </a:lnTo>
                    <a:lnTo>
                      <a:pt x="299" y="9577"/>
                    </a:lnTo>
                    <a:lnTo>
                      <a:pt x="399" y="9705"/>
                    </a:lnTo>
                    <a:lnTo>
                      <a:pt x="513" y="9833"/>
                    </a:lnTo>
                    <a:lnTo>
                      <a:pt x="641" y="9947"/>
                    </a:lnTo>
                    <a:lnTo>
                      <a:pt x="769" y="10046"/>
                    </a:lnTo>
                    <a:lnTo>
                      <a:pt x="911" y="10132"/>
                    </a:lnTo>
                    <a:lnTo>
                      <a:pt x="1068" y="10203"/>
                    </a:lnTo>
                    <a:lnTo>
                      <a:pt x="1224" y="10260"/>
                    </a:lnTo>
                    <a:lnTo>
                      <a:pt x="1395" y="10303"/>
                    </a:lnTo>
                    <a:lnTo>
                      <a:pt x="1566" y="10331"/>
                    </a:lnTo>
                    <a:lnTo>
                      <a:pt x="1736" y="10345"/>
                    </a:lnTo>
                    <a:lnTo>
                      <a:pt x="1921" y="10331"/>
                    </a:lnTo>
                    <a:lnTo>
                      <a:pt x="2092" y="10303"/>
                    </a:lnTo>
                    <a:lnTo>
                      <a:pt x="2263" y="10260"/>
                    </a:lnTo>
                    <a:lnTo>
                      <a:pt x="2419" y="10203"/>
                    </a:lnTo>
                    <a:lnTo>
                      <a:pt x="2562" y="10132"/>
                    </a:lnTo>
                    <a:lnTo>
                      <a:pt x="2704" y="10046"/>
                    </a:lnTo>
                    <a:lnTo>
                      <a:pt x="2846" y="9947"/>
                    </a:lnTo>
                    <a:lnTo>
                      <a:pt x="2974" y="9833"/>
                    </a:lnTo>
                    <a:lnTo>
                      <a:pt x="3088" y="9705"/>
                    </a:lnTo>
                    <a:lnTo>
                      <a:pt x="3188" y="9577"/>
                    </a:lnTo>
                    <a:lnTo>
                      <a:pt x="3273" y="9434"/>
                    </a:lnTo>
                    <a:lnTo>
                      <a:pt x="3344" y="9278"/>
                    </a:lnTo>
                    <a:lnTo>
                      <a:pt x="3401" y="9121"/>
                    </a:lnTo>
                    <a:lnTo>
                      <a:pt x="3444" y="8951"/>
                    </a:lnTo>
                    <a:lnTo>
                      <a:pt x="3472" y="8780"/>
                    </a:lnTo>
                    <a:lnTo>
                      <a:pt x="3472" y="8609"/>
                    </a:lnTo>
                    <a:lnTo>
                      <a:pt x="3472" y="1736"/>
                    </a:lnTo>
                    <a:lnTo>
                      <a:pt x="3472" y="1565"/>
                    </a:lnTo>
                    <a:lnTo>
                      <a:pt x="3444" y="1380"/>
                    </a:lnTo>
                    <a:lnTo>
                      <a:pt x="3401" y="1224"/>
                    </a:lnTo>
                    <a:lnTo>
                      <a:pt x="3344" y="1067"/>
                    </a:lnTo>
                    <a:lnTo>
                      <a:pt x="3273" y="911"/>
                    </a:lnTo>
                    <a:lnTo>
                      <a:pt x="3188" y="768"/>
                    </a:lnTo>
                    <a:lnTo>
                      <a:pt x="3088" y="626"/>
                    </a:lnTo>
                    <a:lnTo>
                      <a:pt x="2974" y="512"/>
                    </a:lnTo>
                    <a:lnTo>
                      <a:pt x="2846" y="398"/>
                    </a:lnTo>
                    <a:lnTo>
                      <a:pt x="2704" y="299"/>
                    </a:lnTo>
                    <a:lnTo>
                      <a:pt x="2562" y="213"/>
                    </a:lnTo>
                    <a:lnTo>
                      <a:pt x="2419" y="128"/>
                    </a:lnTo>
                    <a:lnTo>
                      <a:pt x="2263" y="71"/>
                    </a:lnTo>
                    <a:lnTo>
                      <a:pt x="2092" y="28"/>
                    </a:lnTo>
                    <a:lnTo>
                      <a:pt x="192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9"/>
              <p:cNvSpPr/>
              <p:nvPr/>
            </p:nvSpPr>
            <p:spPr>
              <a:xfrm>
                <a:off x="2050914" y="3166673"/>
                <a:ext cx="819382" cy="1190681"/>
              </a:xfrm>
              <a:custGeom>
                <a:avLst/>
                <a:gdLst/>
                <a:ahLst/>
                <a:cxnLst/>
                <a:rect l="l" t="t" r="r" b="b"/>
                <a:pathLst>
                  <a:path w="24619" h="35775" extrusionOk="0">
                    <a:moveTo>
                      <a:pt x="23907" y="0"/>
                    </a:moveTo>
                    <a:lnTo>
                      <a:pt x="22768" y="385"/>
                    </a:lnTo>
                    <a:lnTo>
                      <a:pt x="22839" y="598"/>
                    </a:lnTo>
                    <a:lnTo>
                      <a:pt x="22953" y="1025"/>
                    </a:lnTo>
                    <a:lnTo>
                      <a:pt x="23110" y="1665"/>
                    </a:lnTo>
                    <a:lnTo>
                      <a:pt x="23181" y="2064"/>
                    </a:lnTo>
                    <a:lnTo>
                      <a:pt x="23266" y="2491"/>
                    </a:lnTo>
                    <a:lnTo>
                      <a:pt x="23323" y="2960"/>
                    </a:lnTo>
                    <a:lnTo>
                      <a:pt x="23394" y="3458"/>
                    </a:lnTo>
                    <a:lnTo>
                      <a:pt x="23437" y="3999"/>
                    </a:lnTo>
                    <a:lnTo>
                      <a:pt x="23465" y="4554"/>
                    </a:lnTo>
                    <a:lnTo>
                      <a:pt x="23480" y="5152"/>
                    </a:lnTo>
                    <a:lnTo>
                      <a:pt x="23465" y="5763"/>
                    </a:lnTo>
                    <a:lnTo>
                      <a:pt x="23423" y="6390"/>
                    </a:lnTo>
                    <a:lnTo>
                      <a:pt x="23366" y="7044"/>
                    </a:lnTo>
                    <a:lnTo>
                      <a:pt x="23266" y="7699"/>
                    </a:lnTo>
                    <a:lnTo>
                      <a:pt x="23195" y="8040"/>
                    </a:lnTo>
                    <a:lnTo>
                      <a:pt x="23124" y="8382"/>
                    </a:lnTo>
                    <a:lnTo>
                      <a:pt x="23053" y="8723"/>
                    </a:lnTo>
                    <a:lnTo>
                      <a:pt x="22953" y="9051"/>
                    </a:lnTo>
                    <a:lnTo>
                      <a:pt x="22854" y="9392"/>
                    </a:lnTo>
                    <a:lnTo>
                      <a:pt x="22740" y="9734"/>
                    </a:lnTo>
                    <a:lnTo>
                      <a:pt x="22612" y="10089"/>
                    </a:lnTo>
                    <a:lnTo>
                      <a:pt x="22484" y="10431"/>
                    </a:lnTo>
                    <a:lnTo>
                      <a:pt x="22327" y="10772"/>
                    </a:lnTo>
                    <a:lnTo>
                      <a:pt x="22170" y="11100"/>
                    </a:lnTo>
                    <a:lnTo>
                      <a:pt x="22000" y="11441"/>
                    </a:lnTo>
                    <a:lnTo>
                      <a:pt x="21815" y="11783"/>
                    </a:lnTo>
                    <a:lnTo>
                      <a:pt x="21601" y="12124"/>
                    </a:lnTo>
                    <a:lnTo>
                      <a:pt x="21388" y="12451"/>
                    </a:lnTo>
                    <a:lnTo>
                      <a:pt x="21160" y="12779"/>
                    </a:lnTo>
                    <a:lnTo>
                      <a:pt x="20918" y="13106"/>
                    </a:lnTo>
                    <a:lnTo>
                      <a:pt x="20648" y="13433"/>
                    </a:lnTo>
                    <a:lnTo>
                      <a:pt x="20378" y="13746"/>
                    </a:lnTo>
                    <a:lnTo>
                      <a:pt x="20079" y="14059"/>
                    </a:lnTo>
                    <a:lnTo>
                      <a:pt x="19780" y="14373"/>
                    </a:lnTo>
                    <a:lnTo>
                      <a:pt x="19453" y="14686"/>
                    </a:lnTo>
                    <a:lnTo>
                      <a:pt x="19097" y="14984"/>
                    </a:lnTo>
                    <a:lnTo>
                      <a:pt x="18741" y="15269"/>
                    </a:lnTo>
                    <a:lnTo>
                      <a:pt x="18357" y="15554"/>
                    </a:lnTo>
                    <a:lnTo>
                      <a:pt x="17958" y="15838"/>
                    </a:lnTo>
                    <a:lnTo>
                      <a:pt x="17546" y="16109"/>
                    </a:lnTo>
                    <a:lnTo>
                      <a:pt x="17105" y="16379"/>
                    </a:lnTo>
                    <a:lnTo>
                      <a:pt x="16649" y="16635"/>
                    </a:lnTo>
                    <a:lnTo>
                      <a:pt x="16165" y="16891"/>
                    </a:lnTo>
                    <a:lnTo>
                      <a:pt x="15667" y="17119"/>
                    </a:lnTo>
                    <a:lnTo>
                      <a:pt x="14913" y="17475"/>
                    </a:lnTo>
                    <a:lnTo>
                      <a:pt x="14173" y="17845"/>
                    </a:lnTo>
                    <a:lnTo>
                      <a:pt x="13462" y="18200"/>
                    </a:lnTo>
                    <a:lnTo>
                      <a:pt x="12750" y="18570"/>
                    </a:lnTo>
                    <a:lnTo>
                      <a:pt x="12067" y="18955"/>
                    </a:lnTo>
                    <a:lnTo>
                      <a:pt x="11384" y="19325"/>
                    </a:lnTo>
                    <a:lnTo>
                      <a:pt x="10730" y="19709"/>
                    </a:lnTo>
                    <a:lnTo>
                      <a:pt x="10089" y="20107"/>
                    </a:lnTo>
                    <a:lnTo>
                      <a:pt x="9477" y="20491"/>
                    </a:lnTo>
                    <a:lnTo>
                      <a:pt x="8866" y="20890"/>
                    </a:lnTo>
                    <a:lnTo>
                      <a:pt x="8282" y="21288"/>
                    </a:lnTo>
                    <a:lnTo>
                      <a:pt x="7713" y="21701"/>
                    </a:lnTo>
                    <a:lnTo>
                      <a:pt x="7158" y="22099"/>
                    </a:lnTo>
                    <a:lnTo>
                      <a:pt x="6617" y="22512"/>
                    </a:lnTo>
                    <a:lnTo>
                      <a:pt x="6105" y="22925"/>
                    </a:lnTo>
                    <a:lnTo>
                      <a:pt x="5607" y="23337"/>
                    </a:lnTo>
                    <a:lnTo>
                      <a:pt x="5137" y="23764"/>
                    </a:lnTo>
                    <a:lnTo>
                      <a:pt x="4682" y="24177"/>
                    </a:lnTo>
                    <a:lnTo>
                      <a:pt x="4241" y="24604"/>
                    </a:lnTo>
                    <a:lnTo>
                      <a:pt x="3828" y="25031"/>
                    </a:lnTo>
                    <a:lnTo>
                      <a:pt x="3430" y="25458"/>
                    </a:lnTo>
                    <a:lnTo>
                      <a:pt x="3046" y="25885"/>
                    </a:lnTo>
                    <a:lnTo>
                      <a:pt x="2690" y="26311"/>
                    </a:lnTo>
                    <a:lnTo>
                      <a:pt x="2362" y="26738"/>
                    </a:lnTo>
                    <a:lnTo>
                      <a:pt x="2049" y="27165"/>
                    </a:lnTo>
                    <a:lnTo>
                      <a:pt x="1751" y="27592"/>
                    </a:lnTo>
                    <a:lnTo>
                      <a:pt x="1480" y="28019"/>
                    </a:lnTo>
                    <a:lnTo>
                      <a:pt x="1224" y="28446"/>
                    </a:lnTo>
                    <a:lnTo>
                      <a:pt x="996" y="28873"/>
                    </a:lnTo>
                    <a:lnTo>
                      <a:pt x="797" y="29314"/>
                    </a:lnTo>
                    <a:lnTo>
                      <a:pt x="612" y="29741"/>
                    </a:lnTo>
                    <a:lnTo>
                      <a:pt x="456" y="30168"/>
                    </a:lnTo>
                    <a:lnTo>
                      <a:pt x="342" y="30538"/>
                    </a:lnTo>
                    <a:lnTo>
                      <a:pt x="228" y="30908"/>
                    </a:lnTo>
                    <a:lnTo>
                      <a:pt x="157" y="31278"/>
                    </a:lnTo>
                    <a:lnTo>
                      <a:pt x="86" y="31648"/>
                    </a:lnTo>
                    <a:lnTo>
                      <a:pt x="43" y="32003"/>
                    </a:lnTo>
                    <a:lnTo>
                      <a:pt x="15" y="32373"/>
                    </a:lnTo>
                    <a:lnTo>
                      <a:pt x="0" y="32729"/>
                    </a:lnTo>
                    <a:lnTo>
                      <a:pt x="0" y="33085"/>
                    </a:lnTo>
                    <a:lnTo>
                      <a:pt x="29" y="33426"/>
                    </a:lnTo>
                    <a:lnTo>
                      <a:pt x="71" y="33782"/>
                    </a:lnTo>
                    <a:lnTo>
                      <a:pt x="143" y="34124"/>
                    </a:lnTo>
                    <a:lnTo>
                      <a:pt x="228" y="34465"/>
                    </a:lnTo>
                    <a:lnTo>
                      <a:pt x="328" y="34792"/>
                    </a:lnTo>
                    <a:lnTo>
                      <a:pt x="441" y="35120"/>
                    </a:lnTo>
                    <a:lnTo>
                      <a:pt x="584" y="35461"/>
                    </a:lnTo>
                    <a:lnTo>
                      <a:pt x="740" y="35774"/>
                    </a:lnTo>
                    <a:lnTo>
                      <a:pt x="1793" y="35234"/>
                    </a:lnTo>
                    <a:lnTo>
                      <a:pt x="1665" y="34963"/>
                    </a:lnTo>
                    <a:lnTo>
                      <a:pt x="1551" y="34693"/>
                    </a:lnTo>
                    <a:lnTo>
                      <a:pt x="1452" y="34423"/>
                    </a:lnTo>
                    <a:lnTo>
                      <a:pt x="1381" y="34138"/>
                    </a:lnTo>
                    <a:lnTo>
                      <a:pt x="1309" y="33868"/>
                    </a:lnTo>
                    <a:lnTo>
                      <a:pt x="1253" y="33583"/>
                    </a:lnTo>
                    <a:lnTo>
                      <a:pt x="1224" y="33284"/>
                    </a:lnTo>
                    <a:lnTo>
                      <a:pt x="1196" y="33000"/>
                    </a:lnTo>
                    <a:lnTo>
                      <a:pt x="1196" y="32701"/>
                    </a:lnTo>
                    <a:lnTo>
                      <a:pt x="1210" y="32402"/>
                    </a:lnTo>
                    <a:lnTo>
                      <a:pt x="1224" y="32103"/>
                    </a:lnTo>
                    <a:lnTo>
                      <a:pt x="1267" y="31804"/>
                    </a:lnTo>
                    <a:lnTo>
                      <a:pt x="1324" y="31491"/>
                    </a:lnTo>
                    <a:lnTo>
                      <a:pt x="1395" y="31178"/>
                    </a:lnTo>
                    <a:lnTo>
                      <a:pt x="1480" y="30865"/>
                    </a:lnTo>
                    <a:lnTo>
                      <a:pt x="1580" y="30552"/>
                    </a:lnTo>
                    <a:lnTo>
                      <a:pt x="1736" y="30154"/>
                    </a:lnTo>
                    <a:lnTo>
                      <a:pt x="1907" y="29755"/>
                    </a:lnTo>
                    <a:lnTo>
                      <a:pt x="2092" y="29357"/>
                    </a:lnTo>
                    <a:lnTo>
                      <a:pt x="2306" y="28944"/>
                    </a:lnTo>
                    <a:lnTo>
                      <a:pt x="2547" y="28546"/>
                    </a:lnTo>
                    <a:lnTo>
                      <a:pt x="2804" y="28147"/>
                    </a:lnTo>
                    <a:lnTo>
                      <a:pt x="3088" y="27749"/>
                    </a:lnTo>
                    <a:lnTo>
                      <a:pt x="3387" y="27336"/>
                    </a:lnTo>
                    <a:lnTo>
                      <a:pt x="3700" y="26938"/>
                    </a:lnTo>
                    <a:lnTo>
                      <a:pt x="4042" y="26539"/>
                    </a:lnTo>
                    <a:lnTo>
                      <a:pt x="4397" y="26141"/>
                    </a:lnTo>
                    <a:lnTo>
                      <a:pt x="4782" y="25728"/>
                    </a:lnTo>
                    <a:lnTo>
                      <a:pt x="5180" y="25330"/>
                    </a:lnTo>
                    <a:lnTo>
                      <a:pt x="5607" y="24931"/>
                    </a:lnTo>
                    <a:lnTo>
                      <a:pt x="6034" y="24533"/>
                    </a:lnTo>
                    <a:lnTo>
                      <a:pt x="6503" y="24149"/>
                    </a:lnTo>
                    <a:lnTo>
                      <a:pt x="6973" y="23750"/>
                    </a:lnTo>
                    <a:lnTo>
                      <a:pt x="7471" y="23352"/>
                    </a:lnTo>
                    <a:lnTo>
                      <a:pt x="7983" y="22967"/>
                    </a:lnTo>
                    <a:lnTo>
                      <a:pt x="8510" y="22583"/>
                    </a:lnTo>
                    <a:lnTo>
                      <a:pt x="9051" y="22199"/>
                    </a:lnTo>
                    <a:lnTo>
                      <a:pt x="9620" y="21815"/>
                    </a:lnTo>
                    <a:lnTo>
                      <a:pt x="10203" y="21431"/>
                    </a:lnTo>
                    <a:lnTo>
                      <a:pt x="10801" y="21061"/>
                    </a:lnTo>
                    <a:lnTo>
                      <a:pt x="11413" y="20691"/>
                    </a:lnTo>
                    <a:lnTo>
                      <a:pt x="12053" y="20321"/>
                    </a:lnTo>
                    <a:lnTo>
                      <a:pt x="12693" y="19965"/>
                    </a:lnTo>
                    <a:lnTo>
                      <a:pt x="13362" y="19595"/>
                    </a:lnTo>
                    <a:lnTo>
                      <a:pt x="14031" y="19239"/>
                    </a:lnTo>
                    <a:lnTo>
                      <a:pt x="14728" y="18898"/>
                    </a:lnTo>
                    <a:lnTo>
                      <a:pt x="15440" y="18542"/>
                    </a:lnTo>
                    <a:lnTo>
                      <a:pt x="16165" y="18215"/>
                    </a:lnTo>
                    <a:lnTo>
                      <a:pt x="16706" y="17944"/>
                    </a:lnTo>
                    <a:lnTo>
                      <a:pt x="17233" y="17674"/>
                    </a:lnTo>
                    <a:lnTo>
                      <a:pt x="17731" y="17389"/>
                    </a:lnTo>
                    <a:lnTo>
                      <a:pt x="18200" y="17105"/>
                    </a:lnTo>
                    <a:lnTo>
                      <a:pt x="18656" y="16806"/>
                    </a:lnTo>
                    <a:lnTo>
                      <a:pt x="19097" y="16493"/>
                    </a:lnTo>
                    <a:lnTo>
                      <a:pt x="19510" y="16180"/>
                    </a:lnTo>
                    <a:lnTo>
                      <a:pt x="19894" y="15852"/>
                    </a:lnTo>
                    <a:lnTo>
                      <a:pt x="20278" y="15525"/>
                    </a:lnTo>
                    <a:lnTo>
                      <a:pt x="20634" y="15198"/>
                    </a:lnTo>
                    <a:lnTo>
                      <a:pt x="20961" y="14856"/>
                    </a:lnTo>
                    <a:lnTo>
                      <a:pt x="21288" y="14501"/>
                    </a:lnTo>
                    <a:lnTo>
                      <a:pt x="21587" y="14159"/>
                    </a:lnTo>
                    <a:lnTo>
                      <a:pt x="21857" y="13789"/>
                    </a:lnTo>
                    <a:lnTo>
                      <a:pt x="22128" y="13433"/>
                    </a:lnTo>
                    <a:lnTo>
                      <a:pt x="22384" y="13063"/>
                    </a:lnTo>
                    <a:lnTo>
                      <a:pt x="22612" y="12708"/>
                    </a:lnTo>
                    <a:lnTo>
                      <a:pt x="22825" y="12338"/>
                    </a:lnTo>
                    <a:lnTo>
                      <a:pt x="23024" y="11953"/>
                    </a:lnTo>
                    <a:lnTo>
                      <a:pt x="23224" y="11583"/>
                    </a:lnTo>
                    <a:lnTo>
                      <a:pt x="23394" y="11213"/>
                    </a:lnTo>
                    <a:lnTo>
                      <a:pt x="23551" y="10829"/>
                    </a:lnTo>
                    <a:lnTo>
                      <a:pt x="23693" y="10445"/>
                    </a:lnTo>
                    <a:lnTo>
                      <a:pt x="23835" y="10075"/>
                    </a:lnTo>
                    <a:lnTo>
                      <a:pt x="23949" y="9691"/>
                    </a:lnTo>
                    <a:lnTo>
                      <a:pt x="24063" y="9321"/>
                    </a:lnTo>
                    <a:lnTo>
                      <a:pt x="24163" y="8937"/>
                    </a:lnTo>
                    <a:lnTo>
                      <a:pt x="24248" y="8567"/>
                    </a:lnTo>
                    <a:lnTo>
                      <a:pt x="24319" y="8197"/>
                    </a:lnTo>
                    <a:lnTo>
                      <a:pt x="24390" y="7827"/>
                    </a:lnTo>
                    <a:lnTo>
                      <a:pt x="24447" y="7457"/>
                    </a:lnTo>
                    <a:lnTo>
                      <a:pt x="24490" y="7101"/>
                    </a:lnTo>
                    <a:lnTo>
                      <a:pt x="24561" y="6390"/>
                    </a:lnTo>
                    <a:lnTo>
                      <a:pt x="24604" y="5692"/>
                    </a:lnTo>
                    <a:lnTo>
                      <a:pt x="24618" y="5023"/>
                    </a:lnTo>
                    <a:lnTo>
                      <a:pt x="24604" y="4369"/>
                    </a:lnTo>
                    <a:lnTo>
                      <a:pt x="24561" y="3757"/>
                    </a:lnTo>
                    <a:lnTo>
                      <a:pt x="24518" y="3174"/>
                    </a:lnTo>
                    <a:lnTo>
                      <a:pt x="24447" y="2633"/>
                    </a:lnTo>
                    <a:lnTo>
                      <a:pt x="24376" y="2135"/>
                    </a:lnTo>
                    <a:lnTo>
                      <a:pt x="24305" y="1665"/>
                    </a:lnTo>
                    <a:lnTo>
                      <a:pt x="24220" y="1253"/>
                    </a:lnTo>
                    <a:lnTo>
                      <a:pt x="24063" y="598"/>
                    </a:lnTo>
                    <a:lnTo>
                      <a:pt x="23949" y="171"/>
                    </a:lnTo>
                    <a:lnTo>
                      <a:pt x="23907" y="0"/>
                    </a:lnTo>
                    <a:close/>
                  </a:path>
                </a:pathLst>
              </a:custGeom>
              <a:solidFill>
                <a:srgbClr val="2119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3" name="Google Shape;513;p19"/>
            <p:cNvSpPr/>
            <p:nvPr/>
          </p:nvSpPr>
          <p:spPr>
            <a:xfrm>
              <a:off x="4105275" y="1532750"/>
              <a:ext cx="142800" cy="142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4424400" y="1532750"/>
              <a:ext cx="142800" cy="1428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5" name="Google Shape;515;p19"/>
          <p:cNvCxnSpPr>
            <a:stCxn id="488" idx="6"/>
            <a:endCxn id="513" idx="2"/>
          </p:cNvCxnSpPr>
          <p:nvPr/>
        </p:nvCxnSpPr>
        <p:spPr>
          <a:xfrm>
            <a:off x="2171035" y="1604150"/>
            <a:ext cx="193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6" name="Google Shape;516;p19"/>
          <p:cNvCxnSpPr>
            <a:stCxn id="492" idx="2"/>
            <a:endCxn id="514" idx="6"/>
          </p:cNvCxnSpPr>
          <p:nvPr/>
        </p:nvCxnSpPr>
        <p:spPr>
          <a:xfrm rot="10800000">
            <a:off x="4567285" y="1604150"/>
            <a:ext cx="240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7" name="Google Shape;517;p19"/>
          <p:cNvCxnSpPr>
            <a:stCxn id="488" idx="4"/>
            <a:endCxn id="451" idx="0"/>
          </p:cNvCxnSpPr>
          <p:nvPr/>
        </p:nvCxnSpPr>
        <p:spPr>
          <a:xfrm>
            <a:off x="1778635" y="1996550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8" name="Google Shape;518;p19"/>
          <p:cNvCxnSpPr>
            <a:stCxn id="451" idx="2"/>
            <a:endCxn id="486" idx="0"/>
          </p:cNvCxnSpPr>
          <p:nvPr/>
        </p:nvCxnSpPr>
        <p:spPr>
          <a:xfrm>
            <a:off x="1778600" y="3629350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19" name="Google Shape;519;p19"/>
          <p:cNvCxnSpPr>
            <a:stCxn id="492" idx="4"/>
            <a:endCxn id="450" idx="0"/>
          </p:cNvCxnSpPr>
          <p:nvPr/>
        </p:nvCxnSpPr>
        <p:spPr>
          <a:xfrm>
            <a:off x="7365385" y="1996550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20" name="Google Shape;520;p19"/>
          <p:cNvCxnSpPr>
            <a:stCxn id="450" idx="2"/>
            <a:endCxn id="490" idx="0"/>
          </p:cNvCxnSpPr>
          <p:nvPr/>
        </p:nvCxnSpPr>
        <p:spPr>
          <a:xfrm>
            <a:off x="7365400" y="3629350"/>
            <a:ext cx="0" cy="42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21"/>
          <p:cNvGrpSpPr/>
          <p:nvPr/>
        </p:nvGrpSpPr>
        <p:grpSpPr>
          <a:xfrm>
            <a:off x="457200" y="1036100"/>
            <a:ext cx="2912362" cy="1211700"/>
            <a:chOff x="457200" y="1036100"/>
            <a:chExt cx="2912362" cy="1211700"/>
          </a:xfrm>
        </p:grpSpPr>
        <p:sp>
          <p:nvSpPr>
            <p:cNvPr id="591" name="Google Shape;591;p21"/>
            <p:cNvSpPr/>
            <p:nvPr/>
          </p:nvSpPr>
          <p:spPr>
            <a:xfrm>
              <a:off x="457200" y="1036100"/>
              <a:ext cx="2628900" cy="1211700"/>
            </a:xfrm>
            <a:prstGeom prst="roundRect">
              <a:avLst>
                <a:gd name="adj" fmla="val 50000"/>
              </a:avLst>
            </a:prstGeom>
            <a:solidFill>
              <a:srgbClr val="2776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1"/>
            <p:cNvSpPr/>
            <p:nvPr/>
          </p:nvSpPr>
          <p:spPr>
            <a:xfrm>
              <a:off x="2765062" y="1311425"/>
              <a:ext cx="604500" cy="60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593" name="Google Shape;593;p2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Exploratory</a:t>
            </a:r>
            <a:r>
              <a:rPr lang="fr-FR" dirty="0"/>
              <a:t> Data </a:t>
            </a:r>
            <a:r>
              <a:rPr lang="fr-FR" dirty="0" err="1"/>
              <a:t>Analysis</a:t>
            </a:r>
            <a:r>
              <a:rPr lang="fr-FR" dirty="0"/>
              <a:t> (EDA)</a:t>
            </a:r>
            <a:endParaRPr dirty="0"/>
          </a:p>
        </p:txBody>
      </p:sp>
      <p:grpSp>
        <p:nvGrpSpPr>
          <p:cNvPr id="594" name="Google Shape;594;p21"/>
          <p:cNvGrpSpPr/>
          <p:nvPr/>
        </p:nvGrpSpPr>
        <p:grpSpPr>
          <a:xfrm>
            <a:off x="6705578" y="1030908"/>
            <a:ext cx="1981191" cy="3701042"/>
            <a:chOff x="4572000" y="1208850"/>
            <a:chExt cx="1885951" cy="3523124"/>
          </a:xfrm>
        </p:grpSpPr>
        <p:sp>
          <p:nvSpPr>
            <p:cNvPr id="595" name="Google Shape;595;p21"/>
            <p:cNvSpPr/>
            <p:nvPr/>
          </p:nvSpPr>
          <p:spPr>
            <a:xfrm>
              <a:off x="5987719" y="3093832"/>
              <a:ext cx="119074" cy="819540"/>
            </a:xfrm>
            <a:custGeom>
              <a:avLst/>
              <a:gdLst/>
              <a:ahLst/>
              <a:cxnLst/>
              <a:rect l="l" t="t" r="r" b="b"/>
              <a:pathLst>
                <a:path w="3672" h="25273" extrusionOk="0">
                  <a:moveTo>
                    <a:pt x="313" y="0"/>
                  </a:moveTo>
                  <a:lnTo>
                    <a:pt x="0" y="25230"/>
                  </a:lnTo>
                  <a:lnTo>
                    <a:pt x="3344" y="25273"/>
                  </a:lnTo>
                  <a:lnTo>
                    <a:pt x="3672" y="43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1"/>
            <p:cNvSpPr/>
            <p:nvPr/>
          </p:nvSpPr>
          <p:spPr>
            <a:xfrm>
              <a:off x="5803596" y="3038900"/>
              <a:ext cx="120014" cy="872170"/>
            </a:xfrm>
            <a:custGeom>
              <a:avLst/>
              <a:gdLst/>
              <a:ahLst/>
              <a:cxnLst/>
              <a:rect l="l" t="t" r="r" b="b"/>
              <a:pathLst>
                <a:path w="3701" h="26896" extrusionOk="0">
                  <a:moveTo>
                    <a:pt x="342" y="1"/>
                  </a:moveTo>
                  <a:lnTo>
                    <a:pt x="1" y="26853"/>
                  </a:lnTo>
                  <a:lnTo>
                    <a:pt x="3359" y="26895"/>
                  </a:lnTo>
                  <a:lnTo>
                    <a:pt x="3700" y="44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5669768" y="2404422"/>
              <a:ext cx="257053" cy="311045"/>
            </a:xfrm>
            <a:custGeom>
              <a:avLst/>
              <a:gdLst/>
              <a:ahLst/>
              <a:cxnLst/>
              <a:rect l="l" t="t" r="r" b="b"/>
              <a:pathLst>
                <a:path w="7927" h="9592" extrusionOk="0">
                  <a:moveTo>
                    <a:pt x="2804" y="1"/>
                  </a:moveTo>
                  <a:lnTo>
                    <a:pt x="1" y="1851"/>
                  </a:lnTo>
                  <a:lnTo>
                    <a:pt x="5124" y="9592"/>
                  </a:lnTo>
                  <a:lnTo>
                    <a:pt x="7927" y="7742"/>
                  </a:lnTo>
                  <a:lnTo>
                    <a:pt x="2804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1"/>
            <p:cNvSpPr/>
            <p:nvPr/>
          </p:nvSpPr>
          <p:spPr>
            <a:xfrm>
              <a:off x="5505976" y="2490258"/>
              <a:ext cx="267203" cy="326739"/>
            </a:xfrm>
            <a:custGeom>
              <a:avLst/>
              <a:gdLst/>
              <a:ahLst/>
              <a:cxnLst/>
              <a:rect l="l" t="t" r="r" b="b"/>
              <a:pathLst>
                <a:path w="8240" h="10076" extrusionOk="0">
                  <a:moveTo>
                    <a:pt x="2789" y="1"/>
                  </a:moveTo>
                  <a:lnTo>
                    <a:pt x="0" y="1850"/>
                  </a:lnTo>
                  <a:lnTo>
                    <a:pt x="5436" y="10075"/>
                  </a:lnTo>
                  <a:lnTo>
                    <a:pt x="8239" y="8225"/>
                  </a:lnTo>
                  <a:lnTo>
                    <a:pt x="2789" y="1"/>
                  </a:lnTo>
                  <a:close/>
                </a:path>
              </a:pathLst>
            </a:custGeom>
            <a:solidFill>
              <a:srgbClr val="7271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1"/>
            <p:cNvSpPr/>
            <p:nvPr/>
          </p:nvSpPr>
          <p:spPr>
            <a:xfrm>
              <a:off x="5247562" y="2038055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510" y="0"/>
                  </a:moveTo>
                  <a:lnTo>
                    <a:pt x="8097" y="14"/>
                  </a:lnTo>
                  <a:lnTo>
                    <a:pt x="7699" y="29"/>
                  </a:lnTo>
                  <a:lnTo>
                    <a:pt x="7286" y="86"/>
                  </a:lnTo>
                  <a:lnTo>
                    <a:pt x="6888" y="142"/>
                  </a:lnTo>
                  <a:lnTo>
                    <a:pt x="6489" y="228"/>
                  </a:lnTo>
                  <a:lnTo>
                    <a:pt x="6091" y="327"/>
                  </a:lnTo>
                  <a:lnTo>
                    <a:pt x="5692" y="456"/>
                  </a:lnTo>
                  <a:lnTo>
                    <a:pt x="5294" y="612"/>
                  </a:lnTo>
                  <a:lnTo>
                    <a:pt x="4910" y="769"/>
                  </a:lnTo>
                  <a:lnTo>
                    <a:pt x="4526" y="968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89"/>
                  </a:lnTo>
                  <a:lnTo>
                    <a:pt x="1907" y="3102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8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8"/>
                  </a:lnTo>
                  <a:lnTo>
                    <a:pt x="370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0" y="8353"/>
                  </a:lnTo>
                  <a:lnTo>
                    <a:pt x="15" y="8766"/>
                  </a:lnTo>
                  <a:lnTo>
                    <a:pt x="43" y="9164"/>
                  </a:lnTo>
                  <a:lnTo>
                    <a:pt x="86" y="9577"/>
                  </a:lnTo>
                  <a:lnTo>
                    <a:pt x="143" y="9975"/>
                  </a:lnTo>
                  <a:lnTo>
                    <a:pt x="228" y="10374"/>
                  </a:lnTo>
                  <a:lnTo>
                    <a:pt x="342" y="10786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3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102"/>
                  </a:lnTo>
                  <a:lnTo>
                    <a:pt x="2491" y="14401"/>
                  </a:lnTo>
                  <a:lnTo>
                    <a:pt x="2790" y="14685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7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22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2"/>
                  </a:lnTo>
                  <a:lnTo>
                    <a:pt x="6745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8"/>
                  </a:lnTo>
                  <a:lnTo>
                    <a:pt x="8353" y="16863"/>
                  </a:lnTo>
                  <a:lnTo>
                    <a:pt x="8766" y="16848"/>
                  </a:lnTo>
                  <a:lnTo>
                    <a:pt x="9179" y="16834"/>
                  </a:lnTo>
                  <a:lnTo>
                    <a:pt x="9577" y="16777"/>
                  </a:lnTo>
                  <a:lnTo>
                    <a:pt x="9976" y="16720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407"/>
                  </a:lnTo>
                  <a:lnTo>
                    <a:pt x="11569" y="16251"/>
                  </a:lnTo>
                  <a:lnTo>
                    <a:pt x="11954" y="16094"/>
                  </a:lnTo>
                  <a:lnTo>
                    <a:pt x="12338" y="15895"/>
                  </a:lnTo>
                  <a:lnTo>
                    <a:pt x="12722" y="15696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56"/>
                  </a:lnTo>
                  <a:lnTo>
                    <a:pt x="14102" y="14671"/>
                  </a:lnTo>
                  <a:lnTo>
                    <a:pt x="14401" y="14387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4"/>
                  </a:lnTo>
                  <a:lnTo>
                    <a:pt x="16052" y="12039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0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21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4" y="7699"/>
                  </a:lnTo>
                  <a:lnTo>
                    <a:pt x="16792" y="7286"/>
                  </a:lnTo>
                  <a:lnTo>
                    <a:pt x="16721" y="6887"/>
                  </a:lnTo>
                  <a:lnTo>
                    <a:pt x="16635" y="6475"/>
                  </a:lnTo>
                  <a:lnTo>
                    <a:pt x="16536" y="6076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4" y="4910"/>
                  </a:lnTo>
                  <a:lnTo>
                    <a:pt x="15910" y="4525"/>
                  </a:lnTo>
                  <a:lnTo>
                    <a:pt x="15696" y="4155"/>
                  </a:lnTo>
                  <a:lnTo>
                    <a:pt x="15468" y="3785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77"/>
                  </a:lnTo>
                  <a:lnTo>
                    <a:pt x="13761" y="1907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0" y="1196"/>
                  </a:lnTo>
                  <a:lnTo>
                    <a:pt x="12395" y="996"/>
                  </a:lnTo>
                  <a:lnTo>
                    <a:pt x="12039" y="811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6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4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1"/>
            <p:cNvSpPr/>
            <p:nvPr/>
          </p:nvSpPr>
          <p:spPr>
            <a:xfrm>
              <a:off x="5653165" y="2630539"/>
              <a:ext cx="546825" cy="546825"/>
            </a:xfrm>
            <a:custGeom>
              <a:avLst/>
              <a:gdLst/>
              <a:ahLst/>
              <a:cxnLst/>
              <a:rect l="l" t="t" r="r" b="b"/>
              <a:pathLst>
                <a:path w="16863" h="16863" extrusionOk="0">
                  <a:moveTo>
                    <a:pt x="8097" y="0"/>
                  </a:moveTo>
                  <a:lnTo>
                    <a:pt x="7699" y="29"/>
                  </a:lnTo>
                  <a:lnTo>
                    <a:pt x="7286" y="72"/>
                  </a:lnTo>
                  <a:lnTo>
                    <a:pt x="6888" y="143"/>
                  </a:lnTo>
                  <a:lnTo>
                    <a:pt x="6489" y="228"/>
                  </a:lnTo>
                  <a:lnTo>
                    <a:pt x="6091" y="328"/>
                  </a:lnTo>
                  <a:lnTo>
                    <a:pt x="5693" y="456"/>
                  </a:lnTo>
                  <a:lnTo>
                    <a:pt x="5294" y="598"/>
                  </a:lnTo>
                  <a:lnTo>
                    <a:pt x="4910" y="769"/>
                  </a:lnTo>
                  <a:lnTo>
                    <a:pt x="4526" y="954"/>
                  </a:lnTo>
                  <a:lnTo>
                    <a:pt x="4156" y="1167"/>
                  </a:lnTo>
                  <a:lnTo>
                    <a:pt x="3786" y="1395"/>
                  </a:lnTo>
                  <a:lnTo>
                    <a:pt x="3430" y="1651"/>
                  </a:lnTo>
                  <a:lnTo>
                    <a:pt x="3088" y="1907"/>
                  </a:lnTo>
                  <a:lnTo>
                    <a:pt x="2775" y="2192"/>
                  </a:lnTo>
                  <a:lnTo>
                    <a:pt x="2462" y="2476"/>
                  </a:lnTo>
                  <a:lnTo>
                    <a:pt x="2178" y="2775"/>
                  </a:lnTo>
                  <a:lnTo>
                    <a:pt x="1907" y="3103"/>
                  </a:lnTo>
                  <a:lnTo>
                    <a:pt x="1651" y="3430"/>
                  </a:lnTo>
                  <a:lnTo>
                    <a:pt x="1409" y="3757"/>
                  </a:lnTo>
                  <a:lnTo>
                    <a:pt x="1196" y="4113"/>
                  </a:lnTo>
                  <a:lnTo>
                    <a:pt x="997" y="4469"/>
                  </a:lnTo>
                  <a:lnTo>
                    <a:pt x="812" y="4824"/>
                  </a:lnTo>
                  <a:lnTo>
                    <a:pt x="655" y="5194"/>
                  </a:lnTo>
                  <a:lnTo>
                    <a:pt x="499" y="5579"/>
                  </a:lnTo>
                  <a:lnTo>
                    <a:pt x="371" y="5963"/>
                  </a:lnTo>
                  <a:lnTo>
                    <a:pt x="271" y="6347"/>
                  </a:lnTo>
                  <a:lnTo>
                    <a:pt x="171" y="6745"/>
                  </a:lnTo>
                  <a:lnTo>
                    <a:pt x="100" y="7144"/>
                  </a:lnTo>
                  <a:lnTo>
                    <a:pt x="57" y="7542"/>
                  </a:lnTo>
                  <a:lnTo>
                    <a:pt x="15" y="7955"/>
                  </a:lnTo>
                  <a:lnTo>
                    <a:pt x="1" y="8353"/>
                  </a:lnTo>
                  <a:lnTo>
                    <a:pt x="15" y="8766"/>
                  </a:lnTo>
                  <a:lnTo>
                    <a:pt x="43" y="9165"/>
                  </a:lnTo>
                  <a:lnTo>
                    <a:pt x="86" y="9577"/>
                  </a:lnTo>
                  <a:lnTo>
                    <a:pt x="143" y="9976"/>
                  </a:lnTo>
                  <a:lnTo>
                    <a:pt x="228" y="10374"/>
                  </a:lnTo>
                  <a:lnTo>
                    <a:pt x="342" y="10772"/>
                  </a:lnTo>
                  <a:lnTo>
                    <a:pt x="470" y="11171"/>
                  </a:lnTo>
                  <a:lnTo>
                    <a:pt x="612" y="11569"/>
                  </a:lnTo>
                  <a:lnTo>
                    <a:pt x="783" y="11954"/>
                  </a:lnTo>
                  <a:lnTo>
                    <a:pt x="968" y="12338"/>
                  </a:lnTo>
                  <a:lnTo>
                    <a:pt x="1182" y="12708"/>
                  </a:lnTo>
                  <a:lnTo>
                    <a:pt x="1409" y="13078"/>
                  </a:lnTo>
                  <a:lnTo>
                    <a:pt x="1651" y="13433"/>
                  </a:lnTo>
                  <a:lnTo>
                    <a:pt x="1922" y="13775"/>
                  </a:lnTo>
                  <a:lnTo>
                    <a:pt x="2192" y="14088"/>
                  </a:lnTo>
                  <a:lnTo>
                    <a:pt x="2491" y="14401"/>
                  </a:lnTo>
                  <a:lnTo>
                    <a:pt x="2790" y="14686"/>
                  </a:lnTo>
                  <a:lnTo>
                    <a:pt x="3103" y="14956"/>
                  </a:lnTo>
                  <a:lnTo>
                    <a:pt x="3430" y="15212"/>
                  </a:lnTo>
                  <a:lnTo>
                    <a:pt x="3771" y="15454"/>
                  </a:lnTo>
                  <a:lnTo>
                    <a:pt x="4113" y="15668"/>
                  </a:lnTo>
                  <a:lnTo>
                    <a:pt x="4469" y="15867"/>
                  </a:lnTo>
                  <a:lnTo>
                    <a:pt x="4839" y="16052"/>
                  </a:lnTo>
                  <a:lnTo>
                    <a:pt x="5209" y="16208"/>
                  </a:lnTo>
                  <a:lnTo>
                    <a:pt x="5579" y="16365"/>
                  </a:lnTo>
                  <a:lnTo>
                    <a:pt x="5963" y="16493"/>
                  </a:lnTo>
                  <a:lnTo>
                    <a:pt x="6361" y="16593"/>
                  </a:lnTo>
                  <a:lnTo>
                    <a:pt x="6746" y="16692"/>
                  </a:lnTo>
                  <a:lnTo>
                    <a:pt x="7144" y="16763"/>
                  </a:lnTo>
                  <a:lnTo>
                    <a:pt x="7557" y="16806"/>
                  </a:lnTo>
                  <a:lnTo>
                    <a:pt x="7955" y="16849"/>
                  </a:lnTo>
                  <a:lnTo>
                    <a:pt x="8354" y="16863"/>
                  </a:lnTo>
                  <a:lnTo>
                    <a:pt x="8766" y="16849"/>
                  </a:lnTo>
                  <a:lnTo>
                    <a:pt x="9179" y="16820"/>
                  </a:lnTo>
                  <a:lnTo>
                    <a:pt x="9577" y="16778"/>
                  </a:lnTo>
                  <a:lnTo>
                    <a:pt x="9976" y="16721"/>
                  </a:lnTo>
                  <a:lnTo>
                    <a:pt x="10388" y="16635"/>
                  </a:lnTo>
                  <a:lnTo>
                    <a:pt x="10787" y="16521"/>
                  </a:lnTo>
                  <a:lnTo>
                    <a:pt x="11185" y="16393"/>
                  </a:lnTo>
                  <a:lnTo>
                    <a:pt x="11569" y="16251"/>
                  </a:lnTo>
                  <a:lnTo>
                    <a:pt x="11954" y="16080"/>
                  </a:lnTo>
                  <a:lnTo>
                    <a:pt x="12338" y="15895"/>
                  </a:lnTo>
                  <a:lnTo>
                    <a:pt x="12722" y="15682"/>
                  </a:lnTo>
                  <a:lnTo>
                    <a:pt x="13078" y="15454"/>
                  </a:lnTo>
                  <a:lnTo>
                    <a:pt x="13434" y="15212"/>
                  </a:lnTo>
                  <a:lnTo>
                    <a:pt x="13775" y="14942"/>
                  </a:lnTo>
                  <a:lnTo>
                    <a:pt x="14102" y="14671"/>
                  </a:lnTo>
                  <a:lnTo>
                    <a:pt x="14401" y="14373"/>
                  </a:lnTo>
                  <a:lnTo>
                    <a:pt x="14700" y="14074"/>
                  </a:lnTo>
                  <a:lnTo>
                    <a:pt x="14970" y="13761"/>
                  </a:lnTo>
                  <a:lnTo>
                    <a:pt x="15212" y="13433"/>
                  </a:lnTo>
                  <a:lnTo>
                    <a:pt x="15454" y="13092"/>
                  </a:lnTo>
                  <a:lnTo>
                    <a:pt x="15668" y="12750"/>
                  </a:lnTo>
                  <a:lnTo>
                    <a:pt x="15867" y="12395"/>
                  </a:lnTo>
                  <a:lnTo>
                    <a:pt x="16052" y="12025"/>
                  </a:lnTo>
                  <a:lnTo>
                    <a:pt x="16223" y="11655"/>
                  </a:lnTo>
                  <a:lnTo>
                    <a:pt x="16365" y="11285"/>
                  </a:lnTo>
                  <a:lnTo>
                    <a:pt x="16493" y="10901"/>
                  </a:lnTo>
                  <a:lnTo>
                    <a:pt x="16607" y="10502"/>
                  </a:lnTo>
                  <a:lnTo>
                    <a:pt x="16692" y="10118"/>
                  </a:lnTo>
                  <a:lnTo>
                    <a:pt x="16763" y="9719"/>
                  </a:lnTo>
                  <a:lnTo>
                    <a:pt x="16820" y="9307"/>
                  </a:lnTo>
                  <a:lnTo>
                    <a:pt x="16849" y="8908"/>
                  </a:lnTo>
                  <a:lnTo>
                    <a:pt x="16863" y="8510"/>
                  </a:lnTo>
                  <a:lnTo>
                    <a:pt x="16863" y="8097"/>
                  </a:lnTo>
                  <a:lnTo>
                    <a:pt x="16835" y="7685"/>
                  </a:lnTo>
                  <a:lnTo>
                    <a:pt x="16792" y="7286"/>
                  </a:lnTo>
                  <a:lnTo>
                    <a:pt x="16721" y="6888"/>
                  </a:lnTo>
                  <a:lnTo>
                    <a:pt x="16635" y="6475"/>
                  </a:lnTo>
                  <a:lnTo>
                    <a:pt x="16536" y="6077"/>
                  </a:lnTo>
                  <a:lnTo>
                    <a:pt x="16408" y="5678"/>
                  </a:lnTo>
                  <a:lnTo>
                    <a:pt x="16265" y="5294"/>
                  </a:lnTo>
                  <a:lnTo>
                    <a:pt x="16095" y="4910"/>
                  </a:lnTo>
                  <a:lnTo>
                    <a:pt x="15910" y="4526"/>
                  </a:lnTo>
                  <a:lnTo>
                    <a:pt x="15696" y="4141"/>
                  </a:lnTo>
                  <a:lnTo>
                    <a:pt x="15468" y="3786"/>
                  </a:lnTo>
                  <a:lnTo>
                    <a:pt x="15212" y="3430"/>
                  </a:lnTo>
                  <a:lnTo>
                    <a:pt x="14956" y="3088"/>
                  </a:lnTo>
                  <a:lnTo>
                    <a:pt x="14672" y="2761"/>
                  </a:lnTo>
                  <a:lnTo>
                    <a:pt x="14387" y="2462"/>
                  </a:lnTo>
                  <a:lnTo>
                    <a:pt x="14088" y="2163"/>
                  </a:lnTo>
                  <a:lnTo>
                    <a:pt x="13761" y="1893"/>
                  </a:lnTo>
                  <a:lnTo>
                    <a:pt x="13434" y="1651"/>
                  </a:lnTo>
                  <a:lnTo>
                    <a:pt x="13106" y="1409"/>
                  </a:lnTo>
                  <a:lnTo>
                    <a:pt x="12751" y="1196"/>
                  </a:lnTo>
                  <a:lnTo>
                    <a:pt x="12395" y="997"/>
                  </a:lnTo>
                  <a:lnTo>
                    <a:pt x="12039" y="812"/>
                  </a:lnTo>
                  <a:lnTo>
                    <a:pt x="11669" y="641"/>
                  </a:lnTo>
                  <a:lnTo>
                    <a:pt x="11285" y="498"/>
                  </a:lnTo>
                  <a:lnTo>
                    <a:pt x="10901" y="370"/>
                  </a:lnTo>
                  <a:lnTo>
                    <a:pt x="10516" y="257"/>
                  </a:lnTo>
                  <a:lnTo>
                    <a:pt x="10118" y="171"/>
                  </a:lnTo>
                  <a:lnTo>
                    <a:pt x="9720" y="100"/>
                  </a:lnTo>
                  <a:lnTo>
                    <a:pt x="9321" y="43"/>
                  </a:lnTo>
                  <a:lnTo>
                    <a:pt x="8908" y="15"/>
                  </a:lnTo>
                  <a:lnTo>
                    <a:pt x="8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1"/>
            <p:cNvSpPr/>
            <p:nvPr/>
          </p:nvSpPr>
          <p:spPr>
            <a:xfrm>
              <a:off x="4572000" y="1208850"/>
              <a:ext cx="1126888" cy="1125461"/>
            </a:xfrm>
            <a:custGeom>
              <a:avLst/>
              <a:gdLst/>
              <a:ahLst/>
              <a:cxnLst/>
              <a:rect l="l" t="t" r="r" b="b"/>
              <a:pathLst>
                <a:path w="34751" h="34707" extrusionOk="0">
                  <a:moveTo>
                    <a:pt x="18201" y="0"/>
                  </a:moveTo>
                  <a:lnTo>
                    <a:pt x="17931" y="28"/>
                  </a:lnTo>
                  <a:lnTo>
                    <a:pt x="17660" y="71"/>
                  </a:lnTo>
                  <a:lnTo>
                    <a:pt x="17404" y="157"/>
                  </a:lnTo>
                  <a:lnTo>
                    <a:pt x="17148" y="256"/>
                  </a:lnTo>
                  <a:lnTo>
                    <a:pt x="16920" y="370"/>
                  </a:lnTo>
                  <a:lnTo>
                    <a:pt x="16693" y="527"/>
                  </a:lnTo>
                  <a:lnTo>
                    <a:pt x="16493" y="683"/>
                  </a:lnTo>
                  <a:lnTo>
                    <a:pt x="16294" y="868"/>
                  </a:lnTo>
                  <a:lnTo>
                    <a:pt x="16123" y="1067"/>
                  </a:lnTo>
                  <a:lnTo>
                    <a:pt x="15967" y="1295"/>
                  </a:lnTo>
                  <a:lnTo>
                    <a:pt x="15839" y="1523"/>
                  </a:lnTo>
                  <a:lnTo>
                    <a:pt x="15725" y="1765"/>
                  </a:lnTo>
                  <a:lnTo>
                    <a:pt x="15640" y="2035"/>
                  </a:lnTo>
                  <a:lnTo>
                    <a:pt x="15583" y="2305"/>
                  </a:lnTo>
                  <a:lnTo>
                    <a:pt x="15554" y="2590"/>
                  </a:lnTo>
                  <a:lnTo>
                    <a:pt x="15554" y="2860"/>
                  </a:lnTo>
                  <a:lnTo>
                    <a:pt x="15568" y="3145"/>
                  </a:lnTo>
                  <a:lnTo>
                    <a:pt x="15625" y="3415"/>
                  </a:lnTo>
                  <a:lnTo>
                    <a:pt x="15696" y="3671"/>
                  </a:lnTo>
                  <a:lnTo>
                    <a:pt x="15796" y="3913"/>
                  </a:lnTo>
                  <a:lnTo>
                    <a:pt x="15924" y="4155"/>
                  </a:lnTo>
                  <a:lnTo>
                    <a:pt x="16066" y="4383"/>
                  </a:lnTo>
                  <a:lnTo>
                    <a:pt x="16237" y="4582"/>
                  </a:lnTo>
                  <a:lnTo>
                    <a:pt x="16422" y="4781"/>
                  </a:lnTo>
                  <a:lnTo>
                    <a:pt x="16621" y="4952"/>
                  </a:lnTo>
                  <a:lnTo>
                    <a:pt x="16835" y="5094"/>
                  </a:lnTo>
                  <a:lnTo>
                    <a:pt x="17077" y="5237"/>
                  </a:lnTo>
                  <a:lnTo>
                    <a:pt x="17319" y="5336"/>
                  </a:lnTo>
                  <a:lnTo>
                    <a:pt x="17575" y="5422"/>
                  </a:lnTo>
                  <a:lnTo>
                    <a:pt x="17845" y="5493"/>
                  </a:lnTo>
                  <a:lnTo>
                    <a:pt x="18130" y="5521"/>
                  </a:lnTo>
                  <a:lnTo>
                    <a:pt x="18486" y="5550"/>
                  </a:lnTo>
                  <a:lnTo>
                    <a:pt x="18827" y="5578"/>
                  </a:lnTo>
                  <a:lnTo>
                    <a:pt x="19169" y="5635"/>
                  </a:lnTo>
                  <a:lnTo>
                    <a:pt x="19510" y="5692"/>
                  </a:lnTo>
                  <a:lnTo>
                    <a:pt x="19852" y="5749"/>
                  </a:lnTo>
                  <a:lnTo>
                    <a:pt x="20193" y="5834"/>
                  </a:lnTo>
                  <a:lnTo>
                    <a:pt x="20520" y="5920"/>
                  </a:lnTo>
                  <a:lnTo>
                    <a:pt x="20848" y="6005"/>
                  </a:lnTo>
                  <a:lnTo>
                    <a:pt x="21175" y="6105"/>
                  </a:lnTo>
                  <a:lnTo>
                    <a:pt x="21488" y="6218"/>
                  </a:lnTo>
                  <a:lnTo>
                    <a:pt x="21801" y="6347"/>
                  </a:lnTo>
                  <a:lnTo>
                    <a:pt x="22114" y="6475"/>
                  </a:lnTo>
                  <a:lnTo>
                    <a:pt x="22427" y="6617"/>
                  </a:lnTo>
                  <a:lnTo>
                    <a:pt x="22726" y="6759"/>
                  </a:lnTo>
                  <a:lnTo>
                    <a:pt x="23025" y="6916"/>
                  </a:lnTo>
                  <a:lnTo>
                    <a:pt x="23324" y="7087"/>
                  </a:lnTo>
                  <a:lnTo>
                    <a:pt x="23608" y="7257"/>
                  </a:lnTo>
                  <a:lnTo>
                    <a:pt x="23893" y="7442"/>
                  </a:lnTo>
                  <a:lnTo>
                    <a:pt x="24178" y="7627"/>
                  </a:lnTo>
                  <a:lnTo>
                    <a:pt x="24448" y="7826"/>
                  </a:lnTo>
                  <a:lnTo>
                    <a:pt x="24718" y="8026"/>
                  </a:lnTo>
                  <a:lnTo>
                    <a:pt x="24989" y="8253"/>
                  </a:lnTo>
                  <a:lnTo>
                    <a:pt x="25245" y="8467"/>
                  </a:lnTo>
                  <a:lnTo>
                    <a:pt x="25487" y="8694"/>
                  </a:lnTo>
                  <a:lnTo>
                    <a:pt x="25729" y="8936"/>
                  </a:lnTo>
                  <a:lnTo>
                    <a:pt x="25970" y="9178"/>
                  </a:lnTo>
                  <a:lnTo>
                    <a:pt x="26198" y="9434"/>
                  </a:lnTo>
                  <a:lnTo>
                    <a:pt x="26426" y="9691"/>
                  </a:lnTo>
                  <a:lnTo>
                    <a:pt x="26654" y="9961"/>
                  </a:lnTo>
                  <a:lnTo>
                    <a:pt x="26853" y="10231"/>
                  </a:lnTo>
                  <a:lnTo>
                    <a:pt x="27066" y="10516"/>
                  </a:lnTo>
                  <a:lnTo>
                    <a:pt x="27265" y="10801"/>
                  </a:lnTo>
                  <a:lnTo>
                    <a:pt x="27578" y="11327"/>
                  </a:lnTo>
                  <a:lnTo>
                    <a:pt x="27877" y="11854"/>
                  </a:lnTo>
                  <a:lnTo>
                    <a:pt x="28133" y="12380"/>
                  </a:lnTo>
                  <a:lnTo>
                    <a:pt x="28375" y="12935"/>
                  </a:lnTo>
                  <a:lnTo>
                    <a:pt x="28575" y="13476"/>
                  </a:lnTo>
                  <a:lnTo>
                    <a:pt x="28760" y="14031"/>
                  </a:lnTo>
                  <a:lnTo>
                    <a:pt x="28902" y="14600"/>
                  </a:lnTo>
                  <a:lnTo>
                    <a:pt x="29030" y="15169"/>
                  </a:lnTo>
                  <a:lnTo>
                    <a:pt x="29115" y="15738"/>
                  </a:lnTo>
                  <a:lnTo>
                    <a:pt x="29172" y="16308"/>
                  </a:lnTo>
                  <a:lnTo>
                    <a:pt x="29215" y="16877"/>
                  </a:lnTo>
                  <a:lnTo>
                    <a:pt x="29215" y="17446"/>
                  </a:lnTo>
                  <a:lnTo>
                    <a:pt x="29201" y="18015"/>
                  </a:lnTo>
                  <a:lnTo>
                    <a:pt x="29158" y="18584"/>
                  </a:lnTo>
                  <a:lnTo>
                    <a:pt x="29087" y="19139"/>
                  </a:lnTo>
                  <a:lnTo>
                    <a:pt x="28987" y="19708"/>
                  </a:lnTo>
                  <a:lnTo>
                    <a:pt x="28859" y="20263"/>
                  </a:lnTo>
                  <a:lnTo>
                    <a:pt x="28703" y="20804"/>
                  </a:lnTo>
                  <a:lnTo>
                    <a:pt x="28518" y="21345"/>
                  </a:lnTo>
                  <a:lnTo>
                    <a:pt x="28318" y="21886"/>
                  </a:lnTo>
                  <a:lnTo>
                    <a:pt x="28091" y="22398"/>
                  </a:lnTo>
                  <a:lnTo>
                    <a:pt x="27835" y="22910"/>
                  </a:lnTo>
                  <a:lnTo>
                    <a:pt x="27550" y="23408"/>
                  </a:lnTo>
                  <a:lnTo>
                    <a:pt x="27237" y="23906"/>
                  </a:lnTo>
                  <a:lnTo>
                    <a:pt x="26910" y="24376"/>
                  </a:lnTo>
                  <a:lnTo>
                    <a:pt x="26554" y="24831"/>
                  </a:lnTo>
                  <a:lnTo>
                    <a:pt x="26170" y="25272"/>
                  </a:lnTo>
                  <a:lnTo>
                    <a:pt x="25771" y="25699"/>
                  </a:lnTo>
                  <a:lnTo>
                    <a:pt x="25344" y="26112"/>
                  </a:lnTo>
                  <a:lnTo>
                    <a:pt x="24889" y="26496"/>
                  </a:lnTo>
                  <a:lnTo>
                    <a:pt x="24419" y="26866"/>
                  </a:lnTo>
                  <a:lnTo>
                    <a:pt x="23921" y="27222"/>
                  </a:lnTo>
                  <a:lnTo>
                    <a:pt x="23395" y="27549"/>
                  </a:lnTo>
                  <a:lnTo>
                    <a:pt x="22868" y="27834"/>
                  </a:lnTo>
                  <a:lnTo>
                    <a:pt x="22342" y="28104"/>
                  </a:lnTo>
                  <a:lnTo>
                    <a:pt x="21787" y="28332"/>
                  </a:lnTo>
                  <a:lnTo>
                    <a:pt x="21246" y="28545"/>
                  </a:lnTo>
                  <a:lnTo>
                    <a:pt x="20691" y="28716"/>
                  </a:lnTo>
                  <a:lnTo>
                    <a:pt x="20122" y="28858"/>
                  </a:lnTo>
                  <a:lnTo>
                    <a:pt x="19553" y="28986"/>
                  </a:lnTo>
                  <a:lnTo>
                    <a:pt x="18984" y="29072"/>
                  </a:lnTo>
                  <a:lnTo>
                    <a:pt x="18414" y="29143"/>
                  </a:lnTo>
                  <a:lnTo>
                    <a:pt x="17845" y="29171"/>
                  </a:lnTo>
                  <a:lnTo>
                    <a:pt x="17276" y="29186"/>
                  </a:lnTo>
                  <a:lnTo>
                    <a:pt x="16707" y="29157"/>
                  </a:lnTo>
                  <a:lnTo>
                    <a:pt x="16138" y="29114"/>
                  </a:lnTo>
                  <a:lnTo>
                    <a:pt x="15583" y="29043"/>
                  </a:lnTo>
                  <a:lnTo>
                    <a:pt x="15013" y="28944"/>
                  </a:lnTo>
                  <a:lnTo>
                    <a:pt x="14458" y="28816"/>
                  </a:lnTo>
                  <a:lnTo>
                    <a:pt x="13918" y="28659"/>
                  </a:lnTo>
                  <a:lnTo>
                    <a:pt x="13377" y="28488"/>
                  </a:lnTo>
                  <a:lnTo>
                    <a:pt x="12836" y="28275"/>
                  </a:lnTo>
                  <a:lnTo>
                    <a:pt x="12324" y="28047"/>
                  </a:lnTo>
                  <a:lnTo>
                    <a:pt x="11812" y="27791"/>
                  </a:lnTo>
                  <a:lnTo>
                    <a:pt x="11314" y="27506"/>
                  </a:lnTo>
                  <a:lnTo>
                    <a:pt x="10816" y="27208"/>
                  </a:lnTo>
                  <a:lnTo>
                    <a:pt x="10346" y="26866"/>
                  </a:lnTo>
                  <a:lnTo>
                    <a:pt x="9891" y="26510"/>
                  </a:lnTo>
                  <a:lnTo>
                    <a:pt x="9450" y="26140"/>
                  </a:lnTo>
                  <a:lnTo>
                    <a:pt x="9023" y="25728"/>
                  </a:lnTo>
                  <a:lnTo>
                    <a:pt x="8610" y="25301"/>
                  </a:lnTo>
                  <a:lnTo>
                    <a:pt x="8226" y="24845"/>
                  </a:lnTo>
                  <a:lnTo>
                    <a:pt x="7856" y="24376"/>
                  </a:lnTo>
                  <a:lnTo>
                    <a:pt x="7500" y="23878"/>
                  </a:lnTo>
                  <a:lnTo>
                    <a:pt x="7301" y="23565"/>
                  </a:lnTo>
                  <a:lnTo>
                    <a:pt x="7116" y="23252"/>
                  </a:lnTo>
                  <a:lnTo>
                    <a:pt x="6931" y="22924"/>
                  </a:lnTo>
                  <a:lnTo>
                    <a:pt x="6774" y="22597"/>
                  </a:lnTo>
                  <a:lnTo>
                    <a:pt x="6618" y="22270"/>
                  </a:lnTo>
                  <a:lnTo>
                    <a:pt x="6461" y="21943"/>
                  </a:lnTo>
                  <a:lnTo>
                    <a:pt x="6333" y="21615"/>
                  </a:lnTo>
                  <a:lnTo>
                    <a:pt x="6205" y="21274"/>
                  </a:lnTo>
                  <a:lnTo>
                    <a:pt x="6091" y="20932"/>
                  </a:lnTo>
                  <a:lnTo>
                    <a:pt x="5992" y="20576"/>
                  </a:lnTo>
                  <a:lnTo>
                    <a:pt x="5892" y="20235"/>
                  </a:lnTo>
                  <a:lnTo>
                    <a:pt x="5807" y="19893"/>
                  </a:lnTo>
                  <a:lnTo>
                    <a:pt x="5736" y="19538"/>
                  </a:lnTo>
                  <a:lnTo>
                    <a:pt x="5679" y="19182"/>
                  </a:lnTo>
                  <a:lnTo>
                    <a:pt x="5636" y="18826"/>
                  </a:lnTo>
                  <a:lnTo>
                    <a:pt x="5593" y="18470"/>
                  </a:lnTo>
                  <a:lnTo>
                    <a:pt x="5565" y="18115"/>
                  </a:lnTo>
                  <a:lnTo>
                    <a:pt x="5536" y="17759"/>
                  </a:lnTo>
                  <a:lnTo>
                    <a:pt x="5536" y="17403"/>
                  </a:lnTo>
                  <a:lnTo>
                    <a:pt x="5536" y="17033"/>
                  </a:lnTo>
                  <a:lnTo>
                    <a:pt x="5551" y="16677"/>
                  </a:lnTo>
                  <a:lnTo>
                    <a:pt x="5579" y="16322"/>
                  </a:lnTo>
                  <a:lnTo>
                    <a:pt x="5622" y="15966"/>
                  </a:lnTo>
                  <a:lnTo>
                    <a:pt x="5664" y="15610"/>
                  </a:lnTo>
                  <a:lnTo>
                    <a:pt x="5721" y="15254"/>
                  </a:lnTo>
                  <a:lnTo>
                    <a:pt x="5792" y="14899"/>
                  </a:lnTo>
                  <a:lnTo>
                    <a:pt x="5878" y="14543"/>
                  </a:lnTo>
                  <a:lnTo>
                    <a:pt x="5963" y="14187"/>
                  </a:lnTo>
                  <a:lnTo>
                    <a:pt x="6063" y="13831"/>
                  </a:lnTo>
                  <a:lnTo>
                    <a:pt x="6177" y="13490"/>
                  </a:lnTo>
                  <a:lnTo>
                    <a:pt x="6305" y="13148"/>
                  </a:lnTo>
                  <a:lnTo>
                    <a:pt x="6447" y="12793"/>
                  </a:lnTo>
                  <a:lnTo>
                    <a:pt x="6532" y="12537"/>
                  </a:lnTo>
                  <a:lnTo>
                    <a:pt x="6604" y="12266"/>
                  </a:lnTo>
                  <a:lnTo>
                    <a:pt x="6646" y="11996"/>
                  </a:lnTo>
                  <a:lnTo>
                    <a:pt x="6646" y="11725"/>
                  </a:lnTo>
                  <a:lnTo>
                    <a:pt x="6632" y="11455"/>
                  </a:lnTo>
                  <a:lnTo>
                    <a:pt x="6589" y="11185"/>
                  </a:lnTo>
                  <a:lnTo>
                    <a:pt x="6532" y="10929"/>
                  </a:lnTo>
                  <a:lnTo>
                    <a:pt x="6433" y="10687"/>
                  </a:lnTo>
                  <a:lnTo>
                    <a:pt x="6333" y="10445"/>
                  </a:lnTo>
                  <a:lnTo>
                    <a:pt x="6191" y="10217"/>
                  </a:lnTo>
                  <a:lnTo>
                    <a:pt x="6034" y="10004"/>
                  </a:lnTo>
                  <a:lnTo>
                    <a:pt x="5849" y="9804"/>
                  </a:lnTo>
                  <a:lnTo>
                    <a:pt x="5650" y="9619"/>
                  </a:lnTo>
                  <a:lnTo>
                    <a:pt x="5437" y="9449"/>
                  </a:lnTo>
                  <a:lnTo>
                    <a:pt x="5195" y="9306"/>
                  </a:lnTo>
                  <a:lnTo>
                    <a:pt x="4939" y="9193"/>
                  </a:lnTo>
                  <a:lnTo>
                    <a:pt x="4683" y="9093"/>
                  </a:lnTo>
                  <a:lnTo>
                    <a:pt x="4412" y="9022"/>
                  </a:lnTo>
                  <a:lnTo>
                    <a:pt x="4142" y="8993"/>
                  </a:lnTo>
                  <a:lnTo>
                    <a:pt x="3871" y="8979"/>
                  </a:lnTo>
                  <a:lnTo>
                    <a:pt x="3601" y="8993"/>
                  </a:lnTo>
                  <a:lnTo>
                    <a:pt x="3331" y="9036"/>
                  </a:lnTo>
                  <a:lnTo>
                    <a:pt x="3075" y="9093"/>
                  </a:lnTo>
                  <a:lnTo>
                    <a:pt x="2833" y="9193"/>
                  </a:lnTo>
                  <a:lnTo>
                    <a:pt x="2591" y="9306"/>
                  </a:lnTo>
                  <a:lnTo>
                    <a:pt x="2363" y="9434"/>
                  </a:lnTo>
                  <a:lnTo>
                    <a:pt x="2150" y="9591"/>
                  </a:lnTo>
                  <a:lnTo>
                    <a:pt x="1950" y="9776"/>
                  </a:lnTo>
                  <a:lnTo>
                    <a:pt x="1765" y="9975"/>
                  </a:lnTo>
                  <a:lnTo>
                    <a:pt x="1595" y="10189"/>
                  </a:lnTo>
                  <a:lnTo>
                    <a:pt x="1452" y="10431"/>
                  </a:lnTo>
                  <a:lnTo>
                    <a:pt x="1339" y="10687"/>
                  </a:lnTo>
                  <a:lnTo>
                    <a:pt x="1139" y="11185"/>
                  </a:lnTo>
                  <a:lnTo>
                    <a:pt x="954" y="11697"/>
                  </a:lnTo>
                  <a:lnTo>
                    <a:pt x="784" y="12209"/>
                  </a:lnTo>
                  <a:lnTo>
                    <a:pt x="627" y="12722"/>
                  </a:lnTo>
                  <a:lnTo>
                    <a:pt x="499" y="13234"/>
                  </a:lnTo>
                  <a:lnTo>
                    <a:pt x="385" y="13760"/>
                  </a:lnTo>
                  <a:lnTo>
                    <a:pt x="286" y="14273"/>
                  </a:lnTo>
                  <a:lnTo>
                    <a:pt x="200" y="14799"/>
                  </a:lnTo>
                  <a:lnTo>
                    <a:pt x="129" y="15326"/>
                  </a:lnTo>
                  <a:lnTo>
                    <a:pt x="72" y="15852"/>
                  </a:lnTo>
                  <a:lnTo>
                    <a:pt x="29" y="16379"/>
                  </a:lnTo>
                  <a:lnTo>
                    <a:pt x="15" y="16905"/>
                  </a:lnTo>
                  <a:lnTo>
                    <a:pt x="1" y="17432"/>
                  </a:lnTo>
                  <a:lnTo>
                    <a:pt x="15" y="17958"/>
                  </a:lnTo>
                  <a:lnTo>
                    <a:pt x="44" y="18485"/>
                  </a:lnTo>
                  <a:lnTo>
                    <a:pt x="86" y="18997"/>
                  </a:lnTo>
                  <a:lnTo>
                    <a:pt x="143" y="19523"/>
                  </a:lnTo>
                  <a:lnTo>
                    <a:pt x="214" y="20050"/>
                  </a:lnTo>
                  <a:lnTo>
                    <a:pt x="314" y="20562"/>
                  </a:lnTo>
                  <a:lnTo>
                    <a:pt x="414" y="21075"/>
                  </a:lnTo>
                  <a:lnTo>
                    <a:pt x="542" y="21587"/>
                  </a:lnTo>
                  <a:lnTo>
                    <a:pt x="670" y="22099"/>
                  </a:lnTo>
                  <a:lnTo>
                    <a:pt x="826" y="22597"/>
                  </a:lnTo>
                  <a:lnTo>
                    <a:pt x="997" y="23109"/>
                  </a:lnTo>
                  <a:lnTo>
                    <a:pt x="1182" y="23607"/>
                  </a:lnTo>
                  <a:lnTo>
                    <a:pt x="1381" y="24091"/>
                  </a:lnTo>
                  <a:lnTo>
                    <a:pt x="1595" y="24575"/>
                  </a:lnTo>
                  <a:lnTo>
                    <a:pt x="1822" y="25059"/>
                  </a:lnTo>
                  <a:lnTo>
                    <a:pt x="2064" y="25543"/>
                  </a:lnTo>
                  <a:lnTo>
                    <a:pt x="2320" y="25998"/>
                  </a:lnTo>
                  <a:lnTo>
                    <a:pt x="2605" y="26468"/>
                  </a:lnTo>
                  <a:lnTo>
                    <a:pt x="2890" y="26923"/>
                  </a:lnTo>
                  <a:lnTo>
                    <a:pt x="3146" y="27293"/>
                  </a:lnTo>
                  <a:lnTo>
                    <a:pt x="3402" y="27649"/>
                  </a:lnTo>
                  <a:lnTo>
                    <a:pt x="3672" y="28005"/>
                  </a:lnTo>
                  <a:lnTo>
                    <a:pt x="3943" y="28346"/>
                  </a:lnTo>
                  <a:lnTo>
                    <a:pt x="4227" y="28688"/>
                  </a:lnTo>
                  <a:lnTo>
                    <a:pt x="4512" y="29015"/>
                  </a:lnTo>
                  <a:lnTo>
                    <a:pt x="4811" y="29328"/>
                  </a:lnTo>
                  <a:lnTo>
                    <a:pt x="5109" y="29641"/>
                  </a:lnTo>
                  <a:lnTo>
                    <a:pt x="5423" y="29940"/>
                  </a:lnTo>
                  <a:lnTo>
                    <a:pt x="5736" y="30239"/>
                  </a:lnTo>
                  <a:lnTo>
                    <a:pt x="6063" y="30523"/>
                  </a:lnTo>
                  <a:lnTo>
                    <a:pt x="6390" y="30794"/>
                  </a:lnTo>
                  <a:lnTo>
                    <a:pt x="6717" y="31064"/>
                  </a:lnTo>
                  <a:lnTo>
                    <a:pt x="7059" y="31320"/>
                  </a:lnTo>
                  <a:lnTo>
                    <a:pt x="7415" y="31562"/>
                  </a:lnTo>
                  <a:lnTo>
                    <a:pt x="7756" y="31804"/>
                  </a:lnTo>
                  <a:lnTo>
                    <a:pt x="8112" y="32032"/>
                  </a:lnTo>
                  <a:lnTo>
                    <a:pt x="8468" y="32259"/>
                  </a:lnTo>
                  <a:lnTo>
                    <a:pt x="8838" y="32458"/>
                  </a:lnTo>
                  <a:lnTo>
                    <a:pt x="9208" y="32672"/>
                  </a:lnTo>
                  <a:lnTo>
                    <a:pt x="9578" y="32857"/>
                  </a:lnTo>
                  <a:lnTo>
                    <a:pt x="9962" y="33042"/>
                  </a:lnTo>
                  <a:lnTo>
                    <a:pt x="10332" y="33213"/>
                  </a:lnTo>
                  <a:lnTo>
                    <a:pt x="10730" y="33383"/>
                  </a:lnTo>
                  <a:lnTo>
                    <a:pt x="11114" y="33540"/>
                  </a:lnTo>
                  <a:lnTo>
                    <a:pt x="11499" y="33682"/>
                  </a:lnTo>
                  <a:lnTo>
                    <a:pt x="11897" y="33810"/>
                  </a:lnTo>
                  <a:lnTo>
                    <a:pt x="12296" y="33938"/>
                  </a:lnTo>
                  <a:lnTo>
                    <a:pt x="12694" y="34066"/>
                  </a:lnTo>
                  <a:lnTo>
                    <a:pt x="13107" y="34166"/>
                  </a:lnTo>
                  <a:lnTo>
                    <a:pt x="13505" y="34266"/>
                  </a:lnTo>
                  <a:lnTo>
                    <a:pt x="13918" y="34351"/>
                  </a:lnTo>
                  <a:lnTo>
                    <a:pt x="14316" y="34436"/>
                  </a:lnTo>
                  <a:lnTo>
                    <a:pt x="14729" y="34508"/>
                  </a:lnTo>
                  <a:lnTo>
                    <a:pt x="15142" y="34565"/>
                  </a:lnTo>
                  <a:lnTo>
                    <a:pt x="15568" y="34607"/>
                  </a:lnTo>
                  <a:lnTo>
                    <a:pt x="15981" y="34650"/>
                  </a:lnTo>
                  <a:lnTo>
                    <a:pt x="16394" y="34678"/>
                  </a:lnTo>
                  <a:lnTo>
                    <a:pt x="16806" y="34693"/>
                  </a:lnTo>
                  <a:lnTo>
                    <a:pt x="17233" y="34707"/>
                  </a:lnTo>
                  <a:lnTo>
                    <a:pt x="17646" y="34707"/>
                  </a:lnTo>
                  <a:lnTo>
                    <a:pt x="18073" y="34693"/>
                  </a:lnTo>
                  <a:lnTo>
                    <a:pt x="18486" y="34678"/>
                  </a:lnTo>
                  <a:lnTo>
                    <a:pt x="18898" y="34636"/>
                  </a:lnTo>
                  <a:lnTo>
                    <a:pt x="19325" y="34607"/>
                  </a:lnTo>
                  <a:lnTo>
                    <a:pt x="19738" y="34550"/>
                  </a:lnTo>
                  <a:lnTo>
                    <a:pt x="20165" y="34493"/>
                  </a:lnTo>
                  <a:lnTo>
                    <a:pt x="20577" y="34422"/>
                  </a:lnTo>
                  <a:lnTo>
                    <a:pt x="20990" y="34337"/>
                  </a:lnTo>
                  <a:lnTo>
                    <a:pt x="21403" y="34237"/>
                  </a:lnTo>
                  <a:lnTo>
                    <a:pt x="21815" y="34138"/>
                  </a:lnTo>
                  <a:lnTo>
                    <a:pt x="22228" y="34024"/>
                  </a:lnTo>
                  <a:lnTo>
                    <a:pt x="22641" y="33896"/>
                  </a:lnTo>
                  <a:lnTo>
                    <a:pt x="23039" y="33768"/>
                  </a:lnTo>
                  <a:lnTo>
                    <a:pt x="23452" y="33625"/>
                  </a:lnTo>
                  <a:lnTo>
                    <a:pt x="23850" y="33469"/>
                  </a:lnTo>
                  <a:lnTo>
                    <a:pt x="24249" y="33298"/>
                  </a:lnTo>
                  <a:lnTo>
                    <a:pt x="24647" y="33127"/>
                  </a:lnTo>
                  <a:lnTo>
                    <a:pt x="25046" y="32928"/>
                  </a:lnTo>
                  <a:lnTo>
                    <a:pt x="25430" y="32729"/>
                  </a:lnTo>
                  <a:lnTo>
                    <a:pt x="25828" y="32530"/>
                  </a:lnTo>
                  <a:lnTo>
                    <a:pt x="26212" y="32302"/>
                  </a:lnTo>
                  <a:lnTo>
                    <a:pt x="26582" y="32074"/>
                  </a:lnTo>
                  <a:lnTo>
                    <a:pt x="26967" y="31832"/>
                  </a:lnTo>
                  <a:lnTo>
                    <a:pt x="27337" y="31576"/>
                  </a:lnTo>
                  <a:lnTo>
                    <a:pt x="27692" y="31320"/>
                  </a:lnTo>
                  <a:lnTo>
                    <a:pt x="28048" y="31050"/>
                  </a:lnTo>
                  <a:lnTo>
                    <a:pt x="28390" y="30779"/>
                  </a:lnTo>
                  <a:lnTo>
                    <a:pt x="28731" y="30495"/>
                  </a:lnTo>
                  <a:lnTo>
                    <a:pt x="29058" y="30210"/>
                  </a:lnTo>
                  <a:lnTo>
                    <a:pt x="29371" y="29911"/>
                  </a:lnTo>
                  <a:lnTo>
                    <a:pt x="29684" y="29612"/>
                  </a:lnTo>
                  <a:lnTo>
                    <a:pt x="29983" y="29299"/>
                  </a:lnTo>
                  <a:lnTo>
                    <a:pt x="30282" y="28986"/>
                  </a:lnTo>
                  <a:lnTo>
                    <a:pt x="30567" y="28659"/>
                  </a:lnTo>
                  <a:lnTo>
                    <a:pt x="30837" y="28332"/>
                  </a:lnTo>
                  <a:lnTo>
                    <a:pt x="31107" y="27990"/>
                  </a:lnTo>
                  <a:lnTo>
                    <a:pt x="31364" y="27663"/>
                  </a:lnTo>
                  <a:lnTo>
                    <a:pt x="31606" y="27307"/>
                  </a:lnTo>
                  <a:lnTo>
                    <a:pt x="31847" y="26966"/>
                  </a:lnTo>
                  <a:lnTo>
                    <a:pt x="32075" y="26610"/>
                  </a:lnTo>
                  <a:lnTo>
                    <a:pt x="32289" y="26254"/>
                  </a:lnTo>
                  <a:lnTo>
                    <a:pt x="32502" y="25884"/>
                  </a:lnTo>
                  <a:lnTo>
                    <a:pt x="32701" y="25514"/>
                  </a:lnTo>
                  <a:lnTo>
                    <a:pt x="32900" y="25144"/>
                  </a:lnTo>
                  <a:lnTo>
                    <a:pt x="33085" y="24760"/>
                  </a:lnTo>
                  <a:lnTo>
                    <a:pt x="33256" y="24376"/>
                  </a:lnTo>
                  <a:lnTo>
                    <a:pt x="33427" y="23992"/>
                  </a:lnTo>
                  <a:lnTo>
                    <a:pt x="33569" y="23607"/>
                  </a:lnTo>
                  <a:lnTo>
                    <a:pt x="33726" y="23223"/>
                  </a:lnTo>
                  <a:lnTo>
                    <a:pt x="33854" y="22825"/>
                  </a:lnTo>
                  <a:lnTo>
                    <a:pt x="33982" y="22426"/>
                  </a:lnTo>
                  <a:lnTo>
                    <a:pt x="34096" y="22028"/>
                  </a:lnTo>
                  <a:lnTo>
                    <a:pt x="34210" y="21615"/>
                  </a:lnTo>
                  <a:lnTo>
                    <a:pt x="34309" y="21217"/>
                  </a:lnTo>
                  <a:lnTo>
                    <a:pt x="34395" y="20804"/>
                  </a:lnTo>
                  <a:lnTo>
                    <a:pt x="34480" y="20406"/>
                  </a:lnTo>
                  <a:lnTo>
                    <a:pt x="34537" y="19993"/>
                  </a:lnTo>
                  <a:lnTo>
                    <a:pt x="34608" y="19580"/>
                  </a:lnTo>
                  <a:lnTo>
                    <a:pt x="34651" y="19153"/>
                  </a:lnTo>
                  <a:lnTo>
                    <a:pt x="34693" y="18741"/>
                  </a:lnTo>
                  <a:lnTo>
                    <a:pt x="34722" y="18328"/>
                  </a:lnTo>
                  <a:lnTo>
                    <a:pt x="34736" y="17915"/>
                  </a:lnTo>
                  <a:lnTo>
                    <a:pt x="34750" y="17489"/>
                  </a:lnTo>
                  <a:lnTo>
                    <a:pt x="34750" y="17076"/>
                  </a:lnTo>
                  <a:lnTo>
                    <a:pt x="34736" y="16649"/>
                  </a:lnTo>
                  <a:lnTo>
                    <a:pt x="34708" y="16236"/>
                  </a:lnTo>
                  <a:lnTo>
                    <a:pt x="34679" y="15824"/>
                  </a:lnTo>
                  <a:lnTo>
                    <a:pt x="34636" y="15397"/>
                  </a:lnTo>
                  <a:lnTo>
                    <a:pt x="34594" y="14984"/>
                  </a:lnTo>
                  <a:lnTo>
                    <a:pt x="34523" y="14557"/>
                  </a:lnTo>
                  <a:lnTo>
                    <a:pt x="34451" y="14145"/>
                  </a:lnTo>
                  <a:lnTo>
                    <a:pt x="34380" y="13732"/>
                  </a:lnTo>
                  <a:lnTo>
                    <a:pt x="34281" y="13319"/>
                  </a:lnTo>
                  <a:lnTo>
                    <a:pt x="34181" y="12907"/>
                  </a:lnTo>
                  <a:lnTo>
                    <a:pt x="34067" y="12494"/>
                  </a:lnTo>
                  <a:lnTo>
                    <a:pt x="33939" y="12081"/>
                  </a:lnTo>
                  <a:lnTo>
                    <a:pt x="33811" y="11683"/>
                  </a:lnTo>
                  <a:lnTo>
                    <a:pt x="33655" y="11270"/>
                  </a:lnTo>
                  <a:lnTo>
                    <a:pt x="33498" y="10872"/>
                  </a:lnTo>
                  <a:lnTo>
                    <a:pt x="33342" y="10473"/>
                  </a:lnTo>
                  <a:lnTo>
                    <a:pt x="33157" y="10075"/>
                  </a:lnTo>
                  <a:lnTo>
                    <a:pt x="32972" y="9676"/>
                  </a:lnTo>
                  <a:lnTo>
                    <a:pt x="32772" y="9292"/>
                  </a:lnTo>
                  <a:lnTo>
                    <a:pt x="32559" y="8894"/>
                  </a:lnTo>
                  <a:lnTo>
                    <a:pt x="32345" y="8510"/>
                  </a:lnTo>
                  <a:lnTo>
                    <a:pt x="32118" y="8140"/>
                  </a:lnTo>
                  <a:lnTo>
                    <a:pt x="31876" y="7755"/>
                  </a:lnTo>
                  <a:lnTo>
                    <a:pt x="31577" y="7328"/>
                  </a:lnTo>
                  <a:lnTo>
                    <a:pt x="31278" y="6916"/>
                  </a:lnTo>
                  <a:lnTo>
                    <a:pt x="30965" y="6517"/>
                  </a:lnTo>
                  <a:lnTo>
                    <a:pt x="30652" y="6119"/>
                  </a:lnTo>
                  <a:lnTo>
                    <a:pt x="30325" y="5749"/>
                  </a:lnTo>
                  <a:lnTo>
                    <a:pt x="29983" y="5379"/>
                  </a:lnTo>
                  <a:lnTo>
                    <a:pt x="29628" y="5009"/>
                  </a:lnTo>
                  <a:lnTo>
                    <a:pt x="29272" y="4667"/>
                  </a:lnTo>
                  <a:lnTo>
                    <a:pt x="28902" y="4326"/>
                  </a:lnTo>
                  <a:lnTo>
                    <a:pt x="28532" y="3999"/>
                  </a:lnTo>
                  <a:lnTo>
                    <a:pt x="28148" y="3686"/>
                  </a:lnTo>
                  <a:lnTo>
                    <a:pt x="27749" y="3387"/>
                  </a:lnTo>
                  <a:lnTo>
                    <a:pt x="27351" y="3102"/>
                  </a:lnTo>
                  <a:lnTo>
                    <a:pt x="26938" y="2818"/>
                  </a:lnTo>
                  <a:lnTo>
                    <a:pt x="26525" y="2547"/>
                  </a:lnTo>
                  <a:lnTo>
                    <a:pt x="26099" y="2291"/>
                  </a:lnTo>
                  <a:lnTo>
                    <a:pt x="25672" y="2049"/>
                  </a:lnTo>
                  <a:lnTo>
                    <a:pt x="25231" y="1821"/>
                  </a:lnTo>
                  <a:lnTo>
                    <a:pt x="24789" y="1608"/>
                  </a:lnTo>
                  <a:lnTo>
                    <a:pt x="24334" y="1409"/>
                  </a:lnTo>
                  <a:lnTo>
                    <a:pt x="23879" y="1210"/>
                  </a:lnTo>
                  <a:lnTo>
                    <a:pt x="23409" y="1039"/>
                  </a:lnTo>
                  <a:lnTo>
                    <a:pt x="22940" y="868"/>
                  </a:lnTo>
                  <a:lnTo>
                    <a:pt x="22470" y="726"/>
                  </a:lnTo>
                  <a:lnTo>
                    <a:pt x="21986" y="583"/>
                  </a:lnTo>
                  <a:lnTo>
                    <a:pt x="21502" y="455"/>
                  </a:lnTo>
                  <a:lnTo>
                    <a:pt x="21004" y="342"/>
                  </a:lnTo>
                  <a:lnTo>
                    <a:pt x="20506" y="256"/>
                  </a:lnTo>
                  <a:lnTo>
                    <a:pt x="20008" y="171"/>
                  </a:lnTo>
                  <a:lnTo>
                    <a:pt x="19510" y="100"/>
                  </a:lnTo>
                  <a:lnTo>
                    <a:pt x="18998" y="43"/>
                  </a:lnTo>
                  <a:lnTo>
                    <a:pt x="184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1"/>
            <p:cNvSpPr/>
            <p:nvPr/>
          </p:nvSpPr>
          <p:spPr>
            <a:xfrm>
              <a:off x="4625084" y="1394790"/>
              <a:ext cx="1099163" cy="964913"/>
            </a:xfrm>
            <a:custGeom>
              <a:avLst/>
              <a:gdLst/>
              <a:ahLst/>
              <a:cxnLst/>
              <a:rect l="l" t="t" r="r" b="b"/>
              <a:pathLst>
                <a:path w="33896" h="29756" extrusionOk="0">
                  <a:moveTo>
                    <a:pt x="27962" y="1"/>
                  </a:moveTo>
                  <a:lnTo>
                    <a:pt x="27621" y="15"/>
                  </a:lnTo>
                  <a:lnTo>
                    <a:pt x="27279" y="58"/>
                  </a:lnTo>
                  <a:lnTo>
                    <a:pt x="27108" y="86"/>
                  </a:lnTo>
                  <a:lnTo>
                    <a:pt x="26938" y="129"/>
                  </a:lnTo>
                  <a:lnTo>
                    <a:pt x="26767" y="186"/>
                  </a:lnTo>
                  <a:lnTo>
                    <a:pt x="26610" y="243"/>
                  </a:lnTo>
                  <a:lnTo>
                    <a:pt x="26440" y="314"/>
                  </a:lnTo>
                  <a:lnTo>
                    <a:pt x="26283" y="399"/>
                  </a:lnTo>
                  <a:lnTo>
                    <a:pt x="26126" y="484"/>
                  </a:lnTo>
                  <a:lnTo>
                    <a:pt x="25970" y="584"/>
                  </a:lnTo>
                  <a:lnTo>
                    <a:pt x="25813" y="684"/>
                  </a:lnTo>
                  <a:lnTo>
                    <a:pt x="25671" y="798"/>
                  </a:lnTo>
                  <a:lnTo>
                    <a:pt x="25543" y="911"/>
                  </a:lnTo>
                  <a:lnTo>
                    <a:pt x="25415" y="1039"/>
                  </a:lnTo>
                  <a:lnTo>
                    <a:pt x="25287" y="1168"/>
                  </a:lnTo>
                  <a:lnTo>
                    <a:pt x="25173" y="1296"/>
                  </a:lnTo>
                  <a:lnTo>
                    <a:pt x="25073" y="1438"/>
                  </a:lnTo>
                  <a:lnTo>
                    <a:pt x="24974" y="1580"/>
                  </a:lnTo>
                  <a:lnTo>
                    <a:pt x="24789" y="1879"/>
                  </a:lnTo>
                  <a:lnTo>
                    <a:pt x="24647" y="2192"/>
                  </a:lnTo>
                  <a:lnTo>
                    <a:pt x="24533" y="2505"/>
                  </a:lnTo>
                  <a:lnTo>
                    <a:pt x="24447" y="2832"/>
                  </a:lnTo>
                  <a:lnTo>
                    <a:pt x="24390" y="3174"/>
                  </a:lnTo>
                  <a:lnTo>
                    <a:pt x="24376" y="3515"/>
                  </a:lnTo>
                  <a:lnTo>
                    <a:pt x="24390" y="3857"/>
                  </a:lnTo>
                  <a:lnTo>
                    <a:pt x="24433" y="4198"/>
                  </a:lnTo>
                  <a:lnTo>
                    <a:pt x="24476" y="4369"/>
                  </a:lnTo>
                  <a:lnTo>
                    <a:pt x="24518" y="4540"/>
                  </a:lnTo>
                  <a:lnTo>
                    <a:pt x="24575" y="4711"/>
                  </a:lnTo>
                  <a:lnTo>
                    <a:pt x="24632" y="4867"/>
                  </a:lnTo>
                  <a:lnTo>
                    <a:pt x="24703" y="5038"/>
                  </a:lnTo>
                  <a:lnTo>
                    <a:pt x="24775" y="5195"/>
                  </a:lnTo>
                  <a:lnTo>
                    <a:pt x="24874" y="5351"/>
                  </a:lnTo>
                  <a:lnTo>
                    <a:pt x="24960" y="5508"/>
                  </a:lnTo>
                  <a:lnTo>
                    <a:pt x="25273" y="5991"/>
                  </a:lnTo>
                  <a:lnTo>
                    <a:pt x="25543" y="6475"/>
                  </a:lnTo>
                  <a:lnTo>
                    <a:pt x="25785" y="6988"/>
                  </a:lnTo>
                  <a:lnTo>
                    <a:pt x="25998" y="7486"/>
                  </a:lnTo>
                  <a:lnTo>
                    <a:pt x="26198" y="7998"/>
                  </a:lnTo>
                  <a:lnTo>
                    <a:pt x="26354" y="8524"/>
                  </a:lnTo>
                  <a:lnTo>
                    <a:pt x="26496" y="9051"/>
                  </a:lnTo>
                  <a:lnTo>
                    <a:pt x="26610" y="9577"/>
                  </a:lnTo>
                  <a:lnTo>
                    <a:pt x="26696" y="10104"/>
                  </a:lnTo>
                  <a:lnTo>
                    <a:pt x="26753" y="10630"/>
                  </a:lnTo>
                  <a:lnTo>
                    <a:pt x="26781" y="11171"/>
                  </a:lnTo>
                  <a:lnTo>
                    <a:pt x="26795" y="11698"/>
                  </a:lnTo>
                  <a:lnTo>
                    <a:pt x="26781" y="12238"/>
                  </a:lnTo>
                  <a:lnTo>
                    <a:pt x="26738" y="12765"/>
                  </a:lnTo>
                  <a:lnTo>
                    <a:pt x="26667" y="13291"/>
                  </a:lnTo>
                  <a:lnTo>
                    <a:pt x="26568" y="13818"/>
                  </a:lnTo>
                  <a:lnTo>
                    <a:pt x="26454" y="14330"/>
                  </a:lnTo>
                  <a:lnTo>
                    <a:pt x="26311" y="14842"/>
                  </a:lnTo>
                  <a:lnTo>
                    <a:pt x="26141" y="15341"/>
                  </a:lnTo>
                  <a:lnTo>
                    <a:pt x="25956" y="15839"/>
                  </a:lnTo>
                  <a:lnTo>
                    <a:pt x="25742" y="16337"/>
                  </a:lnTo>
                  <a:lnTo>
                    <a:pt x="25500" y="16806"/>
                  </a:lnTo>
                  <a:lnTo>
                    <a:pt x="25230" y="17276"/>
                  </a:lnTo>
                  <a:lnTo>
                    <a:pt x="24945" y="17731"/>
                  </a:lnTo>
                  <a:lnTo>
                    <a:pt x="24632" y="18172"/>
                  </a:lnTo>
                  <a:lnTo>
                    <a:pt x="24305" y="18599"/>
                  </a:lnTo>
                  <a:lnTo>
                    <a:pt x="23949" y="19012"/>
                  </a:lnTo>
                  <a:lnTo>
                    <a:pt x="23579" y="19410"/>
                  </a:lnTo>
                  <a:lnTo>
                    <a:pt x="23181" y="19795"/>
                  </a:lnTo>
                  <a:lnTo>
                    <a:pt x="22754" y="20150"/>
                  </a:lnTo>
                  <a:lnTo>
                    <a:pt x="22313" y="20506"/>
                  </a:lnTo>
                  <a:lnTo>
                    <a:pt x="21843" y="20833"/>
                  </a:lnTo>
                  <a:lnTo>
                    <a:pt x="21359" y="21132"/>
                  </a:lnTo>
                  <a:lnTo>
                    <a:pt x="20876" y="21402"/>
                  </a:lnTo>
                  <a:lnTo>
                    <a:pt x="20363" y="21644"/>
                  </a:lnTo>
                  <a:lnTo>
                    <a:pt x="19865" y="21872"/>
                  </a:lnTo>
                  <a:lnTo>
                    <a:pt x="19353" y="22057"/>
                  </a:lnTo>
                  <a:lnTo>
                    <a:pt x="18827" y="22228"/>
                  </a:lnTo>
                  <a:lnTo>
                    <a:pt x="18300" y="22356"/>
                  </a:lnTo>
                  <a:lnTo>
                    <a:pt x="17773" y="22470"/>
                  </a:lnTo>
                  <a:lnTo>
                    <a:pt x="17247" y="22555"/>
                  </a:lnTo>
                  <a:lnTo>
                    <a:pt x="16720" y="22612"/>
                  </a:lnTo>
                  <a:lnTo>
                    <a:pt x="16180" y="22655"/>
                  </a:lnTo>
                  <a:lnTo>
                    <a:pt x="15653" y="22655"/>
                  </a:lnTo>
                  <a:lnTo>
                    <a:pt x="15113" y="22640"/>
                  </a:lnTo>
                  <a:lnTo>
                    <a:pt x="14586" y="22598"/>
                  </a:lnTo>
                  <a:lnTo>
                    <a:pt x="14059" y="22527"/>
                  </a:lnTo>
                  <a:lnTo>
                    <a:pt x="13533" y="22427"/>
                  </a:lnTo>
                  <a:lnTo>
                    <a:pt x="13021" y="22313"/>
                  </a:lnTo>
                  <a:lnTo>
                    <a:pt x="12508" y="22171"/>
                  </a:lnTo>
                  <a:lnTo>
                    <a:pt x="12010" y="22000"/>
                  </a:lnTo>
                  <a:lnTo>
                    <a:pt x="11512" y="21815"/>
                  </a:lnTo>
                  <a:lnTo>
                    <a:pt x="11014" y="21602"/>
                  </a:lnTo>
                  <a:lnTo>
                    <a:pt x="10545" y="21360"/>
                  </a:lnTo>
                  <a:lnTo>
                    <a:pt x="10075" y="21089"/>
                  </a:lnTo>
                  <a:lnTo>
                    <a:pt x="9620" y="20805"/>
                  </a:lnTo>
                  <a:lnTo>
                    <a:pt x="9179" y="20506"/>
                  </a:lnTo>
                  <a:lnTo>
                    <a:pt x="8752" y="20164"/>
                  </a:lnTo>
                  <a:lnTo>
                    <a:pt x="8339" y="19809"/>
                  </a:lnTo>
                  <a:lnTo>
                    <a:pt x="7941" y="19439"/>
                  </a:lnTo>
                  <a:lnTo>
                    <a:pt x="7556" y="19040"/>
                  </a:lnTo>
                  <a:lnTo>
                    <a:pt x="7201" y="18613"/>
                  </a:lnTo>
                  <a:lnTo>
                    <a:pt x="6845" y="18172"/>
                  </a:lnTo>
                  <a:lnTo>
                    <a:pt x="6518" y="17703"/>
                  </a:lnTo>
                  <a:lnTo>
                    <a:pt x="6418" y="17560"/>
                  </a:lnTo>
                  <a:lnTo>
                    <a:pt x="6304" y="17418"/>
                  </a:lnTo>
                  <a:lnTo>
                    <a:pt x="6190" y="17276"/>
                  </a:lnTo>
                  <a:lnTo>
                    <a:pt x="6062" y="17148"/>
                  </a:lnTo>
                  <a:lnTo>
                    <a:pt x="5934" y="17020"/>
                  </a:lnTo>
                  <a:lnTo>
                    <a:pt x="5806" y="16906"/>
                  </a:lnTo>
                  <a:lnTo>
                    <a:pt x="5664" y="16806"/>
                  </a:lnTo>
                  <a:lnTo>
                    <a:pt x="5522" y="16707"/>
                  </a:lnTo>
                  <a:lnTo>
                    <a:pt x="5237" y="16522"/>
                  </a:lnTo>
                  <a:lnTo>
                    <a:pt x="4924" y="16379"/>
                  </a:lnTo>
                  <a:lnTo>
                    <a:pt x="4597" y="16265"/>
                  </a:lnTo>
                  <a:lnTo>
                    <a:pt x="4269" y="16180"/>
                  </a:lnTo>
                  <a:lnTo>
                    <a:pt x="3928" y="16137"/>
                  </a:lnTo>
                  <a:lnTo>
                    <a:pt x="3586" y="16109"/>
                  </a:lnTo>
                  <a:lnTo>
                    <a:pt x="3245" y="16123"/>
                  </a:lnTo>
                  <a:lnTo>
                    <a:pt x="2903" y="16166"/>
                  </a:lnTo>
                  <a:lnTo>
                    <a:pt x="2733" y="16209"/>
                  </a:lnTo>
                  <a:lnTo>
                    <a:pt x="2576" y="16251"/>
                  </a:lnTo>
                  <a:lnTo>
                    <a:pt x="2405" y="16308"/>
                  </a:lnTo>
                  <a:lnTo>
                    <a:pt x="2234" y="16365"/>
                  </a:lnTo>
                  <a:lnTo>
                    <a:pt x="2078" y="16436"/>
                  </a:lnTo>
                  <a:lnTo>
                    <a:pt x="1907" y="16522"/>
                  </a:lnTo>
                  <a:lnTo>
                    <a:pt x="1751" y="16607"/>
                  </a:lnTo>
                  <a:lnTo>
                    <a:pt x="1594" y="16707"/>
                  </a:lnTo>
                  <a:lnTo>
                    <a:pt x="1452" y="16806"/>
                  </a:lnTo>
                  <a:lnTo>
                    <a:pt x="1310" y="16920"/>
                  </a:lnTo>
                  <a:lnTo>
                    <a:pt x="1167" y="17034"/>
                  </a:lnTo>
                  <a:lnTo>
                    <a:pt x="1039" y="17162"/>
                  </a:lnTo>
                  <a:lnTo>
                    <a:pt x="925" y="17290"/>
                  </a:lnTo>
                  <a:lnTo>
                    <a:pt x="811" y="17418"/>
                  </a:lnTo>
                  <a:lnTo>
                    <a:pt x="698" y="17560"/>
                  </a:lnTo>
                  <a:lnTo>
                    <a:pt x="598" y="17703"/>
                  </a:lnTo>
                  <a:lnTo>
                    <a:pt x="427" y="17987"/>
                  </a:lnTo>
                  <a:lnTo>
                    <a:pt x="271" y="18300"/>
                  </a:lnTo>
                  <a:lnTo>
                    <a:pt x="157" y="18628"/>
                  </a:lnTo>
                  <a:lnTo>
                    <a:pt x="72" y="18955"/>
                  </a:lnTo>
                  <a:lnTo>
                    <a:pt x="29" y="19296"/>
                  </a:lnTo>
                  <a:lnTo>
                    <a:pt x="0" y="19638"/>
                  </a:lnTo>
                  <a:lnTo>
                    <a:pt x="15" y="19979"/>
                  </a:lnTo>
                  <a:lnTo>
                    <a:pt x="72" y="20321"/>
                  </a:lnTo>
                  <a:lnTo>
                    <a:pt x="100" y="20492"/>
                  </a:lnTo>
                  <a:lnTo>
                    <a:pt x="143" y="20648"/>
                  </a:lnTo>
                  <a:lnTo>
                    <a:pt x="200" y="20819"/>
                  </a:lnTo>
                  <a:lnTo>
                    <a:pt x="256" y="20990"/>
                  </a:lnTo>
                  <a:lnTo>
                    <a:pt x="328" y="21146"/>
                  </a:lnTo>
                  <a:lnTo>
                    <a:pt x="413" y="21317"/>
                  </a:lnTo>
                  <a:lnTo>
                    <a:pt x="498" y="21474"/>
                  </a:lnTo>
                  <a:lnTo>
                    <a:pt x="598" y="21630"/>
                  </a:lnTo>
                  <a:lnTo>
                    <a:pt x="854" y="22014"/>
                  </a:lnTo>
                  <a:lnTo>
                    <a:pt x="1125" y="22384"/>
                  </a:lnTo>
                  <a:lnTo>
                    <a:pt x="1409" y="22754"/>
                  </a:lnTo>
                  <a:lnTo>
                    <a:pt x="1694" y="23124"/>
                  </a:lnTo>
                  <a:lnTo>
                    <a:pt x="1993" y="23466"/>
                  </a:lnTo>
                  <a:lnTo>
                    <a:pt x="2291" y="23807"/>
                  </a:lnTo>
                  <a:lnTo>
                    <a:pt x="2604" y="24149"/>
                  </a:lnTo>
                  <a:lnTo>
                    <a:pt x="2917" y="24476"/>
                  </a:lnTo>
                  <a:lnTo>
                    <a:pt x="3245" y="24789"/>
                  </a:lnTo>
                  <a:lnTo>
                    <a:pt x="3572" y="25088"/>
                  </a:lnTo>
                  <a:lnTo>
                    <a:pt x="3914" y="25387"/>
                  </a:lnTo>
                  <a:lnTo>
                    <a:pt x="4255" y="25671"/>
                  </a:lnTo>
                  <a:lnTo>
                    <a:pt x="4597" y="25956"/>
                  </a:lnTo>
                  <a:lnTo>
                    <a:pt x="4952" y="26212"/>
                  </a:lnTo>
                  <a:lnTo>
                    <a:pt x="5322" y="26483"/>
                  </a:lnTo>
                  <a:lnTo>
                    <a:pt x="5678" y="26724"/>
                  </a:lnTo>
                  <a:lnTo>
                    <a:pt x="6062" y="26966"/>
                  </a:lnTo>
                  <a:lnTo>
                    <a:pt x="6432" y="27194"/>
                  </a:lnTo>
                  <a:lnTo>
                    <a:pt x="6816" y="27422"/>
                  </a:lnTo>
                  <a:lnTo>
                    <a:pt x="7201" y="27635"/>
                  </a:lnTo>
                  <a:lnTo>
                    <a:pt x="7585" y="27834"/>
                  </a:lnTo>
                  <a:lnTo>
                    <a:pt x="7983" y="28019"/>
                  </a:lnTo>
                  <a:lnTo>
                    <a:pt x="8382" y="28204"/>
                  </a:lnTo>
                  <a:lnTo>
                    <a:pt x="8780" y="28375"/>
                  </a:lnTo>
                  <a:lnTo>
                    <a:pt x="9193" y="28532"/>
                  </a:lnTo>
                  <a:lnTo>
                    <a:pt x="9606" y="28688"/>
                  </a:lnTo>
                  <a:lnTo>
                    <a:pt x="10018" y="28831"/>
                  </a:lnTo>
                  <a:lnTo>
                    <a:pt x="10431" y="28959"/>
                  </a:lnTo>
                  <a:lnTo>
                    <a:pt x="10844" y="29087"/>
                  </a:lnTo>
                  <a:lnTo>
                    <a:pt x="11270" y="29200"/>
                  </a:lnTo>
                  <a:lnTo>
                    <a:pt x="11697" y="29300"/>
                  </a:lnTo>
                  <a:lnTo>
                    <a:pt x="12124" y="29400"/>
                  </a:lnTo>
                  <a:lnTo>
                    <a:pt x="12551" y="29471"/>
                  </a:lnTo>
                  <a:lnTo>
                    <a:pt x="12978" y="29542"/>
                  </a:lnTo>
                  <a:lnTo>
                    <a:pt x="13405" y="29613"/>
                  </a:lnTo>
                  <a:lnTo>
                    <a:pt x="13846" y="29656"/>
                  </a:lnTo>
                  <a:lnTo>
                    <a:pt x="14273" y="29699"/>
                  </a:lnTo>
                  <a:lnTo>
                    <a:pt x="14714" y="29727"/>
                  </a:lnTo>
                  <a:lnTo>
                    <a:pt x="15155" y="29755"/>
                  </a:lnTo>
                  <a:lnTo>
                    <a:pt x="16464" y="29755"/>
                  </a:lnTo>
                  <a:lnTo>
                    <a:pt x="16905" y="29727"/>
                  </a:lnTo>
                  <a:lnTo>
                    <a:pt x="17332" y="29699"/>
                  </a:lnTo>
                  <a:lnTo>
                    <a:pt x="17773" y="29656"/>
                  </a:lnTo>
                  <a:lnTo>
                    <a:pt x="18215" y="29599"/>
                  </a:lnTo>
                  <a:lnTo>
                    <a:pt x="18642" y="29528"/>
                  </a:lnTo>
                  <a:lnTo>
                    <a:pt x="19083" y="29457"/>
                  </a:lnTo>
                  <a:lnTo>
                    <a:pt x="19524" y="29371"/>
                  </a:lnTo>
                  <a:lnTo>
                    <a:pt x="19951" y="29272"/>
                  </a:lnTo>
                  <a:lnTo>
                    <a:pt x="20378" y="29172"/>
                  </a:lnTo>
                  <a:lnTo>
                    <a:pt x="20819" y="29044"/>
                  </a:lnTo>
                  <a:lnTo>
                    <a:pt x="21246" y="28916"/>
                  </a:lnTo>
                  <a:lnTo>
                    <a:pt x="21658" y="28774"/>
                  </a:lnTo>
                  <a:lnTo>
                    <a:pt x="22085" y="28631"/>
                  </a:lnTo>
                  <a:lnTo>
                    <a:pt x="22512" y="28461"/>
                  </a:lnTo>
                  <a:lnTo>
                    <a:pt x="22925" y="28290"/>
                  </a:lnTo>
                  <a:lnTo>
                    <a:pt x="23337" y="28105"/>
                  </a:lnTo>
                  <a:lnTo>
                    <a:pt x="23750" y="27906"/>
                  </a:lnTo>
                  <a:lnTo>
                    <a:pt x="24163" y="27692"/>
                  </a:lnTo>
                  <a:lnTo>
                    <a:pt x="24575" y="27479"/>
                  </a:lnTo>
                  <a:lnTo>
                    <a:pt x="24974" y="27251"/>
                  </a:lnTo>
                  <a:lnTo>
                    <a:pt x="25372" y="27009"/>
                  </a:lnTo>
                  <a:lnTo>
                    <a:pt x="25756" y="26753"/>
                  </a:lnTo>
                  <a:lnTo>
                    <a:pt x="26155" y="26497"/>
                  </a:lnTo>
                  <a:lnTo>
                    <a:pt x="26525" y="26226"/>
                  </a:lnTo>
                  <a:lnTo>
                    <a:pt x="26895" y="25942"/>
                  </a:lnTo>
                  <a:lnTo>
                    <a:pt x="27251" y="25657"/>
                  </a:lnTo>
                  <a:lnTo>
                    <a:pt x="27606" y="25358"/>
                  </a:lnTo>
                  <a:lnTo>
                    <a:pt x="27948" y="25060"/>
                  </a:lnTo>
                  <a:lnTo>
                    <a:pt x="28289" y="24747"/>
                  </a:lnTo>
                  <a:lnTo>
                    <a:pt x="28602" y="24433"/>
                  </a:lnTo>
                  <a:lnTo>
                    <a:pt x="28916" y="24106"/>
                  </a:lnTo>
                  <a:lnTo>
                    <a:pt x="29229" y="23779"/>
                  </a:lnTo>
                  <a:lnTo>
                    <a:pt x="29527" y="23437"/>
                  </a:lnTo>
                  <a:lnTo>
                    <a:pt x="29812" y="23096"/>
                  </a:lnTo>
                  <a:lnTo>
                    <a:pt x="30082" y="22754"/>
                  </a:lnTo>
                  <a:lnTo>
                    <a:pt x="30353" y="22399"/>
                  </a:lnTo>
                  <a:lnTo>
                    <a:pt x="30609" y="22029"/>
                  </a:lnTo>
                  <a:lnTo>
                    <a:pt x="30865" y="21673"/>
                  </a:lnTo>
                  <a:lnTo>
                    <a:pt x="31107" y="21289"/>
                  </a:lnTo>
                  <a:lnTo>
                    <a:pt x="31335" y="20919"/>
                  </a:lnTo>
                  <a:lnTo>
                    <a:pt x="31562" y="20534"/>
                  </a:lnTo>
                  <a:lnTo>
                    <a:pt x="31761" y="20150"/>
                  </a:lnTo>
                  <a:lnTo>
                    <a:pt x="31961" y="19766"/>
                  </a:lnTo>
                  <a:lnTo>
                    <a:pt x="32160" y="19368"/>
                  </a:lnTo>
                  <a:lnTo>
                    <a:pt x="32345" y="18969"/>
                  </a:lnTo>
                  <a:lnTo>
                    <a:pt x="32516" y="18571"/>
                  </a:lnTo>
                  <a:lnTo>
                    <a:pt x="32672" y="18158"/>
                  </a:lnTo>
                  <a:lnTo>
                    <a:pt x="32829" y="17745"/>
                  </a:lnTo>
                  <a:lnTo>
                    <a:pt x="32971" y="17333"/>
                  </a:lnTo>
                  <a:lnTo>
                    <a:pt x="33099" y="16920"/>
                  </a:lnTo>
                  <a:lnTo>
                    <a:pt x="33227" y="16507"/>
                  </a:lnTo>
                  <a:lnTo>
                    <a:pt x="33341" y="16080"/>
                  </a:lnTo>
                  <a:lnTo>
                    <a:pt x="33441" y="15654"/>
                  </a:lnTo>
                  <a:lnTo>
                    <a:pt x="33526" y="15227"/>
                  </a:lnTo>
                  <a:lnTo>
                    <a:pt x="33611" y="14800"/>
                  </a:lnTo>
                  <a:lnTo>
                    <a:pt x="33683" y="14373"/>
                  </a:lnTo>
                  <a:lnTo>
                    <a:pt x="33754" y="13946"/>
                  </a:lnTo>
                  <a:lnTo>
                    <a:pt x="33796" y="13505"/>
                  </a:lnTo>
                  <a:lnTo>
                    <a:pt x="33839" y="13078"/>
                  </a:lnTo>
                  <a:lnTo>
                    <a:pt x="33868" y="12637"/>
                  </a:lnTo>
                  <a:lnTo>
                    <a:pt x="33896" y="12196"/>
                  </a:lnTo>
                  <a:lnTo>
                    <a:pt x="33896" y="11769"/>
                  </a:lnTo>
                  <a:lnTo>
                    <a:pt x="33896" y="11328"/>
                  </a:lnTo>
                  <a:lnTo>
                    <a:pt x="33882" y="10887"/>
                  </a:lnTo>
                  <a:lnTo>
                    <a:pt x="33868" y="10445"/>
                  </a:lnTo>
                  <a:lnTo>
                    <a:pt x="33839" y="10019"/>
                  </a:lnTo>
                  <a:lnTo>
                    <a:pt x="33796" y="9577"/>
                  </a:lnTo>
                  <a:lnTo>
                    <a:pt x="33739" y="9136"/>
                  </a:lnTo>
                  <a:lnTo>
                    <a:pt x="33668" y="8709"/>
                  </a:lnTo>
                  <a:lnTo>
                    <a:pt x="33597" y="8268"/>
                  </a:lnTo>
                  <a:lnTo>
                    <a:pt x="33512" y="7827"/>
                  </a:lnTo>
                  <a:lnTo>
                    <a:pt x="33412" y="7400"/>
                  </a:lnTo>
                  <a:lnTo>
                    <a:pt x="33298" y="6973"/>
                  </a:lnTo>
                  <a:lnTo>
                    <a:pt x="33184" y="6532"/>
                  </a:lnTo>
                  <a:lnTo>
                    <a:pt x="33056" y="6105"/>
                  </a:lnTo>
                  <a:lnTo>
                    <a:pt x="32914" y="5678"/>
                  </a:lnTo>
                  <a:lnTo>
                    <a:pt x="32758" y="5266"/>
                  </a:lnTo>
                  <a:lnTo>
                    <a:pt x="32601" y="4839"/>
                  </a:lnTo>
                  <a:lnTo>
                    <a:pt x="32430" y="4426"/>
                  </a:lnTo>
                  <a:lnTo>
                    <a:pt x="32245" y="4014"/>
                  </a:lnTo>
                  <a:lnTo>
                    <a:pt x="32046" y="3601"/>
                  </a:lnTo>
                  <a:lnTo>
                    <a:pt x="31833" y="3188"/>
                  </a:lnTo>
                  <a:lnTo>
                    <a:pt x="31619" y="2776"/>
                  </a:lnTo>
                  <a:lnTo>
                    <a:pt x="31392" y="2377"/>
                  </a:lnTo>
                  <a:lnTo>
                    <a:pt x="31150" y="1979"/>
                  </a:lnTo>
                  <a:lnTo>
                    <a:pt x="30893" y="1594"/>
                  </a:lnTo>
                  <a:lnTo>
                    <a:pt x="30794" y="1438"/>
                  </a:lnTo>
                  <a:lnTo>
                    <a:pt x="30680" y="1296"/>
                  </a:lnTo>
                  <a:lnTo>
                    <a:pt x="30566" y="1153"/>
                  </a:lnTo>
                  <a:lnTo>
                    <a:pt x="30438" y="1025"/>
                  </a:lnTo>
                  <a:lnTo>
                    <a:pt x="30310" y="911"/>
                  </a:lnTo>
                  <a:lnTo>
                    <a:pt x="30182" y="798"/>
                  </a:lnTo>
                  <a:lnTo>
                    <a:pt x="30040" y="684"/>
                  </a:lnTo>
                  <a:lnTo>
                    <a:pt x="29897" y="584"/>
                  </a:lnTo>
                  <a:lnTo>
                    <a:pt x="29599" y="413"/>
                  </a:lnTo>
                  <a:lnTo>
                    <a:pt x="29285" y="271"/>
                  </a:lnTo>
                  <a:lnTo>
                    <a:pt x="28972" y="157"/>
                  </a:lnTo>
                  <a:lnTo>
                    <a:pt x="28645" y="72"/>
                  </a:lnTo>
                  <a:lnTo>
                    <a:pt x="28304" y="15"/>
                  </a:lnTo>
                  <a:lnTo>
                    <a:pt x="279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5651770" y="3750004"/>
              <a:ext cx="606362" cy="981970"/>
            </a:xfrm>
            <a:custGeom>
              <a:avLst/>
              <a:gdLst/>
              <a:ahLst/>
              <a:cxnLst/>
              <a:rect l="l" t="t" r="r" b="b"/>
              <a:pathLst>
                <a:path w="18699" h="30282" extrusionOk="0">
                  <a:moveTo>
                    <a:pt x="8880" y="0"/>
                  </a:moveTo>
                  <a:lnTo>
                    <a:pt x="8397" y="43"/>
                  </a:lnTo>
                  <a:lnTo>
                    <a:pt x="7927" y="100"/>
                  </a:lnTo>
                  <a:lnTo>
                    <a:pt x="7472" y="185"/>
                  </a:lnTo>
                  <a:lnTo>
                    <a:pt x="7016" y="285"/>
                  </a:lnTo>
                  <a:lnTo>
                    <a:pt x="6575" y="413"/>
                  </a:lnTo>
                  <a:lnTo>
                    <a:pt x="6148" y="569"/>
                  </a:lnTo>
                  <a:lnTo>
                    <a:pt x="5721" y="726"/>
                  </a:lnTo>
                  <a:lnTo>
                    <a:pt x="5309" y="911"/>
                  </a:lnTo>
                  <a:lnTo>
                    <a:pt x="4896" y="1124"/>
                  </a:lnTo>
                  <a:lnTo>
                    <a:pt x="4512" y="1352"/>
                  </a:lnTo>
                  <a:lnTo>
                    <a:pt x="4128" y="1594"/>
                  </a:lnTo>
                  <a:lnTo>
                    <a:pt x="3758" y="1850"/>
                  </a:lnTo>
                  <a:lnTo>
                    <a:pt x="3416" y="2135"/>
                  </a:lnTo>
                  <a:lnTo>
                    <a:pt x="3075" y="2419"/>
                  </a:lnTo>
                  <a:lnTo>
                    <a:pt x="2747" y="2732"/>
                  </a:lnTo>
                  <a:lnTo>
                    <a:pt x="2434" y="3060"/>
                  </a:lnTo>
                  <a:lnTo>
                    <a:pt x="2135" y="3401"/>
                  </a:lnTo>
                  <a:lnTo>
                    <a:pt x="1865" y="3757"/>
                  </a:lnTo>
                  <a:lnTo>
                    <a:pt x="1609" y="4113"/>
                  </a:lnTo>
                  <a:lnTo>
                    <a:pt x="1367" y="4497"/>
                  </a:lnTo>
                  <a:lnTo>
                    <a:pt x="1139" y="4881"/>
                  </a:lnTo>
                  <a:lnTo>
                    <a:pt x="926" y="5294"/>
                  </a:lnTo>
                  <a:lnTo>
                    <a:pt x="741" y="5706"/>
                  </a:lnTo>
                  <a:lnTo>
                    <a:pt x="570" y="6133"/>
                  </a:lnTo>
                  <a:lnTo>
                    <a:pt x="428" y="6560"/>
                  </a:lnTo>
                  <a:lnTo>
                    <a:pt x="300" y="7001"/>
                  </a:lnTo>
                  <a:lnTo>
                    <a:pt x="200" y="7457"/>
                  </a:lnTo>
                  <a:lnTo>
                    <a:pt x="115" y="7926"/>
                  </a:lnTo>
                  <a:lnTo>
                    <a:pt x="58" y="8382"/>
                  </a:lnTo>
                  <a:lnTo>
                    <a:pt x="15" y="8865"/>
                  </a:lnTo>
                  <a:lnTo>
                    <a:pt x="1" y="9349"/>
                  </a:lnTo>
                  <a:lnTo>
                    <a:pt x="1" y="20932"/>
                  </a:lnTo>
                  <a:lnTo>
                    <a:pt x="15" y="21416"/>
                  </a:lnTo>
                  <a:lnTo>
                    <a:pt x="58" y="21900"/>
                  </a:lnTo>
                  <a:lnTo>
                    <a:pt x="115" y="22355"/>
                  </a:lnTo>
                  <a:lnTo>
                    <a:pt x="200" y="22825"/>
                  </a:lnTo>
                  <a:lnTo>
                    <a:pt x="300" y="23280"/>
                  </a:lnTo>
                  <a:lnTo>
                    <a:pt x="428" y="23722"/>
                  </a:lnTo>
                  <a:lnTo>
                    <a:pt x="570" y="24148"/>
                  </a:lnTo>
                  <a:lnTo>
                    <a:pt x="741" y="24575"/>
                  </a:lnTo>
                  <a:lnTo>
                    <a:pt x="926" y="24988"/>
                  </a:lnTo>
                  <a:lnTo>
                    <a:pt x="1139" y="25386"/>
                  </a:lnTo>
                  <a:lnTo>
                    <a:pt x="1367" y="25785"/>
                  </a:lnTo>
                  <a:lnTo>
                    <a:pt x="1609" y="26169"/>
                  </a:lnTo>
                  <a:lnTo>
                    <a:pt x="1865" y="26525"/>
                  </a:lnTo>
                  <a:lnTo>
                    <a:pt x="2135" y="26881"/>
                  </a:lnTo>
                  <a:lnTo>
                    <a:pt x="2434" y="27222"/>
                  </a:lnTo>
                  <a:lnTo>
                    <a:pt x="2747" y="27549"/>
                  </a:lnTo>
                  <a:lnTo>
                    <a:pt x="3075" y="27862"/>
                  </a:lnTo>
                  <a:lnTo>
                    <a:pt x="3416" y="28147"/>
                  </a:lnTo>
                  <a:lnTo>
                    <a:pt x="3758" y="28432"/>
                  </a:lnTo>
                  <a:lnTo>
                    <a:pt x="4128" y="28688"/>
                  </a:lnTo>
                  <a:lnTo>
                    <a:pt x="4512" y="28930"/>
                  </a:lnTo>
                  <a:lnTo>
                    <a:pt x="4896" y="29157"/>
                  </a:lnTo>
                  <a:lnTo>
                    <a:pt x="5309" y="29371"/>
                  </a:lnTo>
                  <a:lnTo>
                    <a:pt x="5721" y="29556"/>
                  </a:lnTo>
                  <a:lnTo>
                    <a:pt x="6148" y="29712"/>
                  </a:lnTo>
                  <a:lnTo>
                    <a:pt x="6575" y="29869"/>
                  </a:lnTo>
                  <a:lnTo>
                    <a:pt x="7016" y="29997"/>
                  </a:lnTo>
                  <a:lnTo>
                    <a:pt x="7472" y="30097"/>
                  </a:lnTo>
                  <a:lnTo>
                    <a:pt x="7927" y="30182"/>
                  </a:lnTo>
                  <a:lnTo>
                    <a:pt x="8397" y="30239"/>
                  </a:lnTo>
                  <a:lnTo>
                    <a:pt x="8880" y="30267"/>
                  </a:lnTo>
                  <a:lnTo>
                    <a:pt x="9350" y="30282"/>
                  </a:lnTo>
                  <a:lnTo>
                    <a:pt x="9834" y="30267"/>
                  </a:lnTo>
                  <a:lnTo>
                    <a:pt x="10318" y="30239"/>
                  </a:lnTo>
                  <a:lnTo>
                    <a:pt x="10773" y="30182"/>
                  </a:lnTo>
                  <a:lnTo>
                    <a:pt x="11242" y="30097"/>
                  </a:lnTo>
                  <a:lnTo>
                    <a:pt x="11698" y="29997"/>
                  </a:lnTo>
                  <a:lnTo>
                    <a:pt x="12139" y="29869"/>
                  </a:lnTo>
                  <a:lnTo>
                    <a:pt x="12566" y="29712"/>
                  </a:lnTo>
                  <a:lnTo>
                    <a:pt x="12993" y="29556"/>
                  </a:lnTo>
                  <a:lnTo>
                    <a:pt x="13405" y="29371"/>
                  </a:lnTo>
                  <a:lnTo>
                    <a:pt x="13818" y="29157"/>
                  </a:lnTo>
                  <a:lnTo>
                    <a:pt x="14202" y="28930"/>
                  </a:lnTo>
                  <a:lnTo>
                    <a:pt x="14587" y="28688"/>
                  </a:lnTo>
                  <a:lnTo>
                    <a:pt x="14942" y="28432"/>
                  </a:lnTo>
                  <a:lnTo>
                    <a:pt x="15298" y="28147"/>
                  </a:lnTo>
                  <a:lnTo>
                    <a:pt x="15640" y="27862"/>
                  </a:lnTo>
                  <a:lnTo>
                    <a:pt x="15967" y="27549"/>
                  </a:lnTo>
                  <a:lnTo>
                    <a:pt x="16280" y="27222"/>
                  </a:lnTo>
                  <a:lnTo>
                    <a:pt x="16564" y="26881"/>
                  </a:lnTo>
                  <a:lnTo>
                    <a:pt x="16849" y="26525"/>
                  </a:lnTo>
                  <a:lnTo>
                    <a:pt x="17105" y="26169"/>
                  </a:lnTo>
                  <a:lnTo>
                    <a:pt x="17347" y="25785"/>
                  </a:lnTo>
                  <a:lnTo>
                    <a:pt x="17575" y="25386"/>
                  </a:lnTo>
                  <a:lnTo>
                    <a:pt x="17788" y="24988"/>
                  </a:lnTo>
                  <a:lnTo>
                    <a:pt x="17973" y="24575"/>
                  </a:lnTo>
                  <a:lnTo>
                    <a:pt x="18144" y="24148"/>
                  </a:lnTo>
                  <a:lnTo>
                    <a:pt x="18286" y="23722"/>
                  </a:lnTo>
                  <a:lnTo>
                    <a:pt x="18414" y="23280"/>
                  </a:lnTo>
                  <a:lnTo>
                    <a:pt x="18514" y="22825"/>
                  </a:lnTo>
                  <a:lnTo>
                    <a:pt x="18599" y="22355"/>
                  </a:lnTo>
                  <a:lnTo>
                    <a:pt x="18656" y="21900"/>
                  </a:lnTo>
                  <a:lnTo>
                    <a:pt x="18699" y="21416"/>
                  </a:lnTo>
                  <a:lnTo>
                    <a:pt x="18699" y="20932"/>
                  </a:lnTo>
                  <a:lnTo>
                    <a:pt x="18699" y="9349"/>
                  </a:lnTo>
                  <a:lnTo>
                    <a:pt x="18699" y="8865"/>
                  </a:lnTo>
                  <a:lnTo>
                    <a:pt x="18656" y="8382"/>
                  </a:lnTo>
                  <a:lnTo>
                    <a:pt x="18599" y="7926"/>
                  </a:lnTo>
                  <a:lnTo>
                    <a:pt x="18514" y="7457"/>
                  </a:lnTo>
                  <a:lnTo>
                    <a:pt x="18414" y="7001"/>
                  </a:lnTo>
                  <a:lnTo>
                    <a:pt x="18286" y="6560"/>
                  </a:lnTo>
                  <a:lnTo>
                    <a:pt x="18144" y="6133"/>
                  </a:lnTo>
                  <a:lnTo>
                    <a:pt x="17973" y="5706"/>
                  </a:lnTo>
                  <a:lnTo>
                    <a:pt x="17788" y="5294"/>
                  </a:lnTo>
                  <a:lnTo>
                    <a:pt x="17575" y="4881"/>
                  </a:lnTo>
                  <a:lnTo>
                    <a:pt x="17347" y="4497"/>
                  </a:lnTo>
                  <a:lnTo>
                    <a:pt x="17105" y="4113"/>
                  </a:lnTo>
                  <a:lnTo>
                    <a:pt x="16849" y="3757"/>
                  </a:lnTo>
                  <a:lnTo>
                    <a:pt x="16564" y="3401"/>
                  </a:lnTo>
                  <a:lnTo>
                    <a:pt x="16280" y="3060"/>
                  </a:lnTo>
                  <a:lnTo>
                    <a:pt x="15967" y="2732"/>
                  </a:lnTo>
                  <a:lnTo>
                    <a:pt x="15640" y="2419"/>
                  </a:lnTo>
                  <a:lnTo>
                    <a:pt x="15298" y="2135"/>
                  </a:lnTo>
                  <a:lnTo>
                    <a:pt x="14942" y="1850"/>
                  </a:lnTo>
                  <a:lnTo>
                    <a:pt x="14587" y="1594"/>
                  </a:lnTo>
                  <a:lnTo>
                    <a:pt x="14202" y="1352"/>
                  </a:lnTo>
                  <a:lnTo>
                    <a:pt x="13818" y="1124"/>
                  </a:lnTo>
                  <a:lnTo>
                    <a:pt x="13405" y="911"/>
                  </a:lnTo>
                  <a:lnTo>
                    <a:pt x="12993" y="726"/>
                  </a:lnTo>
                  <a:lnTo>
                    <a:pt x="12566" y="569"/>
                  </a:lnTo>
                  <a:lnTo>
                    <a:pt x="12139" y="413"/>
                  </a:lnTo>
                  <a:lnTo>
                    <a:pt x="11698" y="285"/>
                  </a:lnTo>
                  <a:lnTo>
                    <a:pt x="11242" y="185"/>
                  </a:lnTo>
                  <a:lnTo>
                    <a:pt x="10773" y="100"/>
                  </a:lnTo>
                  <a:lnTo>
                    <a:pt x="10318" y="43"/>
                  </a:lnTo>
                  <a:lnTo>
                    <a:pt x="98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1"/>
            <p:cNvSpPr/>
            <p:nvPr/>
          </p:nvSpPr>
          <p:spPr>
            <a:xfrm>
              <a:off x="5388751" y="4322642"/>
              <a:ext cx="1069200" cy="409332"/>
            </a:xfrm>
            <a:custGeom>
              <a:avLst/>
              <a:gdLst/>
              <a:ahLst/>
              <a:cxnLst/>
              <a:rect l="l" t="t" r="r" b="b"/>
              <a:pathLst>
                <a:path w="32972" h="12623" extrusionOk="0">
                  <a:moveTo>
                    <a:pt x="12637" y="1"/>
                  </a:moveTo>
                  <a:lnTo>
                    <a:pt x="11982" y="15"/>
                  </a:lnTo>
                  <a:lnTo>
                    <a:pt x="11342" y="58"/>
                  </a:lnTo>
                  <a:lnTo>
                    <a:pt x="10702" y="143"/>
                  </a:lnTo>
                  <a:lnTo>
                    <a:pt x="10090" y="257"/>
                  </a:lnTo>
                  <a:lnTo>
                    <a:pt x="9478" y="385"/>
                  </a:lnTo>
                  <a:lnTo>
                    <a:pt x="8880" y="556"/>
                  </a:lnTo>
                  <a:lnTo>
                    <a:pt x="8283" y="755"/>
                  </a:lnTo>
                  <a:lnTo>
                    <a:pt x="7713" y="982"/>
                  </a:lnTo>
                  <a:lnTo>
                    <a:pt x="7158" y="1239"/>
                  </a:lnTo>
                  <a:lnTo>
                    <a:pt x="6604" y="1523"/>
                  </a:lnTo>
                  <a:lnTo>
                    <a:pt x="6077" y="1822"/>
                  </a:lnTo>
                  <a:lnTo>
                    <a:pt x="5565" y="2149"/>
                  </a:lnTo>
                  <a:lnTo>
                    <a:pt x="5067" y="2505"/>
                  </a:lnTo>
                  <a:lnTo>
                    <a:pt x="4597" y="2875"/>
                  </a:lnTo>
                  <a:lnTo>
                    <a:pt x="4142" y="3273"/>
                  </a:lnTo>
                  <a:lnTo>
                    <a:pt x="3701" y="3700"/>
                  </a:lnTo>
                  <a:lnTo>
                    <a:pt x="3274" y="4127"/>
                  </a:lnTo>
                  <a:lnTo>
                    <a:pt x="2890" y="4597"/>
                  </a:lnTo>
                  <a:lnTo>
                    <a:pt x="2505" y="5066"/>
                  </a:lnTo>
                  <a:lnTo>
                    <a:pt x="2150" y="5564"/>
                  </a:lnTo>
                  <a:lnTo>
                    <a:pt x="1822" y="6077"/>
                  </a:lnTo>
                  <a:lnTo>
                    <a:pt x="1523" y="6603"/>
                  </a:lnTo>
                  <a:lnTo>
                    <a:pt x="1239" y="7144"/>
                  </a:lnTo>
                  <a:lnTo>
                    <a:pt x="997" y="7713"/>
                  </a:lnTo>
                  <a:lnTo>
                    <a:pt x="769" y="8282"/>
                  </a:lnTo>
                  <a:lnTo>
                    <a:pt x="570" y="8866"/>
                  </a:lnTo>
                  <a:lnTo>
                    <a:pt x="399" y="9464"/>
                  </a:lnTo>
                  <a:lnTo>
                    <a:pt x="257" y="10075"/>
                  </a:lnTo>
                  <a:lnTo>
                    <a:pt x="143" y="10702"/>
                  </a:lnTo>
                  <a:lnTo>
                    <a:pt x="58" y="11342"/>
                  </a:lnTo>
                  <a:lnTo>
                    <a:pt x="15" y="11982"/>
                  </a:lnTo>
                  <a:lnTo>
                    <a:pt x="1" y="12623"/>
                  </a:lnTo>
                  <a:lnTo>
                    <a:pt x="32972" y="12623"/>
                  </a:lnTo>
                  <a:lnTo>
                    <a:pt x="32957" y="11982"/>
                  </a:lnTo>
                  <a:lnTo>
                    <a:pt x="32915" y="11342"/>
                  </a:lnTo>
                  <a:lnTo>
                    <a:pt x="32829" y="10702"/>
                  </a:lnTo>
                  <a:lnTo>
                    <a:pt x="32715" y="10075"/>
                  </a:lnTo>
                  <a:lnTo>
                    <a:pt x="32573" y="9464"/>
                  </a:lnTo>
                  <a:lnTo>
                    <a:pt x="32402" y="8866"/>
                  </a:lnTo>
                  <a:lnTo>
                    <a:pt x="32203" y="8282"/>
                  </a:lnTo>
                  <a:lnTo>
                    <a:pt x="31990" y="7713"/>
                  </a:lnTo>
                  <a:lnTo>
                    <a:pt x="31734" y="7144"/>
                  </a:lnTo>
                  <a:lnTo>
                    <a:pt x="31449" y="6603"/>
                  </a:lnTo>
                  <a:lnTo>
                    <a:pt x="31150" y="6077"/>
                  </a:lnTo>
                  <a:lnTo>
                    <a:pt x="30823" y="5564"/>
                  </a:lnTo>
                  <a:lnTo>
                    <a:pt x="30467" y="5066"/>
                  </a:lnTo>
                  <a:lnTo>
                    <a:pt x="30097" y="4597"/>
                  </a:lnTo>
                  <a:lnTo>
                    <a:pt x="29699" y="4127"/>
                  </a:lnTo>
                  <a:lnTo>
                    <a:pt x="29272" y="3700"/>
                  </a:lnTo>
                  <a:lnTo>
                    <a:pt x="28831" y="3273"/>
                  </a:lnTo>
                  <a:lnTo>
                    <a:pt x="28375" y="2875"/>
                  </a:lnTo>
                  <a:lnTo>
                    <a:pt x="27906" y="2505"/>
                  </a:lnTo>
                  <a:lnTo>
                    <a:pt x="27408" y="2149"/>
                  </a:lnTo>
                  <a:lnTo>
                    <a:pt x="26895" y="1822"/>
                  </a:lnTo>
                  <a:lnTo>
                    <a:pt x="26369" y="1523"/>
                  </a:lnTo>
                  <a:lnTo>
                    <a:pt x="25814" y="1239"/>
                  </a:lnTo>
                  <a:lnTo>
                    <a:pt x="25259" y="982"/>
                  </a:lnTo>
                  <a:lnTo>
                    <a:pt x="24690" y="755"/>
                  </a:lnTo>
                  <a:lnTo>
                    <a:pt x="24106" y="556"/>
                  </a:lnTo>
                  <a:lnTo>
                    <a:pt x="23494" y="385"/>
                  </a:lnTo>
                  <a:lnTo>
                    <a:pt x="22883" y="257"/>
                  </a:lnTo>
                  <a:lnTo>
                    <a:pt x="22271" y="143"/>
                  </a:lnTo>
                  <a:lnTo>
                    <a:pt x="21630" y="58"/>
                  </a:lnTo>
                  <a:lnTo>
                    <a:pt x="20990" y="15"/>
                  </a:lnTo>
                  <a:lnTo>
                    <a:pt x="20350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1"/>
            <p:cNvSpPr/>
            <p:nvPr/>
          </p:nvSpPr>
          <p:spPr>
            <a:xfrm>
              <a:off x="5485190" y="2057414"/>
              <a:ext cx="650204" cy="2351999"/>
            </a:xfrm>
            <a:custGeom>
              <a:avLst/>
              <a:gdLst/>
              <a:ahLst/>
              <a:cxnLst/>
              <a:rect l="l" t="t" r="r" b="b"/>
              <a:pathLst>
                <a:path w="20051" h="72531" extrusionOk="0">
                  <a:moveTo>
                    <a:pt x="5081" y="1"/>
                  </a:moveTo>
                  <a:lnTo>
                    <a:pt x="6006" y="1111"/>
                  </a:lnTo>
                  <a:lnTo>
                    <a:pt x="6575" y="1125"/>
                  </a:lnTo>
                  <a:lnTo>
                    <a:pt x="6988" y="1139"/>
                  </a:lnTo>
                  <a:lnTo>
                    <a:pt x="7500" y="1168"/>
                  </a:lnTo>
                  <a:lnTo>
                    <a:pt x="8083" y="1225"/>
                  </a:lnTo>
                  <a:lnTo>
                    <a:pt x="8724" y="1310"/>
                  </a:lnTo>
                  <a:lnTo>
                    <a:pt x="9421" y="1438"/>
                  </a:lnTo>
                  <a:lnTo>
                    <a:pt x="9791" y="1523"/>
                  </a:lnTo>
                  <a:lnTo>
                    <a:pt x="10175" y="1623"/>
                  </a:lnTo>
                  <a:lnTo>
                    <a:pt x="10559" y="1723"/>
                  </a:lnTo>
                  <a:lnTo>
                    <a:pt x="10958" y="1837"/>
                  </a:lnTo>
                  <a:lnTo>
                    <a:pt x="11356" y="1979"/>
                  </a:lnTo>
                  <a:lnTo>
                    <a:pt x="11769" y="2121"/>
                  </a:lnTo>
                  <a:lnTo>
                    <a:pt x="12196" y="2292"/>
                  </a:lnTo>
                  <a:lnTo>
                    <a:pt x="12609" y="2477"/>
                  </a:lnTo>
                  <a:lnTo>
                    <a:pt x="13035" y="2676"/>
                  </a:lnTo>
                  <a:lnTo>
                    <a:pt x="13462" y="2890"/>
                  </a:lnTo>
                  <a:lnTo>
                    <a:pt x="13889" y="3131"/>
                  </a:lnTo>
                  <a:lnTo>
                    <a:pt x="14302" y="3402"/>
                  </a:lnTo>
                  <a:lnTo>
                    <a:pt x="14729" y="3672"/>
                  </a:lnTo>
                  <a:lnTo>
                    <a:pt x="15156" y="3985"/>
                  </a:lnTo>
                  <a:lnTo>
                    <a:pt x="15568" y="4313"/>
                  </a:lnTo>
                  <a:lnTo>
                    <a:pt x="15981" y="4654"/>
                  </a:lnTo>
                  <a:lnTo>
                    <a:pt x="16394" y="5038"/>
                  </a:lnTo>
                  <a:lnTo>
                    <a:pt x="16792" y="5437"/>
                  </a:lnTo>
                  <a:lnTo>
                    <a:pt x="16977" y="5650"/>
                  </a:lnTo>
                  <a:lnTo>
                    <a:pt x="17162" y="5864"/>
                  </a:lnTo>
                  <a:lnTo>
                    <a:pt x="17333" y="6091"/>
                  </a:lnTo>
                  <a:lnTo>
                    <a:pt x="17504" y="6319"/>
                  </a:lnTo>
                  <a:lnTo>
                    <a:pt x="17660" y="6561"/>
                  </a:lnTo>
                  <a:lnTo>
                    <a:pt x="17802" y="6803"/>
                  </a:lnTo>
                  <a:lnTo>
                    <a:pt x="17945" y="7045"/>
                  </a:lnTo>
                  <a:lnTo>
                    <a:pt x="18073" y="7301"/>
                  </a:lnTo>
                  <a:lnTo>
                    <a:pt x="18187" y="7557"/>
                  </a:lnTo>
                  <a:lnTo>
                    <a:pt x="18301" y="7827"/>
                  </a:lnTo>
                  <a:lnTo>
                    <a:pt x="18400" y="8098"/>
                  </a:lnTo>
                  <a:lnTo>
                    <a:pt x="18500" y="8382"/>
                  </a:lnTo>
                  <a:lnTo>
                    <a:pt x="18585" y="8653"/>
                  </a:lnTo>
                  <a:lnTo>
                    <a:pt x="18656" y="8951"/>
                  </a:lnTo>
                  <a:lnTo>
                    <a:pt x="18727" y="9236"/>
                  </a:lnTo>
                  <a:lnTo>
                    <a:pt x="18784" y="9535"/>
                  </a:lnTo>
                  <a:lnTo>
                    <a:pt x="18827" y="9848"/>
                  </a:lnTo>
                  <a:lnTo>
                    <a:pt x="18870" y="10147"/>
                  </a:lnTo>
                  <a:lnTo>
                    <a:pt x="18912" y="10474"/>
                  </a:lnTo>
                  <a:lnTo>
                    <a:pt x="18927" y="10787"/>
                  </a:lnTo>
                  <a:lnTo>
                    <a:pt x="18955" y="11442"/>
                  </a:lnTo>
                  <a:lnTo>
                    <a:pt x="18955" y="12111"/>
                  </a:lnTo>
                  <a:lnTo>
                    <a:pt x="18912" y="12808"/>
                  </a:lnTo>
                  <a:lnTo>
                    <a:pt x="18841" y="13505"/>
                  </a:lnTo>
                  <a:lnTo>
                    <a:pt x="18756" y="14231"/>
                  </a:lnTo>
                  <a:lnTo>
                    <a:pt x="18628" y="14971"/>
                  </a:lnTo>
                  <a:lnTo>
                    <a:pt x="18500" y="15568"/>
                  </a:lnTo>
                  <a:lnTo>
                    <a:pt x="18357" y="16166"/>
                  </a:lnTo>
                  <a:lnTo>
                    <a:pt x="18215" y="16764"/>
                  </a:lnTo>
                  <a:lnTo>
                    <a:pt x="18044" y="17347"/>
                  </a:lnTo>
                  <a:lnTo>
                    <a:pt x="17859" y="17931"/>
                  </a:lnTo>
                  <a:lnTo>
                    <a:pt x="17660" y="18514"/>
                  </a:lnTo>
                  <a:lnTo>
                    <a:pt x="17461" y="19097"/>
                  </a:lnTo>
                  <a:lnTo>
                    <a:pt x="17233" y="19681"/>
                  </a:lnTo>
                  <a:lnTo>
                    <a:pt x="17006" y="20250"/>
                  </a:lnTo>
                  <a:lnTo>
                    <a:pt x="16764" y="20819"/>
                  </a:lnTo>
                  <a:lnTo>
                    <a:pt x="16508" y="21388"/>
                  </a:lnTo>
                  <a:lnTo>
                    <a:pt x="16237" y="21958"/>
                  </a:lnTo>
                  <a:lnTo>
                    <a:pt x="15967" y="22527"/>
                  </a:lnTo>
                  <a:lnTo>
                    <a:pt x="15682" y="23082"/>
                  </a:lnTo>
                  <a:lnTo>
                    <a:pt x="15085" y="24206"/>
                  </a:lnTo>
                  <a:lnTo>
                    <a:pt x="14458" y="25316"/>
                  </a:lnTo>
                  <a:lnTo>
                    <a:pt x="13818" y="26412"/>
                  </a:lnTo>
                  <a:lnTo>
                    <a:pt x="13135" y="27507"/>
                  </a:lnTo>
                  <a:lnTo>
                    <a:pt x="12452" y="28589"/>
                  </a:lnTo>
                  <a:lnTo>
                    <a:pt x="11741" y="29670"/>
                  </a:lnTo>
                  <a:lnTo>
                    <a:pt x="11029" y="30752"/>
                  </a:lnTo>
                  <a:lnTo>
                    <a:pt x="9592" y="32872"/>
                  </a:lnTo>
                  <a:lnTo>
                    <a:pt x="8638" y="34281"/>
                  </a:lnTo>
                  <a:lnTo>
                    <a:pt x="7685" y="35690"/>
                  </a:lnTo>
                  <a:lnTo>
                    <a:pt x="6760" y="37113"/>
                  </a:lnTo>
                  <a:lnTo>
                    <a:pt x="5849" y="38550"/>
                  </a:lnTo>
                  <a:lnTo>
                    <a:pt x="5408" y="39261"/>
                  </a:lnTo>
                  <a:lnTo>
                    <a:pt x="4981" y="39987"/>
                  </a:lnTo>
                  <a:lnTo>
                    <a:pt x="4554" y="40727"/>
                  </a:lnTo>
                  <a:lnTo>
                    <a:pt x="4142" y="41453"/>
                  </a:lnTo>
                  <a:lnTo>
                    <a:pt x="3743" y="42193"/>
                  </a:lnTo>
                  <a:lnTo>
                    <a:pt x="3359" y="42933"/>
                  </a:lnTo>
                  <a:lnTo>
                    <a:pt x="2989" y="43673"/>
                  </a:lnTo>
                  <a:lnTo>
                    <a:pt x="2633" y="44427"/>
                  </a:lnTo>
                  <a:lnTo>
                    <a:pt x="2292" y="45181"/>
                  </a:lnTo>
                  <a:lnTo>
                    <a:pt x="1979" y="45949"/>
                  </a:lnTo>
                  <a:lnTo>
                    <a:pt x="1680" y="46703"/>
                  </a:lnTo>
                  <a:lnTo>
                    <a:pt x="1395" y="47486"/>
                  </a:lnTo>
                  <a:lnTo>
                    <a:pt x="1139" y="48255"/>
                  </a:lnTo>
                  <a:lnTo>
                    <a:pt x="912" y="49051"/>
                  </a:lnTo>
                  <a:lnTo>
                    <a:pt x="698" y="49834"/>
                  </a:lnTo>
                  <a:lnTo>
                    <a:pt x="513" y="50631"/>
                  </a:lnTo>
                  <a:lnTo>
                    <a:pt x="357" y="51442"/>
                  </a:lnTo>
                  <a:lnTo>
                    <a:pt x="229" y="52253"/>
                  </a:lnTo>
                  <a:lnTo>
                    <a:pt x="129" y="53079"/>
                  </a:lnTo>
                  <a:lnTo>
                    <a:pt x="58" y="53904"/>
                  </a:lnTo>
                  <a:lnTo>
                    <a:pt x="15" y="54729"/>
                  </a:lnTo>
                  <a:lnTo>
                    <a:pt x="1" y="55583"/>
                  </a:lnTo>
                  <a:lnTo>
                    <a:pt x="29" y="56423"/>
                  </a:lnTo>
                  <a:lnTo>
                    <a:pt x="58" y="56864"/>
                  </a:lnTo>
                  <a:lnTo>
                    <a:pt x="86" y="57291"/>
                  </a:lnTo>
                  <a:lnTo>
                    <a:pt x="143" y="57817"/>
                  </a:lnTo>
                  <a:lnTo>
                    <a:pt x="200" y="58329"/>
                  </a:lnTo>
                  <a:lnTo>
                    <a:pt x="271" y="58842"/>
                  </a:lnTo>
                  <a:lnTo>
                    <a:pt x="342" y="59340"/>
                  </a:lnTo>
                  <a:lnTo>
                    <a:pt x="428" y="59823"/>
                  </a:lnTo>
                  <a:lnTo>
                    <a:pt x="527" y="60293"/>
                  </a:lnTo>
                  <a:lnTo>
                    <a:pt x="627" y="60763"/>
                  </a:lnTo>
                  <a:lnTo>
                    <a:pt x="727" y="61218"/>
                  </a:lnTo>
                  <a:lnTo>
                    <a:pt x="840" y="61659"/>
                  </a:lnTo>
                  <a:lnTo>
                    <a:pt x="969" y="62086"/>
                  </a:lnTo>
                  <a:lnTo>
                    <a:pt x="1082" y="62513"/>
                  </a:lnTo>
                  <a:lnTo>
                    <a:pt x="1225" y="62911"/>
                  </a:lnTo>
                  <a:lnTo>
                    <a:pt x="1495" y="63708"/>
                  </a:lnTo>
                  <a:lnTo>
                    <a:pt x="1794" y="64462"/>
                  </a:lnTo>
                  <a:lnTo>
                    <a:pt x="2121" y="65174"/>
                  </a:lnTo>
                  <a:lnTo>
                    <a:pt x="2448" y="65843"/>
                  </a:lnTo>
                  <a:lnTo>
                    <a:pt x="2790" y="66483"/>
                  </a:lnTo>
                  <a:lnTo>
                    <a:pt x="3146" y="67081"/>
                  </a:lnTo>
                  <a:lnTo>
                    <a:pt x="3516" y="67650"/>
                  </a:lnTo>
                  <a:lnTo>
                    <a:pt x="3886" y="68176"/>
                  </a:lnTo>
                  <a:lnTo>
                    <a:pt x="4256" y="68675"/>
                  </a:lnTo>
                  <a:lnTo>
                    <a:pt x="4626" y="69130"/>
                  </a:lnTo>
                  <a:lnTo>
                    <a:pt x="4996" y="69557"/>
                  </a:lnTo>
                  <a:lnTo>
                    <a:pt x="5351" y="69955"/>
                  </a:lnTo>
                  <a:lnTo>
                    <a:pt x="5707" y="70311"/>
                  </a:lnTo>
                  <a:lnTo>
                    <a:pt x="6063" y="70652"/>
                  </a:lnTo>
                  <a:lnTo>
                    <a:pt x="6390" y="70951"/>
                  </a:lnTo>
                  <a:lnTo>
                    <a:pt x="6717" y="71222"/>
                  </a:lnTo>
                  <a:lnTo>
                    <a:pt x="7030" y="71464"/>
                  </a:lnTo>
                  <a:lnTo>
                    <a:pt x="7315" y="71691"/>
                  </a:lnTo>
                  <a:lnTo>
                    <a:pt x="7813" y="72047"/>
                  </a:lnTo>
                  <a:lnTo>
                    <a:pt x="8226" y="72303"/>
                  </a:lnTo>
                  <a:lnTo>
                    <a:pt x="8496" y="72460"/>
                  </a:lnTo>
                  <a:lnTo>
                    <a:pt x="8638" y="72531"/>
                  </a:lnTo>
                  <a:lnTo>
                    <a:pt x="9122" y="71535"/>
                  </a:lnTo>
                  <a:lnTo>
                    <a:pt x="9037" y="71478"/>
                  </a:lnTo>
                  <a:lnTo>
                    <a:pt x="8809" y="71350"/>
                  </a:lnTo>
                  <a:lnTo>
                    <a:pt x="8453" y="71122"/>
                  </a:lnTo>
                  <a:lnTo>
                    <a:pt x="7984" y="70795"/>
                  </a:lnTo>
                  <a:lnTo>
                    <a:pt x="7728" y="70581"/>
                  </a:lnTo>
                  <a:lnTo>
                    <a:pt x="7443" y="70354"/>
                  </a:lnTo>
                  <a:lnTo>
                    <a:pt x="7144" y="70098"/>
                  </a:lnTo>
                  <a:lnTo>
                    <a:pt x="6831" y="69813"/>
                  </a:lnTo>
                  <a:lnTo>
                    <a:pt x="6504" y="69500"/>
                  </a:lnTo>
                  <a:lnTo>
                    <a:pt x="6177" y="69158"/>
                  </a:lnTo>
                  <a:lnTo>
                    <a:pt x="5835" y="68788"/>
                  </a:lnTo>
                  <a:lnTo>
                    <a:pt x="5494" y="68376"/>
                  </a:lnTo>
                  <a:lnTo>
                    <a:pt x="5138" y="67949"/>
                  </a:lnTo>
                  <a:lnTo>
                    <a:pt x="4796" y="67479"/>
                  </a:lnTo>
                  <a:lnTo>
                    <a:pt x="4441" y="66981"/>
                  </a:lnTo>
                  <a:lnTo>
                    <a:pt x="4099" y="66440"/>
                  </a:lnTo>
                  <a:lnTo>
                    <a:pt x="3758" y="65871"/>
                  </a:lnTo>
                  <a:lnTo>
                    <a:pt x="3430" y="65274"/>
                  </a:lnTo>
                  <a:lnTo>
                    <a:pt x="3117" y="64633"/>
                  </a:lnTo>
                  <a:lnTo>
                    <a:pt x="2818" y="63964"/>
                  </a:lnTo>
                  <a:lnTo>
                    <a:pt x="2534" y="63253"/>
                  </a:lnTo>
                  <a:lnTo>
                    <a:pt x="2263" y="62499"/>
                  </a:lnTo>
                  <a:lnTo>
                    <a:pt x="2022" y="61716"/>
                  </a:lnTo>
                  <a:lnTo>
                    <a:pt x="1908" y="61318"/>
                  </a:lnTo>
                  <a:lnTo>
                    <a:pt x="1808" y="60891"/>
                  </a:lnTo>
                  <a:lnTo>
                    <a:pt x="1694" y="60464"/>
                  </a:lnTo>
                  <a:lnTo>
                    <a:pt x="1609" y="60023"/>
                  </a:lnTo>
                  <a:lnTo>
                    <a:pt x="1523" y="59582"/>
                  </a:lnTo>
                  <a:lnTo>
                    <a:pt x="1438" y="59126"/>
                  </a:lnTo>
                  <a:lnTo>
                    <a:pt x="1367" y="58657"/>
                  </a:lnTo>
                  <a:lnTo>
                    <a:pt x="1296" y="58173"/>
                  </a:lnTo>
                  <a:lnTo>
                    <a:pt x="1239" y="57689"/>
                  </a:lnTo>
                  <a:lnTo>
                    <a:pt x="1196" y="57191"/>
                  </a:lnTo>
                  <a:lnTo>
                    <a:pt x="1139" y="56366"/>
                  </a:lnTo>
                  <a:lnTo>
                    <a:pt x="1111" y="55555"/>
                  </a:lnTo>
                  <a:lnTo>
                    <a:pt x="1125" y="54743"/>
                  </a:lnTo>
                  <a:lnTo>
                    <a:pt x="1168" y="53932"/>
                  </a:lnTo>
                  <a:lnTo>
                    <a:pt x="1239" y="53150"/>
                  </a:lnTo>
                  <a:lnTo>
                    <a:pt x="1338" y="52353"/>
                  </a:lnTo>
                  <a:lnTo>
                    <a:pt x="1467" y="51570"/>
                  </a:lnTo>
                  <a:lnTo>
                    <a:pt x="1623" y="50787"/>
                  </a:lnTo>
                  <a:lnTo>
                    <a:pt x="1808" y="50019"/>
                  </a:lnTo>
                  <a:lnTo>
                    <a:pt x="2007" y="49265"/>
                  </a:lnTo>
                  <a:lnTo>
                    <a:pt x="2235" y="48496"/>
                  </a:lnTo>
                  <a:lnTo>
                    <a:pt x="2491" y="47742"/>
                  </a:lnTo>
                  <a:lnTo>
                    <a:pt x="2761" y="47002"/>
                  </a:lnTo>
                  <a:lnTo>
                    <a:pt x="3060" y="46248"/>
                  </a:lnTo>
                  <a:lnTo>
                    <a:pt x="3373" y="45508"/>
                  </a:lnTo>
                  <a:lnTo>
                    <a:pt x="3701" y="44782"/>
                  </a:lnTo>
                  <a:lnTo>
                    <a:pt x="4042" y="44042"/>
                  </a:lnTo>
                  <a:lnTo>
                    <a:pt x="4412" y="43317"/>
                  </a:lnTo>
                  <a:lnTo>
                    <a:pt x="4782" y="42605"/>
                  </a:lnTo>
                  <a:lnTo>
                    <a:pt x="5181" y="41880"/>
                  </a:lnTo>
                  <a:lnTo>
                    <a:pt x="5579" y="41168"/>
                  </a:lnTo>
                  <a:lnTo>
                    <a:pt x="5992" y="40457"/>
                  </a:lnTo>
                  <a:lnTo>
                    <a:pt x="6419" y="39745"/>
                  </a:lnTo>
                  <a:lnTo>
                    <a:pt x="6845" y="39048"/>
                  </a:lnTo>
                  <a:lnTo>
                    <a:pt x="7742" y="37639"/>
                  </a:lnTo>
                  <a:lnTo>
                    <a:pt x="8653" y="36259"/>
                  </a:lnTo>
                  <a:lnTo>
                    <a:pt x="9578" y="34878"/>
                  </a:lnTo>
                  <a:lnTo>
                    <a:pt x="10503" y="33498"/>
                  </a:lnTo>
                  <a:lnTo>
                    <a:pt x="11968" y="31335"/>
                  </a:lnTo>
                  <a:lnTo>
                    <a:pt x="12694" y="30239"/>
                  </a:lnTo>
                  <a:lnTo>
                    <a:pt x="13420" y="29144"/>
                  </a:lnTo>
                  <a:lnTo>
                    <a:pt x="14117" y="28034"/>
                  </a:lnTo>
                  <a:lnTo>
                    <a:pt x="14800" y="26924"/>
                  </a:lnTo>
                  <a:lnTo>
                    <a:pt x="15469" y="25800"/>
                  </a:lnTo>
                  <a:lnTo>
                    <a:pt x="16109" y="24676"/>
                  </a:lnTo>
                  <a:lnTo>
                    <a:pt x="16408" y="24106"/>
                  </a:lnTo>
                  <a:lnTo>
                    <a:pt x="16707" y="23523"/>
                  </a:lnTo>
                  <a:lnTo>
                    <a:pt x="16991" y="22954"/>
                  </a:lnTo>
                  <a:lnTo>
                    <a:pt x="17276" y="22370"/>
                  </a:lnTo>
                  <a:lnTo>
                    <a:pt x="17546" y="21787"/>
                  </a:lnTo>
                  <a:lnTo>
                    <a:pt x="17802" y="21203"/>
                  </a:lnTo>
                  <a:lnTo>
                    <a:pt x="18059" y="20620"/>
                  </a:lnTo>
                  <a:lnTo>
                    <a:pt x="18286" y="20037"/>
                  </a:lnTo>
                  <a:lnTo>
                    <a:pt x="18514" y="19439"/>
                  </a:lnTo>
                  <a:lnTo>
                    <a:pt x="18727" y="18841"/>
                  </a:lnTo>
                  <a:lnTo>
                    <a:pt x="18927" y="18244"/>
                  </a:lnTo>
                  <a:lnTo>
                    <a:pt x="19112" y="17632"/>
                  </a:lnTo>
                  <a:lnTo>
                    <a:pt x="19282" y="17034"/>
                  </a:lnTo>
                  <a:lnTo>
                    <a:pt x="19439" y="16422"/>
                  </a:lnTo>
                  <a:lnTo>
                    <a:pt x="19581" y="15810"/>
                  </a:lnTo>
                  <a:lnTo>
                    <a:pt x="19709" y="15184"/>
                  </a:lnTo>
                  <a:lnTo>
                    <a:pt x="19852" y="14387"/>
                  </a:lnTo>
                  <a:lnTo>
                    <a:pt x="19951" y="13590"/>
                  </a:lnTo>
                  <a:lnTo>
                    <a:pt x="20022" y="12822"/>
                  </a:lnTo>
                  <a:lnTo>
                    <a:pt x="20037" y="12452"/>
                  </a:lnTo>
                  <a:lnTo>
                    <a:pt x="20051" y="12082"/>
                  </a:lnTo>
                  <a:lnTo>
                    <a:pt x="20051" y="11712"/>
                  </a:lnTo>
                  <a:lnTo>
                    <a:pt x="20037" y="11356"/>
                  </a:lnTo>
                  <a:lnTo>
                    <a:pt x="20022" y="11001"/>
                  </a:lnTo>
                  <a:lnTo>
                    <a:pt x="19994" y="10645"/>
                  </a:lnTo>
                  <a:lnTo>
                    <a:pt x="19965" y="10303"/>
                  </a:lnTo>
                  <a:lnTo>
                    <a:pt x="19923" y="9962"/>
                  </a:lnTo>
                  <a:lnTo>
                    <a:pt x="19866" y="9620"/>
                  </a:lnTo>
                  <a:lnTo>
                    <a:pt x="19809" y="9293"/>
                  </a:lnTo>
                  <a:lnTo>
                    <a:pt x="19738" y="8966"/>
                  </a:lnTo>
                  <a:lnTo>
                    <a:pt x="19667" y="8653"/>
                  </a:lnTo>
                  <a:lnTo>
                    <a:pt x="19581" y="8340"/>
                  </a:lnTo>
                  <a:lnTo>
                    <a:pt x="19482" y="8027"/>
                  </a:lnTo>
                  <a:lnTo>
                    <a:pt x="19368" y="7728"/>
                  </a:lnTo>
                  <a:lnTo>
                    <a:pt x="19254" y="7415"/>
                  </a:lnTo>
                  <a:lnTo>
                    <a:pt x="19140" y="7130"/>
                  </a:lnTo>
                  <a:lnTo>
                    <a:pt x="19012" y="6831"/>
                  </a:lnTo>
                  <a:lnTo>
                    <a:pt x="18870" y="6561"/>
                  </a:lnTo>
                  <a:lnTo>
                    <a:pt x="18713" y="6276"/>
                  </a:lnTo>
                  <a:lnTo>
                    <a:pt x="18557" y="6006"/>
                  </a:lnTo>
                  <a:lnTo>
                    <a:pt x="18386" y="5736"/>
                  </a:lnTo>
                  <a:lnTo>
                    <a:pt x="18215" y="5465"/>
                  </a:lnTo>
                  <a:lnTo>
                    <a:pt x="18030" y="5209"/>
                  </a:lnTo>
                  <a:lnTo>
                    <a:pt x="17831" y="4967"/>
                  </a:lnTo>
                  <a:lnTo>
                    <a:pt x="17632" y="4711"/>
                  </a:lnTo>
                  <a:lnTo>
                    <a:pt x="17433" y="4498"/>
                  </a:lnTo>
                  <a:lnTo>
                    <a:pt x="17233" y="4270"/>
                  </a:lnTo>
                  <a:lnTo>
                    <a:pt x="17034" y="4071"/>
                  </a:lnTo>
                  <a:lnTo>
                    <a:pt x="16821" y="3857"/>
                  </a:lnTo>
                  <a:lnTo>
                    <a:pt x="16379" y="3473"/>
                  </a:lnTo>
                  <a:lnTo>
                    <a:pt x="15924" y="3117"/>
                  </a:lnTo>
                  <a:lnTo>
                    <a:pt x="15455" y="2790"/>
                  </a:lnTo>
                  <a:lnTo>
                    <a:pt x="14971" y="2477"/>
                  </a:lnTo>
                  <a:lnTo>
                    <a:pt x="14487" y="2192"/>
                  </a:lnTo>
                  <a:lnTo>
                    <a:pt x="13975" y="1922"/>
                  </a:lnTo>
                  <a:lnTo>
                    <a:pt x="13477" y="1694"/>
                  </a:lnTo>
                  <a:lnTo>
                    <a:pt x="12964" y="1467"/>
                  </a:lnTo>
                  <a:lnTo>
                    <a:pt x="12452" y="1267"/>
                  </a:lnTo>
                  <a:lnTo>
                    <a:pt x="11940" y="1082"/>
                  </a:lnTo>
                  <a:lnTo>
                    <a:pt x="11427" y="926"/>
                  </a:lnTo>
                  <a:lnTo>
                    <a:pt x="10929" y="783"/>
                  </a:lnTo>
                  <a:lnTo>
                    <a:pt x="10431" y="641"/>
                  </a:lnTo>
                  <a:lnTo>
                    <a:pt x="9933" y="527"/>
                  </a:lnTo>
                  <a:lnTo>
                    <a:pt x="9464" y="428"/>
                  </a:lnTo>
                  <a:lnTo>
                    <a:pt x="8994" y="342"/>
                  </a:lnTo>
                  <a:lnTo>
                    <a:pt x="8553" y="271"/>
                  </a:lnTo>
                  <a:lnTo>
                    <a:pt x="8112" y="214"/>
                  </a:lnTo>
                  <a:lnTo>
                    <a:pt x="7315" y="115"/>
                  </a:lnTo>
                  <a:lnTo>
                    <a:pt x="6604" y="44"/>
                  </a:lnTo>
                  <a:lnTo>
                    <a:pt x="6020" y="15"/>
                  </a:lnTo>
                  <a:lnTo>
                    <a:pt x="5551" y="1"/>
                  </a:lnTo>
                  <a:close/>
                </a:path>
              </a:pathLst>
            </a:custGeom>
            <a:solidFill>
              <a:srgbClr val="2119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" name="Google Shape;606;p21"/>
          <p:cNvGrpSpPr/>
          <p:nvPr/>
        </p:nvGrpSpPr>
        <p:grpSpPr>
          <a:xfrm>
            <a:off x="4648173" y="1278038"/>
            <a:ext cx="2943277" cy="918008"/>
            <a:chOff x="4648173" y="1278038"/>
            <a:chExt cx="2943277" cy="918008"/>
          </a:xfrm>
        </p:grpSpPr>
        <p:sp>
          <p:nvSpPr>
            <p:cNvPr id="607" name="Google Shape;607;p21"/>
            <p:cNvSpPr/>
            <p:nvPr/>
          </p:nvSpPr>
          <p:spPr>
            <a:xfrm>
              <a:off x="6986950" y="1311425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08" name="Google Shape;608;p21"/>
            <p:cNvGrpSpPr/>
            <p:nvPr/>
          </p:nvGrpSpPr>
          <p:grpSpPr>
            <a:xfrm>
              <a:off x="4648173" y="1278038"/>
              <a:ext cx="1981204" cy="918008"/>
              <a:chOff x="6053048" y="700371"/>
              <a:chExt cx="1981204" cy="918008"/>
            </a:xfrm>
          </p:grpSpPr>
          <p:sp>
            <p:nvSpPr>
              <p:cNvPr id="609" name="Google Shape;609;p21"/>
              <p:cNvSpPr txBox="1"/>
              <p:nvPr/>
            </p:nvSpPr>
            <p:spPr>
              <a:xfrm>
                <a:off x="6053052" y="70037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Feature</a:t>
                </a:r>
                <a:r>
                  <a:rPr lang="fr-FR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</a:t>
                </a:r>
                <a:r>
                  <a:rPr lang="fr-FR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Selection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0" name="Google Shape;610;p21"/>
              <p:cNvSpPr txBox="1"/>
              <p:nvPr/>
            </p:nvSpPr>
            <p:spPr>
              <a:xfrm>
                <a:off x="6053048" y="1039821"/>
                <a:ext cx="1981200" cy="5785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dirty="0" err="1">
                    <a:latin typeface="Roboto"/>
                    <a:ea typeface="Roboto"/>
                    <a:cs typeface="Roboto"/>
                    <a:sym typeface="Roboto"/>
                  </a:rPr>
                  <a:t>Determining</a:t>
                </a:r>
                <a:r>
                  <a:rPr lang="fr-FR" dirty="0">
                    <a:latin typeface="Roboto"/>
                    <a:ea typeface="Roboto"/>
                    <a:cs typeface="Roboto"/>
                    <a:sym typeface="Roboto"/>
                  </a:rPr>
                  <a:t> </a:t>
                </a:r>
                <a:r>
                  <a:rPr lang="fr-FR" dirty="0" err="1">
                    <a:latin typeface="Roboto"/>
                    <a:ea typeface="Roboto"/>
                    <a:cs typeface="Roboto"/>
                    <a:sym typeface="Roboto"/>
                  </a:rPr>
                  <a:t>which</a:t>
                </a:r>
                <a:r>
                  <a:rPr lang="fr-FR" dirty="0">
                    <a:latin typeface="Roboto"/>
                    <a:ea typeface="Roboto"/>
                    <a:cs typeface="Roboto"/>
                    <a:sym typeface="Roboto"/>
                  </a:rPr>
                  <a:t> variables </a:t>
                </a:r>
                <a:r>
                  <a:rPr lang="fr-FR" dirty="0"/>
                  <a:t>influence the </a:t>
                </a:r>
                <a:r>
                  <a:rPr lang="fr-FR" dirty="0" err="1"/>
                  <a:t>outcome</a:t>
                </a:r>
                <a:r>
                  <a:rPr lang="fr-FR" dirty="0"/>
                  <a:t>.</a:t>
                </a: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11" name="Google Shape;611;p21"/>
          <p:cNvGrpSpPr/>
          <p:nvPr/>
        </p:nvGrpSpPr>
        <p:grpSpPr>
          <a:xfrm>
            <a:off x="3251181" y="2203696"/>
            <a:ext cx="2943277" cy="671250"/>
            <a:chOff x="3486123" y="2444463"/>
            <a:chExt cx="2943277" cy="671250"/>
          </a:xfrm>
        </p:grpSpPr>
        <p:sp>
          <p:nvSpPr>
            <p:cNvPr id="612" name="Google Shape;612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13" name="Google Shape;613;p21"/>
            <p:cNvGrpSpPr/>
            <p:nvPr/>
          </p:nvGrpSpPr>
          <p:grpSpPr>
            <a:xfrm>
              <a:off x="3486123" y="2444463"/>
              <a:ext cx="2265094" cy="671250"/>
              <a:chOff x="6053048" y="700371"/>
              <a:chExt cx="2265094" cy="671250"/>
            </a:xfrm>
          </p:grpSpPr>
          <p:sp>
            <p:nvSpPr>
              <p:cNvPr id="614" name="Google Shape;614;p21"/>
              <p:cNvSpPr txBox="1"/>
              <p:nvPr/>
            </p:nvSpPr>
            <p:spPr>
              <a:xfrm>
                <a:off x="6053051" y="700371"/>
                <a:ext cx="2265091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Handling </a:t>
                </a:r>
                <a:r>
                  <a:rPr lang="fr-FR" sz="1800" b="1" dirty="0" err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Missing</a:t>
                </a:r>
                <a:r>
                  <a:rPr lang="fr-FR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 Data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5" name="Google Shape;615;p21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Deciding whether to fill in or delete rows</a:t>
                </a: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16" name="Google Shape;616;p21"/>
          <p:cNvGrpSpPr/>
          <p:nvPr/>
        </p:nvGrpSpPr>
        <p:grpSpPr>
          <a:xfrm>
            <a:off x="1854189" y="3129354"/>
            <a:ext cx="2943278" cy="784672"/>
            <a:chOff x="3486122" y="2444463"/>
            <a:chExt cx="2943278" cy="784672"/>
          </a:xfrm>
        </p:grpSpPr>
        <p:sp>
          <p:nvSpPr>
            <p:cNvPr id="617" name="Google Shape;617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18" name="Google Shape;618;p21"/>
            <p:cNvGrpSpPr/>
            <p:nvPr/>
          </p:nvGrpSpPr>
          <p:grpSpPr>
            <a:xfrm>
              <a:off x="3486122" y="2444463"/>
              <a:ext cx="2409467" cy="784672"/>
              <a:chOff x="6053047" y="700371"/>
              <a:chExt cx="2409467" cy="784672"/>
            </a:xfrm>
          </p:grpSpPr>
          <p:sp>
            <p:nvSpPr>
              <p:cNvPr id="619" name="Google Shape;619;p21"/>
              <p:cNvSpPr txBox="1"/>
              <p:nvPr/>
            </p:nvSpPr>
            <p:spPr>
              <a:xfrm>
                <a:off x="6053052" y="700371"/>
                <a:ext cx="2270914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Checking Assumptions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20" name="Google Shape;620;p21"/>
              <p:cNvSpPr txBox="1"/>
              <p:nvPr/>
            </p:nvSpPr>
            <p:spPr>
              <a:xfrm>
                <a:off x="6053047" y="1065558"/>
                <a:ext cx="2409467" cy="4194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:r>
                  <a:rPr lang="en-US" dirty="0">
                    <a:latin typeface="Roboto"/>
                    <a:ea typeface="Roboto"/>
                    <a:cs typeface="Roboto"/>
                    <a:sym typeface="Roboto"/>
                  </a:rPr>
                  <a:t>Ensuring the data meets the requirements for algorithm</a:t>
                </a: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621" name="Google Shape;621;p21"/>
          <p:cNvGrpSpPr/>
          <p:nvPr/>
        </p:nvGrpSpPr>
        <p:grpSpPr>
          <a:xfrm>
            <a:off x="457198" y="4055013"/>
            <a:ext cx="2943277" cy="671250"/>
            <a:chOff x="3486123" y="2444463"/>
            <a:chExt cx="2943277" cy="671250"/>
          </a:xfrm>
        </p:grpSpPr>
        <p:sp>
          <p:nvSpPr>
            <p:cNvPr id="622" name="Google Shape;622;p21"/>
            <p:cNvSpPr/>
            <p:nvPr/>
          </p:nvSpPr>
          <p:spPr>
            <a:xfrm>
              <a:off x="5824900" y="2477850"/>
              <a:ext cx="604500" cy="60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623" name="Google Shape;623;p21"/>
            <p:cNvGrpSpPr/>
            <p:nvPr/>
          </p:nvGrpSpPr>
          <p:grpSpPr>
            <a:xfrm>
              <a:off x="3486123" y="2444463"/>
              <a:ext cx="2338776" cy="671250"/>
              <a:chOff x="6053048" y="700371"/>
              <a:chExt cx="2338776" cy="671250"/>
            </a:xfrm>
          </p:grpSpPr>
          <p:sp>
            <p:nvSpPr>
              <p:cNvPr id="624" name="Google Shape;624;p21"/>
              <p:cNvSpPr txBox="1"/>
              <p:nvPr/>
            </p:nvSpPr>
            <p:spPr>
              <a:xfrm>
                <a:off x="6053052" y="700371"/>
                <a:ext cx="2338772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sz="1800" b="1" dirty="0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Patterns and Anomalies</a:t>
                </a:r>
                <a:endParaRPr sz="1800" b="1" dirty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25" name="Google Shape;625;p21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-FR" dirty="0" err="1">
                    <a:latin typeface="Roboto"/>
                    <a:ea typeface="Roboto"/>
                    <a:cs typeface="Roboto"/>
                    <a:sym typeface="Roboto"/>
                  </a:rPr>
                  <a:t>Identifying</a:t>
                </a:r>
                <a:r>
                  <a:rPr lang="fr-FR" dirty="0">
                    <a:latin typeface="Roboto"/>
                    <a:ea typeface="Roboto"/>
                    <a:cs typeface="Roboto"/>
                    <a:sym typeface="Roboto"/>
                  </a:rPr>
                  <a:t> trends or </a:t>
                </a:r>
                <a:r>
                  <a:rPr lang="fr-FR" dirty="0" err="1">
                    <a:latin typeface="Roboto"/>
                    <a:ea typeface="Roboto"/>
                    <a:cs typeface="Roboto"/>
                    <a:sym typeface="Roboto"/>
                  </a:rPr>
                  <a:t>outliers</a:t>
                </a:r>
                <a:endParaRPr dirty="0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cxnSp>
        <p:nvCxnSpPr>
          <p:cNvPr id="626" name="Google Shape;626;p21"/>
          <p:cNvCxnSpPr>
            <a:stCxn id="622" idx="6"/>
            <a:endCxn id="617" idx="4"/>
          </p:cNvCxnSpPr>
          <p:nvPr/>
        </p:nvCxnSpPr>
        <p:spPr>
          <a:xfrm rot="10800000" flipH="1">
            <a:off x="3400475" y="3767250"/>
            <a:ext cx="1094700" cy="62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7" name="Google Shape;627;p21"/>
          <p:cNvCxnSpPr>
            <a:stCxn id="617" idx="6"/>
            <a:endCxn id="612" idx="4"/>
          </p:cNvCxnSpPr>
          <p:nvPr/>
        </p:nvCxnSpPr>
        <p:spPr>
          <a:xfrm rot="10800000" flipH="1">
            <a:off x="4797466" y="2841592"/>
            <a:ext cx="1094700" cy="62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8" name="Google Shape;628;p21"/>
          <p:cNvCxnSpPr>
            <a:stCxn id="612" idx="6"/>
            <a:endCxn id="607" idx="4"/>
          </p:cNvCxnSpPr>
          <p:nvPr/>
        </p:nvCxnSpPr>
        <p:spPr>
          <a:xfrm rot="10800000" flipH="1">
            <a:off x="6194458" y="1915933"/>
            <a:ext cx="1094700" cy="62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29" name="Google Shape;629;p21"/>
          <p:cNvGrpSpPr/>
          <p:nvPr/>
        </p:nvGrpSpPr>
        <p:grpSpPr>
          <a:xfrm>
            <a:off x="781048" y="1278038"/>
            <a:ext cx="1981204" cy="671250"/>
            <a:chOff x="6053048" y="700371"/>
            <a:chExt cx="1981204" cy="671250"/>
          </a:xfrm>
        </p:grpSpPr>
        <p:sp>
          <p:nvSpPr>
            <p:cNvPr id="630" name="Google Shape;630;p21"/>
            <p:cNvSpPr txBox="1"/>
            <p:nvPr/>
          </p:nvSpPr>
          <p:spPr>
            <a:xfrm>
              <a:off x="6053052" y="7003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Machine learning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631" name="Google Shape;631;p21"/>
            <p:cNvSpPr txBox="1"/>
            <p:nvPr/>
          </p:nvSpPr>
          <p:spPr>
            <a:xfrm>
              <a:off x="6053048" y="103982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Roboto"/>
                  <a:ea typeface="Roboto"/>
                  <a:cs typeface="Roboto"/>
                  <a:sym typeface="Roboto"/>
                </a:rPr>
                <a:t>Saturn is the gas giant that has rings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32" name="Google Shape;632;p21"/>
          <p:cNvGrpSpPr/>
          <p:nvPr/>
        </p:nvGrpSpPr>
        <p:grpSpPr>
          <a:xfrm>
            <a:off x="2883438" y="1459989"/>
            <a:ext cx="367726" cy="307374"/>
            <a:chOff x="4794038" y="3489860"/>
            <a:chExt cx="367726" cy="307374"/>
          </a:xfrm>
        </p:grpSpPr>
        <p:sp>
          <p:nvSpPr>
            <p:cNvPr id="633" name="Google Shape;633;p21"/>
            <p:cNvSpPr/>
            <p:nvPr/>
          </p:nvSpPr>
          <p:spPr>
            <a:xfrm>
              <a:off x="4794038" y="3744242"/>
              <a:ext cx="367726" cy="52992"/>
            </a:xfrm>
            <a:custGeom>
              <a:avLst/>
              <a:gdLst/>
              <a:ahLst/>
              <a:cxnLst/>
              <a:rect l="l" t="t" r="r" b="b"/>
              <a:pathLst>
                <a:path w="10742" h="1548" extrusionOk="0">
                  <a:moveTo>
                    <a:pt x="191" y="0"/>
                  </a:moveTo>
                  <a:cubicBezTo>
                    <a:pt x="96" y="0"/>
                    <a:pt x="1" y="72"/>
                    <a:pt x="25" y="167"/>
                  </a:cubicBezTo>
                  <a:lnTo>
                    <a:pt x="25" y="857"/>
                  </a:lnTo>
                  <a:cubicBezTo>
                    <a:pt x="1" y="1238"/>
                    <a:pt x="311" y="1548"/>
                    <a:pt x="692" y="1548"/>
                  </a:cubicBezTo>
                  <a:lnTo>
                    <a:pt x="10051" y="1548"/>
                  </a:lnTo>
                  <a:cubicBezTo>
                    <a:pt x="10432" y="1548"/>
                    <a:pt x="10741" y="1238"/>
                    <a:pt x="10741" y="857"/>
                  </a:cubicBezTo>
                  <a:lnTo>
                    <a:pt x="10741" y="167"/>
                  </a:lnTo>
                  <a:cubicBezTo>
                    <a:pt x="10741" y="72"/>
                    <a:pt x="10646" y="0"/>
                    <a:pt x="10551" y="0"/>
                  </a:cubicBezTo>
                  <a:lnTo>
                    <a:pt x="6717" y="0"/>
                  </a:lnTo>
                  <a:lnTo>
                    <a:pt x="6574" y="357"/>
                  </a:lnTo>
                  <a:cubicBezTo>
                    <a:pt x="6526" y="429"/>
                    <a:pt x="6455" y="500"/>
                    <a:pt x="6359" y="500"/>
                  </a:cubicBezTo>
                  <a:lnTo>
                    <a:pt x="4407" y="500"/>
                  </a:lnTo>
                  <a:cubicBezTo>
                    <a:pt x="4311" y="500"/>
                    <a:pt x="4216" y="429"/>
                    <a:pt x="4192" y="357"/>
                  </a:cubicBezTo>
                  <a:lnTo>
                    <a:pt x="40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4929393" y="3629289"/>
              <a:ext cx="97049" cy="27728"/>
            </a:xfrm>
            <a:custGeom>
              <a:avLst/>
              <a:gdLst/>
              <a:ahLst/>
              <a:cxnLst/>
              <a:rect l="l" t="t" r="r" b="b"/>
              <a:pathLst>
                <a:path w="2835" h="810" extrusionOk="0">
                  <a:moveTo>
                    <a:pt x="0" y="0"/>
                  </a:moveTo>
                  <a:lnTo>
                    <a:pt x="0" y="453"/>
                  </a:lnTo>
                  <a:cubicBezTo>
                    <a:pt x="441" y="691"/>
                    <a:pt x="929" y="810"/>
                    <a:pt x="1417" y="810"/>
                  </a:cubicBezTo>
                  <a:cubicBezTo>
                    <a:pt x="1905" y="810"/>
                    <a:pt x="2394" y="691"/>
                    <a:pt x="2834" y="453"/>
                  </a:cubicBezTo>
                  <a:lnTo>
                    <a:pt x="2834" y="0"/>
                  </a:lnTo>
                  <a:lnTo>
                    <a:pt x="1548" y="477"/>
                  </a:lnTo>
                  <a:cubicBezTo>
                    <a:pt x="1524" y="500"/>
                    <a:pt x="1477" y="500"/>
                    <a:pt x="1429" y="500"/>
                  </a:cubicBezTo>
                  <a:cubicBezTo>
                    <a:pt x="1405" y="500"/>
                    <a:pt x="1358" y="500"/>
                    <a:pt x="1334" y="4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1"/>
            <p:cNvSpPr/>
            <p:nvPr/>
          </p:nvSpPr>
          <p:spPr>
            <a:xfrm>
              <a:off x="4900843" y="3566507"/>
              <a:ext cx="155758" cy="57921"/>
            </a:xfrm>
            <a:custGeom>
              <a:avLst/>
              <a:gdLst/>
              <a:ahLst/>
              <a:cxnLst/>
              <a:rect l="l" t="t" r="r" b="b"/>
              <a:pathLst>
                <a:path w="4550" h="1692" extrusionOk="0">
                  <a:moveTo>
                    <a:pt x="2287" y="1"/>
                  </a:moveTo>
                  <a:lnTo>
                    <a:pt x="1" y="858"/>
                  </a:lnTo>
                  <a:lnTo>
                    <a:pt x="2287" y="1691"/>
                  </a:lnTo>
                  <a:lnTo>
                    <a:pt x="4549" y="858"/>
                  </a:lnTo>
                  <a:lnTo>
                    <a:pt x="22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4809545" y="3489860"/>
              <a:ext cx="337532" cy="249521"/>
            </a:xfrm>
            <a:custGeom>
              <a:avLst/>
              <a:gdLst/>
              <a:ahLst/>
              <a:cxnLst/>
              <a:rect l="l" t="t" r="r" b="b"/>
              <a:pathLst>
                <a:path w="9860" h="7289" extrusionOk="0">
                  <a:moveTo>
                    <a:pt x="4942" y="1585"/>
                  </a:moveTo>
                  <a:cubicBezTo>
                    <a:pt x="4978" y="1585"/>
                    <a:pt x="5013" y="1597"/>
                    <a:pt x="5049" y="1620"/>
                  </a:cubicBezTo>
                  <a:lnTo>
                    <a:pt x="8240" y="2787"/>
                  </a:lnTo>
                  <a:cubicBezTo>
                    <a:pt x="8359" y="2835"/>
                    <a:pt x="8455" y="2954"/>
                    <a:pt x="8455" y="3073"/>
                  </a:cubicBezTo>
                  <a:cubicBezTo>
                    <a:pt x="8455" y="3216"/>
                    <a:pt x="8359" y="3335"/>
                    <a:pt x="8240" y="3383"/>
                  </a:cubicBezTo>
                  <a:lnTo>
                    <a:pt x="6978" y="3835"/>
                  </a:lnTo>
                  <a:lnTo>
                    <a:pt x="6978" y="4692"/>
                  </a:lnTo>
                  <a:cubicBezTo>
                    <a:pt x="6954" y="4788"/>
                    <a:pt x="6907" y="4883"/>
                    <a:pt x="6835" y="4954"/>
                  </a:cubicBezTo>
                  <a:cubicBezTo>
                    <a:pt x="6252" y="5324"/>
                    <a:pt x="5591" y="5508"/>
                    <a:pt x="4930" y="5508"/>
                  </a:cubicBezTo>
                  <a:cubicBezTo>
                    <a:pt x="4269" y="5508"/>
                    <a:pt x="3608" y="5324"/>
                    <a:pt x="3025" y="4954"/>
                  </a:cubicBezTo>
                  <a:cubicBezTo>
                    <a:pt x="2930" y="4883"/>
                    <a:pt x="2882" y="4788"/>
                    <a:pt x="2882" y="4692"/>
                  </a:cubicBezTo>
                  <a:lnTo>
                    <a:pt x="2882" y="3835"/>
                  </a:lnTo>
                  <a:lnTo>
                    <a:pt x="2572" y="3716"/>
                  </a:lnTo>
                  <a:lnTo>
                    <a:pt x="2572" y="4669"/>
                  </a:lnTo>
                  <a:cubicBezTo>
                    <a:pt x="2549" y="4859"/>
                    <a:pt x="2400" y="4954"/>
                    <a:pt x="2251" y="4954"/>
                  </a:cubicBezTo>
                  <a:cubicBezTo>
                    <a:pt x="2102" y="4954"/>
                    <a:pt x="1953" y="4859"/>
                    <a:pt x="1929" y="4669"/>
                  </a:cubicBezTo>
                  <a:lnTo>
                    <a:pt x="1929" y="3478"/>
                  </a:lnTo>
                  <a:lnTo>
                    <a:pt x="1644" y="3383"/>
                  </a:lnTo>
                  <a:cubicBezTo>
                    <a:pt x="1501" y="3335"/>
                    <a:pt x="1429" y="3216"/>
                    <a:pt x="1429" y="3073"/>
                  </a:cubicBezTo>
                  <a:cubicBezTo>
                    <a:pt x="1429" y="2954"/>
                    <a:pt x="1501" y="2835"/>
                    <a:pt x="1644" y="2787"/>
                  </a:cubicBezTo>
                  <a:lnTo>
                    <a:pt x="4835" y="1620"/>
                  </a:lnTo>
                  <a:cubicBezTo>
                    <a:pt x="4870" y="1597"/>
                    <a:pt x="4906" y="1585"/>
                    <a:pt x="4942" y="1585"/>
                  </a:cubicBezTo>
                  <a:close/>
                  <a:moveTo>
                    <a:pt x="905" y="1"/>
                  </a:moveTo>
                  <a:cubicBezTo>
                    <a:pt x="405" y="1"/>
                    <a:pt x="0" y="406"/>
                    <a:pt x="0" y="930"/>
                  </a:cubicBezTo>
                  <a:lnTo>
                    <a:pt x="0" y="6788"/>
                  </a:lnTo>
                  <a:lnTo>
                    <a:pt x="3596" y="6788"/>
                  </a:lnTo>
                  <a:cubicBezTo>
                    <a:pt x="3858" y="6788"/>
                    <a:pt x="4097" y="6931"/>
                    <a:pt x="4192" y="7169"/>
                  </a:cubicBezTo>
                  <a:lnTo>
                    <a:pt x="4168" y="7169"/>
                  </a:lnTo>
                  <a:lnTo>
                    <a:pt x="4216" y="7288"/>
                  </a:lnTo>
                  <a:lnTo>
                    <a:pt x="5644" y="7288"/>
                  </a:lnTo>
                  <a:lnTo>
                    <a:pt x="5692" y="7169"/>
                  </a:lnTo>
                  <a:cubicBezTo>
                    <a:pt x="5787" y="6931"/>
                    <a:pt x="6002" y="6788"/>
                    <a:pt x="6264" y="6788"/>
                  </a:cubicBezTo>
                  <a:lnTo>
                    <a:pt x="9860" y="6788"/>
                  </a:lnTo>
                  <a:lnTo>
                    <a:pt x="9860" y="930"/>
                  </a:lnTo>
                  <a:cubicBezTo>
                    <a:pt x="9860" y="406"/>
                    <a:pt x="9455" y="1"/>
                    <a:pt x="8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Handling Class </a:t>
            </a:r>
            <a:r>
              <a:rPr lang="fr-FR" dirty="0" err="1"/>
              <a:t>Imbalance</a:t>
            </a:r>
            <a:endParaRPr dirty="0"/>
          </a:p>
        </p:txBody>
      </p:sp>
      <p:grpSp>
        <p:nvGrpSpPr>
          <p:cNvPr id="937" name="Google Shape;937;p26"/>
          <p:cNvGrpSpPr/>
          <p:nvPr/>
        </p:nvGrpSpPr>
        <p:grpSpPr>
          <a:xfrm>
            <a:off x="5434991" y="1997688"/>
            <a:ext cx="2943318" cy="3039142"/>
            <a:chOff x="5449625" y="1389325"/>
            <a:chExt cx="3237261" cy="3342655"/>
          </a:xfrm>
        </p:grpSpPr>
        <p:sp>
          <p:nvSpPr>
            <p:cNvPr id="938" name="Google Shape;938;p26"/>
            <p:cNvSpPr/>
            <p:nvPr/>
          </p:nvSpPr>
          <p:spPr>
            <a:xfrm>
              <a:off x="6533088" y="4360137"/>
              <a:ext cx="1749195" cy="185374"/>
            </a:xfrm>
            <a:custGeom>
              <a:avLst/>
              <a:gdLst/>
              <a:ahLst/>
              <a:cxnLst/>
              <a:rect l="l" t="t" r="r" b="b"/>
              <a:pathLst>
                <a:path w="44472" h="4713" extrusionOk="0">
                  <a:moveTo>
                    <a:pt x="21091" y="0"/>
                  </a:moveTo>
                  <a:lnTo>
                    <a:pt x="19961" y="10"/>
                  </a:lnTo>
                  <a:lnTo>
                    <a:pt x="18850" y="29"/>
                  </a:lnTo>
                  <a:lnTo>
                    <a:pt x="17758" y="48"/>
                  </a:lnTo>
                  <a:lnTo>
                    <a:pt x="16676" y="77"/>
                  </a:lnTo>
                  <a:lnTo>
                    <a:pt x="15622" y="105"/>
                  </a:lnTo>
                  <a:lnTo>
                    <a:pt x="14587" y="144"/>
                  </a:lnTo>
                  <a:lnTo>
                    <a:pt x="13582" y="182"/>
                  </a:lnTo>
                  <a:lnTo>
                    <a:pt x="12595" y="230"/>
                  </a:lnTo>
                  <a:lnTo>
                    <a:pt x="11637" y="287"/>
                  </a:lnTo>
                  <a:lnTo>
                    <a:pt x="10708" y="335"/>
                  </a:lnTo>
                  <a:lnTo>
                    <a:pt x="9808" y="402"/>
                  </a:lnTo>
                  <a:lnTo>
                    <a:pt x="8936" y="469"/>
                  </a:lnTo>
                  <a:lnTo>
                    <a:pt x="8094" y="536"/>
                  </a:lnTo>
                  <a:lnTo>
                    <a:pt x="7289" y="613"/>
                  </a:lnTo>
                  <a:lnTo>
                    <a:pt x="6513" y="690"/>
                  </a:lnTo>
                  <a:lnTo>
                    <a:pt x="5776" y="776"/>
                  </a:lnTo>
                  <a:lnTo>
                    <a:pt x="5076" y="852"/>
                  </a:lnTo>
                  <a:lnTo>
                    <a:pt x="4416" y="948"/>
                  </a:lnTo>
                  <a:lnTo>
                    <a:pt x="3803" y="1034"/>
                  </a:lnTo>
                  <a:lnTo>
                    <a:pt x="3218" y="1130"/>
                  </a:lnTo>
                  <a:lnTo>
                    <a:pt x="2682" y="1236"/>
                  </a:lnTo>
                  <a:lnTo>
                    <a:pt x="2193" y="1331"/>
                  </a:lnTo>
                  <a:lnTo>
                    <a:pt x="1753" y="1437"/>
                  </a:lnTo>
                  <a:lnTo>
                    <a:pt x="1351" y="1542"/>
                  </a:lnTo>
                  <a:lnTo>
                    <a:pt x="1006" y="1657"/>
                  </a:lnTo>
                  <a:lnTo>
                    <a:pt x="699" y="1772"/>
                  </a:lnTo>
                  <a:lnTo>
                    <a:pt x="575" y="1829"/>
                  </a:lnTo>
                  <a:lnTo>
                    <a:pt x="450" y="1877"/>
                  </a:lnTo>
                  <a:lnTo>
                    <a:pt x="345" y="1944"/>
                  </a:lnTo>
                  <a:lnTo>
                    <a:pt x="259" y="2002"/>
                  </a:lnTo>
                  <a:lnTo>
                    <a:pt x="182" y="2059"/>
                  </a:lnTo>
                  <a:lnTo>
                    <a:pt x="115" y="2117"/>
                  </a:lnTo>
                  <a:lnTo>
                    <a:pt x="67" y="2174"/>
                  </a:lnTo>
                  <a:lnTo>
                    <a:pt x="29" y="2232"/>
                  </a:lnTo>
                  <a:lnTo>
                    <a:pt x="10" y="2299"/>
                  </a:lnTo>
                  <a:lnTo>
                    <a:pt x="0" y="2356"/>
                  </a:lnTo>
                  <a:lnTo>
                    <a:pt x="10" y="2423"/>
                  </a:lnTo>
                  <a:lnTo>
                    <a:pt x="29" y="2481"/>
                  </a:lnTo>
                  <a:lnTo>
                    <a:pt x="67" y="2538"/>
                  </a:lnTo>
                  <a:lnTo>
                    <a:pt x="115" y="2596"/>
                  </a:lnTo>
                  <a:lnTo>
                    <a:pt x="182" y="2663"/>
                  </a:lnTo>
                  <a:lnTo>
                    <a:pt x="259" y="2720"/>
                  </a:lnTo>
                  <a:lnTo>
                    <a:pt x="345" y="2778"/>
                  </a:lnTo>
                  <a:lnTo>
                    <a:pt x="450" y="2835"/>
                  </a:lnTo>
                  <a:lnTo>
                    <a:pt x="575" y="2893"/>
                  </a:lnTo>
                  <a:lnTo>
                    <a:pt x="699" y="2950"/>
                  </a:lnTo>
                  <a:lnTo>
                    <a:pt x="1006" y="3055"/>
                  </a:lnTo>
                  <a:lnTo>
                    <a:pt x="1351" y="3170"/>
                  </a:lnTo>
                  <a:lnTo>
                    <a:pt x="1753" y="3276"/>
                  </a:lnTo>
                  <a:lnTo>
                    <a:pt x="2193" y="3381"/>
                  </a:lnTo>
                  <a:lnTo>
                    <a:pt x="2682" y="3486"/>
                  </a:lnTo>
                  <a:lnTo>
                    <a:pt x="3218" y="3582"/>
                  </a:lnTo>
                  <a:lnTo>
                    <a:pt x="3803" y="3678"/>
                  </a:lnTo>
                  <a:lnTo>
                    <a:pt x="4416" y="3774"/>
                  </a:lnTo>
                  <a:lnTo>
                    <a:pt x="5076" y="3860"/>
                  </a:lnTo>
                  <a:lnTo>
                    <a:pt x="5776" y="3946"/>
                  </a:lnTo>
                  <a:lnTo>
                    <a:pt x="6513" y="4023"/>
                  </a:lnTo>
                  <a:lnTo>
                    <a:pt x="7289" y="4099"/>
                  </a:lnTo>
                  <a:lnTo>
                    <a:pt x="8094" y="4176"/>
                  </a:lnTo>
                  <a:lnTo>
                    <a:pt x="8936" y="4253"/>
                  </a:lnTo>
                  <a:lnTo>
                    <a:pt x="9808" y="4310"/>
                  </a:lnTo>
                  <a:lnTo>
                    <a:pt x="10708" y="4377"/>
                  </a:lnTo>
                  <a:lnTo>
                    <a:pt x="11637" y="4435"/>
                  </a:lnTo>
                  <a:lnTo>
                    <a:pt x="12595" y="4483"/>
                  </a:lnTo>
                  <a:lnTo>
                    <a:pt x="13582" y="4530"/>
                  </a:lnTo>
                  <a:lnTo>
                    <a:pt x="14587" y="4578"/>
                  </a:lnTo>
                  <a:lnTo>
                    <a:pt x="15622" y="4607"/>
                  </a:lnTo>
                  <a:lnTo>
                    <a:pt x="16676" y="4645"/>
                  </a:lnTo>
                  <a:lnTo>
                    <a:pt x="17758" y="4665"/>
                  </a:lnTo>
                  <a:lnTo>
                    <a:pt x="18850" y="4693"/>
                  </a:lnTo>
                  <a:lnTo>
                    <a:pt x="19961" y="4703"/>
                  </a:lnTo>
                  <a:lnTo>
                    <a:pt x="21091" y="4712"/>
                  </a:lnTo>
                  <a:lnTo>
                    <a:pt x="23380" y="4712"/>
                  </a:lnTo>
                  <a:lnTo>
                    <a:pt x="24510" y="4703"/>
                  </a:lnTo>
                  <a:lnTo>
                    <a:pt x="25621" y="4693"/>
                  </a:lnTo>
                  <a:lnTo>
                    <a:pt x="26713" y="4665"/>
                  </a:lnTo>
                  <a:lnTo>
                    <a:pt x="27796" y="4645"/>
                  </a:lnTo>
                  <a:lnTo>
                    <a:pt x="28849" y="4607"/>
                  </a:lnTo>
                  <a:lnTo>
                    <a:pt x="29884" y="4578"/>
                  </a:lnTo>
                  <a:lnTo>
                    <a:pt x="30889" y="4530"/>
                  </a:lnTo>
                  <a:lnTo>
                    <a:pt x="31876" y="4483"/>
                  </a:lnTo>
                  <a:lnTo>
                    <a:pt x="32834" y="4435"/>
                  </a:lnTo>
                  <a:lnTo>
                    <a:pt x="33763" y="4377"/>
                  </a:lnTo>
                  <a:lnTo>
                    <a:pt x="34663" y="4310"/>
                  </a:lnTo>
                  <a:lnTo>
                    <a:pt x="35535" y="4253"/>
                  </a:lnTo>
                  <a:lnTo>
                    <a:pt x="36378" y="4176"/>
                  </a:lnTo>
                  <a:lnTo>
                    <a:pt x="37182" y="4099"/>
                  </a:lnTo>
                  <a:lnTo>
                    <a:pt x="37958" y="4023"/>
                  </a:lnTo>
                  <a:lnTo>
                    <a:pt x="38696" y="3946"/>
                  </a:lnTo>
                  <a:lnTo>
                    <a:pt x="39395" y="3860"/>
                  </a:lnTo>
                  <a:lnTo>
                    <a:pt x="40056" y="3774"/>
                  </a:lnTo>
                  <a:lnTo>
                    <a:pt x="40669" y="3678"/>
                  </a:lnTo>
                  <a:lnTo>
                    <a:pt x="41253" y="3582"/>
                  </a:lnTo>
                  <a:lnTo>
                    <a:pt x="41789" y="3486"/>
                  </a:lnTo>
                  <a:lnTo>
                    <a:pt x="42278" y="3381"/>
                  </a:lnTo>
                  <a:lnTo>
                    <a:pt x="42718" y="3276"/>
                  </a:lnTo>
                  <a:lnTo>
                    <a:pt x="43121" y="3170"/>
                  </a:lnTo>
                  <a:lnTo>
                    <a:pt x="43465" y="3055"/>
                  </a:lnTo>
                  <a:lnTo>
                    <a:pt x="43772" y="2950"/>
                  </a:lnTo>
                  <a:lnTo>
                    <a:pt x="43896" y="2893"/>
                  </a:lnTo>
                  <a:lnTo>
                    <a:pt x="44021" y="2835"/>
                  </a:lnTo>
                  <a:lnTo>
                    <a:pt x="44126" y="2778"/>
                  </a:lnTo>
                  <a:lnTo>
                    <a:pt x="44213" y="2720"/>
                  </a:lnTo>
                  <a:lnTo>
                    <a:pt x="44289" y="2663"/>
                  </a:lnTo>
                  <a:lnTo>
                    <a:pt x="44356" y="2596"/>
                  </a:lnTo>
                  <a:lnTo>
                    <a:pt x="44404" y="2538"/>
                  </a:lnTo>
                  <a:lnTo>
                    <a:pt x="44442" y="2481"/>
                  </a:lnTo>
                  <a:lnTo>
                    <a:pt x="44462" y="2423"/>
                  </a:lnTo>
                  <a:lnTo>
                    <a:pt x="44471" y="2356"/>
                  </a:lnTo>
                  <a:lnTo>
                    <a:pt x="44462" y="2299"/>
                  </a:lnTo>
                  <a:lnTo>
                    <a:pt x="44442" y="2232"/>
                  </a:lnTo>
                  <a:lnTo>
                    <a:pt x="44404" y="2174"/>
                  </a:lnTo>
                  <a:lnTo>
                    <a:pt x="44356" y="2117"/>
                  </a:lnTo>
                  <a:lnTo>
                    <a:pt x="44289" y="2059"/>
                  </a:lnTo>
                  <a:lnTo>
                    <a:pt x="44213" y="2002"/>
                  </a:lnTo>
                  <a:lnTo>
                    <a:pt x="44126" y="1944"/>
                  </a:lnTo>
                  <a:lnTo>
                    <a:pt x="44021" y="1877"/>
                  </a:lnTo>
                  <a:lnTo>
                    <a:pt x="43896" y="1829"/>
                  </a:lnTo>
                  <a:lnTo>
                    <a:pt x="43772" y="1772"/>
                  </a:lnTo>
                  <a:lnTo>
                    <a:pt x="43465" y="1657"/>
                  </a:lnTo>
                  <a:lnTo>
                    <a:pt x="43121" y="1542"/>
                  </a:lnTo>
                  <a:lnTo>
                    <a:pt x="42718" y="1437"/>
                  </a:lnTo>
                  <a:lnTo>
                    <a:pt x="42278" y="1331"/>
                  </a:lnTo>
                  <a:lnTo>
                    <a:pt x="41789" y="1236"/>
                  </a:lnTo>
                  <a:lnTo>
                    <a:pt x="41253" y="1130"/>
                  </a:lnTo>
                  <a:lnTo>
                    <a:pt x="40669" y="1034"/>
                  </a:lnTo>
                  <a:lnTo>
                    <a:pt x="40056" y="948"/>
                  </a:lnTo>
                  <a:lnTo>
                    <a:pt x="39395" y="852"/>
                  </a:lnTo>
                  <a:lnTo>
                    <a:pt x="38696" y="776"/>
                  </a:lnTo>
                  <a:lnTo>
                    <a:pt x="37958" y="690"/>
                  </a:lnTo>
                  <a:lnTo>
                    <a:pt x="37182" y="613"/>
                  </a:lnTo>
                  <a:lnTo>
                    <a:pt x="36378" y="536"/>
                  </a:lnTo>
                  <a:lnTo>
                    <a:pt x="35535" y="469"/>
                  </a:lnTo>
                  <a:lnTo>
                    <a:pt x="34663" y="402"/>
                  </a:lnTo>
                  <a:lnTo>
                    <a:pt x="33763" y="335"/>
                  </a:lnTo>
                  <a:lnTo>
                    <a:pt x="32834" y="287"/>
                  </a:lnTo>
                  <a:lnTo>
                    <a:pt x="31876" y="230"/>
                  </a:lnTo>
                  <a:lnTo>
                    <a:pt x="30889" y="182"/>
                  </a:lnTo>
                  <a:lnTo>
                    <a:pt x="29884" y="144"/>
                  </a:lnTo>
                  <a:lnTo>
                    <a:pt x="28849" y="105"/>
                  </a:lnTo>
                  <a:lnTo>
                    <a:pt x="27796" y="77"/>
                  </a:lnTo>
                  <a:lnTo>
                    <a:pt x="26713" y="48"/>
                  </a:lnTo>
                  <a:lnTo>
                    <a:pt x="25621" y="29"/>
                  </a:lnTo>
                  <a:lnTo>
                    <a:pt x="24510" y="10"/>
                  </a:lnTo>
                  <a:lnTo>
                    <a:pt x="23380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5449625" y="4579763"/>
              <a:ext cx="3237261" cy="152217"/>
            </a:xfrm>
            <a:custGeom>
              <a:avLst/>
              <a:gdLst/>
              <a:ahLst/>
              <a:cxnLst/>
              <a:rect l="l" t="t" r="r" b="b"/>
              <a:pathLst>
                <a:path w="82305" h="3870" extrusionOk="0">
                  <a:moveTo>
                    <a:pt x="41148" y="0"/>
                  </a:moveTo>
                  <a:lnTo>
                    <a:pt x="36943" y="10"/>
                  </a:lnTo>
                  <a:lnTo>
                    <a:pt x="32853" y="38"/>
                  </a:lnTo>
                  <a:lnTo>
                    <a:pt x="28907" y="86"/>
                  </a:lnTo>
                  <a:lnTo>
                    <a:pt x="25133" y="153"/>
                  </a:lnTo>
                  <a:lnTo>
                    <a:pt x="21532" y="230"/>
                  </a:lnTo>
                  <a:lnTo>
                    <a:pt x="18141" y="335"/>
                  </a:lnTo>
                  <a:lnTo>
                    <a:pt x="14971" y="441"/>
                  </a:lnTo>
                  <a:lnTo>
                    <a:pt x="13477" y="508"/>
                  </a:lnTo>
                  <a:lnTo>
                    <a:pt x="12050" y="565"/>
                  </a:lnTo>
                  <a:lnTo>
                    <a:pt x="10690" y="632"/>
                  </a:lnTo>
                  <a:lnTo>
                    <a:pt x="9397" y="709"/>
                  </a:lnTo>
                  <a:lnTo>
                    <a:pt x="8171" y="776"/>
                  </a:lnTo>
                  <a:lnTo>
                    <a:pt x="7021" y="853"/>
                  </a:lnTo>
                  <a:lnTo>
                    <a:pt x="5958" y="929"/>
                  </a:lnTo>
                  <a:lnTo>
                    <a:pt x="4962" y="1015"/>
                  </a:lnTo>
                  <a:lnTo>
                    <a:pt x="4052" y="1092"/>
                  </a:lnTo>
                  <a:lnTo>
                    <a:pt x="3228" y="1178"/>
                  </a:lnTo>
                  <a:lnTo>
                    <a:pt x="2491" y="1264"/>
                  </a:lnTo>
                  <a:lnTo>
                    <a:pt x="1849" y="1360"/>
                  </a:lnTo>
                  <a:lnTo>
                    <a:pt x="1294" y="1446"/>
                  </a:lnTo>
                  <a:lnTo>
                    <a:pt x="834" y="1542"/>
                  </a:lnTo>
                  <a:lnTo>
                    <a:pt x="642" y="1590"/>
                  </a:lnTo>
                  <a:lnTo>
                    <a:pt x="470" y="1638"/>
                  </a:lnTo>
                  <a:lnTo>
                    <a:pt x="326" y="1686"/>
                  </a:lnTo>
                  <a:lnTo>
                    <a:pt x="211" y="1734"/>
                  </a:lnTo>
                  <a:lnTo>
                    <a:pt x="115" y="1782"/>
                  </a:lnTo>
                  <a:lnTo>
                    <a:pt x="48" y="1829"/>
                  </a:lnTo>
                  <a:lnTo>
                    <a:pt x="10" y="1887"/>
                  </a:lnTo>
                  <a:lnTo>
                    <a:pt x="0" y="1906"/>
                  </a:lnTo>
                  <a:lnTo>
                    <a:pt x="0" y="1935"/>
                  </a:lnTo>
                  <a:lnTo>
                    <a:pt x="0" y="1954"/>
                  </a:lnTo>
                  <a:lnTo>
                    <a:pt x="10" y="1983"/>
                  </a:lnTo>
                  <a:lnTo>
                    <a:pt x="48" y="2031"/>
                  </a:lnTo>
                  <a:lnTo>
                    <a:pt x="115" y="2079"/>
                  </a:lnTo>
                  <a:lnTo>
                    <a:pt x="211" y="2126"/>
                  </a:lnTo>
                  <a:lnTo>
                    <a:pt x="326" y="2184"/>
                  </a:lnTo>
                  <a:lnTo>
                    <a:pt x="470" y="2232"/>
                  </a:lnTo>
                  <a:lnTo>
                    <a:pt x="642" y="2280"/>
                  </a:lnTo>
                  <a:lnTo>
                    <a:pt x="834" y="2318"/>
                  </a:lnTo>
                  <a:lnTo>
                    <a:pt x="1294" y="2414"/>
                  </a:lnTo>
                  <a:lnTo>
                    <a:pt x="1849" y="2510"/>
                  </a:lnTo>
                  <a:lnTo>
                    <a:pt x="2491" y="2596"/>
                  </a:lnTo>
                  <a:lnTo>
                    <a:pt x="3228" y="2682"/>
                  </a:lnTo>
                  <a:lnTo>
                    <a:pt x="4052" y="2768"/>
                  </a:lnTo>
                  <a:lnTo>
                    <a:pt x="4962" y="2854"/>
                  </a:lnTo>
                  <a:lnTo>
                    <a:pt x="5958" y="2931"/>
                  </a:lnTo>
                  <a:lnTo>
                    <a:pt x="7021" y="3017"/>
                  </a:lnTo>
                  <a:lnTo>
                    <a:pt x="8171" y="3094"/>
                  </a:lnTo>
                  <a:lnTo>
                    <a:pt x="9397" y="3161"/>
                  </a:lnTo>
                  <a:lnTo>
                    <a:pt x="10690" y="3228"/>
                  </a:lnTo>
                  <a:lnTo>
                    <a:pt x="12050" y="3295"/>
                  </a:lnTo>
                  <a:lnTo>
                    <a:pt x="13477" y="3362"/>
                  </a:lnTo>
                  <a:lnTo>
                    <a:pt x="14971" y="3419"/>
                  </a:lnTo>
                  <a:lnTo>
                    <a:pt x="18141" y="3534"/>
                  </a:lnTo>
                  <a:lnTo>
                    <a:pt x="21532" y="3630"/>
                  </a:lnTo>
                  <a:lnTo>
                    <a:pt x="25133" y="3716"/>
                  </a:lnTo>
                  <a:lnTo>
                    <a:pt x="28907" y="3774"/>
                  </a:lnTo>
                  <a:lnTo>
                    <a:pt x="32853" y="3822"/>
                  </a:lnTo>
                  <a:lnTo>
                    <a:pt x="36943" y="3860"/>
                  </a:lnTo>
                  <a:lnTo>
                    <a:pt x="41148" y="3870"/>
                  </a:lnTo>
                  <a:lnTo>
                    <a:pt x="45353" y="3860"/>
                  </a:lnTo>
                  <a:lnTo>
                    <a:pt x="49443" y="3822"/>
                  </a:lnTo>
                  <a:lnTo>
                    <a:pt x="53389" y="3774"/>
                  </a:lnTo>
                  <a:lnTo>
                    <a:pt x="57172" y="3716"/>
                  </a:lnTo>
                  <a:lnTo>
                    <a:pt x="60764" y="3630"/>
                  </a:lnTo>
                  <a:lnTo>
                    <a:pt x="64155" y="3534"/>
                  </a:lnTo>
                  <a:lnTo>
                    <a:pt x="67325" y="3419"/>
                  </a:lnTo>
                  <a:lnTo>
                    <a:pt x="68819" y="3362"/>
                  </a:lnTo>
                  <a:lnTo>
                    <a:pt x="70246" y="3295"/>
                  </a:lnTo>
                  <a:lnTo>
                    <a:pt x="71616" y="3228"/>
                  </a:lnTo>
                  <a:lnTo>
                    <a:pt x="72909" y="3161"/>
                  </a:lnTo>
                  <a:lnTo>
                    <a:pt x="74125" y="3094"/>
                  </a:lnTo>
                  <a:lnTo>
                    <a:pt x="75275" y="3017"/>
                  </a:lnTo>
                  <a:lnTo>
                    <a:pt x="76347" y="2931"/>
                  </a:lnTo>
                  <a:lnTo>
                    <a:pt x="77334" y="2854"/>
                  </a:lnTo>
                  <a:lnTo>
                    <a:pt x="78244" y="2768"/>
                  </a:lnTo>
                  <a:lnTo>
                    <a:pt x="79068" y="2682"/>
                  </a:lnTo>
                  <a:lnTo>
                    <a:pt x="79805" y="2596"/>
                  </a:lnTo>
                  <a:lnTo>
                    <a:pt x="80456" y="2510"/>
                  </a:lnTo>
                  <a:lnTo>
                    <a:pt x="81012" y="2414"/>
                  </a:lnTo>
                  <a:lnTo>
                    <a:pt x="81462" y="2318"/>
                  </a:lnTo>
                  <a:lnTo>
                    <a:pt x="81663" y="2280"/>
                  </a:lnTo>
                  <a:lnTo>
                    <a:pt x="81826" y="2232"/>
                  </a:lnTo>
                  <a:lnTo>
                    <a:pt x="81970" y="2184"/>
                  </a:lnTo>
                  <a:lnTo>
                    <a:pt x="82094" y="2126"/>
                  </a:lnTo>
                  <a:lnTo>
                    <a:pt x="82180" y="2079"/>
                  </a:lnTo>
                  <a:lnTo>
                    <a:pt x="82248" y="2031"/>
                  </a:lnTo>
                  <a:lnTo>
                    <a:pt x="82286" y="1983"/>
                  </a:lnTo>
                  <a:lnTo>
                    <a:pt x="82295" y="1954"/>
                  </a:lnTo>
                  <a:lnTo>
                    <a:pt x="82305" y="1935"/>
                  </a:lnTo>
                  <a:lnTo>
                    <a:pt x="82295" y="1906"/>
                  </a:lnTo>
                  <a:lnTo>
                    <a:pt x="82286" y="1887"/>
                  </a:lnTo>
                  <a:lnTo>
                    <a:pt x="82248" y="1829"/>
                  </a:lnTo>
                  <a:lnTo>
                    <a:pt x="82180" y="1782"/>
                  </a:lnTo>
                  <a:lnTo>
                    <a:pt x="82094" y="1734"/>
                  </a:lnTo>
                  <a:lnTo>
                    <a:pt x="81970" y="1686"/>
                  </a:lnTo>
                  <a:lnTo>
                    <a:pt x="81826" y="1638"/>
                  </a:lnTo>
                  <a:lnTo>
                    <a:pt x="81663" y="1590"/>
                  </a:lnTo>
                  <a:lnTo>
                    <a:pt x="81462" y="1542"/>
                  </a:lnTo>
                  <a:lnTo>
                    <a:pt x="81012" y="1446"/>
                  </a:lnTo>
                  <a:lnTo>
                    <a:pt x="80456" y="1360"/>
                  </a:lnTo>
                  <a:lnTo>
                    <a:pt x="79805" y="1264"/>
                  </a:lnTo>
                  <a:lnTo>
                    <a:pt x="79068" y="1178"/>
                  </a:lnTo>
                  <a:lnTo>
                    <a:pt x="78244" y="1092"/>
                  </a:lnTo>
                  <a:lnTo>
                    <a:pt x="77334" y="1015"/>
                  </a:lnTo>
                  <a:lnTo>
                    <a:pt x="76347" y="929"/>
                  </a:lnTo>
                  <a:lnTo>
                    <a:pt x="75275" y="853"/>
                  </a:lnTo>
                  <a:lnTo>
                    <a:pt x="74125" y="776"/>
                  </a:lnTo>
                  <a:lnTo>
                    <a:pt x="72909" y="709"/>
                  </a:lnTo>
                  <a:lnTo>
                    <a:pt x="71616" y="632"/>
                  </a:lnTo>
                  <a:lnTo>
                    <a:pt x="70246" y="565"/>
                  </a:lnTo>
                  <a:lnTo>
                    <a:pt x="68819" y="508"/>
                  </a:lnTo>
                  <a:lnTo>
                    <a:pt x="67325" y="441"/>
                  </a:lnTo>
                  <a:lnTo>
                    <a:pt x="64155" y="335"/>
                  </a:lnTo>
                  <a:lnTo>
                    <a:pt x="60764" y="230"/>
                  </a:lnTo>
                  <a:lnTo>
                    <a:pt x="57172" y="153"/>
                  </a:lnTo>
                  <a:lnTo>
                    <a:pt x="53389" y="86"/>
                  </a:lnTo>
                  <a:lnTo>
                    <a:pt x="49443" y="38"/>
                  </a:lnTo>
                  <a:lnTo>
                    <a:pt x="45353" y="10"/>
                  </a:lnTo>
                  <a:lnTo>
                    <a:pt x="41148" y="0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8191774" y="3231092"/>
              <a:ext cx="378261" cy="86296"/>
            </a:xfrm>
            <a:custGeom>
              <a:avLst/>
              <a:gdLst/>
              <a:ahLst/>
              <a:cxnLst/>
              <a:rect l="l" t="t" r="r" b="b"/>
              <a:pathLst>
                <a:path w="9617" h="2194" extrusionOk="0">
                  <a:moveTo>
                    <a:pt x="4473" y="0"/>
                  </a:moveTo>
                  <a:lnTo>
                    <a:pt x="4186" y="10"/>
                  </a:lnTo>
                  <a:lnTo>
                    <a:pt x="3860" y="29"/>
                  </a:lnTo>
                  <a:lnTo>
                    <a:pt x="3075" y="77"/>
                  </a:lnTo>
                  <a:lnTo>
                    <a:pt x="2223" y="154"/>
                  </a:lnTo>
                  <a:lnTo>
                    <a:pt x="1389" y="240"/>
                  </a:lnTo>
                  <a:lnTo>
                    <a:pt x="680" y="307"/>
                  </a:lnTo>
                  <a:lnTo>
                    <a:pt x="0" y="384"/>
                  </a:lnTo>
                  <a:lnTo>
                    <a:pt x="1657" y="1322"/>
                  </a:lnTo>
                  <a:lnTo>
                    <a:pt x="2184" y="1466"/>
                  </a:lnTo>
                  <a:lnTo>
                    <a:pt x="2730" y="1590"/>
                  </a:lnTo>
                  <a:lnTo>
                    <a:pt x="3305" y="1705"/>
                  </a:lnTo>
                  <a:lnTo>
                    <a:pt x="3899" y="1811"/>
                  </a:lnTo>
                  <a:lnTo>
                    <a:pt x="4502" y="1897"/>
                  </a:lnTo>
                  <a:lnTo>
                    <a:pt x="5096" y="1973"/>
                  </a:lnTo>
                  <a:lnTo>
                    <a:pt x="5690" y="2041"/>
                  </a:lnTo>
                  <a:lnTo>
                    <a:pt x="6264" y="2098"/>
                  </a:lnTo>
                  <a:lnTo>
                    <a:pt x="6820" y="2136"/>
                  </a:lnTo>
                  <a:lnTo>
                    <a:pt x="7337" y="2165"/>
                  </a:lnTo>
                  <a:lnTo>
                    <a:pt x="7826" y="2184"/>
                  </a:lnTo>
                  <a:lnTo>
                    <a:pt x="8266" y="2194"/>
                  </a:lnTo>
                  <a:lnTo>
                    <a:pt x="8649" y="2184"/>
                  </a:lnTo>
                  <a:lnTo>
                    <a:pt x="8975" y="2165"/>
                  </a:lnTo>
                  <a:lnTo>
                    <a:pt x="9234" y="2127"/>
                  </a:lnTo>
                  <a:lnTo>
                    <a:pt x="9339" y="2108"/>
                  </a:lnTo>
                  <a:lnTo>
                    <a:pt x="9416" y="2088"/>
                  </a:lnTo>
                  <a:lnTo>
                    <a:pt x="9483" y="2060"/>
                  </a:lnTo>
                  <a:lnTo>
                    <a:pt x="9531" y="2031"/>
                  </a:lnTo>
                  <a:lnTo>
                    <a:pt x="9569" y="2002"/>
                  </a:lnTo>
                  <a:lnTo>
                    <a:pt x="9598" y="1983"/>
                  </a:lnTo>
                  <a:lnTo>
                    <a:pt x="9617" y="1954"/>
                  </a:lnTo>
                  <a:lnTo>
                    <a:pt x="9617" y="1926"/>
                  </a:lnTo>
                  <a:lnTo>
                    <a:pt x="9617" y="1897"/>
                  </a:lnTo>
                  <a:lnTo>
                    <a:pt x="9598" y="1868"/>
                  </a:lnTo>
                  <a:lnTo>
                    <a:pt x="9578" y="1839"/>
                  </a:lnTo>
                  <a:lnTo>
                    <a:pt x="9540" y="1811"/>
                  </a:lnTo>
                  <a:lnTo>
                    <a:pt x="9464" y="1753"/>
                  </a:lnTo>
                  <a:lnTo>
                    <a:pt x="9349" y="1696"/>
                  </a:lnTo>
                  <a:lnTo>
                    <a:pt x="9224" y="1638"/>
                  </a:lnTo>
                  <a:lnTo>
                    <a:pt x="8927" y="1523"/>
                  </a:lnTo>
                  <a:lnTo>
                    <a:pt x="8611" y="1408"/>
                  </a:lnTo>
                  <a:lnTo>
                    <a:pt x="8314" y="1313"/>
                  </a:lnTo>
                  <a:lnTo>
                    <a:pt x="8190" y="1255"/>
                  </a:lnTo>
                  <a:lnTo>
                    <a:pt x="8084" y="1217"/>
                  </a:lnTo>
                  <a:lnTo>
                    <a:pt x="7605" y="997"/>
                  </a:lnTo>
                  <a:lnTo>
                    <a:pt x="7107" y="786"/>
                  </a:lnTo>
                  <a:lnTo>
                    <a:pt x="6628" y="604"/>
                  </a:lnTo>
                  <a:lnTo>
                    <a:pt x="6169" y="431"/>
                  </a:lnTo>
                  <a:lnTo>
                    <a:pt x="5747" y="288"/>
                  </a:lnTo>
                  <a:lnTo>
                    <a:pt x="5364" y="173"/>
                  </a:lnTo>
                  <a:lnTo>
                    <a:pt x="5058" y="77"/>
                  </a:lnTo>
                  <a:lnTo>
                    <a:pt x="4828" y="20"/>
                  </a:lnTo>
                  <a:lnTo>
                    <a:pt x="4761" y="10"/>
                  </a:lnTo>
                  <a:lnTo>
                    <a:pt x="4684" y="0"/>
                  </a:lnTo>
                  <a:close/>
                </a:path>
              </a:pathLst>
            </a:custGeom>
            <a:solidFill>
              <a:srgbClr val="EDC1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8252423" y="3224681"/>
              <a:ext cx="342114" cy="102500"/>
            </a:xfrm>
            <a:custGeom>
              <a:avLst/>
              <a:gdLst/>
              <a:ahLst/>
              <a:cxnLst/>
              <a:rect l="l" t="t" r="r" b="b"/>
              <a:pathLst>
                <a:path w="8698" h="2606" extrusionOk="0">
                  <a:moveTo>
                    <a:pt x="2998" y="1"/>
                  </a:moveTo>
                  <a:lnTo>
                    <a:pt x="2797" y="10"/>
                  </a:lnTo>
                  <a:lnTo>
                    <a:pt x="2558" y="20"/>
                  </a:lnTo>
                  <a:lnTo>
                    <a:pt x="2021" y="68"/>
                  </a:lnTo>
                  <a:lnTo>
                    <a:pt x="1456" y="144"/>
                  </a:lnTo>
                  <a:lnTo>
                    <a:pt x="901" y="211"/>
                  </a:lnTo>
                  <a:lnTo>
                    <a:pt x="441" y="278"/>
                  </a:lnTo>
                  <a:lnTo>
                    <a:pt x="0" y="345"/>
                  </a:lnTo>
                  <a:lnTo>
                    <a:pt x="0" y="403"/>
                  </a:lnTo>
                  <a:lnTo>
                    <a:pt x="249" y="432"/>
                  </a:lnTo>
                  <a:lnTo>
                    <a:pt x="489" y="479"/>
                  </a:lnTo>
                  <a:lnTo>
                    <a:pt x="728" y="527"/>
                  </a:lnTo>
                  <a:lnTo>
                    <a:pt x="949" y="594"/>
                  </a:lnTo>
                  <a:lnTo>
                    <a:pt x="1169" y="661"/>
                  </a:lnTo>
                  <a:lnTo>
                    <a:pt x="1380" y="748"/>
                  </a:lnTo>
                  <a:lnTo>
                    <a:pt x="1571" y="843"/>
                  </a:lnTo>
                  <a:lnTo>
                    <a:pt x="1763" y="949"/>
                  </a:lnTo>
                  <a:lnTo>
                    <a:pt x="1945" y="1064"/>
                  </a:lnTo>
                  <a:lnTo>
                    <a:pt x="2117" y="1188"/>
                  </a:lnTo>
                  <a:lnTo>
                    <a:pt x="2270" y="1322"/>
                  </a:lnTo>
                  <a:lnTo>
                    <a:pt x="2424" y="1476"/>
                  </a:lnTo>
                  <a:lnTo>
                    <a:pt x="2558" y="1638"/>
                  </a:lnTo>
                  <a:lnTo>
                    <a:pt x="2692" y="1811"/>
                  </a:lnTo>
                  <a:lnTo>
                    <a:pt x="2807" y="2002"/>
                  </a:lnTo>
                  <a:lnTo>
                    <a:pt x="2912" y="2204"/>
                  </a:lnTo>
                  <a:lnTo>
                    <a:pt x="4205" y="2347"/>
                  </a:lnTo>
                  <a:lnTo>
                    <a:pt x="4770" y="2414"/>
                  </a:lnTo>
                  <a:lnTo>
                    <a:pt x="5335" y="2472"/>
                  </a:lnTo>
                  <a:lnTo>
                    <a:pt x="5747" y="2500"/>
                  </a:lnTo>
                  <a:lnTo>
                    <a:pt x="6207" y="2539"/>
                  </a:lnTo>
                  <a:lnTo>
                    <a:pt x="6686" y="2568"/>
                  </a:lnTo>
                  <a:lnTo>
                    <a:pt x="7155" y="2587"/>
                  </a:lnTo>
                  <a:lnTo>
                    <a:pt x="7586" y="2606"/>
                  </a:lnTo>
                  <a:lnTo>
                    <a:pt x="7950" y="2606"/>
                  </a:lnTo>
                  <a:lnTo>
                    <a:pt x="8218" y="2596"/>
                  </a:lnTo>
                  <a:lnTo>
                    <a:pt x="8314" y="2587"/>
                  </a:lnTo>
                  <a:lnTo>
                    <a:pt x="8381" y="2577"/>
                  </a:lnTo>
                  <a:lnTo>
                    <a:pt x="8506" y="2520"/>
                  </a:lnTo>
                  <a:lnTo>
                    <a:pt x="8602" y="2462"/>
                  </a:lnTo>
                  <a:lnTo>
                    <a:pt x="8640" y="2433"/>
                  </a:lnTo>
                  <a:lnTo>
                    <a:pt x="8659" y="2395"/>
                  </a:lnTo>
                  <a:lnTo>
                    <a:pt x="8678" y="2366"/>
                  </a:lnTo>
                  <a:lnTo>
                    <a:pt x="8697" y="2328"/>
                  </a:lnTo>
                  <a:lnTo>
                    <a:pt x="8697" y="2290"/>
                  </a:lnTo>
                  <a:lnTo>
                    <a:pt x="8697" y="2251"/>
                  </a:lnTo>
                  <a:lnTo>
                    <a:pt x="8678" y="2213"/>
                  </a:lnTo>
                  <a:lnTo>
                    <a:pt x="8659" y="2175"/>
                  </a:lnTo>
                  <a:lnTo>
                    <a:pt x="8592" y="2089"/>
                  </a:lnTo>
                  <a:lnTo>
                    <a:pt x="8496" y="1993"/>
                  </a:lnTo>
                  <a:lnTo>
                    <a:pt x="8362" y="1897"/>
                  </a:lnTo>
                  <a:lnTo>
                    <a:pt x="8199" y="1792"/>
                  </a:lnTo>
                  <a:lnTo>
                    <a:pt x="8008" y="1677"/>
                  </a:lnTo>
                  <a:lnTo>
                    <a:pt x="7778" y="1562"/>
                  </a:lnTo>
                  <a:lnTo>
                    <a:pt x="7519" y="1437"/>
                  </a:lnTo>
                  <a:lnTo>
                    <a:pt x="7232" y="1303"/>
                  </a:lnTo>
                  <a:lnTo>
                    <a:pt x="6906" y="1169"/>
                  </a:lnTo>
                  <a:lnTo>
                    <a:pt x="6542" y="1016"/>
                  </a:lnTo>
                  <a:lnTo>
                    <a:pt x="6063" y="834"/>
                  </a:lnTo>
                  <a:lnTo>
                    <a:pt x="5565" y="671"/>
                  </a:lnTo>
                  <a:lnTo>
                    <a:pt x="5086" y="518"/>
                  </a:lnTo>
                  <a:lnTo>
                    <a:pt x="4627" y="374"/>
                  </a:lnTo>
                  <a:lnTo>
                    <a:pt x="4205" y="259"/>
                  </a:lnTo>
                  <a:lnTo>
                    <a:pt x="3832" y="154"/>
                  </a:lnTo>
                  <a:lnTo>
                    <a:pt x="3286" y="20"/>
                  </a:lnTo>
                  <a:lnTo>
                    <a:pt x="3171" y="10"/>
                  </a:lnTo>
                  <a:lnTo>
                    <a:pt x="29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7744222" y="3452213"/>
              <a:ext cx="62185" cy="898944"/>
            </a:xfrm>
            <a:custGeom>
              <a:avLst/>
              <a:gdLst/>
              <a:ahLst/>
              <a:cxnLst/>
              <a:rect l="l" t="t" r="r" b="b"/>
              <a:pathLst>
                <a:path w="1581" h="22855" extrusionOk="0">
                  <a:moveTo>
                    <a:pt x="1" y="1"/>
                  </a:moveTo>
                  <a:lnTo>
                    <a:pt x="1" y="22854"/>
                  </a:lnTo>
                  <a:lnTo>
                    <a:pt x="1581" y="22854"/>
                  </a:lnTo>
                  <a:lnTo>
                    <a:pt x="1581" y="1"/>
                  </a:lnTo>
                  <a:close/>
                </a:path>
              </a:pathLst>
            </a:custGeom>
            <a:solidFill>
              <a:srgbClr val="959D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7478656" y="4279862"/>
              <a:ext cx="592977" cy="160162"/>
            </a:xfrm>
            <a:custGeom>
              <a:avLst/>
              <a:gdLst/>
              <a:ahLst/>
              <a:cxnLst/>
              <a:rect l="l" t="t" r="r" b="b"/>
              <a:pathLst>
                <a:path w="15076" h="4072" extrusionOk="0">
                  <a:moveTo>
                    <a:pt x="4071" y="1"/>
                  </a:moveTo>
                  <a:lnTo>
                    <a:pt x="3860" y="10"/>
                  </a:lnTo>
                  <a:lnTo>
                    <a:pt x="3659" y="30"/>
                  </a:lnTo>
                  <a:lnTo>
                    <a:pt x="3458" y="49"/>
                  </a:lnTo>
                  <a:lnTo>
                    <a:pt x="3257" y="87"/>
                  </a:lnTo>
                  <a:lnTo>
                    <a:pt x="3055" y="135"/>
                  </a:lnTo>
                  <a:lnTo>
                    <a:pt x="2864" y="192"/>
                  </a:lnTo>
                  <a:lnTo>
                    <a:pt x="2672" y="250"/>
                  </a:lnTo>
                  <a:lnTo>
                    <a:pt x="2490" y="327"/>
                  </a:lnTo>
                  <a:lnTo>
                    <a:pt x="2308" y="403"/>
                  </a:lnTo>
                  <a:lnTo>
                    <a:pt x="2136" y="499"/>
                  </a:lnTo>
                  <a:lnTo>
                    <a:pt x="1964" y="595"/>
                  </a:lnTo>
                  <a:lnTo>
                    <a:pt x="1801" y="700"/>
                  </a:lnTo>
                  <a:lnTo>
                    <a:pt x="1638" y="815"/>
                  </a:lnTo>
                  <a:lnTo>
                    <a:pt x="1485" y="940"/>
                  </a:lnTo>
                  <a:lnTo>
                    <a:pt x="1341" y="1064"/>
                  </a:lnTo>
                  <a:lnTo>
                    <a:pt x="1197" y="1198"/>
                  </a:lnTo>
                  <a:lnTo>
                    <a:pt x="1063" y="1342"/>
                  </a:lnTo>
                  <a:lnTo>
                    <a:pt x="929" y="1485"/>
                  </a:lnTo>
                  <a:lnTo>
                    <a:pt x="814" y="1639"/>
                  </a:lnTo>
                  <a:lnTo>
                    <a:pt x="699" y="1802"/>
                  </a:lnTo>
                  <a:lnTo>
                    <a:pt x="594" y="1964"/>
                  </a:lnTo>
                  <a:lnTo>
                    <a:pt x="498" y="2137"/>
                  </a:lnTo>
                  <a:lnTo>
                    <a:pt x="402" y="2309"/>
                  </a:lnTo>
                  <a:lnTo>
                    <a:pt x="326" y="2491"/>
                  </a:lnTo>
                  <a:lnTo>
                    <a:pt x="249" y="2673"/>
                  </a:lnTo>
                  <a:lnTo>
                    <a:pt x="182" y="2865"/>
                  </a:lnTo>
                  <a:lnTo>
                    <a:pt x="134" y="3056"/>
                  </a:lnTo>
                  <a:lnTo>
                    <a:pt x="86" y="3257"/>
                  </a:lnTo>
                  <a:lnTo>
                    <a:pt x="48" y="3459"/>
                  </a:lnTo>
                  <a:lnTo>
                    <a:pt x="29" y="3660"/>
                  </a:lnTo>
                  <a:lnTo>
                    <a:pt x="10" y="3861"/>
                  </a:lnTo>
                  <a:lnTo>
                    <a:pt x="0" y="4072"/>
                  </a:lnTo>
                  <a:lnTo>
                    <a:pt x="1293" y="4072"/>
                  </a:lnTo>
                  <a:lnTo>
                    <a:pt x="1303" y="3928"/>
                  </a:lnTo>
                  <a:lnTo>
                    <a:pt x="1312" y="3794"/>
                  </a:lnTo>
                  <a:lnTo>
                    <a:pt x="1331" y="3650"/>
                  </a:lnTo>
                  <a:lnTo>
                    <a:pt x="1351" y="3516"/>
                  </a:lnTo>
                  <a:lnTo>
                    <a:pt x="1389" y="3382"/>
                  </a:lnTo>
                  <a:lnTo>
                    <a:pt x="1427" y="3248"/>
                  </a:lnTo>
                  <a:lnTo>
                    <a:pt x="1466" y="3123"/>
                  </a:lnTo>
                  <a:lnTo>
                    <a:pt x="1513" y="2999"/>
                  </a:lnTo>
                  <a:lnTo>
                    <a:pt x="1571" y="2874"/>
                  </a:lnTo>
                  <a:lnTo>
                    <a:pt x="1628" y="2750"/>
                  </a:lnTo>
                  <a:lnTo>
                    <a:pt x="1695" y="2635"/>
                  </a:lnTo>
                  <a:lnTo>
                    <a:pt x="1772" y="2520"/>
                  </a:lnTo>
                  <a:lnTo>
                    <a:pt x="1849" y="2415"/>
                  </a:lnTo>
                  <a:lnTo>
                    <a:pt x="1935" y="2309"/>
                  </a:lnTo>
                  <a:lnTo>
                    <a:pt x="2021" y="2213"/>
                  </a:lnTo>
                  <a:lnTo>
                    <a:pt x="2107" y="2108"/>
                  </a:lnTo>
                  <a:lnTo>
                    <a:pt x="2203" y="2022"/>
                  </a:lnTo>
                  <a:lnTo>
                    <a:pt x="2308" y="1936"/>
                  </a:lnTo>
                  <a:lnTo>
                    <a:pt x="2414" y="1849"/>
                  </a:lnTo>
                  <a:lnTo>
                    <a:pt x="2519" y="1773"/>
                  </a:lnTo>
                  <a:lnTo>
                    <a:pt x="2634" y="1706"/>
                  </a:lnTo>
                  <a:lnTo>
                    <a:pt x="2749" y="1639"/>
                  </a:lnTo>
                  <a:lnTo>
                    <a:pt x="2873" y="1572"/>
                  </a:lnTo>
                  <a:lnTo>
                    <a:pt x="2998" y="1514"/>
                  </a:lnTo>
                  <a:lnTo>
                    <a:pt x="3123" y="1466"/>
                  </a:lnTo>
                  <a:lnTo>
                    <a:pt x="3247" y="1428"/>
                  </a:lnTo>
                  <a:lnTo>
                    <a:pt x="3381" y="1390"/>
                  </a:lnTo>
                  <a:lnTo>
                    <a:pt x="3515" y="1351"/>
                  </a:lnTo>
                  <a:lnTo>
                    <a:pt x="3649" y="1332"/>
                  </a:lnTo>
                  <a:lnTo>
                    <a:pt x="3793" y="1313"/>
                  </a:lnTo>
                  <a:lnTo>
                    <a:pt x="3927" y="1304"/>
                  </a:lnTo>
                  <a:lnTo>
                    <a:pt x="11149" y="1304"/>
                  </a:lnTo>
                  <a:lnTo>
                    <a:pt x="11293" y="1313"/>
                  </a:lnTo>
                  <a:lnTo>
                    <a:pt x="11427" y="1332"/>
                  </a:lnTo>
                  <a:lnTo>
                    <a:pt x="11570" y="1351"/>
                  </a:lnTo>
                  <a:lnTo>
                    <a:pt x="11704" y="1390"/>
                  </a:lnTo>
                  <a:lnTo>
                    <a:pt x="11829" y="1428"/>
                  </a:lnTo>
                  <a:lnTo>
                    <a:pt x="11963" y="1466"/>
                  </a:lnTo>
                  <a:lnTo>
                    <a:pt x="12088" y="1514"/>
                  </a:lnTo>
                  <a:lnTo>
                    <a:pt x="12212" y="1572"/>
                  </a:lnTo>
                  <a:lnTo>
                    <a:pt x="12327" y="1639"/>
                  </a:lnTo>
                  <a:lnTo>
                    <a:pt x="12442" y="1706"/>
                  </a:lnTo>
                  <a:lnTo>
                    <a:pt x="12557" y="1773"/>
                  </a:lnTo>
                  <a:lnTo>
                    <a:pt x="12662" y="1849"/>
                  </a:lnTo>
                  <a:lnTo>
                    <a:pt x="12768" y="1936"/>
                  </a:lnTo>
                  <a:lnTo>
                    <a:pt x="12873" y="2022"/>
                  </a:lnTo>
                  <a:lnTo>
                    <a:pt x="12969" y="2108"/>
                  </a:lnTo>
                  <a:lnTo>
                    <a:pt x="13065" y="2213"/>
                  </a:lnTo>
                  <a:lnTo>
                    <a:pt x="13151" y="2309"/>
                  </a:lnTo>
                  <a:lnTo>
                    <a:pt x="13227" y="2415"/>
                  </a:lnTo>
                  <a:lnTo>
                    <a:pt x="13304" y="2520"/>
                  </a:lnTo>
                  <a:lnTo>
                    <a:pt x="13381" y="2635"/>
                  </a:lnTo>
                  <a:lnTo>
                    <a:pt x="13448" y="2750"/>
                  </a:lnTo>
                  <a:lnTo>
                    <a:pt x="13505" y="2874"/>
                  </a:lnTo>
                  <a:lnTo>
                    <a:pt x="13563" y="2999"/>
                  </a:lnTo>
                  <a:lnTo>
                    <a:pt x="13611" y="3123"/>
                  </a:lnTo>
                  <a:lnTo>
                    <a:pt x="13658" y="3248"/>
                  </a:lnTo>
                  <a:lnTo>
                    <a:pt x="13697" y="3382"/>
                  </a:lnTo>
                  <a:lnTo>
                    <a:pt x="13725" y="3516"/>
                  </a:lnTo>
                  <a:lnTo>
                    <a:pt x="13754" y="3650"/>
                  </a:lnTo>
                  <a:lnTo>
                    <a:pt x="13764" y="3794"/>
                  </a:lnTo>
                  <a:lnTo>
                    <a:pt x="13783" y="3928"/>
                  </a:lnTo>
                  <a:lnTo>
                    <a:pt x="13783" y="4072"/>
                  </a:lnTo>
                  <a:lnTo>
                    <a:pt x="15076" y="4072"/>
                  </a:lnTo>
                  <a:lnTo>
                    <a:pt x="15076" y="3861"/>
                  </a:lnTo>
                  <a:lnTo>
                    <a:pt x="15057" y="3660"/>
                  </a:lnTo>
                  <a:lnTo>
                    <a:pt x="15028" y="3459"/>
                  </a:lnTo>
                  <a:lnTo>
                    <a:pt x="14990" y="3257"/>
                  </a:lnTo>
                  <a:lnTo>
                    <a:pt x="14951" y="3056"/>
                  </a:lnTo>
                  <a:lnTo>
                    <a:pt x="14894" y="2865"/>
                  </a:lnTo>
                  <a:lnTo>
                    <a:pt x="14827" y="2673"/>
                  </a:lnTo>
                  <a:lnTo>
                    <a:pt x="14760" y="2491"/>
                  </a:lnTo>
                  <a:lnTo>
                    <a:pt x="14674" y="2309"/>
                  </a:lnTo>
                  <a:lnTo>
                    <a:pt x="14588" y="2137"/>
                  </a:lnTo>
                  <a:lnTo>
                    <a:pt x="14492" y="1964"/>
                  </a:lnTo>
                  <a:lnTo>
                    <a:pt x="14377" y="1802"/>
                  </a:lnTo>
                  <a:lnTo>
                    <a:pt x="14271" y="1639"/>
                  </a:lnTo>
                  <a:lnTo>
                    <a:pt x="14147" y="1485"/>
                  </a:lnTo>
                  <a:lnTo>
                    <a:pt x="14022" y="1342"/>
                  </a:lnTo>
                  <a:lnTo>
                    <a:pt x="13888" y="1198"/>
                  </a:lnTo>
                  <a:lnTo>
                    <a:pt x="13745" y="1064"/>
                  </a:lnTo>
                  <a:lnTo>
                    <a:pt x="13591" y="940"/>
                  </a:lnTo>
                  <a:lnTo>
                    <a:pt x="13438" y="815"/>
                  </a:lnTo>
                  <a:lnTo>
                    <a:pt x="13285" y="700"/>
                  </a:lnTo>
                  <a:lnTo>
                    <a:pt x="13112" y="595"/>
                  </a:lnTo>
                  <a:lnTo>
                    <a:pt x="12950" y="499"/>
                  </a:lnTo>
                  <a:lnTo>
                    <a:pt x="12768" y="403"/>
                  </a:lnTo>
                  <a:lnTo>
                    <a:pt x="12586" y="327"/>
                  </a:lnTo>
                  <a:lnTo>
                    <a:pt x="12404" y="250"/>
                  </a:lnTo>
                  <a:lnTo>
                    <a:pt x="12212" y="192"/>
                  </a:lnTo>
                  <a:lnTo>
                    <a:pt x="12021" y="135"/>
                  </a:lnTo>
                  <a:lnTo>
                    <a:pt x="11829" y="87"/>
                  </a:lnTo>
                  <a:lnTo>
                    <a:pt x="11628" y="49"/>
                  </a:lnTo>
                  <a:lnTo>
                    <a:pt x="11427" y="30"/>
                  </a:lnTo>
                  <a:lnTo>
                    <a:pt x="11216" y="10"/>
                  </a:lnTo>
                  <a:lnTo>
                    <a:pt x="110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7708076" y="3426608"/>
              <a:ext cx="134517" cy="208738"/>
            </a:xfrm>
            <a:custGeom>
              <a:avLst/>
              <a:gdLst/>
              <a:ahLst/>
              <a:cxnLst/>
              <a:rect l="l" t="t" r="r" b="b"/>
              <a:pathLst>
                <a:path w="3420" h="5307" extrusionOk="0">
                  <a:moveTo>
                    <a:pt x="0" y="0"/>
                  </a:moveTo>
                  <a:lnTo>
                    <a:pt x="642" y="5307"/>
                  </a:lnTo>
                  <a:lnTo>
                    <a:pt x="2768" y="5307"/>
                  </a:lnTo>
                  <a:lnTo>
                    <a:pt x="3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7343002" y="3414179"/>
              <a:ext cx="864646" cy="71624"/>
            </a:xfrm>
            <a:custGeom>
              <a:avLst/>
              <a:gdLst/>
              <a:ahLst/>
              <a:cxnLst/>
              <a:rect l="l" t="t" r="r" b="b"/>
              <a:pathLst>
                <a:path w="21983" h="1821" extrusionOk="0">
                  <a:moveTo>
                    <a:pt x="1" y="0"/>
                  </a:moveTo>
                  <a:lnTo>
                    <a:pt x="1" y="1820"/>
                  </a:lnTo>
                  <a:lnTo>
                    <a:pt x="21983" y="1820"/>
                  </a:lnTo>
                  <a:lnTo>
                    <a:pt x="219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6"/>
            <p:cNvSpPr/>
            <p:nvPr/>
          </p:nvSpPr>
          <p:spPr>
            <a:xfrm>
              <a:off x="7311733" y="3305310"/>
              <a:ext cx="926831" cy="137152"/>
            </a:xfrm>
            <a:custGeom>
              <a:avLst/>
              <a:gdLst/>
              <a:ahLst/>
              <a:cxnLst/>
              <a:rect l="l" t="t" r="r" b="b"/>
              <a:pathLst>
                <a:path w="23564" h="3487" extrusionOk="0">
                  <a:moveTo>
                    <a:pt x="3181" y="0"/>
                  </a:moveTo>
                  <a:lnTo>
                    <a:pt x="3008" y="19"/>
                  </a:lnTo>
                  <a:lnTo>
                    <a:pt x="2846" y="39"/>
                  </a:lnTo>
                  <a:lnTo>
                    <a:pt x="2683" y="67"/>
                  </a:lnTo>
                  <a:lnTo>
                    <a:pt x="2520" y="106"/>
                  </a:lnTo>
                  <a:lnTo>
                    <a:pt x="2357" y="154"/>
                  </a:lnTo>
                  <a:lnTo>
                    <a:pt x="2204" y="201"/>
                  </a:lnTo>
                  <a:lnTo>
                    <a:pt x="2051" y="259"/>
                  </a:lnTo>
                  <a:lnTo>
                    <a:pt x="1897" y="326"/>
                  </a:lnTo>
                  <a:lnTo>
                    <a:pt x="1754" y="403"/>
                  </a:lnTo>
                  <a:lnTo>
                    <a:pt x="1620" y="489"/>
                  </a:lnTo>
                  <a:lnTo>
                    <a:pt x="1476" y="575"/>
                  </a:lnTo>
                  <a:lnTo>
                    <a:pt x="1351" y="661"/>
                  </a:lnTo>
                  <a:lnTo>
                    <a:pt x="1227" y="767"/>
                  </a:lnTo>
                  <a:lnTo>
                    <a:pt x="1102" y="872"/>
                  </a:lnTo>
                  <a:lnTo>
                    <a:pt x="988" y="977"/>
                  </a:lnTo>
                  <a:lnTo>
                    <a:pt x="873" y="1092"/>
                  </a:lnTo>
                  <a:lnTo>
                    <a:pt x="767" y="1217"/>
                  </a:lnTo>
                  <a:lnTo>
                    <a:pt x="671" y="1341"/>
                  </a:lnTo>
                  <a:lnTo>
                    <a:pt x="576" y="1475"/>
                  </a:lnTo>
                  <a:lnTo>
                    <a:pt x="489" y="1609"/>
                  </a:lnTo>
                  <a:lnTo>
                    <a:pt x="403" y="1753"/>
                  </a:lnTo>
                  <a:lnTo>
                    <a:pt x="336" y="1897"/>
                  </a:lnTo>
                  <a:lnTo>
                    <a:pt x="269" y="2050"/>
                  </a:lnTo>
                  <a:lnTo>
                    <a:pt x="202" y="2194"/>
                  </a:lnTo>
                  <a:lnTo>
                    <a:pt x="154" y="2357"/>
                  </a:lnTo>
                  <a:lnTo>
                    <a:pt x="106" y="2510"/>
                  </a:lnTo>
                  <a:lnTo>
                    <a:pt x="68" y="2673"/>
                  </a:lnTo>
                  <a:lnTo>
                    <a:pt x="39" y="2835"/>
                  </a:lnTo>
                  <a:lnTo>
                    <a:pt x="20" y="3008"/>
                  </a:lnTo>
                  <a:lnTo>
                    <a:pt x="11" y="3180"/>
                  </a:lnTo>
                  <a:lnTo>
                    <a:pt x="1" y="3353"/>
                  </a:lnTo>
                  <a:lnTo>
                    <a:pt x="1" y="3487"/>
                  </a:lnTo>
                  <a:lnTo>
                    <a:pt x="23563" y="3487"/>
                  </a:lnTo>
                  <a:lnTo>
                    <a:pt x="23563" y="3353"/>
                  </a:lnTo>
                  <a:lnTo>
                    <a:pt x="23563" y="3180"/>
                  </a:lnTo>
                  <a:lnTo>
                    <a:pt x="23544" y="3008"/>
                  </a:lnTo>
                  <a:lnTo>
                    <a:pt x="23525" y="2835"/>
                  </a:lnTo>
                  <a:lnTo>
                    <a:pt x="23496" y="2673"/>
                  </a:lnTo>
                  <a:lnTo>
                    <a:pt x="23458" y="2510"/>
                  </a:lnTo>
                  <a:lnTo>
                    <a:pt x="23419" y="2357"/>
                  </a:lnTo>
                  <a:lnTo>
                    <a:pt x="23362" y="2194"/>
                  </a:lnTo>
                  <a:lnTo>
                    <a:pt x="23304" y="2050"/>
                  </a:lnTo>
                  <a:lnTo>
                    <a:pt x="23237" y="1897"/>
                  </a:lnTo>
                  <a:lnTo>
                    <a:pt x="23161" y="1753"/>
                  </a:lnTo>
                  <a:lnTo>
                    <a:pt x="23084" y="1609"/>
                  </a:lnTo>
                  <a:lnTo>
                    <a:pt x="22998" y="1475"/>
                  </a:lnTo>
                  <a:lnTo>
                    <a:pt x="22902" y="1341"/>
                  </a:lnTo>
                  <a:lnTo>
                    <a:pt x="22797" y="1217"/>
                  </a:lnTo>
                  <a:lnTo>
                    <a:pt x="22691" y="1092"/>
                  </a:lnTo>
                  <a:lnTo>
                    <a:pt x="22586" y="977"/>
                  </a:lnTo>
                  <a:lnTo>
                    <a:pt x="22471" y="872"/>
                  </a:lnTo>
                  <a:lnTo>
                    <a:pt x="22347" y="767"/>
                  </a:lnTo>
                  <a:lnTo>
                    <a:pt x="22222" y="661"/>
                  </a:lnTo>
                  <a:lnTo>
                    <a:pt x="22088" y="575"/>
                  </a:lnTo>
                  <a:lnTo>
                    <a:pt x="21954" y="489"/>
                  </a:lnTo>
                  <a:lnTo>
                    <a:pt x="21810" y="403"/>
                  </a:lnTo>
                  <a:lnTo>
                    <a:pt x="21667" y="326"/>
                  </a:lnTo>
                  <a:lnTo>
                    <a:pt x="21523" y="259"/>
                  </a:lnTo>
                  <a:lnTo>
                    <a:pt x="21370" y="201"/>
                  </a:lnTo>
                  <a:lnTo>
                    <a:pt x="21207" y="154"/>
                  </a:lnTo>
                  <a:lnTo>
                    <a:pt x="21054" y="106"/>
                  </a:lnTo>
                  <a:lnTo>
                    <a:pt x="20891" y="67"/>
                  </a:lnTo>
                  <a:lnTo>
                    <a:pt x="20728" y="39"/>
                  </a:lnTo>
                  <a:lnTo>
                    <a:pt x="20556" y="19"/>
                  </a:lnTo>
                  <a:lnTo>
                    <a:pt x="203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6"/>
            <p:cNvSpPr/>
            <p:nvPr/>
          </p:nvSpPr>
          <p:spPr>
            <a:xfrm>
              <a:off x="7532147" y="1433376"/>
              <a:ext cx="1154684" cy="1453100"/>
            </a:xfrm>
            <a:custGeom>
              <a:avLst/>
              <a:gdLst/>
              <a:ahLst/>
              <a:cxnLst/>
              <a:rect l="l" t="t" r="r" b="b"/>
              <a:pathLst>
                <a:path w="29357" h="36944" extrusionOk="0">
                  <a:moveTo>
                    <a:pt x="4818" y="1"/>
                  </a:moveTo>
                  <a:lnTo>
                    <a:pt x="3276" y="6399"/>
                  </a:lnTo>
                  <a:lnTo>
                    <a:pt x="3391" y="6351"/>
                  </a:lnTo>
                  <a:lnTo>
                    <a:pt x="3707" y="6236"/>
                  </a:lnTo>
                  <a:lnTo>
                    <a:pt x="3927" y="6159"/>
                  </a:lnTo>
                  <a:lnTo>
                    <a:pt x="4176" y="6083"/>
                  </a:lnTo>
                  <a:lnTo>
                    <a:pt x="4454" y="6006"/>
                  </a:lnTo>
                  <a:lnTo>
                    <a:pt x="4751" y="5929"/>
                  </a:lnTo>
                  <a:lnTo>
                    <a:pt x="5048" y="5862"/>
                  </a:lnTo>
                  <a:lnTo>
                    <a:pt x="5364" y="5815"/>
                  </a:lnTo>
                  <a:lnTo>
                    <a:pt x="5670" y="5776"/>
                  </a:lnTo>
                  <a:lnTo>
                    <a:pt x="5824" y="5767"/>
                  </a:lnTo>
                  <a:lnTo>
                    <a:pt x="6111" y="5767"/>
                  </a:lnTo>
                  <a:lnTo>
                    <a:pt x="6255" y="5776"/>
                  </a:lnTo>
                  <a:lnTo>
                    <a:pt x="6389" y="5795"/>
                  </a:lnTo>
                  <a:lnTo>
                    <a:pt x="6523" y="5824"/>
                  </a:lnTo>
                  <a:lnTo>
                    <a:pt x="6647" y="5853"/>
                  </a:lnTo>
                  <a:lnTo>
                    <a:pt x="6762" y="5901"/>
                  </a:lnTo>
                  <a:lnTo>
                    <a:pt x="6868" y="5958"/>
                  </a:lnTo>
                  <a:lnTo>
                    <a:pt x="6963" y="6016"/>
                  </a:lnTo>
                  <a:lnTo>
                    <a:pt x="7059" y="6092"/>
                  </a:lnTo>
                  <a:lnTo>
                    <a:pt x="7145" y="6169"/>
                  </a:lnTo>
                  <a:lnTo>
                    <a:pt x="7318" y="6341"/>
                  </a:lnTo>
                  <a:lnTo>
                    <a:pt x="7471" y="6533"/>
                  </a:lnTo>
                  <a:lnTo>
                    <a:pt x="7615" y="6744"/>
                  </a:lnTo>
                  <a:lnTo>
                    <a:pt x="7739" y="6964"/>
                  </a:lnTo>
                  <a:lnTo>
                    <a:pt x="7854" y="7203"/>
                  </a:lnTo>
                  <a:lnTo>
                    <a:pt x="7940" y="7452"/>
                  </a:lnTo>
                  <a:lnTo>
                    <a:pt x="7979" y="7587"/>
                  </a:lnTo>
                  <a:lnTo>
                    <a:pt x="8017" y="7711"/>
                  </a:lnTo>
                  <a:lnTo>
                    <a:pt x="8036" y="7845"/>
                  </a:lnTo>
                  <a:lnTo>
                    <a:pt x="8065" y="7979"/>
                  </a:lnTo>
                  <a:lnTo>
                    <a:pt x="8074" y="8113"/>
                  </a:lnTo>
                  <a:lnTo>
                    <a:pt x="8084" y="8247"/>
                  </a:lnTo>
                  <a:lnTo>
                    <a:pt x="8084" y="8381"/>
                  </a:lnTo>
                  <a:lnTo>
                    <a:pt x="8084" y="8525"/>
                  </a:lnTo>
                  <a:lnTo>
                    <a:pt x="8065" y="8659"/>
                  </a:lnTo>
                  <a:lnTo>
                    <a:pt x="8046" y="8793"/>
                  </a:lnTo>
                  <a:lnTo>
                    <a:pt x="8027" y="8927"/>
                  </a:lnTo>
                  <a:lnTo>
                    <a:pt x="7988" y="9062"/>
                  </a:lnTo>
                  <a:lnTo>
                    <a:pt x="7950" y="9196"/>
                  </a:lnTo>
                  <a:lnTo>
                    <a:pt x="7893" y="9330"/>
                  </a:lnTo>
                  <a:lnTo>
                    <a:pt x="7835" y="9464"/>
                  </a:lnTo>
                  <a:lnTo>
                    <a:pt x="7768" y="9588"/>
                  </a:lnTo>
                  <a:lnTo>
                    <a:pt x="7691" y="9713"/>
                  </a:lnTo>
                  <a:lnTo>
                    <a:pt x="7605" y="9837"/>
                  </a:lnTo>
                  <a:lnTo>
                    <a:pt x="7270" y="10288"/>
                  </a:lnTo>
                  <a:lnTo>
                    <a:pt x="6839" y="10833"/>
                  </a:lnTo>
                  <a:lnTo>
                    <a:pt x="5757" y="12194"/>
                  </a:lnTo>
                  <a:lnTo>
                    <a:pt x="5134" y="12989"/>
                  </a:lnTo>
                  <a:lnTo>
                    <a:pt x="4492" y="13841"/>
                  </a:lnTo>
                  <a:lnTo>
                    <a:pt x="4167" y="14291"/>
                  </a:lnTo>
                  <a:lnTo>
                    <a:pt x="3831" y="14751"/>
                  </a:lnTo>
                  <a:lnTo>
                    <a:pt x="3506" y="15220"/>
                  </a:lnTo>
                  <a:lnTo>
                    <a:pt x="3180" y="15699"/>
                  </a:lnTo>
                  <a:lnTo>
                    <a:pt x="2864" y="16188"/>
                  </a:lnTo>
                  <a:lnTo>
                    <a:pt x="2548" y="16686"/>
                  </a:lnTo>
                  <a:lnTo>
                    <a:pt x="2241" y="17184"/>
                  </a:lnTo>
                  <a:lnTo>
                    <a:pt x="1945" y="17691"/>
                  </a:lnTo>
                  <a:lnTo>
                    <a:pt x="1667" y="18209"/>
                  </a:lnTo>
                  <a:lnTo>
                    <a:pt x="1399" y="18716"/>
                  </a:lnTo>
                  <a:lnTo>
                    <a:pt x="1150" y="19233"/>
                  </a:lnTo>
                  <a:lnTo>
                    <a:pt x="920" y="19751"/>
                  </a:lnTo>
                  <a:lnTo>
                    <a:pt x="709" y="20268"/>
                  </a:lnTo>
                  <a:lnTo>
                    <a:pt x="527" y="20776"/>
                  </a:lnTo>
                  <a:lnTo>
                    <a:pt x="441" y="21034"/>
                  </a:lnTo>
                  <a:lnTo>
                    <a:pt x="364" y="21283"/>
                  </a:lnTo>
                  <a:lnTo>
                    <a:pt x="297" y="21532"/>
                  </a:lnTo>
                  <a:lnTo>
                    <a:pt x="230" y="21791"/>
                  </a:lnTo>
                  <a:lnTo>
                    <a:pt x="173" y="22040"/>
                  </a:lnTo>
                  <a:lnTo>
                    <a:pt x="125" y="22289"/>
                  </a:lnTo>
                  <a:lnTo>
                    <a:pt x="86" y="22528"/>
                  </a:lnTo>
                  <a:lnTo>
                    <a:pt x="48" y="22777"/>
                  </a:lnTo>
                  <a:lnTo>
                    <a:pt x="29" y="23017"/>
                  </a:lnTo>
                  <a:lnTo>
                    <a:pt x="10" y="23256"/>
                  </a:lnTo>
                  <a:lnTo>
                    <a:pt x="0" y="23496"/>
                  </a:lnTo>
                  <a:lnTo>
                    <a:pt x="0" y="23735"/>
                  </a:lnTo>
                  <a:lnTo>
                    <a:pt x="10" y="23908"/>
                  </a:lnTo>
                  <a:lnTo>
                    <a:pt x="19" y="24080"/>
                  </a:lnTo>
                  <a:lnTo>
                    <a:pt x="48" y="24272"/>
                  </a:lnTo>
                  <a:lnTo>
                    <a:pt x="77" y="24473"/>
                  </a:lnTo>
                  <a:lnTo>
                    <a:pt x="153" y="24894"/>
                  </a:lnTo>
                  <a:lnTo>
                    <a:pt x="259" y="25344"/>
                  </a:lnTo>
                  <a:lnTo>
                    <a:pt x="402" y="25823"/>
                  </a:lnTo>
                  <a:lnTo>
                    <a:pt x="565" y="26321"/>
                  </a:lnTo>
                  <a:lnTo>
                    <a:pt x="766" y="26839"/>
                  </a:lnTo>
                  <a:lnTo>
                    <a:pt x="996" y="27384"/>
                  </a:lnTo>
                  <a:lnTo>
                    <a:pt x="1245" y="27930"/>
                  </a:lnTo>
                  <a:lnTo>
                    <a:pt x="1389" y="28218"/>
                  </a:lnTo>
                  <a:lnTo>
                    <a:pt x="1542" y="28496"/>
                  </a:lnTo>
                  <a:lnTo>
                    <a:pt x="1695" y="28783"/>
                  </a:lnTo>
                  <a:lnTo>
                    <a:pt x="1858" y="29070"/>
                  </a:lnTo>
                  <a:lnTo>
                    <a:pt x="2031" y="29348"/>
                  </a:lnTo>
                  <a:lnTo>
                    <a:pt x="2213" y="29635"/>
                  </a:lnTo>
                  <a:lnTo>
                    <a:pt x="2395" y="29923"/>
                  </a:lnTo>
                  <a:lnTo>
                    <a:pt x="2586" y="30210"/>
                  </a:lnTo>
                  <a:lnTo>
                    <a:pt x="2797" y="30497"/>
                  </a:lnTo>
                  <a:lnTo>
                    <a:pt x="3008" y="30785"/>
                  </a:lnTo>
                  <a:lnTo>
                    <a:pt x="3218" y="31072"/>
                  </a:lnTo>
                  <a:lnTo>
                    <a:pt x="3448" y="31350"/>
                  </a:lnTo>
                  <a:lnTo>
                    <a:pt x="3688" y="31628"/>
                  </a:lnTo>
                  <a:lnTo>
                    <a:pt x="3927" y="31905"/>
                  </a:lnTo>
                  <a:lnTo>
                    <a:pt x="4176" y="32183"/>
                  </a:lnTo>
                  <a:lnTo>
                    <a:pt x="4444" y="32451"/>
                  </a:lnTo>
                  <a:lnTo>
                    <a:pt x="4703" y="32719"/>
                  </a:lnTo>
                  <a:lnTo>
                    <a:pt x="4981" y="32978"/>
                  </a:lnTo>
                  <a:lnTo>
                    <a:pt x="5268" y="33237"/>
                  </a:lnTo>
                  <a:lnTo>
                    <a:pt x="5565" y="33495"/>
                  </a:lnTo>
                  <a:lnTo>
                    <a:pt x="5862" y="33735"/>
                  </a:lnTo>
                  <a:lnTo>
                    <a:pt x="6168" y="33984"/>
                  </a:lnTo>
                  <a:lnTo>
                    <a:pt x="6494" y="34214"/>
                  </a:lnTo>
                  <a:lnTo>
                    <a:pt x="6820" y="34444"/>
                  </a:lnTo>
                  <a:lnTo>
                    <a:pt x="7155" y="34664"/>
                  </a:lnTo>
                  <a:lnTo>
                    <a:pt x="7500" y="34875"/>
                  </a:lnTo>
                  <a:lnTo>
                    <a:pt x="7845" y="35076"/>
                  </a:lnTo>
                  <a:lnTo>
                    <a:pt x="8209" y="35277"/>
                  </a:lnTo>
                  <a:lnTo>
                    <a:pt x="8582" y="35468"/>
                  </a:lnTo>
                  <a:lnTo>
                    <a:pt x="8956" y="35641"/>
                  </a:lnTo>
                  <a:lnTo>
                    <a:pt x="9339" y="35813"/>
                  </a:lnTo>
                  <a:lnTo>
                    <a:pt x="9741" y="35966"/>
                  </a:lnTo>
                  <a:lnTo>
                    <a:pt x="10143" y="36120"/>
                  </a:lnTo>
                  <a:lnTo>
                    <a:pt x="10555" y="36254"/>
                  </a:lnTo>
                  <a:lnTo>
                    <a:pt x="10977" y="36388"/>
                  </a:lnTo>
                  <a:lnTo>
                    <a:pt x="11408" y="36503"/>
                  </a:lnTo>
                  <a:lnTo>
                    <a:pt x="11848" y="36599"/>
                  </a:lnTo>
                  <a:lnTo>
                    <a:pt x="12298" y="36694"/>
                  </a:lnTo>
                  <a:lnTo>
                    <a:pt x="12758" y="36771"/>
                  </a:lnTo>
                  <a:lnTo>
                    <a:pt x="13228" y="36828"/>
                  </a:lnTo>
                  <a:lnTo>
                    <a:pt x="13697" y="36886"/>
                  </a:lnTo>
                  <a:lnTo>
                    <a:pt x="14185" y="36915"/>
                  </a:lnTo>
                  <a:lnTo>
                    <a:pt x="14683" y="36943"/>
                  </a:lnTo>
                  <a:lnTo>
                    <a:pt x="15699" y="36943"/>
                  </a:lnTo>
                  <a:lnTo>
                    <a:pt x="16216" y="36915"/>
                  </a:lnTo>
                  <a:lnTo>
                    <a:pt x="16570" y="36886"/>
                  </a:lnTo>
                  <a:lnTo>
                    <a:pt x="16915" y="36857"/>
                  </a:lnTo>
                  <a:lnTo>
                    <a:pt x="17260" y="36819"/>
                  </a:lnTo>
                  <a:lnTo>
                    <a:pt x="17595" y="36771"/>
                  </a:lnTo>
                  <a:lnTo>
                    <a:pt x="17930" y="36723"/>
                  </a:lnTo>
                  <a:lnTo>
                    <a:pt x="18266" y="36666"/>
                  </a:lnTo>
                  <a:lnTo>
                    <a:pt x="18591" y="36599"/>
                  </a:lnTo>
                  <a:lnTo>
                    <a:pt x="18907" y="36532"/>
                  </a:lnTo>
                  <a:lnTo>
                    <a:pt x="19233" y="36455"/>
                  </a:lnTo>
                  <a:lnTo>
                    <a:pt x="19539" y="36369"/>
                  </a:lnTo>
                  <a:lnTo>
                    <a:pt x="19856" y="36283"/>
                  </a:lnTo>
                  <a:lnTo>
                    <a:pt x="20152" y="36187"/>
                  </a:lnTo>
                  <a:lnTo>
                    <a:pt x="20459" y="36081"/>
                  </a:lnTo>
                  <a:lnTo>
                    <a:pt x="20756" y="35976"/>
                  </a:lnTo>
                  <a:lnTo>
                    <a:pt x="21043" y="35861"/>
                  </a:lnTo>
                  <a:lnTo>
                    <a:pt x="21331" y="35746"/>
                  </a:lnTo>
                  <a:lnTo>
                    <a:pt x="21608" y="35622"/>
                  </a:lnTo>
                  <a:lnTo>
                    <a:pt x="21886" y="35497"/>
                  </a:lnTo>
                  <a:lnTo>
                    <a:pt x="22164" y="35363"/>
                  </a:lnTo>
                  <a:lnTo>
                    <a:pt x="22432" y="35229"/>
                  </a:lnTo>
                  <a:lnTo>
                    <a:pt x="22700" y="35085"/>
                  </a:lnTo>
                  <a:lnTo>
                    <a:pt x="22959" y="34932"/>
                  </a:lnTo>
                  <a:lnTo>
                    <a:pt x="23208" y="34788"/>
                  </a:lnTo>
                  <a:lnTo>
                    <a:pt x="23457" y="34626"/>
                  </a:lnTo>
                  <a:lnTo>
                    <a:pt x="23706" y="34463"/>
                  </a:lnTo>
                  <a:lnTo>
                    <a:pt x="23945" y="34300"/>
                  </a:lnTo>
                  <a:lnTo>
                    <a:pt x="24185" y="34127"/>
                  </a:lnTo>
                  <a:lnTo>
                    <a:pt x="24415" y="33955"/>
                  </a:lnTo>
                  <a:lnTo>
                    <a:pt x="24635" y="33773"/>
                  </a:lnTo>
                  <a:lnTo>
                    <a:pt x="24855" y="33591"/>
                  </a:lnTo>
                  <a:lnTo>
                    <a:pt x="25076" y="33409"/>
                  </a:lnTo>
                  <a:lnTo>
                    <a:pt x="25286" y="33218"/>
                  </a:lnTo>
                  <a:lnTo>
                    <a:pt x="25497" y="33026"/>
                  </a:lnTo>
                  <a:lnTo>
                    <a:pt x="25698" y="32825"/>
                  </a:lnTo>
                  <a:lnTo>
                    <a:pt x="25890" y="32624"/>
                  </a:lnTo>
                  <a:lnTo>
                    <a:pt x="26081" y="32423"/>
                  </a:lnTo>
                  <a:lnTo>
                    <a:pt x="26273" y="32212"/>
                  </a:lnTo>
                  <a:lnTo>
                    <a:pt x="26455" y="32001"/>
                  </a:lnTo>
                  <a:lnTo>
                    <a:pt x="26627" y="31790"/>
                  </a:lnTo>
                  <a:lnTo>
                    <a:pt x="26800" y="31570"/>
                  </a:lnTo>
                  <a:lnTo>
                    <a:pt x="26962" y="31350"/>
                  </a:lnTo>
                  <a:lnTo>
                    <a:pt x="27125" y="31130"/>
                  </a:lnTo>
                  <a:lnTo>
                    <a:pt x="27279" y="30909"/>
                  </a:lnTo>
                  <a:lnTo>
                    <a:pt x="27432" y="30679"/>
                  </a:lnTo>
                  <a:lnTo>
                    <a:pt x="27575" y="30449"/>
                  </a:lnTo>
                  <a:lnTo>
                    <a:pt x="27719" y="30220"/>
                  </a:lnTo>
                  <a:lnTo>
                    <a:pt x="27978" y="29741"/>
                  </a:lnTo>
                  <a:lnTo>
                    <a:pt x="28217" y="29262"/>
                  </a:lnTo>
                  <a:lnTo>
                    <a:pt x="28438" y="28773"/>
                  </a:lnTo>
                  <a:lnTo>
                    <a:pt x="28639" y="28285"/>
                  </a:lnTo>
                  <a:lnTo>
                    <a:pt x="28811" y="27787"/>
                  </a:lnTo>
                  <a:lnTo>
                    <a:pt x="28964" y="27279"/>
                  </a:lnTo>
                  <a:lnTo>
                    <a:pt x="29098" y="26771"/>
                  </a:lnTo>
                  <a:lnTo>
                    <a:pt x="29156" y="26513"/>
                  </a:lnTo>
                  <a:lnTo>
                    <a:pt x="29204" y="26264"/>
                  </a:lnTo>
                  <a:lnTo>
                    <a:pt x="29252" y="26005"/>
                  </a:lnTo>
                  <a:lnTo>
                    <a:pt x="29290" y="25747"/>
                  </a:lnTo>
                  <a:lnTo>
                    <a:pt x="29319" y="25536"/>
                  </a:lnTo>
                  <a:lnTo>
                    <a:pt x="29338" y="25325"/>
                  </a:lnTo>
                  <a:lnTo>
                    <a:pt x="29347" y="25105"/>
                  </a:lnTo>
                  <a:lnTo>
                    <a:pt x="29357" y="24885"/>
                  </a:lnTo>
                  <a:lnTo>
                    <a:pt x="29357" y="24664"/>
                  </a:lnTo>
                  <a:lnTo>
                    <a:pt x="29347" y="24444"/>
                  </a:lnTo>
                  <a:lnTo>
                    <a:pt x="29328" y="24214"/>
                  </a:lnTo>
                  <a:lnTo>
                    <a:pt x="29309" y="23994"/>
                  </a:lnTo>
                  <a:lnTo>
                    <a:pt x="29280" y="23764"/>
                  </a:lnTo>
                  <a:lnTo>
                    <a:pt x="29252" y="23524"/>
                  </a:lnTo>
                  <a:lnTo>
                    <a:pt x="29165" y="23055"/>
                  </a:lnTo>
                  <a:lnTo>
                    <a:pt x="29060" y="22586"/>
                  </a:lnTo>
                  <a:lnTo>
                    <a:pt x="28926" y="22097"/>
                  </a:lnTo>
                  <a:lnTo>
                    <a:pt x="28773" y="21609"/>
                  </a:lnTo>
                  <a:lnTo>
                    <a:pt x="28600" y="21111"/>
                  </a:lnTo>
                  <a:lnTo>
                    <a:pt x="28409" y="20613"/>
                  </a:lnTo>
                  <a:lnTo>
                    <a:pt x="28188" y="20105"/>
                  </a:lnTo>
                  <a:lnTo>
                    <a:pt x="27959" y="19597"/>
                  </a:lnTo>
                  <a:lnTo>
                    <a:pt x="27710" y="19080"/>
                  </a:lnTo>
                  <a:lnTo>
                    <a:pt x="27441" y="18563"/>
                  </a:lnTo>
                  <a:lnTo>
                    <a:pt x="27154" y="18046"/>
                  </a:lnTo>
                  <a:lnTo>
                    <a:pt x="26857" y="17519"/>
                  </a:lnTo>
                  <a:lnTo>
                    <a:pt x="26541" y="17002"/>
                  </a:lnTo>
                  <a:lnTo>
                    <a:pt x="26215" y="16475"/>
                  </a:lnTo>
                  <a:lnTo>
                    <a:pt x="25871" y="15948"/>
                  </a:lnTo>
                  <a:lnTo>
                    <a:pt x="25526" y="15431"/>
                  </a:lnTo>
                  <a:lnTo>
                    <a:pt x="25152" y="14904"/>
                  </a:lnTo>
                  <a:lnTo>
                    <a:pt x="24779" y="14387"/>
                  </a:lnTo>
                  <a:lnTo>
                    <a:pt x="24396" y="13860"/>
                  </a:lnTo>
                  <a:lnTo>
                    <a:pt x="24003" y="13353"/>
                  </a:lnTo>
                  <a:lnTo>
                    <a:pt x="23601" y="12835"/>
                  </a:lnTo>
                  <a:lnTo>
                    <a:pt x="23189" y="12328"/>
                  </a:lnTo>
                  <a:lnTo>
                    <a:pt x="22767" y="11820"/>
                  </a:lnTo>
                  <a:lnTo>
                    <a:pt x="22346" y="11312"/>
                  </a:lnTo>
                  <a:lnTo>
                    <a:pt x="21924" y="10824"/>
                  </a:lnTo>
                  <a:lnTo>
                    <a:pt x="21493" y="10326"/>
                  </a:lnTo>
                  <a:lnTo>
                    <a:pt x="21053" y="9847"/>
                  </a:lnTo>
                  <a:lnTo>
                    <a:pt x="20622" y="9368"/>
                  </a:lnTo>
                  <a:lnTo>
                    <a:pt x="20181" y="8899"/>
                  </a:lnTo>
                  <a:lnTo>
                    <a:pt x="19741" y="8439"/>
                  </a:lnTo>
                  <a:lnTo>
                    <a:pt x="19300" y="7989"/>
                  </a:lnTo>
                  <a:lnTo>
                    <a:pt x="18859" y="7539"/>
                  </a:lnTo>
                  <a:lnTo>
                    <a:pt x="18419" y="7108"/>
                  </a:lnTo>
                  <a:lnTo>
                    <a:pt x="17547" y="6265"/>
                  </a:lnTo>
                  <a:lnTo>
                    <a:pt x="16695" y="5479"/>
                  </a:lnTo>
                  <a:lnTo>
                    <a:pt x="15871" y="4732"/>
                  </a:lnTo>
                  <a:lnTo>
                    <a:pt x="15066" y="4052"/>
                  </a:lnTo>
                  <a:lnTo>
                    <a:pt x="14674" y="3727"/>
                  </a:lnTo>
                  <a:lnTo>
                    <a:pt x="14300" y="3420"/>
                  </a:lnTo>
                  <a:lnTo>
                    <a:pt x="13927" y="3133"/>
                  </a:lnTo>
                  <a:lnTo>
                    <a:pt x="13572" y="2855"/>
                  </a:lnTo>
                  <a:lnTo>
                    <a:pt x="13228" y="2596"/>
                  </a:lnTo>
                  <a:lnTo>
                    <a:pt x="12892" y="2357"/>
                  </a:lnTo>
                  <a:lnTo>
                    <a:pt x="12576" y="2137"/>
                  </a:lnTo>
                  <a:lnTo>
                    <a:pt x="12270" y="1926"/>
                  </a:lnTo>
                  <a:lnTo>
                    <a:pt x="11982" y="1744"/>
                  </a:lnTo>
                  <a:lnTo>
                    <a:pt x="11705" y="1581"/>
                  </a:lnTo>
                  <a:lnTo>
                    <a:pt x="11446" y="1437"/>
                  </a:lnTo>
                  <a:lnTo>
                    <a:pt x="11207" y="1313"/>
                  </a:lnTo>
                  <a:lnTo>
                    <a:pt x="10986" y="1207"/>
                  </a:lnTo>
                  <a:lnTo>
                    <a:pt x="10785" y="1131"/>
                  </a:lnTo>
                  <a:lnTo>
                    <a:pt x="10603" y="1073"/>
                  </a:lnTo>
                  <a:lnTo>
                    <a:pt x="10450" y="1035"/>
                  </a:lnTo>
                  <a:lnTo>
                    <a:pt x="10306" y="1025"/>
                  </a:lnTo>
                  <a:lnTo>
                    <a:pt x="10249" y="1025"/>
                  </a:lnTo>
                  <a:lnTo>
                    <a:pt x="10191" y="1035"/>
                  </a:lnTo>
                  <a:lnTo>
                    <a:pt x="9981" y="1083"/>
                  </a:lnTo>
                  <a:lnTo>
                    <a:pt x="9760" y="1112"/>
                  </a:lnTo>
                  <a:lnTo>
                    <a:pt x="9540" y="1131"/>
                  </a:lnTo>
                  <a:lnTo>
                    <a:pt x="9320" y="1140"/>
                  </a:lnTo>
                  <a:lnTo>
                    <a:pt x="9090" y="1140"/>
                  </a:lnTo>
                  <a:lnTo>
                    <a:pt x="8869" y="1131"/>
                  </a:lnTo>
                  <a:lnTo>
                    <a:pt x="8640" y="1121"/>
                  </a:lnTo>
                  <a:lnTo>
                    <a:pt x="8410" y="1093"/>
                  </a:lnTo>
                  <a:lnTo>
                    <a:pt x="8180" y="1064"/>
                  </a:lnTo>
                  <a:lnTo>
                    <a:pt x="7950" y="1025"/>
                  </a:lnTo>
                  <a:lnTo>
                    <a:pt x="7509" y="939"/>
                  </a:lnTo>
                  <a:lnTo>
                    <a:pt x="7078" y="834"/>
                  </a:lnTo>
                  <a:lnTo>
                    <a:pt x="6667" y="719"/>
                  </a:lnTo>
                  <a:lnTo>
                    <a:pt x="6283" y="594"/>
                  </a:lnTo>
                  <a:lnTo>
                    <a:pt x="5929" y="470"/>
                  </a:lnTo>
                  <a:lnTo>
                    <a:pt x="5613" y="345"/>
                  </a:lnTo>
                  <a:lnTo>
                    <a:pt x="5345" y="240"/>
                  </a:lnTo>
                  <a:lnTo>
                    <a:pt x="4962" y="68"/>
                  </a:lnTo>
                  <a:lnTo>
                    <a:pt x="4818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6"/>
            <p:cNvSpPr/>
            <p:nvPr/>
          </p:nvSpPr>
          <p:spPr>
            <a:xfrm>
              <a:off x="7128685" y="1433376"/>
              <a:ext cx="722971" cy="837900"/>
            </a:xfrm>
            <a:custGeom>
              <a:avLst/>
              <a:gdLst/>
              <a:ahLst/>
              <a:cxnLst/>
              <a:rect l="l" t="t" r="r" b="b"/>
              <a:pathLst>
                <a:path w="18381" h="21303" extrusionOk="0">
                  <a:moveTo>
                    <a:pt x="11551" y="1"/>
                  </a:moveTo>
                  <a:lnTo>
                    <a:pt x="10919" y="403"/>
                  </a:lnTo>
                  <a:lnTo>
                    <a:pt x="10306" y="815"/>
                  </a:lnTo>
                  <a:lnTo>
                    <a:pt x="9703" y="1236"/>
                  </a:lnTo>
                  <a:lnTo>
                    <a:pt x="9118" y="1658"/>
                  </a:lnTo>
                  <a:lnTo>
                    <a:pt x="8553" y="2079"/>
                  </a:lnTo>
                  <a:lnTo>
                    <a:pt x="8007" y="2501"/>
                  </a:lnTo>
                  <a:lnTo>
                    <a:pt x="7471" y="2932"/>
                  </a:lnTo>
                  <a:lnTo>
                    <a:pt x="6954" y="3353"/>
                  </a:lnTo>
                  <a:lnTo>
                    <a:pt x="6456" y="3784"/>
                  </a:lnTo>
                  <a:lnTo>
                    <a:pt x="5977" y="4205"/>
                  </a:lnTo>
                  <a:lnTo>
                    <a:pt x="5507" y="4627"/>
                  </a:lnTo>
                  <a:lnTo>
                    <a:pt x="5067" y="5039"/>
                  </a:lnTo>
                  <a:lnTo>
                    <a:pt x="4636" y="5451"/>
                  </a:lnTo>
                  <a:lnTo>
                    <a:pt x="4224" y="5862"/>
                  </a:lnTo>
                  <a:lnTo>
                    <a:pt x="3831" y="6265"/>
                  </a:lnTo>
                  <a:lnTo>
                    <a:pt x="3458" y="6657"/>
                  </a:lnTo>
                  <a:lnTo>
                    <a:pt x="3103" y="7041"/>
                  </a:lnTo>
                  <a:lnTo>
                    <a:pt x="2768" y="7405"/>
                  </a:lnTo>
                  <a:lnTo>
                    <a:pt x="2442" y="7768"/>
                  </a:lnTo>
                  <a:lnTo>
                    <a:pt x="2146" y="8123"/>
                  </a:lnTo>
                  <a:lnTo>
                    <a:pt x="1868" y="8458"/>
                  </a:lnTo>
                  <a:lnTo>
                    <a:pt x="1600" y="8784"/>
                  </a:lnTo>
                  <a:lnTo>
                    <a:pt x="1360" y="9090"/>
                  </a:lnTo>
                  <a:lnTo>
                    <a:pt x="1130" y="9387"/>
                  </a:lnTo>
                  <a:lnTo>
                    <a:pt x="929" y="9665"/>
                  </a:lnTo>
                  <a:lnTo>
                    <a:pt x="747" y="9924"/>
                  </a:lnTo>
                  <a:lnTo>
                    <a:pt x="584" y="10173"/>
                  </a:lnTo>
                  <a:lnTo>
                    <a:pt x="441" y="10393"/>
                  </a:lnTo>
                  <a:lnTo>
                    <a:pt x="316" y="10594"/>
                  </a:lnTo>
                  <a:lnTo>
                    <a:pt x="211" y="10776"/>
                  </a:lnTo>
                  <a:lnTo>
                    <a:pt x="125" y="10929"/>
                  </a:lnTo>
                  <a:lnTo>
                    <a:pt x="57" y="11063"/>
                  </a:lnTo>
                  <a:lnTo>
                    <a:pt x="29" y="11159"/>
                  </a:lnTo>
                  <a:lnTo>
                    <a:pt x="10" y="11255"/>
                  </a:lnTo>
                  <a:lnTo>
                    <a:pt x="0" y="11351"/>
                  </a:lnTo>
                  <a:lnTo>
                    <a:pt x="0" y="11446"/>
                  </a:lnTo>
                  <a:lnTo>
                    <a:pt x="19" y="11542"/>
                  </a:lnTo>
                  <a:lnTo>
                    <a:pt x="48" y="11638"/>
                  </a:lnTo>
                  <a:lnTo>
                    <a:pt x="86" y="11734"/>
                  </a:lnTo>
                  <a:lnTo>
                    <a:pt x="144" y="11810"/>
                  </a:lnTo>
                  <a:lnTo>
                    <a:pt x="498" y="12299"/>
                  </a:lnTo>
                  <a:lnTo>
                    <a:pt x="862" y="12778"/>
                  </a:lnTo>
                  <a:lnTo>
                    <a:pt x="1226" y="13228"/>
                  </a:lnTo>
                  <a:lnTo>
                    <a:pt x="1580" y="13669"/>
                  </a:lnTo>
                  <a:lnTo>
                    <a:pt x="1944" y="14090"/>
                  </a:lnTo>
                  <a:lnTo>
                    <a:pt x="2308" y="14492"/>
                  </a:lnTo>
                  <a:lnTo>
                    <a:pt x="2672" y="14885"/>
                  </a:lnTo>
                  <a:lnTo>
                    <a:pt x="3027" y="15268"/>
                  </a:lnTo>
                  <a:lnTo>
                    <a:pt x="3391" y="15623"/>
                  </a:lnTo>
                  <a:lnTo>
                    <a:pt x="3745" y="15967"/>
                  </a:lnTo>
                  <a:lnTo>
                    <a:pt x="4109" y="16303"/>
                  </a:lnTo>
                  <a:lnTo>
                    <a:pt x="4463" y="16619"/>
                  </a:lnTo>
                  <a:lnTo>
                    <a:pt x="4818" y="16925"/>
                  </a:lnTo>
                  <a:lnTo>
                    <a:pt x="5172" y="17222"/>
                  </a:lnTo>
                  <a:lnTo>
                    <a:pt x="5517" y="17500"/>
                  </a:lnTo>
                  <a:lnTo>
                    <a:pt x="5871" y="17758"/>
                  </a:lnTo>
                  <a:lnTo>
                    <a:pt x="6216" y="18017"/>
                  </a:lnTo>
                  <a:lnTo>
                    <a:pt x="6561" y="18257"/>
                  </a:lnTo>
                  <a:lnTo>
                    <a:pt x="6896" y="18486"/>
                  </a:lnTo>
                  <a:lnTo>
                    <a:pt x="7241" y="18707"/>
                  </a:lnTo>
                  <a:lnTo>
                    <a:pt x="7576" y="18908"/>
                  </a:lnTo>
                  <a:lnTo>
                    <a:pt x="7902" y="19099"/>
                  </a:lnTo>
                  <a:lnTo>
                    <a:pt x="8228" y="19291"/>
                  </a:lnTo>
                  <a:lnTo>
                    <a:pt x="8553" y="19463"/>
                  </a:lnTo>
                  <a:lnTo>
                    <a:pt x="8879" y="19626"/>
                  </a:lnTo>
                  <a:lnTo>
                    <a:pt x="9195" y="19779"/>
                  </a:lnTo>
                  <a:lnTo>
                    <a:pt x="9501" y="19923"/>
                  </a:lnTo>
                  <a:lnTo>
                    <a:pt x="9808" y="20057"/>
                  </a:lnTo>
                  <a:lnTo>
                    <a:pt x="10114" y="20182"/>
                  </a:lnTo>
                  <a:lnTo>
                    <a:pt x="10411" y="20306"/>
                  </a:lnTo>
                  <a:lnTo>
                    <a:pt x="10699" y="20412"/>
                  </a:lnTo>
                  <a:lnTo>
                    <a:pt x="10986" y="20517"/>
                  </a:lnTo>
                  <a:lnTo>
                    <a:pt x="11542" y="20689"/>
                  </a:lnTo>
                  <a:lnTo>
                    <a:pt x="12068" y="20843"/>
                  </a:lnTo>
                  <a:lnTo>
                    <a:pt x="12576" y="20967"/>
                  </a:lnTo>
                  <a:lnTo>
                    <a:pt x="13055" y="21072"/>
                  </a:lnTo>
                  <a:lnTo>
                    <a:pt x="13505" y="21149"/>
                  </a:lnTo>
                  <a:lnTo>
                    <a:pt x="13917" y="21207"/>
                  </a:lnTo>
                  <a:lnTo>
                    <a:pt x="14310" y="21245"/>
                  </a:lnTo>
                  <a:lnTo>
                    <a:pt x="14664" y="21274"/>
                  </a:lnTo>
                  <a:lnTo>
                    <a:pt x="14980" y="21293"/>
                  </a:lnTo>
                  <a:lnTo>
                    <a:pt x="15258" y="21302"/>
                  </a:lnTo>
                  <a:lnTo>
                    <a:pt x="15497" y="21302"/>
                  </a:lnTo>
                  <a:lnTo>
                    <a:pt x="15699" y="21293"/>
                  </a:lnTo>
                  <a:lnTo>
                    <a:pt x="15976" y="21274"/>
                  </a:lnTo>
                  <a:lnTo>
                    <a:pt x="16072" y="21264"/>
                  </a:lnTo>
                  <a:lnTo>
                    <a:pt x="16369" y="21235"/>
                  </a:lnTo>
                  <a:lnTo>
                    <a:pt x="16647" y="21187"/>
                  </a:lnTo>
                  <a:lnTo>
                    <a:pt x="16905" y="21130"/>
                  </a:lnTo>
                  <a:lnTo>
                    <a:pt x="17135" y="21053"/>
                  </a:lnTo>
                  <a:lnTo>
                    <a:pt x="17356" y="20958"/>
                  </a:lnTo>
                  <a:lnTo>
                    <a:pt x="17547" y="20852"/>
                  </a:lnTo>
                  <a:lnTo>
                    <a:pt x="17719" y="20728"/>
                  </a:lnTo>
                  <a:lnTo>
                    <a:pt x="17873" y="20594"/>
                  </a:lnTo>
                  <a:lnTo>
                    <a:pt x="18007" y="20450"/>
                  </a:lnTo>
                  <a:lnTo>
                    <a:pt x="18122" y="20297"/>
                  </a:lnTo>
                  <a:lnTo>
                    <a:pt x="18218" y="20134"/>
                  </a:lnTo>
                  <a:lnTo>
                    <a:pt x="18285" y="19961"/>
                  </a:lnTo>
                  <a:lnTo>
                    <a:pt x="18342" y="19779"/>
                  </a:lnTo>
                  <a:lnTo>
                    <a:pt x="18371" y="19588"/>
                  </a:lnTo>
                  <a:lnTo>
                    <a:pt x="18380" y="19396"/>
                  </a:lnTo>
                  <a:lnTo>
                    <a:pt x="18371" y="19195"/>
                  </a:lnTo>
                  <a:lnTo>
                    <a:pt x="18342" y="18994"/>
                  </a:lnTo>
                  <a:lnTo>
                    <a:pt x="18294" y="18793"/>
                  </a:lnTo>
                  <a:lnTo>
                    <a:pt x="18227" y="18582"/>
                  </a:lnTo>
                  <a:lnTo>
                    <a:pt x="18141" y="18371"/>
                  </a:lnTo>
                  <a:lnTo>
                    <a:pt x="18026" y="18161"/>
                  </a:lnTo>
                  <a:lnTo>
                    <a:pt x="17901" y="17940"/>
                  </a:lnTo>
                  <a:lnTo>
                    <a:pt x="17748" y="17730"/>
                  </a:lnTo>
                  <a:lnTo>
                    <a:pt x="17585" y="17529"/>
                  </a:lnTo>
                  <a:lnTo>
                    <a:pt x="17394" y="17318"/>
                  </a:lnTo>
                  <a:lnTo>
                    <a:pt x="17183" y="17117"/>
                  </a:lnTo>
                  <a:lnTo>
                    <a:pt x="16963" y="16916"/>
                  </a:lnTo>
                  <a:lnTo>
                    <a:pt x="16714" y="16724"/>
                  </a:lnTo>
                  <a:lnTo>
                    <a:pt x="16446" y="16532"/>
                  </a:lnTo>
                  <a:lnTo>
                    <a:pt x="16158" y="16360"/>
                  </a:lnTo>
                  <a:lnTo>
                    <a:pt x="15852" y="16188"/>
                  </a:lnTo>
                  <a:lnTo>
                    <a:pt x="15526" y="16025"/>
                  </a:lnTo>
                  <a:lnTo>
                    <a:pt x="14817" y="15699"/>
                  </a:lnTo>
                  <a:lnTo>
                    <a:pt x="14022" y="15345"/>
                  </a:lnTo>
                  <a:lnTo>
                    <a:pt x="13179" y="14981"/>
                  </a:lnTo>
                  <a:lnTo>
                    <a:pt x="12289" y="14607"/>
                  </a:lnTo>
                  <a:lnTo>
                    <a:pt x="10459" y="13851"/>
                  </a:lnTo>
                  <a:lnTo>
                    <a:pt x="8659" y="13132"/>
                  </a:lnTo>
                  <a:lnTo>
                    <a:pt x="7021" y="12491"/>
                  </a:lnTo>
                  <a:lnTo>
                    <a:pt x="5689" y="11973"/>
                  </a:lnTo>
                  <a:lnTo>
                    <a:pt x="4463" y="11494"/>
                  </a:lnTo>
                  <a:lnTo>
                    <a:pt x="10804" y="2175"/>
                  </a:lnTo>
                  <a:lnTo>
                    <a:pt x="11015" y="1868"/>
                  </a:lnTo>
                  <a:lnTo>
                    <a:pt x="11216" y="1533"/>
                  </a:lnTo>
                  <a:lnTo>
                    <a:pt x="11408" y="1188"/>
                  </a:lnTo>
                  <a:lnTo>
                    <a:pt x="11494" y="1016"/>
                  </a:lnTo>
                  <a:lnTo>
                    <a:pt x="11561" y="853"/>
                  </a:lnTo>
                  <a:lnTo>
                    <a:pt x="11628" y="700"/>
                  </a:lnTo>
                  <a:lnTo>
                    <a:pt x="11666" y="556"/>
                  </a:lnTo>
                  <a:lnTo>
                    <a:pt x="11704" y="422"/>
                  </a:lnTo>
                  <a:lnTo>
                    <a:pt x="11714" y="298"/>
                  </a:lnTo>
                  <a:lnTo>
                    <a:pt x="11704" y="192"/>
                  </a:lnTo>
                  <a:lnTo>
                    <a:pt x="11695" y="144"/>
                  </a:lnTo>
                  <a:lnTo>
                    <a:pt x="11676" y="106"/>
                  </a:lnTo>
                  <a:lnTo>
                    <a:pt x="11657" y="68"/>
                  </a:lnTo>
                  <a:lnTo>
                    <a:pt x="11628" y="39"/>
                  </a:lnTo>
                  <a:lnTo>
                    <a:pt x="11590" y="20"/>
                  </a:lnTo>
                  <a:lnTo>
                    <a:pt x="11551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6"/>
            <p:cNvSpPr/>
            <p:nvPr/>
          </p:nvSpPr>
          <p:spPr>
            <a:xfrm>
              <a:off x="7365617" y="1934024"/>
              <a:ext cx="505226" cy="418222"/>
            </a:xfrm>
            <a:custGeom>
              <a:avLst/>
              <a:gdLst/>
              <a:ahLst/>
              <a:cxnLst/>
              <a:rect l="l" t="t" r="r" b="b"/>
              <a:pathLst>
                <a:path w="12845" h="10633" extrusionOk="0">
                  <a:moveTo>
                    <a:pt x="1619" y="1"/>
                  </a:moveTo>
                  <a:lnTo>
                    <a:pt x="1" y="6667"/>
                  </a:lnTo>
                  <a:lnTo>
                    <a:pt x="547" y="6964"/>
                  </a:lnTo>
                  <a:lnTo>
                    <a:pt x="1093" y="7242"/>
                  </a:lnTo>
                  <a:lnTo>
                    <a:pt x="1629" y="7510"/>
                  </a:lnTo>
                  <a:lnTo>
                    <a:pt x="2156" y="7759"/>
                  </a:lnTo>
                  <a:lnTo>
                    <a:pt x="2673" y="7999"/>
                  </a:lnTo>
                  <a:lnTo>
                    <a:pt x="3181" y="8229"/>
                  </a:lnTo>
                  <a:lnTo>
                    <a:pt x="3679" y="8439"/>
                  </a:lnTo>
                  <a:lnTo>
                    <a:pt x="4177" y="8640"/>
                  </a:lnTo>
                  <a:lnTo>
                    <a:pt x="4656" y="8832"/>
                  </a:lnTo>
                  <a:lnTo>
                    <a:pt x="5125" y="9014"/>
                  </a:lnTo>
                  <a:lnTo>
                    <a:pt x="5575" y="9177"/>
                  </a:lnTo>
                  <a:lnTo>
                    <a:pt x="6016" y="9330"/>
                  </a:lnTo>
                  <a:lnTo>
                    <a:pt x="6859" y="9608"/>
                  </a:lnTo>
                  <a:lnTo>
                    <a:pt x="7634" y="9857"/>
                  </a:lnTo>
                  <a:lnTo>
                    <a:pt x="8343" y="10058"/>
                  </a:lnTo>
                  <a:lnTo>
                    <a:pt x="8975" y="10221"/>
                  </a:lnTo>
                  <a:lnTo>
                    <a:pt x="9531" y="10355"/>
                  </a:lnTo>
                  <a:lnTo>
                    <a:pt x="10000" y="10460"/>
                  </a:lnTo>
                  <a:lnTo>
                    <a:pt x="10374" y="10537"/>
                  </a:lnTo>
                  <a:lnTo>
                    <a:pt x="10642" y="10594"/>
                  </a:lnTo>
                  <a:lnTo>
                    <a:pt x="10872" y="10633"/>
                  </a:lnTo>
                  <a:lnTo>
                    <a:pt x="11025" y="10614"/>
                  </a:lnTo>
                  <a:lnTo>
                    <a:pt x="11169" y="10594"/>
                  </a:lnTo>
                  <a:lnTo>
                    <a:pt x="11303" y="10566"/>
                  </a:lnTo>
                  <a:lnTo>
                    <a:pt x="11437" y="10527"/>
                  </a:lnTo>
                  <a:lnTo>
                    <a:pt x="11561" y="10489"/>
                  </a:lnTo>
                  <a:lnTo>
                    <a:pt x="11686" y="10441"/>
                  </a:lnTo>
                  <a:lnTo>
                    <a:pt x="11801" y="10384"/>
                  </a:lnTo>
                  <a:lnTo>
                    <a:pt x="11906" y="10326"/>
                  </a:lnTo>
                  <a:lnTo>
                    <a:pt x="12012" y="10259"/>
                  </a:lnTo>
                  <a:lnTo>
                    <a:pt x="12098" y="10182"/>
                  </a:lnTo>
                  <a:lnTo>
                    <a:pt x="12194" y="10106"/>
                  </a:lnTo>
                  <a:lnTo>
                    <a:pt x="12270" y="10020"/>
                  </a:lnTo>
                  <a:lnTo>
                    <a:pt x="12356" y="9933"/>
                  </a:lnTo>
                  <a:lnTo>
                    <a:pt x="12423" y="9838"/>
                  </a:lnTo>
                  <a:lnTo>
                    <a:pt x="12490" y="9742"/>
                  </a:lnTo>
                  <a:lnTo>
                    <a:pt x="12548" y="9637"/>
                  </a:lnTo>
                  <a:lnTo>
                    <a:pt x="12605" y="9531"/>
                  </a:lnTo>
                  <a:lnTo>
                    <a:pt x="12653" y="9416"/>
                  </a:lnTo>
                  <a:lnTo>
                    <a:pt x="12692" y="9301"/>
                  </a:lnTo>
                  <a:lnTo>
                    <a:pt x="12730" y="9177"/>
                  </a:lnTo>
                  <a:lnTo>
                    <a:pt x="12768" y="9052"/>
                  </a:lnTo>
                  <a:lnTo>
                    <a:pt x="12787" y="8928"/>
                  </a:lnTo>
                  <a:lnTo>
                    <a:pt x="12816" y="8794"/>
                  </a:lnTo>
                  <a:lnTo>
                    <a:pt x="12826" y="8660"/>
                  </a:lnTo>
                  <a:lnTo>
                    <a:pt x="12845" y="8391"/>
                  </a:lnTo>
                  <a:lnTo>
                    <a:pt x="12835" y="8104"/>
                  </a:lnTo>
                  <a:lnTo>
                    <a:pt x="12807" y="7817"/>
                  </a:lnTo>
                  <a:lnTo>
                    <a:pt x="12759" y="7520"/>
                  </a:lnTo>
                  <a:lnTo>
                    <a:pt x="12692" y="7213"/>
                  </a:lnTo>
                  <a:lnTo>
                    <a:pt x="12605" y="6916"/>
                  </a:lnTo>
                  <a:lnTo>
                    <a:pt x="12500" y="6610"/>
                  </a:lnTo>
                  <a:lnTo>
                    <a:pt x="12376" y="6303"/>
                  </a:lnTo>
                  <a:lnTo>
                    <a:pt x="12232" y="5997"/>
                  </a:lnTo>
                  <a:lnTo>
                    <a:pt x="12069" y="5700"/>
                  </a:lnTo>
                  <a:lnTo>
                    <a:pt x="11887" y="5413"/>
                  </a:lnTo>
                  <a:lnTo>
                    <a:pt x="11686" y="5125"/>
                  </a:lnTo>
                  <a:lnTo>
                    <a:pt x="11475" y="4847"/>
                  </a:lnTo>
                  <a:lnTo>
                    <a:pt x="11236" y="4579"/>
                  </a:lnTo>
                  <a:lnTo>
                    <a:pt x="10987" y="4321"/>
                  </a:lnTo>
                  <a:lnTo>
                    <a:pt x="10719" y="4081"/>
                  </a:lnTo>
                  <a:lnTo>
                    <a:pt x="10441" y="3861"/>
                  </a:lnTo>
                  <a:lnTo>
                    <a:pt x="10297" y="3756"/>
                  </a:lnTo>
                  <a:lnTo>
                    <a:pt x="10144" y="3650"/>
                  </a:lnTo>
                  <a:lnTo>
                    <a:pt x="9991" y="3554"/>
                  </a:lnTo>
                  <a:lnTo>
                    <a:pt x="9828" y="3459"/>
                  </a:lnTo>
                  <a:lnTo>
                    <a:pt x="9665" y="3372"/>
                  </a:lnTo>
                  <a:lnTo>
                    <a:pt x="9502" y="3296"/>
                  </a:lnTo>
                  <a:lnTo>
                    <a:pt x="8525" y="2846"/>
                  </a:lnTo>
                  <a:lnTo>
                    <a:pt x="7529" y="2405"/>
                  </a:lnTo>
                  <a:lnTo>
                    <a:pt x="6514" y="1964"/>
                  </a:lnTo>
                  <a:lnTo>
                    <a:pt x="5498" y="1543"/>
                  </a:lnTo>
                  <a:lnTo>
                    <a:pt x="4493" y="1131"/>
                  </a:lnTo>
                  <a:lnTo>
                    <a:pt x="3497" y="738"/>
                  </a:lnTo>
                  <a:lnTo>
                    <a:pt x="16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6"/>
            <p:cNvSpPr/>
            <p:nvPr/>
          </p:nvSpPr>
          <p:spPr>
            <a:xfrm>
              <a:off x="7778519" y="1446945"/>
              <a:ext cx="622397" cy="789679"/>
            </a:xfrm>
            <a:custGeom>
              <a:avLst/>
              <a:gdLst/>
              <a:ahLst/>
              <a:cxnLst/>
              <a:rect l="l" t="t" r="r" b="b"/>
              <a:pathLst>
                <a:path w="15824" h="20077" extrusionOk="0">
                  <a:moveTo>
                    <a:pt x="546" y="0"/>
                  </a:moveTo>
                  <a:lnTo>
                    <a:pt x="412" y="163"/>
                  </a:lnTo>
                  <a:lnTo>
                    <a:pt x="307" y="336"/>
                  </a:lnTo>
                  <a:lnTo>
                    <a:pt x="211" y="508"/>
                  </a:lnTo>
                  <a:lnTo>
                    <a:pt x="144" y="690"/>
                  </a:lnTo>
                  <a:lnTo>
                    <a:pt x="86" y="882"/>
                  </a:lnTo>
                  <a:lnTo>
                    <a:pt x="39" y="1073"/>
                  </a:lnTo>
                  <a:lnTo>
                    <a:pt x="19" y="1274"/>
                  </a:lnTo>
                  <a:lnTo>
                    <a:pt x="0" y="1475"/>
                  </a:lnTo>
                  <a:lnTo>
                    <a:pt x="11475" y="6629"/>
                  </a:lnTo>
                  <a:lnTo>
                    <a:pt x="10900" y="7328"/>
                  </a:lnTo>
                  <a:lnTo>
                    <a:pt x="10249" y="8123"/>
                  </a:lnTo>
                  <a:lnTo>
                    <a:pt x="9444" y="9148"/>
                  </a:lnTo>
                  <a:lnTo>
                    <a:pt x="8515" y="10345"/>
                  </a:lnTo>
                  <a:lnTo>
                    <a:pt x="8036" y="10987"/>
                  </a:lnTo>
                  <a:lnTo>
                    <a:pt x="7538" y="11657"/>
                  </a:lnTo>
                  <a:lnTo>
                    <a:pt x="7040" y="12337"/>
                  </a:lnTo>
                  <a:lnTo>
                    <a:pt x="6542" y="13036"/>
                  </a:lnTo>
                  <a:lnTo>
                    <a:pt x="6063" y="13735"/>
                  </a:lnTo>
                  <a:lnTo>
                    <a:pt x="5603" y="14425"/>
                  </a:lnTo>
                  <a:lnTo>
                    <a:pt x="5498" y="14597"/>
                  </a:lnTo>
                  <a:lnTo>
                    <a:pt x="5393" y="14770"/>
                  </a:lnTo>
                  <a:lnTo>
                    <a:pt x="5297" y="14942"/>
                  </a:lnTo>
                  <a:lnTo>
                    <a:pt x="5211" y="15115"/>
                  </a:lnTo>
                  <a:lnTo>
                    <a:pt x="5134" y="15278"/>
                  </a:lnTo>
                  <a:lnTo>
                    <a:pt x="5057" y="15450"/>
                  </a:lnTo>
                  <a:lnTo>
                    <a:pt x="4990" y="15613"/>
                  </a:lnTo>
                  <a:lnTo>
                    <a:pt x="4933" y="15776"/>
                  </a:lnTo>
                  <a:lnTo>
                    <a:pt x="4875" y="15938"/>
                  </a:lnTo>
                  <a:lnTo>
                    <a:pt x="4837" y="16101"/>
                  </a:lnTo>
                  <a:lnTo>
                    <a:pt x="4789" y="16264"/>
                  </a:lnTo>
                  <a:lnTo>
                    <a:pt x="4761" y="16417"/>
                  </a:lnTo>
                  <a:lnTo>
                    <a:pt x="4732" y="16580"/>
                  </a:lnTo>
                  <a:lnTo>
                    <a:pt x="4713" y="16733"/>
                  </a:lnTo>
                  <a:lnTo>
                    <a:pt x="4703" y="16887"/>
                  </a:lnTo>
                  <a:lnTo>
                    <a:pt x="4693" y="17030"/>
                  </a:lnTo>
                  <a:lnTo>
                    <a:pt x="4684" y="17184"/>
                  </a:lnTo>
                  <a:lnTo>
                    <a:pt x="4693" y="17327"/>
                  </a:lnTo>
                  <a:lnTo>
                    <a:pt x="4703" y="17471"/>
                  </a:lnTo>
                  <a:lnTo>
                    <a:pt x="4713" y="17605"/>
                  </a:lnTo>
                  <a:lnTo>
                    <a:pt x="4761" y="17883"/>
                  </a:lnTo>
                  <a:lnTo>
                    <a:pt x="4818" y="18141"/>
                  </a:lnTo>
                  <a:lnTo>
                    <a:pt x="4904" y="18381"/>
                  </a:lnTo>
                  <a:lnTo>
                    <a:pt x="5010" y="18620"/>
                  </a:lnTo>
                  <a:lnTo>
                    <a:pt x="5134" y="18841"/>
                  </a:lnTo>
                  <a:lnTo>
                    <a:pt x="5278" y="19042"/>
                  </a:lnTo>
                  <a:lnTo>
                    <a:pt x="5431" y="19233"/>
                  </a:lnTo>
                  <a:lnTo>
                    <a:pt x="5603" y="19396"/>
                  </a:lnTo>
                  <a:lnTo>
                    <a:pt x="5690" y="19482"/>
                  </a:lnTo>
                  <a:lnTo>
                    <a:pt x="5785" y="19549"/>
                  </a:lnTo>
                  <a:lnTo>
                    <a:pt x="5891" y="19626"/>
                  </a:lnTo>
                  <a:lnTo>
                    <a:pt x="5987" y="19693"/>
                  </a:lnTo>
                  <a:lnTo>
                    <a:pt x="6092" y="19751"/>
                  </a:lnTo>
                  <a:lnTo>
                    <a:pt x="6207" y="19808"/>
                  </a:lnTo>
                  <a:lnTo>
                    <a:pt x="6312" y="19856"/>
                  </a:lnTo>
                  <a:lnTo>
                    <a:pt x="6427" y="19904"/>
                  </a:lnTo>
                  <a:lnTo>
                    <a:pt x="6552" y="19942"/>
                  </a:lnTo>
                  <a:lnTo>
                    <a:pt x="6667" y="19980"/>
                  </a:lnTo>
                  <a:lnTo>
                    <a:pt x="6791" y="20009"/>
                  </a:lnTo>
                  <a:lnTo>
                    <a:pt x="6916" y="20028"/>
                  </a:lnTo>
                  <a:lnTo>
                    <a:pt x="7040" y="20047"/>
                  </a:lnTo>
                  <a:lnTo>
                    <a:pt x="7174" y="20067"/>
                  </a:lnTo>
                  <a:lnTo>
                    <a:pt x="7308" y="20067"/>
                  </a:lnTo>
                  <a:lnTo>
                    <a:pt x="7442" y="20076"/>
                  </a:lnTo>
                  <a:lnTo>
                    <a:pt x="7576" y="20067"/>
                  </a:lnTo>
                  <a:lnTo>
                    <a:pt x="7720" y="20057"/>
                  </a:lnTo>
                  <a:lnTo>
                    <a:pt x="7854" y="20038"/>
                  </a:lnTo>
                  <a:lnTo>
                    <a:pt x="7998" y="20019"/>
                  </a:lnTo>
                  <a:lnTo>
                    <a:pt x="8142" y="19990"/>
                  </a:lnTo>
                  <a:lnTo>
                    <a:pt x="8285" y="19952"/>
                  </a:lnTo>
                  <a:lnTo>
                    <a:pt x="8429" y="19904"/>
                  </a:lnTo>
                  <a:lnTo>
                    <a:pt x="8582" y="19856"/>
                  </a:lnTo>
                  <a:lnTo>
                    <a:pt x="8726" y="19798"/>
                  </a:lnTo>
                  <a:lnTo>
                    <a:pt x="8879" y="19741"/>
                  </a:lnTo>
                  <a:lnTo>
                    <a:pt x="9032" y="19664"/>
                  </a:lnTo>
                  <a:lnTo>
                    <a:pt x="9186" y="19588"/>
                  </a:lnTo>
                  <a:lnTo>
                    <a:pt x="9262" y="19530"/>
                  </a:lnTo>
                  <a:lnTo>
                    <a:pt x="9492" y="19348"/>
                  </a:lnTo>
                  <a:lnTo>
                    <a:pt x="9856" y="19042"/>
                  </a:lnTo>
                  <a:lnTo>
                    <a:pt x="10076" y="18841"/>
                  </a:lnTo>
                  <a:lnTo>
                    <a:pt x="10316" y="18611"/>
                  </a:lnTo>
                  <a:lnTo>
                    <a:pt x="10574" y="18352"/>
                  </a:lnTo>
                  <a:lnTo>
                    <a:pt x="10862" y="18065"/>
                  </a:lnTo>
                  <a:lnTo>
                    <a:pt x="11149" y="17749"/>
                  </a:lnTo>
                  <a:lnTo>
                    <a:pt x="11465" y="17404"/>
                  </a:lnTo>
                  <a:lnTo>
                    <a:pt x="11781" y="17030"/>
                  </a:lnTo>
                  <a:lnTo>
                    <a:pt x="12097" y="16618"/>
                  </a:lnTo>
                  <a:lnTo>
                    <a:pt x="12423" y="16187"/>
                  </a:lnTo>
                  <a:lnTo>
                    <a:pt x="12749" y="15718"/>
                  </a:lnTo>
                  <a:lnTo>
                    <a:pt x="13074" y="15230"/>
                  </a:lnTo>
                  <a:lnTo>
                    <a:pt x="13400" y="14703"/>
                  </a:lnTo>
                  <a:lnTo>
                    <a:pt x="13706" y="14157"/>
                  </a:lnTo>
                  <a:lnTo>
                    <a:pt x="13860" y="13870"/>
                  </a:lnTo>
                  <a:lnTo>
                    <a:pt x="14003" y="13573"/>
                  </a:lnTo>
                  <a:lnTo>
                    <a:pt x="14157" y="13276"/>
                  </a:lnTo>
                  <a:lnTo>
                    <a:pt x="14300" y="12969"/>
                  </a:lnTo>
                  <a:lnTo>
                    <a:pt x="14434" y="12653"/>
                  </a:lnTo>
                  <a:lnTo>
                    <a:pt x="14569" y="12327"/>
                  </a:lnTo>
                  <a:lnTo>
                    <a:pt x="14693" y="12002"/>
                  </a:lnTo>
                  <a:lnTo>
                    <a:pt x="14818" y="11667"/>
                  </a:lnTo>
                  <a:lnTo>
                    <a:pt x="14932" y="11322"/>
                  </a:lnTo>
                  <a:lnTo>
                    <a:pt x="15047" y="10967"/>
                  </a:lnTo>
                  <a:lnTo>
                    <a:pt x="15153" y="10613"/>
                  </a:lnTo>
                  <a:lnTo>
                    <a:pt x="15258" y="10249"/>
                  </a:lnTo>
                  <a:lnTo>
                    <a:pt x="15344" y="9875"/>
                  </a:lnTo>
                  <a:lnTo>
                    <a:pt x="15431" y="9492"/>
                  </a:lnTo>
                  <a:lnTo>
                    <a:pt x="15507" y="9109"/>
                  </a:lnTo>
                  <a:lnTo>
                    <a:pt x="15584" y="8717"/>
                  </a:lnTo>
                  <a:lnTo>
                    <a:pt x="15641" y="8314"/>
                  </a:lnTo>
                  <a:lnTo>
                    <a:pt x="15699" y="7912"/>
                  </a:lnTo>
                  <a:lnTo>
                    <a:pt x="15737" y="7500"/>
                  </a:lnTo>
                  <a:lnTo>
                    <a:pt x="15775" y="7079"/>
                  </a:lnTo>
                  <a:lnTo>
                    <a:pt x="15804" y="6648"/>
                  </a:lnTo>
                  <a:lnTo>
                    <a:pt x="15814" y="6217"/>
                  </a:lnTo>
                  <a:lnTo>
                    <a:pt x="15823" y="5776"/>
                  </a:lnTo>
                  <a:lnTo>
                    <a:pt x="15814" y="5326"/>
                  </a:lnTo>
                  <a:lnTo>
                    <a:pt x="15795" y="4866"/>
                  </a:lnTo>
                  <a:lnTo>
                    <a:pt x="15766" y="4406"/>
                  </a:lnTo>
                  <a:lnTo>
                    <a:pt x="15756" y="4291"/>
                  </a:lnTo>
                  <a:lnTo>
                    <a:pt x="15737" y="4186"/>
                  </a:lnTo>
                  <a:lnTo>
                    <a:pt x="15708" y="4081"/>
                  </a:lnTo>
                  <a:lnTo>
                    <a:pt x="15670" y="3975"/>
                  </a:lnTo>
                  <a:lnTo>
                    <a:pt x="15622" y="3880"/>
                  </a:lnTo>
                  <a:lnTo>
                    <a:pt x="15565" y="3793"/>
                  </a:lnTo>
                  <a:lnTo>
                    <a:pt x="15488" y="3717"/>
                  </a:lnTo>
                  <a:lnTo>
                    <a:pt x="15402" y="3650"/>
                  </a:lnTo>
                  <a:lnTo>
                    <a:pt x="15124" y="3458"/>
                  </a:lnTo>
                  <a:lnTo>
                    <a:pt x="14760" y="3238"/>
                  </a:lnTo>
                  <a:lnTo>
                    <a:pt x="14319" y="2979"/>
                  </a:lnTo>
                  <a:lnTo>
                    <a:pt x="13802" y="2711"/>
                  </a:lnTo>
                  <a:lnTo>
                    <a:pt x="13505" y="2567"/>
                  </a:lnTo>
                  <a:lnTo>
                    <a:pt x="13189" y="2414"/>
                  </a:lnTo>
                  <a:lnTo>
                    <a:pt x="12854" y="2270"/>
                  </a:lnTo>
                  <a:lnTo>
                    <a:pt x="12500" y="2117"/>
                  </a:lnTo>
                  <a:lnTo>
                    <a:pt x="12126" y="1964"/>
                  </a:lnTo>
                  <a:lnTo>
                    <a:pt x="11724" y="1811"/>
                  </a:lnTo>
                  <a:lnTo>
                    <a:pt x="11302" y="1667"/>
                  </a:lnTo>
                  <a:lnTo>
                    <a:pt x="10862" y="1514"/>
                  </a:lnTo>
                  <a:lnTo>
                    <a:pt x="10392" y="1370"/>
                  </a:lnTo>
                  <a:lnTo>
                    <a:pt x="9904" y="1226"/>
                  </a:lnTo>
                  <a:lnTo>
                    <a:pt x="9387" y="1083"/>
                  </a:lnTo>
                  <a:lnTo>
                    <a:pt x="8850" y="949"/>
                  </a:lnTo>
                  <a:lnTo>
                    <a:pt x="8295" y="824"/>
                  </a:lnTo>
                  <a:lnTo>
                    <a:pt x="7711" y="700"/>
                  </a:lnTo>
                  <a:lnTo>
                    <a:pt x="7107" y="585"/>
                  </a:lnTo>
                  <a:lnTo>
                    <a:pt x="6475" y="479"/>
                  </a:lnTo>
                  <a:lnTo>
                    <a:pt x="5824" y="374"/>
                  </a:lnTo>
                  <a:lnTo>
                    <a:pt x="5144" y="288"/>
                  </a:lnTo>
                  <a:lnTo>
                    <a:pt x="4435" y="211"/>
                  </a:lnTo>
                  <a:lnTo>
                    <a:pt x="3707" y="144"/>
                  </a:lnTo>
                  <a:lnTo>
                    <a:pt x="2960" y="87"/>
                  </a:lnTo>
                  <a:lnTo>
                    <a:pt x="2174" y="39"/>
                  </a:lnTo>
                  <a:lnTo>
                    <a:pt x="1370" y="10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FF8C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26"/>
            <p:cNvSpPr/>
            <p:nvPr/>
          </p:nvSpPr>
          <p:spPr>
            <a:xfrm>
              <a:off x="7069137" y="2926707"/>
              <a:ext cx="1213132" cy="381643"/>
            </a:xfrm>
            <a:custGeom>
              <a:avLst/>
              <a:gdLst/>
              <a:ahLst/>
              <a:cxnLst/>
              <a:rect l="l" t="t" r="r" b="b"/>
              <a:pathLst>
                <a:path w="30843" h="9703" extrusionOk="0">
                  <a:moveTo>
                    <a:pt x="5479" y="0"/>
                  </a:moveTo>
                  <a:lnTo>
                    <a:pt x="5163" y="19"/>
                  </a:lnTo>
                  <a:lnTo>
                    <a:pt x="4857" y="39"/>
                  </a:lnTo>
                  <a:lnTo>
                    <a:pt x="4560" y="67"/>
                  </a:lnTo>
                  <a:lnTo>
                    <a:pt x="4282" y="106"/>
                  </a:lnTo>
                  <a:lnTo>
                    <a:pt x="4004" y="144"/>
                  </a:lnTo>
                  <a:lnTo>
                    <a:pt x="3736" y="201"/>
                  </a:lnTo>
                  <a:lnTo>
                    <a:pt x="3478" y="249"/>
                  </a:lnTo>
                  <a:lnTo>
                    <a:pt x="3228" y="316"/>
                  </a:lnTo>
                  <a:lnTo>
                    <a:pt x="2989" y="383"/>
                  </a:lnTo>
                  <a:lnTo>
                    <a:pt x="2759" y="460"/>
                  </a:lnTo>
                  <a:lnTo>
                    <a:pt x="2539" y="537"/>
                  </a:lnTo>
                  <a:lnTo>
                    <a:pt x="2328" y="623"/>
                  </a:lnTo>
                  <a:lnTo>
                    <a:pt x="2127" y="719"/>
                  </a:lnTo>
                  <a:lnTo>
                    <a:pt x="1935" y="824"/>
                  </a:lnTo>
                  <a:lnTo>
                    <a:pt x="1744" y="929"/>
                  </a:lnTo>
                  <a:lnTo>
                    <a:pt x="1571" y="1044"/>
                  </a:lnTo>
                  <a:lnTo>
                    <a:pt x="1409" y="1159"/>
                  </a:lnTo>
                  <a:lnTo>
                    <a:pt x="1255" y="1284"/>
                  </a:lnTo>
                  <a:lnTo>
                    <a:pt x="1112" y="1418"/>
                  </a:lnTo>
                  <a:lnTo>
                    <a:pt x="968" y="1552"/>
                  </a:lnTo>
                  <a:lnTo>
                    <a:pt x="844" y="1696"/>
                  </a:lnTo>
                  <a:lnTo>
                    <a:pt x="729" y="1849"/>
                  </a:lnTo>
                  <a:lnTo>
                    <a:pt x="614" y="2002"/>
                  </a:lnTo>
                  <a:lnTo>
                    <a:pt x="518" y="2165"/>
                  </a:lnTo>
                  <a:lnTo>
                    <a:pt x="422" y="2328"/>
                  </a:lnTo>
                  <a:lnTo>
                    <a:pt x="336" y="2500"/>
                  </a:lnTo>
                  <a:lnTo>
                    <a:pt x="269" y="2682"/>
                  </a:lnTo>
                  <a:lnTo>
                    <a:pt x="202" y="2864"/>
                  </a:lnTo>
                  <a:lnTo>
                    <a:pt x="144" y="3046"/>
                  </a:lnTo>
                  <a:lnTo>
                    <a:pt x="96" y="3247"/>
                  </a:lnTo>
                  <a:lnTo>
                    <a:pt x="68" y="3448"/>
                  </a:lnTo>
                  <a:lnTo>
                    <a:pt x="39" y="3650"/>
                  </a:lnTo>
                  <a:lnTo>
                    <a:pt x="20" y="3860"/>
                  </a:lnTo>
                  <a:lnTo>
                    <a:pt x="1" y="4081"/>
                  </a:lnTo>
                  <a:lnTo>
                    <a:pt x="1" y="4301"/>
                  </a:lnTo>
                  <a:lnTo>
                    <a:pt x="10" y="4531"/>
                  </a:lnTo>
                  <a:lnTo>
                    <a:pt x="29" y="4761"/>
                  </a:lnTo>
                  <a:lnTo>
                    <a:pt x="49" y="5000"/>
                  </a:lnTo>
                  <a:lnTo>
                    <a:pt x="87" y="5240"/>
                  </a:lnTo>
                  <a:lnTo>
                    <a:pt x="125" y="5489"/>
                  </a:lnTo>
                  <a:lnTo>
                    <a:pt x="183" y="5738"/>
                  </a:lnTo>
                  <a:lnTo>
                    <a:pt x="211" y="5881"/>
                  </a:lnTo>
                  <a:lnTo>
                    <a:pt x="259" y="6025"/>
                  </a:lnTo>
                  <a:lnTo>
                    <a:pt x="317" y="6159"/>
                  </a:lnTo>
                  <a:lnTo>
                    <a:pt x="384" y="6293"/>
                  </a:lnTo>
                  <a:lnTo>
                    <a:pt x="460" y="6418"/>
                  </a:lnTo>
                  <a:lnTo>
                    <a:pt x="547" y="6542"/>
                  </a:lnTo>
                  <a:lnTo>
                    <a:pt x="642" y="6667"/>
                  </a:lnTo>
                  <a:lnTo>
                    <a:pt x="738" y="6791"/>
                  </a:lnTo>
                  <a:lnTo>
                    <a:pt x="844" y="6906"/>
                  </a:lnTo>
                  <a:lnTo>
                    <a:pt x="968" y="7011"/>
                  </a:lnTo>
                  <a:lnTo>
                    <a:pt x="1093" y="7126"/>
                  </a:lnTo>
                  <a:lnTo>
                    <a:pt x="1217" y="7232"/>
                  </a:lnTo>
                  <a:lnTo>
                    <a:pt x="1351" y="7328"/>
                  </a:lnTo>
                  <a:lnTo>
                    <a:pt x="1495" y="7433"/>
                  </a:lnTo>
                  <a:lnTo>
                    <a:pt x="1801" y="7615"/>
                  </a:lnTo>
                  <a:lnTo>
                    <a:pt x="2127" y="7797"/>
                  </a:lnTo>
                  <a:lnTo>
                    <a:pt x="2462" y="7960"/>
                  </a:lnTo>
                  <a:lnTo>
                    <a:pt x="2817" y="8113"/>
                  </a:lnTo>
                  <a:lnTo>
                    <a:pt x="3190" y="8257"/>
                  </a:lnTo>
                  <a:lnTo>
                    <a:pt x="3564" y="8391"/>
                  </a:lnTo>
                  <a:lnTo>
                    <a:pt x="3947" y="8515"/>
                  </a:lnTo>
                  <a:lnTo>
                    <a:pt x="4330" y="8630"/>
                  </a:lnTo>
                  <a:lnTo>
                    <a:pt x="4713" y="8736"/>
                  </a:lnTo>
                  <a:lnTo>
                    <a:pt x="5106" y="8831"/>
                  </a:lnTo>
                  <a:lnTo>
                    <a:pt x="5479" y="8918"/>
                  </a:lnTo>
                  <a:lnTo>
                    <a:pt x="5853" y="8994"/>
                  </a:lnTo>
                  <a:lnTo>
                    <a:pt x="6217" y="9061"/>
                  </a:lnTo>
                  <a:lnTo>
                    <a:pt x="6897" y="9176"/>
                  </a:lnTo>
                  <a:lnTo>
                    <a:pt x="7510" y="9272"/>
                  </a:lnTo>
                  <a:lnTo>
                    <a:pt x="8018" y="9329"/>
                  </a:lnTo>
                  <a:lnTo>
                    <a:pt x="8410" y="9377"/>
                  </a:lnTo>
                  <a:lnTo>
                    <a:pt x="8755" y="9406"/>
                  </a:lnTo>
                  <a:lnTo>
                    <a:pt x="29884" y="9703"/>
                  </a:lnTo>
                  <a:lnTo>
                    <a:pt x="30028" y="9588"/>
                  </a:lnTo>
                  <a:lnTo>
                    <a:pt x="30153" y="9463"/>
                  </a:lnTo>
                  <a:lnTo>
                    <a:pt x="30267" y="9329"/>
                  </a:lnTo>
                  <a:lnTo>
                    <a:pt x="30363" y="9195"/>
                  </a:lnTo>
                  <a:lnTo>
                    <a:pt x="30449" y="9052"/>
                  </a:lnTo>
                  <a:lnTo>
                    <a:pt x="30516" y="8908"/>
                  </a:lnTo>
                  <a:lnTo>
                    <a:pt x="30574" y="8755"/>
                  </a:lnTo>
                  <a:lnTo>
                    <a:pt x="30631" y="8611"/>
                  </a:lnTo>
                  <a:lnTo>
                    <a:pt x="30670" y="8458"/>
                  </a:lnTo>
                  <a:lnTo>
                    <a:pt x="30708" y="8314"/>
                  </a:lnTo>
                  <a:lnTo>
                    <a:pt x="30766" y="8027"/>
                  </a:lnTo>
                  <a:lnTo>
                    <a:pt x="30842" y="7529"/>
                  </a:lnTo>
                  <a:lnTo>
                    <a:pt x="30660" y="7414"/>
                  </a:lnTo>
                  <a:lnTo>
                    <a:pt x="30421" y="7280"/>
                  </a:lnTo>
                  <a:lnTo>
                    <a:pt x="30076" y="7088"/>
                  </a:lnTo>
                  <a:lnTo>
                    <a:pt x="29616" y="6849"/>
                  </a:lnTo>
                  <a:lnTo>
                    <a:pt x="29041" y="6561"/>
                  </a:lnTo>
                  <a:lnTo>
                    <a:pt x="28342" y="6236"/>
                  </a:lnTo>
                  <a:lnTo>
                    <a:pt x="27509" y="5862"/>
                  </a:lnTo>
                  <a:lnTo>
                    <a:pt x="26542" y="5450"/>
                  </a:lnTo>
                  <a:lnTo>
                    <a:pt x="25431" y="5000"/>
                  </a:lnTo>
                  <a:lnTo>
                    <a:pt x="24827" y="4761"/>
                  </a:lnTo>
                  <a:lnTo>
                    <a:pt x="24176" y="4521"/>
                  </a:lnTo>
                  <a:lnTo>
                    <a:pt x="23486" y="4263"/>
                  </a:lnTo>
                  <a:lnTo>
                    <a:pt x="22758" y="4004"/>
                  </a:lnTo>
                  <a:lnTo>
                    <a:pt x="21992" y="3736"/>
                  </a:lnTo>
                  <a:lnTo>
                    <a:pt x="21187" y="3458"/>
                  </a:lnTo>
                  <a:lnTo>
                    <a:pt x="20335" y="3171"/>
                  </a:lnTo>
                  <a:lnTo>
                    <a:pt x="19444" y="2883"/>
                  </a:lnTo>
                  <a:lnTo>
                    <a:pt x="18506" y="2577"/>
                  </a:lnTo>
                  <a:lnTo>
                    <a:pt x="17529" y="2280"/>
                  </a:lnTo>
                  <a:lnTo>
                    <a:pt x="16504" y="1964"/>
                  </a:lnTo>
                  <a:lnTo>
                    <a:pt x="15431" y="1657"/>
                  </a:lnTo>
                  <a:lnTo>
                    <a:pt x="14358" y="1351"/>
                  </a:lnTo>
                  <a:lnTo>
                    <a:pt x="13324" y="1083"/>
                  </a:lnTo>
                  <a:lnTo>
                    <a:pt x="12328" y="843"/>
                  </a:lnTo>
                  <a:lnTo>
                    <a:pt x="11379" y="632"/>
                  </a:lnTo>
                  <a:lnTo>
                    <a:pt x="10460" y="450"/>
                  </a:lnTo>
                  <a:lnTo>
                    <a:pt x="9588" y="307"/>
                  </a:lnTo>
                  <a:lnTo>
                    <a:pt x="9167" y="240"/>
                  </a:lnTo>
                  <a:lnTo>
                    <a:pt x="8755" y="182"/>
                  </a:lnTo>
                  <a:lnTo>
                    <a:pt x="8353" y="134"/>
                  </a:lnTo>
                  <a:lnTo>
                    <a:pt x="7960" y="96"/>
                  </a:lnTo>
                  <a:lnTo>
                    <a:pt x="7577" y="58"/>
                  </a:lnTo>
                  <a:lnTo>
                    <a:pt x="7203" y="39"/>
                  </a:lnTo>
                  <a:lnTo>
                    <a:pt x="6839" y="10"/>
                  </a:lnTo>
                  <a:lnTo>
                    <a:pt x="6485" y="0"/>
                  </a:lnTo>
                  <a:close/>
                </a:path>
              </a:pathLst>
            </a:custGeom>
            <a:solidFill>
              <a:srgbClr val="0A58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26"/>
            <p:cNvSpPr/>
            <p:nvPr/>
          </p:nvSpPr>
          <p:spPr>
            <a:xfrm>
              <a:off x="6683374" y="4178898"/>
              <a:ext cx="242642" cy="241148"/>
            </a:xfrm>
            <a:custGeom>
              <a:avLst/>
              <a:gdLst/>
              <a:ahLst/>
              <a:cxnLst/>
              <a:rect l="l" t="t" r="r" b="b"/>
              <a:pathLst>
                <a:path w="6169" h="6131" extrusionOk="0">
                  <a:moveTo>
                    <a:pt x="5173" y="1"/>
                  </a:moveTo>
                  <a:lnTo>
                    <a:pt x="4761" y="346"/>
                  </a:lnTo>
                  <a:lnTo>
                    <a:pt x="4330" y="719"/>
                  </a:lnTo>
                  <a:lnTo>
                    <a:pt x="3899" y="1122"/>
                  </a:lnTo>
                  <a:lnTo>
                    <a:pt x="3478" y="1543"/>
                  </a:lnTo>
                  <a:lnTo>
                    <a:pt x="3047" y="1974"/>
                  </a:lnTo>
                  <a:lnTo>
                    <a:pt x="2635" y="2415"/>
                  </a:lnTo>
                  <a:lnTo>
                    <a:pt x="2242" y="2855"/>
                  </a:lnTo>
                  <a:lnTo>
                    <a:pt x="1859" y="3286"/>
                  </a:lnTo>
                  <a:lnTo>
                    <a:pt x="1504" y="3717"/>
                  </a:lnTo>
                  <a:lnTo>
                    <a:pt x="1169" y="4120"/>
                  </a:lnTo>
                  <a:lnTo>
                    <a:pt x="872" y="4503"/>
                  </a:lnTo>
                  <a:lnTo>
                    <a:pt x="614" y="4857"/>
                  </a:lnTo>
                  <a:lnTo>
                    <a:pt x="393" y="5183"/>
                  </a:lnTo>
                  <a:lnTo>
                    <a:pt x="221" y="5451"/>
                  </a:lnTo>
                  <a:lnTo>
                    <a:pt x="96" y="5681"/>
                  </a:lnTo>
                  <a:lnTo>
                    <a:pt x="58" y="5777"/>
                  </a:lnTo>
                  <a:lnTo>
                    <a:pt x="29" y="5863"/>
                  </a:lnTo>
                  <a:lnTo>
                    <a:pt x="10" y="5930"/>
                  </a:lnTo>
                  <a:lnTo>
                    <a:pt x="1" y="5978"/>
                  </a:lnTo>
                  <a:lnTo>
                    <a:pt x="1" y="6026"/>
                  </a:lnTo>
                  <a:lnTo>
                    <a:pt x="10" y="6064"/>
                  </a:lnTo>
                  <a:lnTo>
                    <a:pt x="20" y="6093"/>
                  </a:lnTo>
                  <a:lnTo>
                    <a:pt x="39" y="6112"/>
                  </a:lnTo>
                  <a:lnTo>
                    <a:pt x="68" y="6131"/>
                  </a:lnTo>
                  <a:lnTo>
                    <a:pt x="135" y="6131"/>
                  </a:lnTo>
                  <a:lnTo>
                    <a:pt x="173" y="6121"/>
                  </a:lnTo>
                  <a:lnTo>
                    <a:pt x="269" y="6083"/>
                  </a:lnTo>
                  <a:lnTo>
                    <a:pt x="384" y="6035"/>
                  </a:lnTo>
                  <a:lnTo>
                    <a:pt x="508" y="5959"/>
                  </a:lnTo>
                  <a:lnTo>
                    <a:pt x="777" y="5786"/>
                  </a:lnTo>
                  <a:lnTo>
                    <a:pt x="1045" y="5595"/>
                  </a:lnTo>
                  <a:lnTo>
                    <a:pt x="1303" y="5422"/>
                  </a:lnTo>
                  <a:lnTo>
                    <a:pt x="1409" y="5346"/>
                  </a:lnTo>
                  <a:lnTo>
                    <a:pt x="1514" y="5288"/>
                  </a:lnTo>
                  <a:lnTo>
                    <a:pt x="1974" y="5020"/>
                  </a:lnTo>
                  <a:lnTo>
                    <a:pt x="2424" y="4742"/>
                  </a:lnTo>
                  <a:lnTo>
                    <a:pt x="2865" y="4464"/>
                  </a:lnTo>
                  <a:lnTo>
                    <a:pt x="3267" y="4187"/>
                  </a:lnTo>
                  <a:lnTo>
                    <a:pt x="3631" y="3928"/>
                  </a:lnTo>
                  <a:lnTo>
                    <a:pt x="3947" y="3689"/>
                  </a:lnTo>
                  <a:lnTo>
                    <a:pt x="4196" y="3487"/>
                  </a:lnTo>
                  <a:lnTo>
                    <a:pt x="4387" y="3334"/>
                  </a:lnTo>
                  <a:lnTo>
                    <a:pt x="4474" y="3248"/>
                  </a:lnTo>
                  <a:lnTo>
                    <a:pt x="4579" y="3123"/>
                  </a:lnTo>
                  <a:lnTo>
                    <a:pt x="4694" y="2951"/>
                  </a:lnTo>
                  <a:lnTo>
                    <a:pt x="4828" y="2759"/>
                  </a:lnTo>
                  <a:lnTo>
                    <a:pt x="5125" y="2309"/>
                  </a:lnTo>
                  <a:lnTo>
                    <a:pt x="5422" y="1830"/>
                  </a:lnTo>
                  <a:lnTo>
                    <a:pt x="5949" y="959"/>
                  </a:lnTo>
                  <a:lnTo>
                    <a:pt x="6169" y="576"/>
                  </a:lnTo>
                  <a:lnTo>
                    <a:pt x="5173" y="1"/>
                  </a:lnTo>
                  <a:close/>
                </a:path>
              </a:pathLst>
            </a:custGeom>
            <a:solidFill>
              <a:srgbClr val="EDC1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6"/>
            <p:cNvSpPr/>
            <p:nvPr/>
          </p:nvSpPr>
          <p:spPr>
            <a:xfrm>
              <a:off x="6660798" y="4200373"/>
              <a:ext cx="265219" cy="235877"/>
            </a:xfrm>
            <a:custGeom>
              <a:avLst/>
              <a:gdLst/>
              <a:ahLst/>
              <a:cxnLst/>
              <a:rect l="l" t="t" r="r" b="b"/>
              <a:pathLst>
                <a:path w="6743" h="5997" extrusionOk="0">
                  <a:moveTo>
                    <a:pt x="6695" y="1"/>
                  </a:moveTo>
                  <a:lnTo>
                    <a:pt x="6523" y="183"/>
                  </a:lnTo>
                  <a:lnTo>
                    <a:pt x="6350" y="355"/>
                  </a:lnTo>
                  <a:lnTo>
                    <a:pt x="6168" y="518"/>
                  </a:lnTo>
                  <a:lnTo>
                    <a:pt x="5986" y="662"/>
                  </a:lnTo>
                  <a:lnTo>
                    <a:pt x="5804" y="796"/>
                  </a:lnTo>
                  <a:lnTo>
                    <a:pt x="5613" y="911"/>
                  </a:lnTo>
                  <a:lnTo>
                    <a:pt x="5421" y="1026"/>
                  </a:lnTo>
                  <a:lnTo>
                    <a:pt x="5230" y="1112"/>
                  </a:lnTo>
                  <a:lnTo>
                    <a:pt x="5029" y="1189"/>
                  </a:lnTo>
                  <a:lnTo>
                    <a:pt x="4827" y="1256"/>
                  </a:lnTo>
                  <a:lnTo>
                    <a:pt x="4617" y="1304"/>
                  </a:lnTo>
                  <a:lnTo>
                    <a:pt x="4406" y="1342"/>
                  </a:lnTo>
                  <a:lnTo>
                    <a:pt x="4195" y="1351"/>
                  </a:lnTo>
                  <a:lnTo>
                    <a:pt x="3985" y="1351"/>
                  </a:lnTo>
                  <a:lnTo>
                    <a:pt x="3764" y="1342"/>
                  </a:lnTo>
                  <a:lnTo>
                    <a:pt x="3544" y="1304"/>
                  </a:lnTo>
                  <a:lnTo>
                    <a:pt x="2663" y="2280"/>
                  </a:lnTo>
                  <a:lnTo>
                    <a:pt x="2280" y="2692"/>
                  </a:lnTo>
                  <a:lnTo>
                    <a:pt x="1906" y="3123"/>
                  </a:lnTo>
                  <a:lnTo>
                    <a:pt x="1628" y="3439"/>
                  </a:lnTo>
                  <a:lnTo>
                    <a:pt x="1341" y="3794"/>
                  </a:lnTo>
                  <a:lnTo>
                    <a:pt x="1034" y="4167"/>
                  </a:lnTo>
                  <a:lnTo>
                    <a:pt x="747" y="4531"/>
                  </a:lnTo>
                  <a:lnTo>
                    <a:pt x="479" y="4867"/>
                  </a:lnTo>
                  <a:lnTo>
                    <a:pt x="268" y="5164"/>
                  </a:lnTo>
                  <a:lnTo>
                    <a:pt x="115" y="5393"/>
                  </a:lnTo>
                  <a:lnTo>
                    <a:pt x="67" y="5470"/>
                  </a:lnTo>
                  <a:lnTo>
                    <a:pt x="38" y="5527"/>
                  </a:lnTo>
                  <a:lnTo>
                    <a:pt x="10" y="5662"/>
                  </a:lnTo>
                  <a:lnTo>
                    <a:pt x="0" y="5777"/>
                  </a:lnTo>
                  <a:lnTo>
                    <a:pt x="10" y="5824"/>
                  </a:lnTo>
                  <a:lnTo>
                    <a:pt x="19" y="5863"/>
                  </a:lnTo>
                  <a:lnTo>
                    <a:pt x="38" y="5901"/>
                  </a:lnTo>
                  <a:lnTo>
                    <a:pt x="57" y="5930"/>
                  </a:lnTo>
                  <a:lnTo>
                    <a:pt x="86" y="5958"/>
                  </a:lnTo>
                  <a:lnTo>
                    <a:pt x="115" y="5968"/>
                  </a:lnTo>
                  <a:lnTo>
                    <a:pt x="163" y="5987"/>
                  </a:lnTo>
                  <a:lnTo>
                    <a:pt x="201" y="5997"/>
                  </a:lnTo>
                  <a:lnTo>
                    <a:pt x="316" y="5987"/>
                  </a:lnTo>
                  <a:lnTo>
                    <a:pt x="441" y="5968"/>
                  </a:lnTo>
                  <a:lnTo>
                    <a:pt x="603" y="5920"/>
                  </a:lnTo>
                  <a:lnTo>
                    <a:pt x="785" y="5844"/>
                  </a:lnTo>
                  <a:lnTo>
                    <a:pt x="987" y="5757"/>
                  </a:lnTo>
                  <a:lnTo>
                    <a:pt x="1216" y="5642"/>
                  </a:lnTo>
                  <a:lnTo>
                    <a:pt x="1465" y="5499"/>
                  </a:lnTo>
                  <a:lnTo>
                    <a:pt x="1743" y="5336"/>
                  </a:lnTo>
                  <a:lnTo>
                    <a:pt x="2050" y="5154"/>
                  </a:lnTo>
                  <a:lnTo>
                    <a:pt x="2375" y="4953"/>
                  </a:lnTo>
                  <a:lnTo>
                    <a:pt x="2806" y="4665"/>
                  </a:lnTo>
                  <a:lnTo>
                    <a:pt x="3228" y="4359"/>
                  </a:lnTo>
                  <a:lnTo>
                    <a:pt x="3640" y="4062"/>
                  </a:lnTo>
                  <a:lnTo>
                    <a:pt x="4013" y="3765"/>
                  </a:lnTo>
                  <a:lnTo>
                    <a:pt x="4358" y="3497"/>
                  </a:lnTo>
                  <a:lnTo>
                    <a:pt x="4655" y="3248"/>
                  </a:lnTo>
                  <a:lnTo>
                    <a:pt x="5086" y="2884"/>
                  </a:lnTo>
                  <a:lnTo>
                    <a:pt x="5172" y="2798"/>
                  </a:lnTo>
                  <a:lnTo>
                    <a:pt x="5268" y="2664"/>
                  </a:lnTo>
                  <a:lnTo>
                    <a:pt x="5383" y="2501"/>
                  </a:lnTo>
                  <a:lnTo>
                    <a:pt x="5507" y="2300"/>
                  </a:lnTo>
                  <a:lnTo>
                    <a:pt x="5785" y="1830"/>
                  </a:lnTo>
                  <a:lnTo>
                    <a:pt x="6063" y="1332"/>
                  </a:lnTo>
                  <a:lnTo>
                    <a:pt x="6322" y="844"/>
                  </a:lnTo>
                  <a:lnTo>
                    <a:pt x="6542" y="422"/>
                  </a:lnTo>
                  <a:lnTo>
                    <a:pt x="6743" y="30"/>
                  </a:lnTo>
                  <a:lnTo>
                    <a:pt x="66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6"/>
            <p:cNvSpPr/>
            <p:nvPr/>
          </p:nvSpPr>
          <p:spPr>
            <a:xfrm>
              <a:off x="7608607" y="1993179"/>
              <a:ext cx="739176" cy="1192404"/>
            </a:xfrm>
            <a:custGeom>
              <a:avLst/>
              <a:gdLst/>
              <a:ahLst/>
              <a:cxnLst/>
              <a:rect l="l" t="t" r="r" b="b"/>
              <a:pathLst>
                <a:path w="18793" h="30316" extrusionOk="0">
                  <a:moveTo>
                    <a:pt x="9310" y="1"/>
                  </a:moveTo>
                  <a:lnTo>
                    <a:pt x="9081" y="10"/>
                  </a:lnTo>
                  <a:lnTo>
                    <a:pt x="8870" y="20"/>
                  </a:lnTo>
                  <a:lnTo>
                    <a:pt x="8669" y="49"/>
                  </a:lnTo>
                  <a:lnTo>
                    <a:pt x="8496" y="68"/>
                  </a:lnTo>
                  <a:lnTo>
                    <a:pt x="8190" y="125"/>
                  </a:lnTo>
                  <a:lnTo>
                    <a:pt x="7960" y="183"/>
                  </a:lnTo>
                  <a:lnTo>
                    <a:pt x="7816" y="231"/>
                  </a:lnTo>
                  <a:lnTo>
                    <a:pt x="7768" y="250"/>
                  </a:lnTo>
                  <a:lnTo>
                    <a:pt x="7653" y="355"/>
                  </a:lnTo>
                  <a:lnTo>
                    <a:pt x="7500" y="460"/>
                  </a:lnTo>
                  <a:lnTo>
                    <a:pt x="7318" y="566"/>
                  </a:lnTo>
                  <a:lnTo>
                    <a:pt x="7117" y="681"/>
                  </a:lnTo>
                  <a:lnTo>
                    <a:pt x="6887" y="796"/>
                  </a:lnTo>
                  <a:lnTo>
                    <a:pt x="6629" y="901"/>
                  </a:lnTo>
                  <a:lnTo>
                    <a:pt x="6351" y="1016"/>
                  </a:lnTo>
                  <a:lnTo>
                    <a:pt x="6044" y="1121"/>
                  </a:lnTo>
                  <a:lnTo>
                    <a:pt x="5719" y="1227"/>
                  </a:lnTo>
                  <a:lnTo>
                    <a:pt x="5383" y="1322"/>
                  </a:lnTo>
                  <a:lnTo>
                    <a:pt x="5019" y="1418"/>
                  </a:lnTo>
                  <a:lnTo>
                    <a:pt x="4646" y="1504"/>
                  </a:lnTo>
                  <a:lnTo>
                    <a:pt x="4253" y="1581"/>
                  </a:lnTo>
                  <a:lnTo>
                    <a:pt x="3851" y="1658"/>
                  </a:lnTo>
                  <a:lnTo>
                    <a:pt x="3439" y="1715"/>
                  </a:lnTo>
                  <a:lnTo>
                    <a:pt x="3008" y="1773"/>
                  </a:lnTo>
                  <a:lnTo>
                    <a:pt x="2807" y="1801"/>
                  </a:lnTo>
                  <a:lnTo>
                    <a:pt x="2615" y="1849"/>
                  </a:lnTo>
                  <a:lnTo>
                    <a:pt x="2520" y="1878"/>
                  </a:lnTo>
                  <a:lnTo>
                    <a:pt x="2433" y="1907"/>
                  </a:lnTo>
                  <a:lnTo>
                    <a:pt x="2357" y="1955"/>
                  </a:lnTo>
                  <a:lnTo>
                    <a:pt x="2280" y="1993"/>
                  </a:lnTo>
                  <a:lnTo>
                    <a:pt x="2203" y="2041"/>
                  </a:lnTo>
                  <a:lnTo>
                    <a:pt x="2136" y="2098"/>
                  </a:lnTo>
                  <a:lnTo>
                    <a:pt x="2069" y="2156"/>
                  </a:lnTo>
                  <a:lnTo>
                    <a:pt x="2002" y="2223"/>
                  </a:lnTo>
                  <a:lnTo>
                    <a:pt x="1945" y="2299"/>
                  </a:lnTo>
                  <a:lnTo>
                    <a:pt x="1887" y="2376"/>
                  </a:lnTo>
                  <a:lnTo>
                    <a:pt x="1840" y="2462"/>
                  </a:lnTo>
                  <a:lnTo>
                    <a:pt x="1782" y="2548"/>
                  </a:lnTo>
                  <a:lnTo>
                    <a:pt x="1696" y="2759"/>
                  </a:lnTo>
                  <a:lnTo>
                    <a:pt x="1619" y="2989"/>
                  </a:lnTo>
                  <a:lnTo>
                    <a:pt x="1552" y="3248"/>
                  </a:lnTo>
                  <a:lnTo>
                    <a:pt x="1495" y="3545"/>
                  </a:lnTo>
                  <a:lnTo>
                    <a:pt x="1447" y="3861"/>
                  </a:lnTo>
                  <a:lnTo>
                    <a:pt x="1418" y="4225"/>
                  </a:lnTo>
                  <a:lnTo>
                    <a:pt x="1389" y="4617"/>
                  </a:lnTo>
                  <a:lnTo>
                    <a:pt x="1370" y="5048"/>
                  </a:lnTo>
                  <a:lnTo>
                    <a:pt x="1361" y="5527"/>
                  </a:lnTo>
                  <a:lnTo>
                    <a:pt x="1361" y="6035"/>
                  </a:lnTo>
                  <a:lnTo>
                    <a:pt x="1370" y="6590"/>
                  </a:lnTo>
                  <a:lnTo>
                    <a:pt x="1380" y="7184"/>
                  </a:lnTo>
                  <a:lnTo>
                    <a:pt x="1418" y="8516"/>
                  </a:lnTo>
                  <a:lnTo>
                    <a:pt x="1476" y="10039"/>
                  </a:lnTo>
                  <a:lnTo>
                    <a:pt x="1638" y="13697"/>
                  </a:lnTo>
                  <a:lnTo>
                    <a:pt x="1725" y="15862"/>
                  </a:lnTo>
                  <a:lnTo>
                    <a:pt x="1820" y="18266"/>
                  </a:lnTo>
                  <a:lnTo>
                    <a:pt x="1820" y="18716"/>
                  </a:lnTo>
                  <a:lnTo>
                    <a:pt x="1811" y="19157"/>
                  </a:lnTo>
                  <a:lnTo>
                    <a:pt x="1782" y="19598"/>
                  </a:lnTo>
                  <a:lnTo>
                    <a:pt x="1744" y="20029"/>
                  </a:lnTo>
                  <a:lnTo>
                    <a:pt x="1686" y="20469"/>
                  </a:lnTo>
                  <a:lnTo>
                    <a:pt x="1619" y="20900"/>
                  </a:lnTo>
                  <a:lnTo>
                    <a:pt x="1543" y="21322"/>
                  </a:lnTo>
                  <a:lnTo>
                    <a:pt x="1456" y="21743"/>
                  </a:lnTo>
                  <a:lnTo>
                    <a:pt x="1361" y="22164"/>
                  </a:lnTo>
                  <a:lnTo>
                    <a:pt x="1265" y="22586"/>
                  </a:lnTo>
                  <a:lnTo>
                    <a:pt x="1054" y="23410"/>
                  </a:lnTo>
                  <a:lnTo>
                    <a:pt x="614" y="24990"/>
                  </a:lnTo>
                  <a:lnTo>
                    <a:pt x="412" y="25747"/>
                  </a:lnTo>
                  <a:lnTo>
                    <a:pt x="326" y="26120"/>
                  </a:lnTo>
                  <a:lnTo>
                    <a:pt x="240" y="26484"/>
                  </a:lnTo>
                  <a:lnTo>
                    <a:pt x="173" y="26848"/>
                  </a:lnTo>
                  <a:lnTo>
                    <a:pt x="106" y="27203"/>
                  </a:lnTo>
                  <a:lnTo>
                    <a:pt x="58" y="27547"/>
                  </a:lnTo>
                  <a:lnTo>
                    <a:pt x="29" y="27883"/>
                  </a:lnTo>
                  <a:lnTo>
                    <a:pt x="10" y="28218"/>
                  </a:lnTo>
                  <a:lnTo>
                    <a:pt x="1" y="28544"/>
                  </a:lnTo>
                  <a:lnTo>
                    <a:pt x="20" y="28860"/>
                  </a:lnTo>
                  <a:lnTo>
                    <a:pt x="58" y="29166"/>
                  </a:lnTo>
                  <a:lnTo>
                    <a:pt x="77" y="29319"/>
                  </a:lnTo>
                  <a:lnTo>
                    <a:pt x="115" y="29463"/>
                  </a:lnTo>
                  <a:lnTo>
                    <a:pt x="154" y="29616"/>
                  </a:lnTo>
                  <a:lnTo>
                    <a:pt x="192" y="29760"/>
                  </a:lnTo>
                  <a:lnTo>
                    <a:pt x="240" y="29904"/>
                  </a:lnTo>
                  <a:lnTo>
                    <a:pt x="297" y="30047"/>
                  </a:lnTo>
                  <a:lnTo>
                    <a:pt x="355" y="30181"/>
                  </a:lnTo>
                  <a:lnTo>
                    <a:pt x="422" y="30315"/>
                  </a:lnTo>
                  <a:lnTo>
                    <a:pt x="15881" y="27394"/>
                  </a:lnTo>
                  <a:lnTo>
                    <a:pt x="16015" y="27318"/>
                  </a:lnTo>
                  <a:lnTo>
                    <a:pt x="16149" y="27222"/>
                  </a:lnTo>
                  <a:lnTo>
                    <a:pt x="16283" y="27107"/>
                  </a:lnTo>
                  <a:lnTo>
                    <a:pt x="16417" y="26973"/>
                  </a:lnTo>
                  <a:lnTo>
                    <a:pt x="16551" y="26819"/>
                  </a:lnTo>
                  <a:lnTo>
                    <a:pt x="16676" y="26647"/>
                  </a:lnTo>
                  <a:lnTo>
                    <a:pt x="16800" y="26465"/>
                  </a:lnTo>
                  <a:lnTo>
                    <a:pt x="16925" y="26254"/>
                  </a:lnTo>
                  <a:lnTo>
                    <a:pt x="17040" y="26034"/>
                  </a:lnTo>
                  <a:lnTo>
                    <a:pt x="17155" y="25804"/>
                  </a:lnTo>
                  <a:lnTo>
                    <a:pt x="17270" y="25555"/>
                  </a:lnTo>
                  <a:lnTo>
                    <a:pt x="17385" y="25287"/>
                  </a:lnTo>
                  <a:lnTo>
                    <a:pt x="17490" y="25000"/>
                  </a:lnTo>
                  <a:lnTo>
                    <a:pt x="17595" y="24712"/>
                  </a:lnTo>
                  <a:lnTo>
                    <a:pt x="17701" y="24406"/>
                  </a:lnTo>
                  <a:lnTo>
                    <a:pt x="17797" y="24080"/>
                  </a:lnTo>
                  <a:lnTo>
                    <a:pt x="17892" y="23745"/>
                  </a:lnTo>
                  <a:lnTo>
                    <a:pt x="17979" y="23410"/>
                  </a:lnTo>
                  <a:lnTo>
                    <a:pt x="18065" y="23046"/>
                  </a:lnTo>
                  <a:lnTo>
                    <a:pt x="18151" y="22682"/>
                  </a:lnTo>
                  <a:lnTo>
                    <a:pt x="18228" y="22308"/>
                  </a:lnTo>
                  <a:lnTo>
                    <a:pt x="18295" y="21925"/>
                  </a:lnTo>
                  <a:lnTo>
                    <a:pt x="18371" y="21523"/>
                  </a:lnTo>
                  <a:lnTo>
                    <a:pt x="18429" y="21120"/>
                  </a:lnTo>
                  <a:lnTo>
                    <a:pt x="18496" y="20709"/>
                  </a:lnTo>
                  <a:lnTo>
                    <a:pt x="18544" y="20287"/>
                  </a:lnTo>
                  <a:lnTo>
                    <a:pt x="18592" y="19866"/>
                  </a:lnTo>
                  <a:lnTo>
                    <a:pt x="18639" y="19425"/>
                  </a:lnTo>
                  <a:lnTo>
                    <a:pt x="18678" y="18985"/>
                  </a:lnTo>
                  <a:lnTo>
                    <a:pt x="18716" y="18544"/>
                  </a:lnTo>
                  <a:lnTo>
                    <a:pt x="18745" y="18094"/>
                  </a:lnTo>
                  <a:lnTo>
                    <a:pt x="18764" y="17634"/>
                  </a:lnTo>
                  <a:lnTo>
                    <a:pt x="18783" y="17174"/>
                  </a:lnTo>
                  <a:lnTo>
                    <a:pt x="18793" y="16715"/>
                  </a:lnTo>
                  <a:lnTo>
                    <a:pt x="18793" y="16245"/>
                  </a:lnTo>
                  <a:lnTo>
                    <a:pt x="18793" y="15776"/>
                  </a:lnTo>
                  <a:lnTo>
                    <a:pt x="18783" y="15307"/>
                  </a:lnTo>
                  <a:lnTo>
                    <a:pt x="18774" y="14837"/>
                  </a:lnTo>
                  <a:lnTo>
                    <a:pt x="18754" y="14368"/>
                  </a:lnTo>
                  <a:lnTo>
                    <a:pt x="18726" y="13889"/>
                  </a:lnTo>
                  <a:lnTo>
                    <a:pt x="18687" y="13420"/>
                  </a:lnTo>
                  <a:lnTo>
                    <a:pt x="18649" y="12941"/>
                  </a:lnTo>
                  <a:lnTo>
                    <a:pt x="18592" y="12471"/>
                  </a:lnTo>
                  <a:lnTo>
                    <a:pt x="18534" y="12002"/>
                  </a:lnTo>
                  <a:lnTo>
                    <a:pt x="18477" y="11533"/>
                  </a:lnTo>
                  <a:lnTo>
                    <a:pt x="18400" y="11063"/>
                  </a:lnTo>
                  <a:lnTo>
                    <a:pt x="18323" y="10594"/>
                  </a:lnTo>
                  <a:lnTo>
                    <a:pt x="18237" y="10134"/>
                  </a:lnTo>
                  <a:lnTo>
                    <a:pt x="18141" y="9684"/>
                  </a:lnTo>
                  <a:lnTo>
                    <a:pt x="18036" y="9234"/>
                  </a:lnTo>
                  <a:lnTo>
                    <a:pt x="17921" y="8784"/>
                  </a:lnTo>
                  <a:lnTo>
                    <a:pt x="17806" y="8343"/>
                  </a:lnTo>
                  <a:lnTo>
                    <a:pt x="17672" y="7903"/>
                  </a:lnTo>
                  <a:lnTo>
                    <a:pt x="17538" y="7481"/>
                  </a:lnTo>
                  <a:lnTo>
                    <a:pt x="17394" y="7060"/>
                  </a:lnTo>
                  <a:lnTo>
                    <a:pt x="17231" y="6638"/>
                  </a:lnTo>
                  <a:lnTo>
                    <a:pt x="17069" y="6236"/>
                  </a:lnTo>
                  <a:lnTo>
                    <a:pt x="16896" y="5834"/>
                  </a:lnTo>
                  <a:lnTo>
                    <a:pt x="16714" y="5451"/>
                  </a:lnTo>
                  <a:lnTo>
                    <a:pt x="16523" y="5068"/>
                  </a:lnTo>
                  <a:lnTo>
                    <a:pt x="16322" y="4704"/>
                  </a:lnTo>
                  <a:lnTo>
                    <a:pt x="16101" y="4349"/>
                  </a:lnTo>
                  <a:lnTo>
                    <a:pt x="15881" y="3995"/>
                  </a:lnTo>
                  <a:lnTo>
                    <a:pt x="15651" y="3660"/>
                  </a:lnTo>
                  <a:lnTo>
                    <a:pt x="15479" y="3430"/>
                  </a:lnTo>
                  <a:lnTo>
                    <a:pt x="15306" y="3209"/>
                  </a:lnTo>
                  <a:lnTo>
                    <a:pt x="15134" y="2999"/>
                  </a:lnTo>
                  <a:lnTo>
                    <a:pt x="14961" y="2798"/>
                  </a:lnTo>
                  <a:lnTo>
                    <a:pt x="14789" y="2596"/>
                  </a:lnTo>
                  <a:lnTo>
                    <a:pt x="14617" y="2414"/>
                  </a:lnTo>
                  <a:lnTo>
                    <a:pt x="14444" y="2232"/>
                  </a:lnTo>
                  <a:lnTo>
                    <a:pt x="14272" y="2070"/>
                  </a:lnTo>
                  <a:lnTo>
                    <a:pt x="14099" y="1907"/>
                  </a:lnTo>
                  <a:lnTo>
                    <a:pt x="13927" y="1754"/>
                  </a:lnTo>
                  <a:lnTo>
                    <a:pt x="13745" y="1610"/>
                  </a:lnTo>
                  <a:lnTo>
                    <a:pt x="13573" y="1476"/>
                  </a:lnTo>
                  <a:lnTo>
                    <a:pt x="13228" y="1227"/>
                  </a:lnTo>
                  <a:lnTo>
                    <a:pt x="12893" y="1006"/>
                  </a:lnTo>
                  <a:lnTo>
                    <a:pt x="12548" y="805"/>
                  </a:lnTo>
                  <a:lnTo>
                    <a:pt x="12213" y="633"/>
                  </a:lnTo>
                  <a:lnTo>
                    <a:pt x="11887" y="489"/>
                  </a:lnTo>
                  <a:lnTo>
                    <a:pt x="11561" y="365"/>
                  </a:lnTo>
                  <a:lnTo>
                    <a:pt x="11245" y="259"/>
                  </a:lnTo>
                  <a:lnTo>
                    <a:pt x="10939" y="183"/>
                  </a:lnTo>
                  <a:lnTo>
                    <a:pt x="10642" y="116"/>
                  </a:lnTo>
                  <a:lnTo>
                    <a:pt x="10345" y="68"/>
                  </a:lnTo>
                  <a:lnTo>
                    <a:pt x="10067" y="29"/>
                  </a:lnTo>
                  <a:lnTo>
                    <a:pt x="9799" y="10"/>
                  </a:lnTo>
                  <a:lnTo>
                    <a:pt x="95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6"/>
            <p:cNvSpPr/>
            <p:nvPr/>
          </p:nvSpPr>
          <p:spPr>
            <a:xfrm>
              <a:off x="7525342" y="3053669"/>
              <a:ext cx="716599" cy="360561"/>
            </a:xfrm>
            <a:custGeom>
              <a:avLst/>
              <a:gdLst/>
              <a:ahLst/>
              <a:cxnLst/>
              <a:rect l="l" t="t" r="r" b="b"/>
              <a:pathLst>
                <a:path w="18219" h="9167" extrusionOk="0">
                  <a:moveTo>
                    <a:pt x="1265" y="0"/>
                  </a:moveTo>
                  <a:lnTo>
                    <a:pt x="1208" y="163"/>
                  </a:lnTo>
                  <a:lnTo>
                    <a:pt x="1141" y="355"/>
                  </a:lnTo>
                  <a:lnTo>
                    <a:pt x="1016" y="805"/>
                  </a:lnTo>
                  <a:lnTo>
                    <a:pt x="882" y="1341"/>
                  </a:lnTo>
                  <a:lnTo>
                    <a:pt x="748" y="1954"/>
                  </a:lnTo>
                  <a:lnTo>
                    <a:pt x="623" y="2615"/>
                  </a:lnTo>
                  <a:lnTo>
                    <a:pt x="489" y="3314"/>
                  </a:lnTo>
                  <a:lnTo>
                    <a:pt x="374" y="4033"/>
                  </a:lnTo>
                  <a:lnTo>
                    <a:pt x="269" y="4770"/>
                  </a:lnTo>
                  <a:lnTo>
                    <a:pt x="173" y="5498"/>
                  </a:lnTo>
                  <a:lnTo>
                    <a:pt x="97" y="6207"/>
                  </a:lnTo>
                  <a:lnTo>
                    <a:pt x="39" y="6877"/>
                  </a:lnTo>
                  <a:lnTo>
                    <a:pt x="10" y="7490"/>
                  </a:lnTo>
                  <a:lnTo>
                    <a:pt x="1" y="7778"/>
                  </a:lnTo>
                  <a:lnTo>
                    <a:pt x="1" y="8046"/>
                  </a:lnTo>
                  <a:lnTo>
                    <a:pt x="10" y="8295"/>
                  </a:lnTo>
                  <a:lnTo>
                    <a:pt x="29" y="8525"/>
                  </a:lnTo>
                  <a:lnTo>
                    <a:pt x="49" y="8726"/>
                  </a:lnTo>
                  <a:lnTo>
                    <a:pt x="77" y="8898"/>
                  </a:lnTo>
                  <a:lnTo>
                    <a:pt x="125" y="9051"/>
                  </a:lnTo>
                  <a:lnTo>
                    <a:pt x="173" y="9166"/>
                  </a:lnTo>
                  <a:lnTo>
                    <a:pt x="10795" y="7318"/>
                  </a:lnTo>
                  <a:lnTo>
                    <a:pt x="11130" y="7251"/>
                  </a:lnTo>
                  <a:lnTo>
                    <a:pt x="11466" y="7174"/>
                  </a:lnTo>
                  <a:lnTo>
                    <a:pt x="11801" y="7078"/>
                  </a:lnTo>
                  <a:lnTo>
                    <a:pt x="12127" y="6983"/>
                  </a:lnTo>
                  <a:lnTo>
                    <a:pt x="12452" y="6868"/>
                  </a:lnTo>
                  <a:lnTo>
                    <a:pt x="12768" y="6743"/>
                  </a:lnTo>
                  <a:lnTo>
                    <a:pt x="13084" y="6609"/>
                  </a:lnTo>
                  <a:lnTo>
                    <a:pt x="13391" y="6456"/>
                  </a:lnTo>
                  <a:lnTo>
                    <a:pt x="13688" y="6303"/>
                  </a:lnTo>
                  <a:lnTo>
                    <a:pt x="13985" y="6130"/>
                  </a:lnTo>
                  <a:lnTo>
                    <a:pt x="14263" y="5958"/>
                  </a:lnTo>
                  <a:lnTo>
                    <a:pt x="14550" y="5766"/>
                  </a:lnTo>
                  <a:lnTo>
                    <a:pt x="14818" y="5575"/>
                  </a:lnTo>
                  <a:lnTo>
                    <a:pt x="15086" y="5364"/>
                  </a:lnTo>
                  <a:lnTo>
                    <a:pt x="15335" y="5144"/>
                  </a:lnTo>
                  <a:lnTo>
                    <a:pt x="15584" y="4923"/>
                  </a:lnTo>
                  <a:lnTo>
                    <a:pt x="15824" y="4693"/>
                  </a:lnTo>
                  <a:lnTo>
                    <a:pt x="16054" y="4444"/>
                  </a:lnTo>
                  <a:lnTo>
                    <a:pt x="16274" y="4195"/>
                  </a:lnTo>
                  <a:lnTo>
                    <a:pt x="16494" y="3937"/>
                  </a:lnTo>
                  <a:lnTo>
                    <a:pt x="16695" y="3669"/>
                  </a:lnTo>
                  <a:lnTo>
                    <a:pt x="16887" y="3400"/>
                  </a:lnTo>
                  <a:lnTo>
                    <a:pt x="17069" y="3113"/>
                  </a:lnTo>
                  <a:lnTo>
                    <a:pt x="17241" y="2826"/>
                  </a:lnTo>
                  <a:lnTo>
                    <a:pt x="17404" y="2529"/>
                  </a:lnTo>
                  <a:lnTo>
                    <a:pt x="17548" y="2222"/>
                  </a:lnTo>
                  <a:lnTo>
                    <a:pt x="17691" y="1916"/>
                  </a:lnTo>
                  <a:lnTo>
                    <a:pt x="17816" y="1600"/>
                  </a:lnTo>
                  <a:lnTo>
                    <a:pt x="17931" y="1284"/>
                  </a:lnTo>
                  <a:lnTo>
                    <a:pt x="18036" y="948"/>
                  </a:lnTo>
                  <a:lnTo>
                    <a:pt x="18123" y="623"/>
                  </a:lnTo>
                  <a:lnTo>
                    <a:pt x="18199" y="278"/>
                  </a:lnTo>
                  <a:lnTo>
                    <a:pt x="18218" y="211"/>
                  </a:lnTo>
                  <a:lnTo>
                    <a:pt x="17749" y="182"/>
                  </a:lnTo>
                  <a:lnTo>
                    <a:pt x="17136" y="163"/>
                  </a:lnTo>
                  <a:lnTo>
                    <a:pt x="15575" y="125"/>
                  </a:lnTo>
                  <a:lnTo>
                    <a:pt x="13611" y="86"/>
                  </a:lnTo>
                  <a:lnTo>
                    <a:pt x="11351" y="58"/>
                  </a:lnTo>
                  <a:lnTo>
                    <a:pt x="8889" y="29"/>
                  </a:lnTo>
                  <a:lnTo>
                    <a:pt x="6322" y="10"/>
                  </a:lnTo>
                  <a:lnTo>
                    <a:pt x="37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7773602" y="1679393"/>
              <a:ext cx="218925" cy="431399"/>
            </a:xfrm>
            <a:custGeom>
              <a:avLst/>
              <a:gdLst/>
              <a:ahLst/>
              <a:cxnLst/>
              <a:rect l="l" t="t" r="r" b="b"/>
              <a:pathLst>
                <a:path w="5566" h="10968" extrusionOk="0">
                  <a:moveTo>
                    <a:pt x="2204" y="0"/>
                  </a:moveTo>
                  <a:lnTo>
                    <a:pt x="1" y="3314"/>
                  </a:lnTo>
                  <a:lnTo>
                    <a:pt x="96" y="3669"/>
                  </a:lnTo>
                  <a:lnTo>
                    <a:pt x="173" y="4004"/>
                  </a:lnTo>
                  <a:lnTo>
                    <a:pt x="250" y="4339"/>
                  </a:lnTo>
                  <a:lnTo>
                    <a:pt x="317" y="4665"/>
                  </a:lnTo>
                  <a:lnTo>
                    <a:pt x="374" y="4981"/>
                  </a:lnTo>
                  <a:lnTo>
                    <a:pt x="422" y="5297"/>
                  </a:lnTo>
                  <a:lnTo>
                    <a:pt x="499" y="5881"/>
                  </a:lnTo>
                  <a:lnTo>
                    <a:pt x="556" y="6437"/>
                  </a:lnTo>
                  <a:lnTo>
                    <a:pt x="585" y="6954"/>
                  </a:lnTo>
                  <a:lnTo>
                    <a:pt x="595" y="7433"/>
                  </a:lnTo>
                  <a:lnTo>
                    <a:pt x="595" y="7864"/>
                  </a:lnTo>
                  <a:lnTo>
                    <a:pt x="575" y="8247"/>
                  </a:lnTo>
                  <a:lnTo>
                    <a:pt x="556" y="8592"/>
                  </a:lnTo>
                  <a:lnTo>
                    <a:pt x="528" y="8889"/>
                  </a:lnTo>
                  <a:lnTo>
                    <a:pt x="499" y="9128"/>
                  </a:lnTo>
                  <a:lnTo>
                    <a:pt x="441" y="9463"/>
                  </a:lnTo>
                  <a:lnTo>
                    <a:pt x="413" y="9578"/>
                  </a:lnTo>
                  <a:lnTo>
                    <a:pt x="413" y="9770"/>
                  </a:lnTo>
                  <a:lnTo>
                    <a:pt x="422" y="9952"/>
                  </a:lnTo>
                  <a:lnTo>
                    <a:pt x="451" y="10115"/>
                  </a:lnTo>
                  <a:lnTo>
                    <a:pt x="489" y="10258"/>
                  </a:lnTo>
                  <a:lnTo>
                    <a:pt x="528" y="10392"/>
                  </a:lnTo>
                  <a:lnTo>
                    <a:pt x="585" y="10507"/>
                  </a:lnTo>
                  <a:lnTo>
                    <a:pt x="652" y="10603"/>
                  </a:lnTo>
                  <a:lnTo>
                    <a:pt x="729" y="10699"/>
                  </a:lnTo>
                  <a:lnTo>
                    <a:pt x="815" y="10766"/>
                  </a:lnTo>
                  <a:lnTo>
                    <a:pt x="911" y="10833"/>
                  </a:lnTo>
                  <a:lnTo>
                    <a:pt x="1006" y="10881"/>
                  </a:lnTo>
                  <a:lnTo>
                    <a:pt x="1112" y="10919"/>
                  </a:lnTo>
                  <a:lnTo>
                    <a:pt x="1227" y="10948"/>
                  </a:lnTo>
                  <a:lnTo>
                    <a:pt x="1351" y="10958"/>
                  </a:lnTo>
                  <a:lnTo>
                    <a:pt x="1476" y="10967"/>
                  </a:lnTo>
                  <a:lnTo>
                    <a:pt x="1610" y="10958"/>
                  </a:lnTo>
                  <a:lnTo>
                    <a:pt x="1744" y="10948"/>
                  </a:lnTo>
                  <a:lnTo>
                    <a:pt x="1888" y="10919"/>
                  </a:lnTo>
                  <a:lnTo>
                    <a:pt x="2031" y="10890"/>
                  </a:lnTo>
                  <a:lnTo>
                    <a:pt x="2175" y="10852"/>
                  </a:lnTo>
                  <a:lnTo>
                    <a:pt x="2328" y="10804"/>
                  </a:lnTo>
                  <a:lnTo>
                    <a:pt x="2481" y="10747"/>
                  </a:lnTo>
                  <a:lnTo>
                    <a:pt x="2788" y="10622"/>
                  </a:lnTo>
                  <a:lnTo>
                    <a:pt x="3094" y="10469"/>
                  </a:lnTo>
                  <a:lnTo>
                    <a:pt x="3401" y="10297"/>
                  </a:lnTo>
                  <a:lnTo>
                    <a:pt x="3707" y="10105"/>
                  </a:lnTo>
                  <a:lnTo>
                    <a:pt x="3995" y="9904"/>
                  </a:lnTo>
                  <a:lnTo>
                    <a:pt x="4177" y="9770"/>
                  </a:lnTo>
                  <a:lnTo>
                    <a:pt x="4349" y="9636"/>
                  </a:lnTo>
                  <a:lnTo>
                    <a:pt x="4512" y="9492"/>
                  </a:lnTo>
                  <a:lnTo>
                    <a:pt x="4656" y="9348"/>
                  </a:lnTo>
                  <a:lnTo>
                    <a:pt x="4799" y="9205"/>
                  </a:lnTo>
                  <a:lnTo>
                    <a:pt x="4924" y="9071"/>
                  </a:lnTo>
                  <a:lnTo>
                    <a:pt x="5154" y="8802"/>
                  </a:lnTo>
                  <a:lnTo>
                    <a:pt x="5336" y="8573"/>
                  </a:lnTo>
                  <a:lnTo>
                    <a:pt x="5460" y="8391"/>
                  </a:lnTo>
                  <a:lnTo>
                    <a:pt x="5566" y="8237"/>
                  </a:lnTo>
                  <a:lnTo>
                    <a:pt x="5336" y="7998"/>
                  </a:lnTo>
                  <a:lnTo>
                    <a:pt x="5115" y="7739"/>
                  </a:lnTo>
                  <a:lnTo>
                    <a:pt x="4895" y="7471"/>
                  </a:lnTo>
                  <a:lnTo>
                    <a:pt x="4694" y="7184"/>
                  </a:lnTo>
                  <a:lnTo>
                    <a:pt x="4502" y="6887"/>
                  </a:lnTo>
                  <a:lnTo>
                    <a:pt x="4311" y="6571"/>
                  </a:lnTo>
                  <a:lnTo>
                    <a:pt x="4138" y="6255"/>
                  </a:lnTo>
                  <a:lnTo>
                    <a:pt x="3966" y="5919"/>
                  </a:lnTo>
                  <a:lnTo>
                    <a:pt x="3813" y="5584"/>
                  </a:lnTo>
                  <a:lnTo>
                    <a:pt x="3660" y="5249"/>
                  </a:lnTo>
                  <a:lnTo>
                    <a:pt x="3516" y="4904"/>
                  </a:lnTo>
                  <a:lnTo>
                    <a:pt x="3382" y="4559"/>
                  </a:lnTo>
                  <a:lnTo>
                    <a:pt x="3257" y="4215"/>
                  </a:lnTo>
                  <a:lnTo>
                    <a:pt x="3142" y="3879"/>
                  </a:lnTo>
                  <a:lnTo>
                    <a:pt x="3037" y="3544"/>
                  </a:lnTo>
                  <a:lnTo>
                    <a:pt x="2932" y="3209"/>
                  </a:lnTo>
                  <a:lnTo>
                    <a:pt x="2750" y="2567"/>
                  </a:lnTo>
                  <a:lnTo>
                    <a:pt x="2596" y="1964"/>
                  </a:lnTo>
                  <a:lnTo>
                    <a:pt x="2472" y="1427"/>
                  </a:lnTo>
                  <a:lnTo>
                    <a:pt x="2376" y="948"/>
                  </a:lnTo>
                  <a:lnTo>
                    <a:pt x="2299" y="556"/>
                  </a:lnTo>
                  <a:lnTo>
                    <a:pt x="2242" y="259"/>
                  </a:lnTo>
                  <a:lnTo>
                    <a:pt x="2204" y="0"/>
                  </a:lnTo>
                  <a:close/>
                </a:path>
              </a:pathLst>
            </a:custGeom>
            <a:solidFill>
              <a:srgbClr val="FF96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7603337" y="1639826"/>
              <a:ext cx="309350" cy="325516"/>
            </a:xfrm>
            <a:custGeom>
              <a:avLst/>
              <a:gdLst/>
              <a:ahLst/>
              <a:cxnLst/>
              <a:rect l="l" t="t" r="r" b="b"/>
              <a:pathLst>
                <a:path w="7865" h="8276" extrusionOk="0">
                  <a:moveTo>
                    <a:pt x="6169" y="0"/>
                  </a:moveTo>
                  <a:lnTo>
                    <a:pt x="6015" y="29"/>
                  </a:lnTo>
                  <a:lnTo>
                    <a:pt x="5853" y="58"/>
                  </a:lnTo>
                  <a:lnTo>
                    <a:pt x="5517" y="154"/>
                  </a:lnTo>
                  <a:lnTo>
                    <a:pt x="5335" y="192"/>
                  </a:lnTo>
                  <a:lnTo>
                    <a:pt x="5153" y="230"/>
                  </a:lnTo>
                  <a:lnTo>
                    <a:pt x="4962" y="259"/>
                  </a:lnTo>
                  <a:lnTo>
                    <a:pt x="4761" y="278"/>
                  </a:lnTo>
                  <a:lnTo>
                    <a:pt x="4358" y="297"/>
                  </a:lnTo>
                  <a:lnTo>
                    <a:pt x="3947" y="326"/>
                  </a:lnTo>
                  <a:lnTo>
                    <a:pt x="3535" y="364"/>
                  </a:lnTo>
                  <a:lnTo>
                    <a:pt x="3123" y="412"/>
                  </a:lnTo>
                  <a:lnTo>
                    <a:pt x="2721" y="470"/>
                  </a:lnTo>
                  <a:lnTo>
                    <a:pt x="2328" y="527"/>
                  </a:lnTo>
                  <a:lnTo>
                    <a:pt x="1590" y="652"/>
                  </a:lnTo>
                  <a:lnTo>
                    <a:pt x="949" y="767"/>
                  </a:lnTo>
                  <a:lnTo>
                    <a:pt x="451" y="872"/>
                  </a:lnTo>
                  <a:lnTo>
                    <a:pt x="0" y="968"/>
                  </a:lnTo>
                  <a:lnTo>
                    <a:pt x="144" y="1408"/>
                  </a:lnTo>
                  <a:lnTo>
                    <a:pt x="508" y="2510"/>
                  </a:lnTo>
                  <a:lnTo>
                    <a:pt x="738" y="3190"/>
                  </a:lnTo>
                  <a:lnTo>
                    <a:pt x="997" y="3908"/>
                  </a:lnTo>
                  <a:lnTo>
                    <a:pt x="1265" y="4617"/>
                  </a:lnTo>
                  <a:lnTo>
                    <a:pt x="1533" y="5268"/>
                  </a:lnTo>
                  <a:lnTo>
                    <a:pt x="1638" y="5508"/>
                  </a:lnTo>
                  <a:lnTo>
                    <a:pt x="1763" y="5757"/>
                  </a:lnTo>
                  <a:lnTo>
                    <a:pt x="1916" y="5996"/>
                  </a:lnTo>
                  <a:lnTo>
                    <a:pt x="2079" y="6255"/>
                  </a:lnTo>
                  <a:lnTo>
                    <a:pt x="2261" y="6494"/>
                  </a:lnTo>
                  <a:lnTo>
                    <a:pt x="2452" y="6743"/>
                  </a:lnTo>
                  <a:lnTo>
                    <a:pt x="2654" y="6983"/>
                  </a:lnTo>
                  <a:lnTo>
                    <a:pt x="2874" y="7203"/>
                  </a:lnTo>
                  <a:lnTo>
                    <a:pt x="3094" y="7414"/>
                  </a:lnTo>
                  <a:lnTo>
                    <a:pt x="3324" y="7615"/>
                  </a:lnTo>
                  <a:lnTo>
                    <a:pt x="3563" y="7787"/>
                  </a:lnTo>
                  <a:lnTo>
                    <a:pt x="3803" y="7941"/>
                  </a:lnTo>
                  <a:lnTo>
                    <a:pt x="3927" y="8008"/>
                  </a:lnTo>
                  <a:lnTo>
                    <a:pt x="4052" y="8075"/>
                  </a:lnTo>
                  <a:lnTo>
                    <a:pt x="4176" y="8123"/>
                  </a:lnTo>
                  <a:lnTo>
                    <a:pt x="4291" y="8171"/>
                  </a:lnTo>
                  <a:lnTo>
                    <a:pt x="4416" y="8209"/>
                  </a:lnTo>
                  <a:lnTo>
                    <a:pt x="4540" y="8238"/>
                  </a:lnTo>
                  <a:lnTo>
                    <a:pt x="4665" y="8257"/>
                  </a:lnTo>
                  <a:lnTo>
                    <a:pt x="4780" y="8276"/>
                  </a:lnTo>
                  <a:lnTo>
                    <a:pt x="4943" y="8276"/>
                  </a:lnTo>
                  <a:lnTo>
                    <a:pt x="5106" y="8257"/>
                  </a:lnTo>
                  <a:lnTo>
                    <a:pt x="5259" y="8218"/>
                  </a:lnTo>
                  <a:lnTo>
                    <a:pt x="5412" y="8171"/>
                  </a:lnTo>
                  <a:lnTo>
                    <a:pt x="5556" y="8113"/>
                  </a:lnTo>
                  <a:lnTo>
                    <a:pt x="5709" y="8036"/>
                  </a:lnTo>
                  <a:lnTo>
                    <a:pt x="5843" y="7950"/>
                  </a:lnTo>
                  <a:lnTo>
                    <a:pt x="5987" y="7855"/>
                  </a:lnTo>
                  <a:lnTo>
                    <a:pt x="6111" y="7749"/>
                  </a:lnTo>
                  <a:lnTo>
                    <a:pt x="6236" y="7634"/>
                  </a:lnTo>
                  <a:lnTo>
                    <a:pt x="6360" y="7519"/>
                  </a:lnTo>
                  <a:lnTo>
                    <a:pt x="6475" y="7395"/>
                  </a:lnTo>
                  <a:lnTo>
                    <a:pt x="6581" y="7280"/>
                  </a:lnTo>
                  <a:lnTo>
                    <a:pt x="6676" y="7155"/>
                  </a:lnTo>
                  <a:lnTo>
                    <a:pt x="6849" y="6906"/>
                  </a:lnTo>
                  <a:lnTo>
                    <a:pt x="7021" y="6629"/>
                  </a:lnTo>
                  <a:lnTo>
                    <a:pt x="7174" y="6360"/>
                  </a:lnTo>
                  <a:lnTo>
                    <a:pt x="7308" y="6083"/>
                  </a:lnTo>
                  <a:lnTo>
                    <a:pt x="7423" y="5814"/>
                  </a:lnTo>
                  <a:lnTo>
                    <a:pt x="7529" y="5556"/>
                  </a:lnTo>
                  <a:lnTo>
                    <a:pt x="7615" y="5288"/>
                  </a:lnTo>
                  <a:lnTo>
                    <a:pt x="7682" y="5029"/>
                  </a:lnTo>
                  <a:lnTo>
                    <a:pt x="7749" y="4780"/>
                  </a:lnTo>
                  <a:lnTo>
                    <a:pt x="7787" y="4531"/>
                  </a:lnTo>
                  <a:lnTo>
                    <a:pt x="7826" y="4282"/>
                  </a:lnTo>
                  <a:lnTo>
                    <a:pt x="7845" y="4042"/>
                  </a:lnTo>
                  <a:lnTo>
                    <a:pt x="7854" y="3813"/>
                  </a:lnTo>
                  <a:lnTo>
                    <a:pt x="7864" y="3583"/>
                  </a:lnTo>
                  <a:lnTo>
                    <a:pt x="7854" y="3372"/>
                  </a:lnTo>
                  <a:lnTo>
                    <a:pt x="7845" y="3161"/>
                  </a:lnTo>
                  <a:lnTo>
                    <a:pt x="7826" y="2960"/>
                  </a:lnTo>
                  <a:lnTo>
                    <a:pt x="7797" y="2759"/>
                  </a:lnTo>
                  <a:lnTo>
                    <a:pt x="7768" y="2577"/>
                  </a:lnTo>
                  <a:lnTo>
                    <a:pt x="7701" y="2242"/>
                  </a:lnTo>
                  <a:lnTo>
                    <a:pt x="7625" y="1945"/>
                  </a:lnTo>
                  <a:lnTo>
                    <a:pt x="7548" y="1686"/>
                  </a:lnTo>
                  <a:lnTo>
                    <a:pt x="7471" y="1485"/>
                  </a:lnTo>
                  <a:lnTo>
                    <a:pt x="7404" y="1341"/>
                  </a:lnTo>
                  <a:lnTo>
                    <a:pt x="7347" y="1217"/>
                  </a:lnTo>
                  <a:lnTo>
                    <a:pt x="7270" y="987"/>
                  </a:lnTo>
                  <a:lnTo>
                    <a:pt x="7194" y="776"/>
                  </a:lnTo>
                  <a:lnTo>
                    <a:pt x="7136" y="661"/>
                  </a:lnTo>
                  <a:lnTo>
                    <a:pt x="7079" y="546"/>
                  </a:lnTo>
                  <a:lnTo>
                    <a:pt x="7031" y="451"/>
                  </a:lnTo>
                  <a:lnTo>
                    <a:pt x="6964" y="364"/>
                  </a:lnTo>
                  <a:lnTo>
                    <a:pt x="6906" y="288"/>
                  </a:lnTo>
                  <a:lnTo>
                    <a:pt x="6849" y="221"/>
                  </a:lnTo>
                  <a:lnTo>
                    <a:pt x="6782" y="173"/>
                  </a:lnTo>
                  <a:lnTo>
                    <a:pt x="6724" y="125"/>
                  </a:lnTo>
                  <a:lnTo>
                    <a:pt x="6657" y="87"/>
                  </a:lnTo>
                  <a:lnTo>
                    <a:pt x="6590" y="48"/>
                  </a:lnTo>
                  <a:lnTo>
                    <a:pt x="6523" y="29"/>
                  </a:lnTo>
                  <a:lnTo>
                    <a:pt x="6456" y="10"/>
                  </a:lnTo>
                  <a:lnTo>
                    <a:pt x="6389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7868902" y="1648479"/>
              <a:ext cx="64112" cy="110052"/>
            </a:xfrm>
            <a:custGeom>
              <a:avLst/>
              <a:gdLst/>
              <a:ahLst/>
              <a:cxnLst/>
              <a:rect l="l" t="t" r="r" b="b"/>
              <a:pathLst>
                <a:path w="1630" h="2798" extrusionOk="0">
                  <a:moveTo>
                    <a:pt x="624" y="1"/>
                  </a:moveTo>
                  <a:lnTo>
                    <a:pt x="547" y="10"/>
                  </a:lnTo>
                  <a:lnTo>
                    <a:pt x="470" y="29"/>
                  </a:lnTo>
                  <a:lnTo>
                    <a:pt x="394" y="68"/>
                  </a:lnTo>
                  <a:lnTo>
                    <a:pt x="327" y="116"/>
                  </a:lnTo>
                  <a:lnTo>
                    <a:pt x="269" y="173"/>
                  </a:lnTo>
                  <a:lnTo>
                    <a:pt x="212" y="240"/>
                  </a:lnTo>
                  <a:lnTo>
                    <a:pt x="164" y="326"/>
                  </a:lnTo>
                  <a:lnTo>
                    <a:pt x="116" y="422"/>
                  </a:lnTo>
                  <a:lnTo>
                    <a:pt x="78" y="518"/>
                  </a:lnTo>
                  <a:lnTo>
                    <a:pt x="49" y="623"/>
                  </a:lnTo>
                  <a:lnTo>
                    <a:pt x="20" y="738"/>
                  </a:lnTo>
                  <a:lnTo>
                    <a:pt x="11" y="863"/>
                  </a:lnTo>
                  <a:lnTo>
                    <a:pt x="1" y="997"/>
                  </a:lnTo>
                  <a:lnTo>
                    <a:pt x="1" y="1121"/>
                  </a:lnTo>
                  <a:lnTo>
                    <a:pt x="1" y="1265"/>
                  </a:lnTo>
                  <a:lnTo>
                    <a:pt x="20" y="1399"/>
                  </a:lnTo>
                  <a:lnTo>
                    <a:pt x="39" y="1543"/>
                  </a:lnTo>
                  <a:lnTo>
                    <a:pt x="68" y="1686"/>
                  </a:lnTo>
                  <a:lnTo>
                    <a:pt x="106" y="1821"/>
                  </a:lnTo>
                  <a:lnTo>
                    <a:pt x="154" y="1955"/>
                  </a:lnTo>
                  <a:lnTo>
                    <a:pt x="202" y="2079"/>
                  </a:lnTo>
                  <a:lnTo>
                    <a:pt x="260" y="2194"/>
                  </a:lnTo>
                  <a:lnTo>
                    <a:pt x="327" y="2299"/>
                  </a:lnTo>
                  <a:lnTo>
                    <a:pt x="384" y="2395"/>
                  </a:lnTo>
                  <a:lnTo>
                    <a:pt x="461" y="2491"/>
                  </a:lnTo>
                  <a:lnTo>
                    <a:pt x="528" y="2568"/>
                  </a:lnTo>
                  <a:lnTo>
                    <a:pt x="604" y="2635"/>
                  </a:lnTo>
                  <a:lnTo>
                    <a:pt x="681" y="2692"/>
                  </a:lnTo>
                  <a:lnTo>
                    <a:pt x="758" y="2740"/>
                  </a:lnTo>
                  <a:lnTo>
                    <a:pt x="844" y="2769"/>
                  </a:lnTo>
                  <a:lnTo>
                    <a:pt x="920" y="2798"/>
                  </a:lnTo>
                  <a:lnTo>
                    <a:pt x="997" y="2798"/>
                  </a:lnTo>
                  <a:lnTo>
                    <a:pt x="1083" y="2788"/>
                  </a:lnTo>
                  <a:lnTo>
                    <a:pt x="1160" y="2769"/>
                  </a:lnTo>
                  <a:lnTo>
                    <a:pt x="1237" y="2731"/>
                  </a:lnTo>
                  <a:lnTo>
                    <a:pt x="1304" y="2683"/>
                  </a:lnTo>
                  <a:lnTo>
                    <a:pt x="1361" y="2625"/>
                  </a:lnTo>
                  <a:lnTo>
                    <a:pt x="1419" y="2549"/>
                  </a:lnTo>
                  <a:lnTo>
                    <a:pt x="1466" y="2472"/>
                  </a:lnTo>
                  <a:lnTo>
                    <a:pt x="1514" y="2376"/>
                  </a:lnTo>
                  <a:lnTo>
                    <a:pt x="1553" y="2280"/>
                  </a:lnTo>
                  <a:lnTo>
                    <a:pt x="1581" y="2175"/>
                  </a:lnTo>
                  <a:lnTo>
                    <a:pt x="1601" y="2050"/>
                  </a:lnTo>
                  <a:lnTo>
                    <a:pt x="1620" y="1936"/>
                  </a:lnTo>
                  <a:lnTo>
                    <a:pt x="1629" y="1801"/>
                  </a:lnTo>
                  <a:lnTo>
                    <a:pt x="1629" y="1667"/>
                  </a:lnTo>
                  <a:lnTo>
                    <a:pt x="1629" y="1533"/>
                  </a:lnTo>
                  <a:lnTo>
                    <a:pt x="1610" y="1390"/>
                  </a:lnTo>
                  <a:lnTo>
                    <a:pt x="1591" y="1246"/>
                  </a:lnTo>
                  <a:lnTo>
                    <a:pt x="1553" y="1112"/>
                  </a:lnTo>
                  <a:lnTo>
                    <a:pt x="1514" y="968"/>
                  </a:lnTo>
                  <a:lnTo>
                    <a:pt x="1476" y="844"/>
                  </a:lnTo>
                  <a:lnTo>
                    <a:pt x="1419" y="719"/>
                  </a:lnTo>
                  <a:lnTo>
                    <a:pt x="1371" y="604"/>
                  </a:lnTo>
                  <a:lnTo>
                    <a:pt x="1304" y="499"/>
                  </a:lnTo>
                  <a:lnTo>
                    <a:pt x="1237" y="393"/>
                  </a:lnTo>
                  <a:lnTo>
                    <a:pt x="1169" y="307"/>
                  </a:lnTo>
                  <a:lnTo>
                    <a:pt x="1102" y="231"/>
                  </a:lnTo>
                  <a:lnTo>
                    <a:pt x="1026" y="164"/>
                  </a:lnTo>
                  <a:lnTo>
                    <a:pt x="949" y="106"/>
                  </a:lnTo>
                  <a:lnTo>
                    <a:pt x="873" y="58"/>
                  </a:lnTo>
                  <a:lnTo>
                    <a:pt x="786" y="20"/>
                  </a:lnTo>
                  <a:lnTo>
                    <a:pt x="710" y="1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6"/>
            <p:cNvSpPr/>
            <p:nvPr/>
          </p:nvSpPr>
          <p:spPr>
            <a:xfrm>
              <a:off x="7730652" y="1771311"/>
              <a:ext cx="42243" cy="79884"/>
            </a:xfrm>
            <a:custGeom>
              <a:avLst/>
              <a:gdLst/>
              <a:ahLst/>
              <a:cxnLst/>
              <a:rect l="l" t="t" r="r" b="b"/>
              <a:pathLst>
                <a:path w="1074" h="2031" extrusionOk="0">
                  <a:moveTo>
                    <a:pt x="1" y="0"/>
                  </a:moveTo>
                  <a:lnTo>
                    <a:pt x="77" y="211"/>
                  </a:lnTo>
                  <a:lnTo>
                    <a:pt x="144" y="422"/>
                  </a:lnTo>
                  <a:lnTo>
                    <a:pt x="192" y="632"/>
                  </a:lnTo>
                  <a:lnTo>
                    <a:pt x="231" y="843"/>
                  </a:lnTo>
                  <a:lnTo>
                    <a:pt x="259" y="1063"/>
                  </a:lnTo>
                  <a:lnTo>
                    <a:pt x="269" y="1274"/>
                  </a:lnTo>
                  <a:lnTo>
                    <a:pt x="279" y="1494"/>
                  </a:lnTo>
                  <a:lnTo>
                    <a:pt x="269" y="1705"/>
                  </a:lnTo>
                  <a:lnTo>
                    <a:pt x="298" y="1791"/>
                  </a:lnTo>
                  <a:lnTo>
                    <a:pt x="336" y="1868"/>
                  </a:lnTo>
                  <a:lnTo>
                    <a:pt x="394" y="1935"/>
                  </a:lnTo>
                  <a:lnTo>
                    <a:pt x="461" y="1983"/>
                  </a:lnTo>
                  <a:lnTo>
                    <a:pt x="537" y="2021"/>
                  </a:lnTo>
                  <a:lnTo>
                    <a:pt x="623" y="2031"/>
                  </a:lnTo>
                  <a:lnTo>
                    <a:pt x="710" y="2031"/>
                  </a:lnTo>
                  <a:lnTo>
                    <a:pt x="796" y="2012"/>
                  </a:lnTo>
                  <a:lnTo>
                    <a:pt x="882" y="1973"/>
                  </a:lnTo>
                  <a:lnTo>
                    <a:pt x="959" y="1916"/>
                  </a:lnTo>
                  <a:lnTo>
                    <a:pt x="1016" y="1849"/>
                  </a:lnTo>
                  <a:lnTo>
                    <a:pt x="1054" y="1772"/>
                  </a:lnTo>
                  <a:lnTo>
                    <a:pt x="1074" y="1686"/>
                  </a:lnTo>
                  <a:lnTo>
                    <a:pt x="1074" y="1590"/>
                  </a:lnTo>
                  <a:lnTo>
                    <a:pt x="1054" y="1504"/>
                  </a:lnTo>
                  <a:lnTo>
                    <a:pt x="1016" y="14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6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6"/>
            <p:cNvSpPr/>
            <p:nvPr/>
          </p:nvSpPr>
          <p:spPr>
            <a:xfrm>
              <a:off x="7484280" y="1425864"/>
              <a:ext cx="326656" cy="355644"/>
            </a:xfrm>
            <a:custGeom>
              <a:avLst/>
              <a:gdLst/>
              <a:ahLst/>
              <a:cxnLst/>
              <a:rect l="l" t="t" r="r" b="b"/>
              <a:pathLst>
                <a:path w="8305" h="9042" extrusionOk="0">
                  <a:moveTo>
                    <a:pt x="4502" y="0"/>
                  </a:moveTo>
                  <a:lnTo>
                    <a:pt x="4225" y="29"/>
                  </a:lnTo>
                  <a:lnTo>
                    <a:pt x="3937" y="58"/>
                  </a:lnTo>
                  <a:lnTo>
                    <a:pt x="3640" y="115"/>
                  </a:lnTo>
                  <a:lnTo>
                    <a:pt x="3487" y="153"/>
                  </a:lnTo>
                  <a:lnTo>
                    <a:pt x="3343" y="192"/>
                  </a:lnTo>
                  <a:lnTo>
                    <a:pt x="3200" y="249"/>
                  </a:lnTo>
                  <a:lnTo>
                    <a:pt x="3056" y="307"/>
                  </a:lnTo>
                  <a:lnTo>
                    <a:pt x="2912" y="374"/>
                  </a:lnTo>
                  <a:lnTo>
                    <a:pt x="2769" y="450"/>
                  </a:lnTo>
                  <a:lnTo>
                    <a:pt x="2635" y="527"/>
                  </a:lnTo>
                  <a:lnTo>
                    <a:pt x="2501" y="623"/>
                  </a:lnTo>
                  <a:lnTo>
                    <a:pt x="2367" y="718"/>
                  </a:lnTo>
                  <a:lnTo>
                    <a:pt x="2232" y="824"/>
                  </a:lnTo>
                  <a:lnTo>
                    <a:pt x="2108" y="929"/>
                  </a:lnTo>
                  <a:lnTo>
                    <a:pt x="1983" y="1044"/>
                  </a:lnTo>
                  <a:lnTo>
                    <a:pt x="1859" y="1159"/>
                  </a:lnTo>
                  <a:lnTo>
                    <a:pt x="1734" y="1284"/>
                  </a:lnTo>
                  <a:lnTo>
                    <a:pt x="1504" y="1552"/>
                  </a:lnTo>
                  <a:lnTo>
                    <a:pt x="1284" y="1839"/>
                  </a:lnTo>
                  <a:lnTo>
                    <a:pt x="1083" y="2136"/>
                  </a:lnTo>
                  <a:lnTo>
                    <a:pt x="892" y="2452"/>
                  </a:lnTo>
                  <a:lnTo>
                    <a:pt x="719" y="2787"/>
                  </a:lnTo>
                  <a:lnTo>
                    <a:pt x="566" y="3123"/>
                  </a:lnTo>
                  <a:lnTo>
                    <a:pt x="422" y="3467"/>
                  </a:lnTo>
                  <a:lnTo>
                    <a:pt x="298" y="3822"/>
                  </a:lnTo>
                  <a:lnTo>
                    <a:pt x="202" y="4176"/>
                  </a:lnTo>
                  <a:lnTo>
                    <a:pt x="116" y="4531"/>
                  </a:lnTo>
                  <a:lnTo>
                    <a:pt x="58" y="4894"/>
                  </a:lnTo>
                  <a:lnTo>
                    <a:pt x="10" y="5249"/>
                  </a:lnTo>
                  <a:lnTo>
                    <a:pt x="1" y="5603"/>
                  </a:lnTo>
                  <a:lnTo>
                    <a:pt x="1" y="5776"/>
                  </a:lnTo>
                  <a:lnTo>
                    <a:pt x="1" y="5948"/>
                  </a:lnTo>
                  <a:lnTo>
                    <a:pt x="10" y="6120"/>
                  </a:lnTo>
                  <a:lnTo>
                    <a:pt x="29" y="6283"/>
                  </a:lnTo>
                  <a:lnTo>
                    <a:pt x="58" y="6446"/>
                  </a:lnTo>
                  <a:lnTo>
                    <a:pt x="87" y="6609"/>
                  </a:lnTo>
                  <a:lnTo>
                    <a:pt x="125" y="6772"/>
                  </a:lnTo>
                  <a:lnTo>
                    <a:pt x="173" y="6925"/>
                  </a:lnTo>
                  <a:lnTo>
                    <a:pt x="221" y="7078"/>
                  </a:lnTo>
                  <a:lnTo>
                    <a:pt x="279" y="7222"/>
                  </a:lnTo>
                  <a:lnTo>
                    <a:pt x="346" y="7366"/>
                  </a:lnTo>
                  <a:lnTo>
                    <a:pt x="413" y="7509"/>
                  </a:lnTo>
                  <a:lnTo>
                    <a:pt x="499" y="7643"/>
                  </a:lnTo>
                  <a:lnTo>
                    <a:pt x="585" y="7778"/>
                  </a:lnTo>
                  <a:lnTo>
                    <a:pt x="671" y="7902"/>
                  </a:lnTo>
                  <a:lnTo>
                    <a:pt x="777" y="8017"/>
                  </a:lnTo>
                  <a:lnTo>
                    <a:pt x="882" y="8132"/>
                  </a:lnTo>
                  <a:lnTo>
                    <a:pt x="1006" y="8237"/>
                  </a:lnTo>
                  <a:lnTo>
                    <a:pt x="1131" y="8343"/>
                  </a:lnTo>
                  <a:lnTo>
                    <a:pt x="1255" y="8438"/>
                  </a:lnTo>
                  <a:lnTo>
                    <a:pt x="1399" y="8525"/>
                  </a:lnTo>
                  <a:lnTo>
                    <a:pt x="1552" y="8601"/>
                  </a:lnTo>
                  <a:lnTo>
                    <a:pt x="1706" y="8678"/>
                  </a:lnTo>
                  <a:lnTo>
                    <a:pt x="1868" y="8745"/>
                  </a:lnTo>
                  <a:lnTo>
                    <a:pt x="2041" y="8802"/>
                  </a:lnTo>
                  <a:lnTo>
                    <a:pt x="2204" y="8860"/>
                  </a:lnTo>
                  <a:lnTo>
                    <a:pt x="2367" y="8908"/>
                  </a:lnTo>
                  <a:lnTo>
                    <a:pt x="2529" y="8946"/>
                  </a:lnTo>
                  <a:lnTo>
                    <a:pt x="2692" y="8975"/>
                  </a:lnTo>
                  <a:lnTo>
                    <a:pt x="2855" y="9004"/>
                  </a:lnTo>
                  <a:lnTo>
                    <a:pt x="3008" y="9023"/>
                  </a:lnTo>
                  <a:lnTo>
                    <a:pt x="3162" y="9032"/>
                  </a:lnTo>
                  <a:lnTo>
                    <a:pt x="3315" y="9042"/>
                  </a:lnTo>
                  <a:lnTo>
                    <a:pt x="3621" y="9042"/>
                  </a:lnTo>
                  <a:lnTo>
                    <a:pt x="3765" y="9032"/>
                  </a:lnTo>
                  <a:lnTo>
                    <a:pt x="4052" y="8994"/>
                  </a:lnTo>
                  <a:lnTo>
                    <a:pt x="4330" y="8936"/>
                  </a:lnTo>
                  <a:lnTo>
                    <a:pt x="4598" y="8860"/>
                  </a:lnTo>
                  <a:lnTo>
                    <a:pt x="4857" y="8754"/>
                  </a:lnTo>
                  <a:lnTo>
                    <a:pt x="5115" y="8640"/>
                  </a:lnTo>
                  <a:lnTo>
                    <a:pt x="5355" y="8505"/>
                  </a:lnTo>
                  <a:lnTo>
                    <a:pt x="5594" y="8362"/>
                  </a:lnTo>
                  <a:lnTo>
                    <a:pt x="5824" y="8189"/>
                  </a:lnTo>
                  <a:lnTo>
                    <a:pt x="6035" y="8007"/>
                  </a:lnTo>
                  <a:lnTo>
                    <a:pt x="6246" y="7816"/>
                  </a:lnTo>
                  <a:lnTo>
                    <a:pt x="6447" y="7605"/>
                  </a:lnTo>
                  <a:lnTo>
                    <a:pt x="6638" y="7394"/>
                  </a:lnTo>
                  <a:lnTo>
                    <a:pt x="6811" y="7165"/>
                  </a:lnTo>
                  <a:lnTo>
                    <a:pt x="6983" y="6925"/>
                  </a:lnTo>
                  <a:lnTo>
                    <a:pt x="7146" y="6676"/>
                  </a:lnTo>
                  <a:lnTo>
                    <a:pt x="7299" y="6417"/>
                  </a:lnTo>
                  <a:lnTo>
                    <a:pt x="7443" y="6149"/>
                  </a:lnTo>
                  <a:lnTo>
                    <a:pt x="7577" y="5881"/>
                  </a:lnTo>
                  <a:lnTo>
                    <a:pt x="7702" y="5613"/>
                  </a:lnTo>
                  <a:lnTo>
                    <a:pt x="7807" y="5335"/>
                  </a:lnTo>
                  <a:lnTo>
                    <a:pt x="7912" y="5048"/>
                  </a:lnTo>
                  <a:lnTo>
                    <a:pt x="8008" y="4770"/>
                  </a:lnTo>
                  <a:lnTo>
                    <a:pt x="8085" y="4483"/>
                  </a:lnTo>
                  <a:lnTo>
                    <a:pt x="8161" y="4195"/>
                  </a:lnTo>
                  <a:lnTo>
                    <a:pt x="8219" y="3908"/>
                  </a:lnTo>
                  <a:lnTo>
                    <a:pt x="8276" y="3630"/>
                  </a:lnTo>
                  <a:lnTo>
                    <a:pt x="8295" y="3458"/>
                  </a:lnTo>
                  <a:lnTo>
                    <a:pt x="8305" y="3285"/>
                  </a:lnTo>
                  <a:lnTo>
                    <a:pt x="8305" y="3103"/>
                  </a:lnTo>
                  <a:lnTo>
                    <a:pt x="8286" y="2921"/>
                  </a:lnTo>
                  <a:lnTo>
                    <a:pt x="8267" y="2749"/>
                  </a:lnTo>
                  <a:lnTo>
                    <a:pt x="8228" y="2567"/>
                  </a:lnTo>
                  <a:lnTo>
                    <a:pt x="8180" y="2395"/>
                  </a:lnTo>
                  <a:lnTo>
                    <a:pt x="8123" y="2213"/>
                  </a:lnTo>
                  <a:lnTo>
                    <a:pt x="8056" y="2040"/>
                  </a:lnTo>
                  <a:lnTo>
                    <a:pt x="7970" y="1868"/>
                  </a:lnTo>
                  <a:lnTo>
                    <a:pt x="7884" y="1705"/>
                  </a:lnTo>
                  <a:lnTo>
                    <a:pt x="7778" y="1542"/>
                  </a:lnTo>
                  <a:lnTo>
                    <a:pt x="7673" y="1379"/>
                  </a:lnTo>
                  <a:lnTo>
                    <a:pt x="7548" y="1226"/>
                  </a:lnTo>
                  <a:lnTo>
                    <a:pt x="7414" y="1073"/>
                  </a:lnTo>
                  <a:lnTo>
                    <a:pt x="7271" y="939"/>
                  </a:lnTo>
                  <a:lnTo>
                    <a:pt x="7117" y="805"/>
                  </a:lnTo>
                  <a:lnTo>
                    <a:pt x="6954" y="680"/>
                  </a:lnTo>
                  <a:lnTo>
                    <a:pt x="6772" y="556"/>
                  </a:lnTo>
                  <a:lnTo>
                    <a:pt x="6590" y="450"/>
                  </a:lnTo>
                  <a:lnTo>
                    <a:pt x="6399" y="354"/>
                  </a:lnTo>
                  <a:lnTo>
                    <a:pt x="6198" y="268"/>
                  </a:lnTo>
                  <a:lnTo>
                    <a:pt x="5977" y="192"/>
                  </a:lnTo>
                  <a:lnTo>
                    <a:pt x="5757" y="125"/>
                  </a:lnTo>
                  <a:lnTo>
                    <a:pt x="5527" y="77"/>
                  </a:lnTo>
                  <a:lnTo>
                    <a:pt x="5278" y="38"/>
                  </a:lnTo>
                  <a:lnTo>
                    <a:pt x="5029" y="10"/>
                  </a:lnTo>
                  <a:lnTo>
                    <a:pt x="477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6"/>
            <p:cNvSpPr/>
            <p:nvPr/>
          </p:nvSpPr>
          <p:spPr>
            <a:xfrm>
              <a:off x="7748352" y="1861340"/>
              <a:ext cx="54672" cy="30168"/>
            </a:xfrm>
            <a:custGeom>
              <a:avLst/>
              <a:gdLst/>
              <a:ahLst/>
              <a:cxnLst/>
              <a:rect l="l" t="t" r="r" b="b"/>
              <a:pathLst>
                <a:path w="1390" h="767" extrusionOk="0">
                  <a:moveTo>
                    <a:pt x="796" y="0"/>
                  </a:moveTo>
                  <a:lnTo>
                    <a:pt x="700" y="10"/>
                  </a:lnTo>
                  <a:lnTo>
                    <a:pt x="595" y="29"/>
                  </a:lnTo>
                  <a:lnTo>
                    <a:pt x="489" y="58"/>
                  </a:lnTo>
                  <a:lnTo>
                    <a:pt x="394" y="115"/>
                  </a:lnTo>
                  <a:lnTo>
                    <a:pt x="298" y="173"/>
                  </a:lnTo>
                  <a:lnTo>
                    <a:pt x="221" y="249"/>
                  </a:lnTo>
                  <a:lnTo>
                    <a:pt x="145" y="326"/>
                  </a:lnTo>
                  <a:lnTo>
                    <a:pt x="87" y="422"/>
                  </a:lnTo>
                  <a:lnTo>
                    <a:pt x="39" y="518"/>
                  </a:lnTo>
                  <a:lnTo>
                    <a:pt x="1" y="633"/>
                  </a:lnTo>
                  <a:lnTo>
                    <a:pt x="1" y="671"/>
                  </a:lnTo>
                  <a:lnTo>
                    <a:pt x="20" y="709"/>
                  </a:lnTo>
                  <a:lnTo>
                    <a:pt x="49" y="747"/>
                  </a:lnTo>
                  <a:lnTo>
                    <a:pt x="87" y="767"/>
                  </a:lnTo>
                  <a:lnTo>
                    <a:pt x="116" y="767"/>
                  </a:lnTo>
                  <a:lnTo>
                    <a:pt x="145" y="757"/>
                  </a:lnTo>
                  <a:lnTo>
                    <a:pt x="183" y="747"/>
                  </a:lnTo>
                  <a:lnTo>
                    <a:pt x="202" y="719"/>
                  </a:lnTo>
                  <a:lnTo>
                    <a:pt x="221" y="680"/>
                  </a:lnTo>
                  <a:lnTo>
                    <a:pt x="250" y="604"/>
                  </a:lnTo>
                  <a:lnTo>
                    <a:pt x="279" y="527"/>
                  </a:lnTo>
                  <a:lnTo>
                    <a:pt x="327" y="460"/>
                  </a:lnTo>
                  <a:lnTo>
                    <a:pt x="375" y="403"/>
                  </a:lnTo>
                  <a:lnTo>
                    <a:pt x="442" y="345"/>
                  </a:lnTo>
                  <a:lnTo>
                    <a:pt x="499" y="307"/>
                  </a:lnTo>
                  <a:lnTo>
                    <a:pt x="576" y="269"/>
                  </a:lnTo>
                  <a:lnTo>
                    <a:pt x="652" y="240"/>
                  </a:lnTo>
                  <a:lnTo>
                    <a:pt x="729" y="230"/>
                  </a:lnTo>
                  <a:lnTo>
                    <a:pt x="806" y="221"/>
                  </a:lnTo>
                  <a:lnTo>
                    <a:pt x="873" y="230"/>
                  </a:lnTo>
                  <a:lnTo>
                    <a:pt x="949" y="240"/>
                  </a:lnTo>
                  <a:lnTo>
                    <a:pt x="1016" y="259"/>
                  </a:lnTo>
                  <a:lnTo>
                    <a:pt x="1083" y="288"/>
                  </a:lnTo>
                  <a:lnTo>
                    <a:pt x="1150" y="326"/>
                  </a:lnTo>
                  <a:lnTo>
                    <a:pt x="1208" y="374"/>
                  </a:lnTo>
                  <a:lnTo>
                    <a:pt x="1246" y="393"/>
                  </a:lnTo>
                  <a:lnTo>
                    <a:pt x="1284" y="403"/>
                  </a:lnTo>
                  <a:lnTo>
                    <a:pt x="1323" y="393"/>
                  </a:lnTo>
                  <a:lnTo>
                    <a:pt x="1361" y="364"/>
                  </a:lnTo>
                  <a:lnTo>
                    <a:pt x="1380" y="326"/>
                  </a:lnTo>
                  <a:lnTo>
                    <a:pt x="1390" y="288"/>
                  </a:lnTo>
                  <a:lnTo>
                    <a:pt x="1380" y="240"/>
                  </a:lnTo>
                  <a:lnTo>
                    <a:pt x="1351" y="211"/>
                  </a:lnTo>
                  <a:lnTo>
                    <a:pt x="1275" y="144"/>
                  </a:lnTo>
                  <a:lnTo>
                    <a:pt x="1189" y="96"/>
                  </a:lnTo>
                  <a:lnTo>
                    <a:pt x="1093" y="48"/>
                  </a:lnTo>
                  <a:lnTo>
                    <a:pt x="997" y="20"/>
                  </a:lnTo>
                  <a:lnTo>
                    <a:pt x="901" y="10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6"/>
            <p:cNvSpPr/>
            <p:nvPr/>
          </p:nvSpPr>
          <p:spPr>
            <a:xfrm>
              <a:off x="7754763" y="1746060"/>
              <a:ext cx="51290" cy="29027"/>
            </a:xfrm>
            <a:custGeom>
              <a:avLst/>
              <a:gdLst/>
              <a:ahLst/>
              <a:cxnLst/>
              <a:rect l="l" t="t" r="r" b="b"/>
              <a:pathLst>
                <a:path w="1304" h="738" extrusionOk="0">
                  <a:moveTo>
                    <a:pt x="1198" y="0"/>
                  </a:moveTo>
                  <a:lnTo>
                    <a:pt x="1160" y="10"/>
                  </a:lnTo>
                  <a:lnTo>
                    <a:pt x="1121" y="29"/>
                  </a:lnTo>
                  <a:lnTo>
                    <a:pt x="1093" y="58"/>
                  </a:lnTo>
                  <a:lnTo>
                    <a:pt x="1007" y="192"/>
                  </a:lnTo>
                  <a:lnTo>
                    <a:pt x="911" y="297"/>
                  </a:lnTo>
                  <a:lnTo>
                    <a:pt x="815" y="384"/>
                  </a:lnTo>
                  <a:lnTo>
                    <a:pt x="757" y="412"/>
                  </a:lnTo>
                  <a:lnTo>
                    <a:pt x="700" y="441"/>
                  </a:lnTo>
                  <a:lnTo>
                    <a:pt x="643" y="470"/>
                  </a:lnTo>
                  <a:lnTo>
                    <a:pt x="575" y="489"/>
                  </a:lnTo>
                  <a:lnTo>
                    <a:pt x="441" y="508"/>
                  </a:lnTo>
                  <a:lnTo>
                    <a:pt x="298" y="508"/>
                  </a:lnTo>
                  <a:lnTo>
                    <a:pt x="135" y="489"/>
                  </a:lnTo>
                  <a:lnTo>
                    <a:pt x="87" y="489"/>
                  </a:lnTo>
                  <a:lnTo>
                    <a:pt x="49" y="508"/>
                  </a:lnTo>
                  <a:lnTo>
                    <a:pt x="20" y="537"/>
                  </a:lnTo>
                  <a:lnTo>
                    <a:pt x="1" y="585"/>
                  </a:lnTo>
                  <a:lnTo>
                    <a:pt x="1" y="623"/>
                  </a:lnTo>
                  <a:lnTo>
                    <a:pt x="20" y="661"/>
                  </a:lnTo>
                  <a:lnTo>
                    <a:pt x="58" y="700"/>
                  </a:lnTo>
                  <a:lnTo>
                    <a:pt x="97" y="709"/>
                  </a:lnTo>
                  <a:lnTo>
                    <a:pt x="231" y="728"/>
                  </a:lnTo>
                  <a:lnTo>
                    <a:pt x="355" y="738"/>
                  </a:lnTo>
                  <a:lnTo>
                    <a:pt x="499" y="728"/>
                  </a:lnTo>
                  <a:lnTo>
                    <a:pt x="643" y="700"/>
                  </a:lnTo>
                  <a:lnTo>
                    <a:pt x="767" y="652"/>
                  </a:lnTo>
                  <a:lnTo>
                    <a:pt x="892" y="594"/>
                  </a:lnTo>
                  <a:lnTo>
                    <a:pt x="1007" y="518"/>
                  </a:lnTo>
                  <a:lnTo>
                    <a:pt x="1102" y="412"/>
                  </a:lnTo>
                  <a:lnTo>
                    <a:pt x="1198" y="297"/>
                  </a:lnTo>
                  <a:lnTo>
                    <a:pt x="1284" y="173"/>
                  </a:lnTo>
                  <a:lnTo>
                    <a:pt x="1303" y="125"/>
                  </a:lnTo>
                  <a:lnTo>
                    <a:pt x="1294" y="87"/>
                  </a:lnTo>
                  <a:lnTo>
                    <a:pt x="1275" y="48"/>
                  </a:lnTo>
                  <a:lnTo>
                    <a:pt x="1246" y="2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6"/>
            <p:cNvSpPr/>
            <p:nvPr/>
          </p:nvSpPr>
          <p:spPr>
            <a:xfrm>
              <a:off x="7744222" y="1708027"/>
              <a:ext cx="46373" cy="40316"/>
            </a:xfrm>
            <a:custGeom>
              <a:avLst/>
              <a:gdLst/>
              <a:ahLst/>
              <a:cxnLst/>
              <a:rect l="l" t="t" r="r" b="b"/>
              <a:pathLst>
                <a:path w="1179" h="1025" extrusionOk="0">
                  <a:moveTo>
                    <a:pt x="1035" y="0"/>
                  </a:moveTo>
                  <a:lnTo>
                    <a:pt x="997" y="19"/>
                  </a:lnTo>
                  <a:lnTo>
                    <a:pt x="39" y="833"/>
                  </a:lnTo>
                  <a:lnTo>
                    <a:pt x="10" y="862"/>
                  </a:lnTo>
                  <a:lnTo>
                    <a:pt x="1" y="910"/>
                  </a:lnTo>
                  <a:lnTo>
                    <a:pt x="1" y="948"/>
                  </a:lnTo>
                  <a:lnTo>
                    <a:pt x="29" y="987"/>
                  </a:lnTo>
                  <a:lnTo>
                    <a:pt x="68" y="1015"/>
                  </a:lnTo>
                  <a:lnTo>
                    <a:pt x="106" y="1025"/>
                  </a:lnTo>
                  <a:lnTo>
                    <a:pt x="144" y="1025"/>
                  </a:lnTo>
                  <a:lnTo>
                    <a:pt x="183" y="1006"/>
                  </a:lnTo>
                  <a:lnTo>
                    <a:pt x="1140" y="192"/>
                  </a:lnTo>
                  <a:lnTo>
                    <a:pt x="1169" y="163"/>
                  </a:lnTo>
                  <a:lnTo>
                    <a:pt x="1179" y="115"/>
                  </a:lnTo>
                  <a:lnTo>
                    <a:pt x="1179" y="77"/>
                  </a:lnTo>
                  <a:lnTo>
                    <a:pt x="1160" y="38"/>
                  </a:lnTo>
                  <a:lnTo>
                    <a:pt x="1121" y="10"/>
                  </a:lnTo>
                  <a:lnTo>
                    <a:pt x="1083" y="0"/>
                  </a:lnTo>
                  <a:close/>
                </a:path>
              </a:pathLst>
            </a:custGeom>
            <a:solidFill>
              <a:srgbClr val="9650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6"/>
            <p:cNvSpPr/>
            <p:nvPr/>
          </p:nvSpPr>
          <p:spPr>
            <a:xfrm>
              <a:off x="7671891" y="1787122"/>
              <a:ext cx="51290" cy="29067"/>
            </a:xfrm>
            <a:custGeom>
              <a:avLst/>
              <a:gdLst/>
              <a:ahLst/>
              <a:cxnLst/>
              <a:rect l="l" t="t" r="r" b="b"/>
              <a:pathLst>
                <a:path w="1304" h="739" extrusionOk="0">
                  <a:moveTo>
                    <a:pt x="1198" y="0"/>
                  </a:moveTo>
                  <a:lnTo>
                    <a:pt x="1160" y="10"/>
                  </a:lnTo>
                  <a:lnTo>
                    <a:pt x="1121" y="29"/>
                  </a:lnTo>
                  <a:lnTo>
                    <a:pt x="1093" y="58"/>
                  </a:lnTo>
                  <a:lnTo>
                    <a:pt x="1006" y="192"/>
                  </a:lnTo>
                  <a:lnTo>
                    <a:pt x="911" y="297"/>
                  </a:lnTo>
                  <a:lnTo>
                    <a:pt x="815" y="384"/>
                  </a:lnTo>
                  <a:lnTo>
                    <a:pt x="757" y="412"/>
                  </a:lnTo>
                  <a:lnTo>
                    <a:pt x="700" y="441"/>
                  </a:lnTo>
                  <a:lnTo>
                    <a:pt x="642" y="470"/>
                  </a:lnTo>
                  <a:lnTo>
                    <a:pt x="575" y="489"/>
                  </a:lnTo>
                  <a:lnTo>
                    <a:pt x="441" y="508"/>
                  </a:lnTo>
                  <a:lnTo>
                    <a:pt x="298" y="508"/>
                  </a:lnTo>
                  <a:lnTo>
                    <a:pt x="135" y="489"/>
                  </a:lnTo>
                  <a:lnTo>
                    <a:pt x="87" y="499"/>
                  </a:lnTo>
                  <a:lnTo>
                    <a:pt x="49" y="508"/>
                  </a:lnTo>
                  <a:lnTo>
                    <a:pt x="20" y="546"/>
                  </a:lnTo>
                  <a:lnTo>
                    <a:pt x="1" y="585"/>
                  </a:lnTo>
                  <a:lnTo>
                    <a:pt x="1" y="623"/>
                  </a:lnTo>
                  <a:lnTo>
                    <a:pt x="20" y="671"/>
                  </a:lnTo>
                  <a:lnTo>
                    <a:pt x="58" y="700"/>
                  </a:lnTo>
                  <a:lnTo>
                    <a:pt x="96" y="709"/>
                  </a:lnTo>
                  <a:lnTo>
                    <a:pt x="231" y="728"/>
                  </a:lnTo>
                  <a:lnTo>
                    <a:pt x="355" y="738"/>
                  </a:lnTo>
                  <a:lnTo>
                    <a:pt x="499" y="728"/>
                  </a:lnTo>
                  <a:lnTo>
                    <a:pt x="642" y="700"/>
                  </a:lnTo>
                  <a:lnTo>
                    <a:pt x="767" y="661"/>
                  </a:lnTo>
                  <a:lnTo>
                    <a:pt x="891" y="594"/>
                  </a:lnTo>
                  <a:lnTo>
                    <a:pt x="1006" y="518"/>
                  </a:lnTo>
                  <a:lnTo>
                    <a:pt x="1102" y="422"/>
                  </a:lnTo>
                  <a:lnTo>
                    <a:pt x="1198" y="307"/>
                  </a:lnTo>
                  <a:lnTo>
                    <a:pt x="1284" y="173"/>
                  </a:lnTo>
                  <a:lnTo>
                    <a:pt x="1303" y="125"/>
                  </a:lnTo>
                  <a:lnTo>
                    <a:pt x="1294" y="87"/>
                  </a:lnTo>
                  <a:lnTo>
                    <a:pt x="1275" y="48"/>
                  </a:lnTo>
                  <a:lnTo>
                    <a:pt x="1246" y="20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rgbClr val="A569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26"/>
            <p:cNvSpPr/>
            <p:nvPr/>
          </p:nvSpPr>
          <p:spPr>
            <a:xfrm>
              <a:off x="7651557" y="1763012"/>
              <a:ext cx="61831" cy="18132"/>
            </a:xfrm>
            <a:custGeom>
              <a:avLst/>
              <a:gdLst/>
              <a:ahLst/>
              <a:cxnLst/>
              <a:rect l="l" t="t" r="r" b="b"/>
              <a:pathLst>
                <a:path w="1572" h="461" extrusionOk="0">
                  <a:moveTo>
                    <a:pt x="1447" y="0"/>
                  </a:moveTo>
                  <a:lnTo>
                    <a:pt x="96" y="240"/>
                  </a:lnTo>
                  <a:lnTo>
                    <a:pt x="48" y="259"/>
                  </a:lnTo>
                  <a:lnTo>
                    <a:pt x="20" y="288"/>
                  </a:lnTo>
                  <a:lnTo>
                    <a:pt x="0" y="326"/>
                  </a:lnTo>
                  <a:lnTo>
                    <a:pt x="0" y="374"/>
                  </a:lnTo>
                  <a:lnTo>
                    <a:pt x="20" y="412"/>
                  </a:lnTo>
                  <a:lnTo>
                    <a:pt x="39" y="441"/>
                  </a:lnTo>
                  <a:lnTo>
                    <a:pt x="77" y="460"/>
                  </a:lnTo>
                  <a:lnTo>
                    <a:pt x="135" y="460"/>
                  </a:lnTo>
                  <a:lnTo>
                    <a:pt x="1485" y="221"/>
                  </a:lnTo>
                  <a:lnTo>
                    <a:pt x="1523" y="211"/>
                  </a:lnTo>
                  <a:lnTo>
                    <a:pt x="1552" y="182"/>
                  </a:lnTo>
                  <a:lnTo>
                    <a:pt x="1571" y="135"/>
                  </a:lnTo>
                  <a:lnTo>
                    <a:pt x="1571" y="96"/>
                  </a:lnTo>
                  <a:lnTo>
                    <a:pt x="1562" y="58"/>
                  </a:lnTo>
                  <a:lnTo>
                    <a:pt x="1533" y="20"/>
                  </a:lnTo>
                  <a:lnTo>
                    <a:pt x="1495" y="10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rgbClr val="9650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6"/>
            <p:cNvSpPr/>
            <p:nvPr/>
          </p:nvSpPr>
          <p:spPr>
            <a:xfrm>
              <a:off x="6851005" y="3053669"/>
              <a:ext cx="875974" cy="1164871"/>
            </a:xfrm>
            <a:custGeom>
              <a:avLst/>
              <a:gdLst/>
              <a:ahLst/>
              <a:cxnLst/>
              <a:rect l="l" t="t" r="r" b="b"/>
              <a:pathLst>
                <a:path w="22271" h="29616" extrusionOk="0">
                  <a:moveTo>
                    <a:pt x="17807" y="0"/>
                  </a:moveTo>
                  <a:lnTo>
                    <a:pt x="17615" y="19"/>
                  </a:lnTo>
                  <a:lnTo>
                    <a:pt x="17424" y="48"/>
                  </a:lnTo>
                  <a:lnTo>
                    <a:pt x="17242" y="96"/>
                  </a:lnTo>
                  <a:lnTo>
                    <a:pt x="17050" y="144"/>
                  </a:lnTo>
                  <a:lnTo>
                    <a:pt x="16858" y="201"/>
                  </a:lnTo>
                  <a:lnTo>
                    <a:pt x="16676" y="278"/>
                  </a:lnTo>
                  <a:lnTo>
                    <a:pt x="16485" y="364"/>
                  </a:lnTo>
                  <a:lnTo>
                    <a:pt x="16303" y="450"/>
                  </a:lnTo>
                  <a:lnTo>
                    <a:pt x="16111" y="556"/>
                  </a:lnTo>
                  <a:lnTo>
                    <a:pt x="15929" y="671"/>
                  </a:lnTo>
                  <a:lnTo>
                    <a:pt x="15738" y="805"/>
                  </a:lnTo>
                  <a:lnTo>
                    <a:pt x="15546" y="939"/>
                  </a:lnTo>
                  <a:lnTo>
                    <a:pt x="15364" y="1082"/>
                  </a:lnTo>
                  <a:lnTo>
                    <a:pt x="15173" y="1245"/>
                  </a:lnTo>
                  <a:lnTo>
                    <a:pt x="14981" y="1408"/>
                  </a:lnTo>
                  <a:lnTo>
                    <a:pt x="14799" y="1590"/>
                  </a:lnTo>
                  <a:lnTo>
                    <a:pt x="14608" y="1782"/>
                  </a:lnTo>
                  <a:lnTo>
                    <a:pt x="14416" y="1983"/>
                  </a:lnTo>
                  <a:lnTo>
                    <a:pt x="14224" y="2184"/>
                  </a:lnTo>
                  <a:lnTo>
                    <a:pt x="14033" y="2404"/>
                  </a:lnTo>
                  <a:lnTo>
                    <a:pt x="13841" y="2644"/>
                  </a:lnTo>
                  <a:lnTo>
                    <a:pt x="13449" y="3132"/>
                  </a:lnTo>
                  <a:lnTo>
                    <a:pt x="13046" y="3659"/>
                  </a:lnTo>
                  <a:lnTo>
                    <a:pt x="12654" y="4234"/>
                  </a:lnTo>
                  <a:lnTo>
                    <a:pt x="12242" y="4847"/>
                  </a:lnTo>
                  <a:lnTo>
                    <a:pt x="11830" y="5498"/>
                  </a:lnTo>
                  <a:lnTo>
                    <a:pt x="11399" y="6188"/>
                  </a:lnTo>
                  <a:lnTo>
                    <a:pt x="10968" y="6925"/>
                  </a:lnTo>
                  <a:lnTo>
                    <a:pt x="10537" y="7691"/>
                  </a:lnTo>
                  <a:lnTo>
                    <a:pt x="10087" y="8496"/>
                  </a:lnTo>
                  <a:lnTo>
                    <a:pt x="9617" y="9348"/>
                  </a:lnTo>
                  <a:lnTo>
                    <a:pt x="9148" y="10230"/>
                  </a:lnTo>
                  <a:lnTo>
                    <a:pt x="8669" y="11149"/>
                  </a:lnTo>
                  <a:lnTo>
                    <a:pt x="7663" y="13113"/>
                  </a:lnTo>
                  <a:lnTo>
                    <a:pt x="6208" y="15976"/>
                  </a:lnTo>
                  <a:lnTo>
                    <a:pt x="4819" y="18764"/>
                  </a:lnTo>
                  <a:lnTo>
                    <a:pt x="3526" y="21369"/>
                  </a:lnTo>
                  <a:lnTo>
                    <a:pt x="2367" y="23716"/>
                  </a:lnTo>
                  <a:lnTo>
                    <a:pt x="652" y="27231"/>
                  </a:lnTo>
                  <a:lnTo>
                    <a:pt x="1" y="28572"/>
                  </a:lnTo>
                  <a:lnTo>
                    <a:pt x="365" y="28907"/>
                  </a:lnTo>
                  <a:lnTo>
                    <a:pt x="585" y="29079"/>
                  </a:lnTo>
                  <a:lnTo>
                    <a:pt x="700" y="29165"/>
                  </a:lnTo>
                  <a:lnTo>
                    <a:pt x="815" y="29252"/>
                  </a:lnTo>
                  <a:lnTo>
                    <a:pt x="949" y="29328"/>
                  </a:lnTo>
                  <a:lnTo>
                    <a:pt x="1083" y="29405"/>
                  </a:lnTo>
                  <a:lnTo>
                    <a:pt x="1217" y="29472"/>
                  </a:lnTo>
                  <a:lnTo>
                    <a:pt x="1371" y="29520"/>
                  </a:lnTo>
                  <a:lnTo>
                    <a:pt x="1524" y="29568"/>
                  </a:lnTo>
                  <a:lnTo>
                    <a:pt x="1696" y="29596"/>
                  </a:lnTo>
                  <a:lnTo>
                    <a:pt x="1869" y="29616"/>
                  </a:lnTo>
                  <a:lnTo>
                    <a:pt x="2051" y="29616"/>
                  </a:lnTo>
                  <a:lnTo>
                    <a:pt x="18333" y="11034"/>
                  </a:lnTo>
                  <a:lnTo>
                    <a:pt x="18410" y="10957"/>
                  </a:lnTo>
                  <a:lnTo>
                    <a:pt x="18621" y="10747"/>
                  </a:lnTo>
                  <a:lnTo>
                    <a:pt x="18937" y="10402"/>
                  </a:lnTo>
                  <a:lnTo>
                    <a:pt x="19339" y="9942"/>
                  </a:lnTo>
                  <a:lnTo>
                    <a:pt x="19559" y="9674"/>
                  </a:lnTo>
                  <a:lnTo>
                    <a:pt x="19789" y="9387"/>
                  </a:lnTo>
                  <a:lnTo>
                    <a:pt x="20029" y="9080"/>
                  </a:lnTo>
                  <a:lnTo>
                    <a:pt x="20268" y="8745"/>
                  </a:lnTo>
                  <a:lnTo>
                    <a:pt x="20517" y="8400"/>
                  </a:lnTo>
                  <a:lnTo>
                    <a:pt x="20757" y="8046"/>
                  </a:lnTo>
                  <a:lnTo>
                    <a:pt x="20987" y="7672"/>
                  </a:lnTo>
                  <a:lnTo>
                    <a:pt x="21216" y="7279"/>
                  </a:lnTo>
                  <a:lnTo>
                    <a:pt x="21427" y="6887"/>
                  </a:lnTo>
                  <a:lnTo>
                    <a:pt x="21619" y="6484"/>
                  </a:lnTo>
                  <a:lnTo>
                    <a:pt x="21801" y="6073"/>
                  </a:lnTo>
                  <a:lnTo>
                    <a:pt x="21877" y="5871"/>
                  </a:lnTo>
                  <a:lnTo>
                    <a:pt x="21954" y="5661"/>
                  </a:lnTo>
                  <a:lnTo>
                    <a:pt x="22021" y="5460"/>
                  </a:lnTo>
                  <a:lnTo>
                    <a:pt x="22078" y="5249"/>
                  </a:lnTo>
                  <a:lnTo>
                    <a:pt x="22126" y="5038"/>
                  </a:lnTo>
                  <a:lnTo>
                    <a:pt x="22174" y="4837"/>
                  </a:lnTo>
                  <a:lnTo>
                    <a:pt x="22213" y="4626"/>
                  </a:lnTo>
                  <a:lnTo>
                    <a:pt x="22241" y="4416"/>
                  </a:lnTo>
                  <a:lnTo>
                    <a:pt x="22260" y="4214"/>
                  </a:lnTo>
                  <a:lnTo>
                    <a:pt x="22270" y="4004"/>
                  </a:lnTo>
                  <a:lnTo>
                    <a:pt x="22270" y="3803"/>
                  </a:lnTo>
                  <a:lnTo>
                    <a:pt x="22251" y="3601"/>
                  </a:lnTo>
                  <a:lnTo>
                    <a:pt x="22232" y="3400"/>
                  </a:lnTo>
                  <a:lnTo>
                    <a:pt x="22203" y="3209"/>
                  </a:lnTo>
                  <a:lnTo>
                    <a:pt x="22155" y="3008"/>
                  </a:lnTo>
                  <a:lnTo>
                    <a:pt x="22098" y="2816"/>
                  </a:lnTo>
                  <a:lnTo>
                    <a:pt x="22031" y="2625"/>
                  </a:lnTo>
                  <a:lnTo>
                    <a:pt x="21944" y="2433"/>
                  </a:lnTo>
                  <a:lnTo>
                    <a:pt x="21849" y="2251"/>
                  </a:lnTo>
                  <a:lnTo>
                    <a:pt x="21743" y="2069"/>
                  </a:lnTo>
                  <a:lnTo>
                    <a:pt x="21619" y="1887"/>
                  </a:lnTo>
                  <a:lnTo>
                    <a:pt x="21485" y="1715"/>
                  </a:lnTo>
                  <a:lnTo>
                    <a:pt x="21331" y="1552"/>
                  </a:lnTo>
                  <a:lnTo>
                    <a:pt x="21159" y="1379"/>
                  </a:lnTo>
                  <a:lnTo>
                    <a:pt x="20977" y="1217"/>
                  </a:lnTo>
                  <a:lnTo>
                    <a:pt x="20785" y="1063"/>
                  </a:lnTo>
                  <a:lnTo>
                    <a:pt x="20575" y="910"/>
                  </a:lnTo>
                  <a:lnTo>
                    <a:pt x="20364" y="776"/>
                  </a:lnTo>
                  <a:lnTo>
                    <a:pt x="20163" y="651"/>
                  </a:lnTo>
                  <a:lnTo>
                    <a:pt x="19952" y="536"/>
                  </a:lnTo>
                  <a:lnTo>
                    <a:pt x="19751" y="431"/>
                  </a:lnTo>
                  <a:lnTo>
                    <a:pt x="19550" y="335"/>
                  </a:lnTo>
                  <a:lnTo>
                    <a:pt x="19358" y="259"/>
                  </a:lnTo>
                  <a:lnTo>
                    <a:pt x="19157" y="182"/>
                  </a:lnTo>
                  <a:lnTo>
                    <a:pt x="18966" y="125"/>
                  </a:lnTo>
                  <a:lnTo>
                    <a:pt x="18764" y="77"/>
                  </a:lnTo>
                  <a:lnTo>
                    <a:pt x="18573" y="38"/>
                  </a:lnTo>
                  <a:lnTo>
                    <a:pt x="18381" y="10"/>
                  </a:lnTo>
                  <a:lnTo>
                    <a:pt x="1819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6"/>
            <p:cNvSpPr/>
            <p:nvPr/>
          </p:nvSpPr>
          <p:spPr>
            <a:xfrm>
              <a:off x="7694507" y="1602894"/>
              <a:ext cx="201579" cy="123976"/>
            </a:xfrm>
            <a:custGeom>
              <a:avLst/>
              <a:gdLst/>
              <a:ahLst/>
              <a:cxnLst/>
              <a:rect l="l" t="t" r="r" b="b"/>
              <a:pathLst>
                <a:path w="5125" h="3152" extrusionOk="0">
                  <a:moveTo>
                    <a:pt x="3190" y="1"/>
                  </a:moveTo>
                  <a:lnTo>
                    <a:pt x="2998" y="10"/>
                  </a:lnTo>
                  <a:lnTo>
                    <a:pt x="2797" y="20"/>
                  </a:lnTo>
                  <a:lnTo>
                    <a:pt x="2596" y="39"/>
                  </a:lnTo>
                  <a:lnTo>
                    <a:pt x="2395" y="58"/>
                  </a:lnTo>
                  <a:lnTo>
                    <a:pt x="2203" y="87"/>
                  </a:lnTo>
                  <a:lnTo>
                    <a:pt x="2002" y="116"/>
                  </a:lnTo>
                  <a:lnTo>
                    <a:pt x="1820" y="154"/>
                  </a:lnTo>
                  <a:lnTo>
                    <a:pt x="1629" y="202"/>
                  </a:lnTo>
                  <a:lnTo>
                    <a:pt x="1456" y="250"/>
                  </a:lnTo>
                  <a:lnTo>
                    <a:pt x="1284" y="298"/>
                  </a:lnTo>
                  <a:lnTo>
                    <a:pt x="1121" y="355"/>
                  </a:lnTo>
                  <a:lnTo>
                    <a:pt x="977" y="413"/>
                  </a:lnTo>
                  <a:lnTo>
                    <a:pt x="834" y="480"/>
                  </a:lnTo>
                  <a:lnTo>
                    <a:pt x="709" y="547"/>
                  </a:lnTo>
                  <a:lnTo>
                    <a:pt x="604" y="614"/>
                  </a:lnTo>
                  <a:lnTo>
                    <a:pt x="422" y="757"/>
                  </a:lnTo>
                  <a:lnTo>
                    <a:pt x="269" y="872"/>
                  </a:lnTo>
                  <a:lnTo>
                    <a:pt x="163" y="978"/>
                  </a:lnTo>
                  <a:lnTo>
                    <a:pt x="87" y="1074"/>
                  </a:lnTo>
                  <a:lnTo>
                    <a:pt x="39" y="1150"/>
                  </a:lnTo>
                  <a:lnTo>
                    <a:pt x="10" y="1208"/>
                  </a:lnTo>
                  <a:lnTo>
                    <a:pt x="0" y="1265"/>
                  </a:lnTo>
                  <a:lnTo>
                    <a:pt x="19" y="1313"/>
                  </a:lnTo>
                  <a:lnTo>
                    <a:pt x="39" y="1342"/>
                  </a:lnTo>
                  <a:lnTo>
                    <a:pt x="77" y="1370"/>
                  </a:lnTo>
                  <a:lnTo>
                    <a:pt x="115" y="1390"/>
                  </a:lnTo>
                  <a:lnTo>
                    <a:pt x="154" y="1409"/>
                  </a:lnTo>
                  <a:lnTo>
                    <a:pt x="221" y="1428"/>
                  </a:lnTo>
                  <a:lnTo>
                    <a:pt x="259" y="1428"/>
                  </a:lnTo>
                  <a:lnTo>
                    <a:pt x="527" y="1409"/>
                  </a:lnTo>
                  <a:lnTo>
                    <a:pt x="1044" y="1409"/>
                  </a:lnTo>
                  <a:lnTo>
                    <a:pt x="1284" y="1428"/>
                  </a:lnTo>
                  <a:lnTo>
                    <a:pt x="1514" y="1457"/>
                  </a:lnTo>
                  <a:lnTo>
                    <a:pt x="1724" y="1495"/>
                  </a:lnTo>
                  <a:lnTo>
                    <a:pt x="1935" y="1533"/>
                  </a:lnTo>
                  <a:lnTo>
                    <a:pt x="2127" y="1591"/>
                  </a:lnTo>
                  <a:lnTo>
                    <a:pt x="2309" y="1648"/>
                  </a:lnTo>
                  <a:lnTo>
                    <a:pt x="2481" y="1715"/>
                  </a:lnTo>
                  <a:lnTo>
                    <a:pt x="2644" y="1782"/>
                  </a:lnTo>
                  <a:lnTo>
                    <a:pt x="2797" y="1859"/>
                  </a:lnTo>
                  <a:lnTo>
                    <a:pt x="2941" y="1936"/>
                  </a:lnTo>
                  <a:lnTo>
                    <a:pt x="3075" y="2022"/>
                  </a:lnTo>
                  <a:lnTo>
                    <a:pt x="3199" y="2108"/>
                  </a:lnTo>
                  <a:lnTo>
                    <a:pt x="3324" y="2194"/>
                  </a:lnTo>
                  <a:lnTo>
                    <a:pt x="3525" y="2367"/>
                  </a:lnTo>
                  <a:lnTo>
                    <a:pt x="3697" y="2539"/>
                  </a:lnTo>
                  <a:lnTo>
                    <a:pt x="3841" y="2702"/>
                  </a:lnTo>
                  <a:lnTo>
                    <a:pt x="3956" y="2845"/>
                  </a:lnTo>
                  <a:lnTo>
                    <a:pt x="4033" y="2970"/>
                  </a:lnTo>
                  <a:lnTo>
                    <a:pt x="4090" y="3066"/>
                  </a:lnTo>
                  <a:lnTo>
                    <a:pt x="4138" y="3152"/>
                  </a:lnTo>
                  <a:lnTo>
                    <a:pt x="4464" y="3123"/>
                  </a:lnTo>
                  <a:lnTo>
                    <a:pt x="4502" y="2750"/>
                  </a:lnTo>
                  <a:lnTo>
                    <a:pt x="4550" y="2434"/>
                  </a:lnTo>
                  <a:lnTo>
                    <a:pt x="4607" y="2156"/>
                  </a:lnTo>
                  <a:lnTo>
                    <a:pt x="4655" y="1926"/>
                  </a:lnTo>
                  <a:lnTo>
                    <a:pt x="4713" y="1734"/>
                  </a:lnTo>
                  <a:lnTo>
                    <a:pt x="4770" y="1572"/>
                  </a:lnTo>
                  <a:lnTo>
                    <a:pt x="4818" y="1447"/>
                  </a:lnTo>
                  <a:lnTo>
                    <a:pt x="4866" y="1342"/>
                  </a:lnTo>
                  <a:lnTo>
                    <a:pt x="4914" y="1265"/>
                  </a:lnTo>
                  <a:lnTo>
                    <a:pt x="4962" y="1217"/>
                  </a:lnTo>
                  <a:lnTo>
                    <a:pt x="5000" y="1179"/>
                  </a:lnTo>
                  <a:lnTo>
                    <a:pt x="5038" y="1150"/>
                  </a:lnTo>
                  <a:lnTo>
                    <a:pt x="5067" y="1141"/>
                  </a:lnTo>
                  <a:lnTo>
                    <a:pt x="5105" y="1141"/>
                  </a:lnTo>
                  <a:lnTo>
                    <a:pt x="5125" y="997"/>
                  </a:lnTo>
                  <a:lnTo>
                    <a:pt x="5125" y="872"/>
                  </a:lnTo>
                  <a:lnTo>
                    <a:pt x="5096" y="748"/>
                  </a:lnTo>
                  <a:lnTo>
                    <a:pt x="5048" y="643"/>
                  </a:lnTo>
                  <a:lnTo>
                    <a:pt x="4990" y="537"/>
                  </a:lnTo>
                  <a:lnTo>
                    <a:pt x="4904" y="451"/>
                  </a:lnTo>
                  <a:lnTo>
                    <a:pt x="4809" y="365"/>
                  </a:lnTo>
                  <a:lnTo>
                    <a:pt x="4694" y="298"/>
                  </a:lnTo>
                  <a:lnTo>
                    <a:pt x="4569" y="231"/>
                  </a:lnTo>
                  <a:lnTo>
                    <a:pt x="4425" y="173"/>
                  </a:lnTo>
                  <a:lnTo>
                    <a:pt x="4272" y="125"/>
                  </a:lnTo>
                  <a:lnTo>
                    <a:pt x="4109" y="87"/>
                  </a:lnTo>
                  <a:lnTo>
                    <a:pt x="3946" y="58"/>
                  </a:lnTo>
                  <a:lnTo>
                    <a:pt x="3765" y="30"/>
                  </a:lnTo>
                  <a:lnTo>
                    <a:pt x="3583" y="20"/>
                  </a:lnTo>
                  <a:lnTo>
                    <a:pt x="3391" y="10"/>
                  </a:lnTo>
                  <a:lnTo>
                    <a:pt x="31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6"/>
            <p:cNvSpPr/>
            <p:nvPr/>
          </p:nvSpPr>
          <p:spPr>
            <a:xfrm>
              <a:off x="7778519" y="1446945"/>
              <a:ext cx="622397" cy="789679"/>
            </a:xfrm>
            <a:custGeom>
              <a:avLst/>
              <a:gdLst/>
              <a:ahLst/>
              <a:cxnLst/>
              <a:rect l="l" t="t" r="r" b="b"/>
              <a:pathLst>
                <a:path w="15824" h="20077" extrusionOk="0">
                  <a:moveTo>
                    <a:pt x="546" y="0"/>
                  </a:moveTo>
                  <a:lnTo>
                    <a:pt x="412" y="163"/>
                  </a:lnTo>
                  <a:lnTo>
                    <a:pt x="307" y="336"/>
                  </a:lnTo>
                  <a:lnTo>
                    <a:pt x="211" y="508"/>
                  </a:lnTo>
                  <a:lnTo>
                    <a:pt x="144" y="690"/>
                  </a:lnTo>
                  <a:lnTo>
                    <a:pt x="86" y="882"/>
                  </a:lnTo>
                  <a:lnTo>
                    <a:pt x="39" y="1073"/>
                  </a:lnTo>
                  <a:lnTo>
                    <a:pt x="19" y="1274"/>
                  </a:lnTo>
                  <a:lnTo>
                    <a:pt x="0" y="1475"/>
                  </a:lnTo>
                  <a:lnTo>
                    <a:pt x="11475" y="6629"/>
                  </a:lnTo>
                  <a:lnTo>
                    <a:pt x="10900" y="7328"/>
                  </a:lnTo>
                  <a:lnTo>
                    <a:pt x="10249" y="8123"/>
                  </a:lnTo>
                  <a:lnTo>
                    <a:pt x="9444" y="9148"/>
                  </a:lnTo>
                  <a:lnTo>
                    <a:pt x="8515" y="10345"/>
                  </a:lnTo>
                  <a:lnTo>
                    <a:pt x="8036" y="10987"/>
                  </a:lnTo>
                  <a:lnTo>
                    <a:pt x="7538" y="11657"/>
                  </a:lnTo>
                  <a:lnTo>
                    <a:pt x="7040" y="12337"/>
                  </a:lnTo>
                  <a:lnTo>
                    <a:pt x="6542" y="13036"/>
                  </a:lnTo>
                  <a:lnTo>
                    <a:pt x="6063" y="13735"/>
                  </a:lnTo>
                  <a:lnTo>
                    <a:pt x="5603" y="14425"/>
                  </a:lnTo>
                  <a:lnTo>
                    <a:pt x="5498" y="14597"/>
                  </a:lnTo>
                  <a:lnTo>
                    <a:pt x="5393" y="14770"/>
                  </a:lnTo>
                  <a:lnTo>
                    <a:pt x="5297" y="14942"/>
                  </a:lnTo>
                  <a:lnTo>
                    <a:pt x="5211" y="15115"/>
                  </a:lnTo>
                  <a:lnTo>
                    <a:pt x="5134" y="15278"/>
                  </a:lnTo>
                  <a:lnTo>
                    <a:pt x="5057" y="15450"/>
                  </a:lnTo>
                  <a:lnTo>
                    <a:pt x="4990" y="15613"/>
                  </a:lnTo>
                  <a:lnTo>
                    <a:pt x="4933" y="15776"/>
                  </a:lnTo>
                  <a:lnTo>
                    <a:pt x="4875" y="15938"/>
                  </a:lnTo>
                  <a:lnTo>
                    <a:pt x="4837" y="16101"/>
                  </a:lnTo>
                  <a:lnTo>
                    <a:pt x="4789" y="16264"/>
                  </a:lnTo>
                  <a:lnTo>
                    <a:pt x="4761" y="16417"/>
                  </a:lnTo>
                  <a:lnTo>
                    <a:pt x="4732" y="16580"/>
                  </a:lnTo>
                  <a:lnTo>
                    <a:pt x="4713" y="16733"/>
                  </a:lnTo>
                  <a:lnTo>
                    <a:pt x="4703" y="16887"/>
                  </a:lnTo>
                  <a:lnTo>
                    <a:pt x="4693" y="17030"/>
                  </a:lnTo>
                  <a:lnTo>
                    <a:pt x="4684" y="17184"/>
                  </a:lnTo>
                  <a:lnTo>
                    <a:pt x="4693" y="17327"/>
                  </a:lnTo>
                  <a:lnTo>
                    <a:pt x="4703" y="17471"/>
                  </a:lnTo>
                  <a:lnTo>
                    <a:pt x="4713" y="17605"/>
                  </a:lnTo>
                  <a:lnTo>
                    <a:pt x="4761" y="17883"/>
                  </a:lnTo>
                  <a:lnTo>
                    <a:pt x="4818" y="18141"/>
                  </a:lnTo>
                  <a:lnTo>
                    <a:pt x="4904" y="18381"/>
                  </a:lnTo>
                  <a:lnTo>
                    <a:pt x="5010" y="18620"/>
                  </a:lnTo>
                  <a:lnTo>
                    <a:pt x="5134" y="18841"/>
                  </a:lnTo>
                  <a:lnTo>
                    <a:pt x="5278" y="19042"/>
                  </a:lnTo>
                  <a:lnTo>
                    <a:pt x="5431" y="19233"/>
                  </a:lnTo>
                  <a:lnTo>
                    <a:pt x="5603" y="19396"/>
                  </a:lnTo>
                  <a:lnTo>
                    <a:pt x="5690" y="19482"/>
                  </a:lnTo>
                  <a:lnTo>
                    <a:pt x="5785" y="19549"/>
                  </a:lnTo>
                  <a:lnTo>
                    <a:pt x="5891" y="19626"/>
                  </a:lnTo>
                  <a:lnTo>
                    <a:pt x="5987" y="19693"/>
                  </a:lnTo>
                  <a:lnTo>
                    <a:pt x="6092" y="19751"/>
                  </a:lnTo>
                  <a:lnTo>
                    <a:pt x="6207" y="19808"/>
                  </a:lnTo>
                  <a:lnTo>
                    <a:pt x="6312" y="19856"/>
                  </a:lnTo>
                  <a:lnTo>
                    <a:pt x="6427" y="19904"/>
                  </a:lnTo>
                  <a:lnTo>
                    <a:pt x="6552" y="19942"/>
                  </a:lnTo>
                  <a:lnTo>
                    <a:pt x="6667" y="19980"/>
                  </a:lnTo>
                  <a:lnTo>
                    <a:pt x="6791" y="20009"/>
                  </a:lnTo>
                  <a:lnTo>
                    <a:pt x="6916" y="20028"/>
                  </a:lnTo>
                  <a:lnTo>
                    <a:pt x="7040" y="20047"/>
                  </a:lnTo>
                  <a:lnTo>
                    <a:pt x="7174" y="20067"/>
                  </a:lnTo>
                  <a:lnTo>
                    <a:pt x="7308" y="20067"/>
                  </a:lnTo>
                  <a:lnTo>
                    <a:pt x="7442" y="20076"/>
                  </a:lnTo>
                  <a:lnTo>
                    <a:pt x="7576" y="20067"/>
                  </a:lnTo>
                  <a:lnTo>
                    <a:pt x="7720" y="20057"/>
                  </a:lnTo>
                  <a:lnTo>
                    <a:pt x="7854" y="20038"/>
                  </a:lnTo>
                  <a:lnTo>
                    <a:pt x="7998" y="20019"/>
                  </a:lnTo>
                  <a:lnTo>
                    <a:pt x="8142" y="19990"/>
                  </a:lnTo>
                  <a:lnTo>
                    <a:pt x="8285" y="19952"/>
                  </a:lnTo>
                  <a:lnTo>
                    <a:pt x="8429" y="19904"/>
                  </a:lnTo>
                  <a:lnTo>
                    <a:pt x="8582" y="19856"/>
                  </a:lnTo>
                  <a:lnTo>
                    <a:pt x="8726" y="19798"/>
                  </a:lnTo>
                  <a:lnTo>
                    <a:pt x="8879" y="19741"/>
                  </a:lnTo>
                  <a:lnTo>
                    <a:pt x="9032" y="19664"/>
                  </a:lnTo>
                  <a:lnTo>
                    <a:pt x="9186" y="19588"/>
                  </a:lnTo>
                  <a:lnTo>
                    <a:pt x="9262" y="19530"/>
                  </a:lnTo>
                  <a:lnTo>
                    <a:pt x="9492" y="19348"/>
                  </a:lnTo>
                  <a:lnTo>
                    <a:pt x="9856" y="19042"/>
                  </a:lnTo>
                  <a:lnTo>
                    <a:pt x="10076" y="18841"/>
                  </a:lnTo>
                  <a:lnTo>
                    <a:pt x="10316" y="18611"/>
                  </a:lnTo>
                  <a:lnTo>
                    <a:pt x="10574" y="18352"/>
                  </a:lnTo>
                  <a:lnTo>
                    <a:pt x="10862" y="18065"/>
                  </a:lnTo>
                  <a:lnTo>
                    <a:pt x="11149" y="17749"/>
                  </a:lnTo>
                  <a:lnTo>
                    <a:pt x="11465" y="17404"/>
                  </a:lnTo>
                  <a:lnTo>
                    <a:pt x="11781" y="17030"/>
                  </a:lnTo>
                  <a:lnTo>
                    <a:pt x="12097" y="16618"/>
                  </a:lnTo>
                  <a:lnTo>
                    <a:pt x="12423" y="16187"/>
                  </a:lnTo>
                  <a:lnTo>
                    <a:pt x="12749" y="15718"/>
                  </a:lnTo>
                  <a:lnTo>
                    <a:pt x="13074" y="15230"/>
                  </a:lnTo>
                  <a:lnTo>
                    <a:pt x="13400" y="14703"/>
                  </a:lnTo>
                  <a:lnTo>
                    <a:pt x="13706" y="14157"/>
                  </a:lnTo>
                  <a:lnTo>
                    <a:pt x="13860" y="13870"/>
                  </a:lnTo>
                  <a:lnTo>
                    <a:pt x="14003" y="13573"/>
                  </a:lnTo>
                  <a:lnTo>
                    <a:pt x="14157" y="13276"/>
                  </a:lnTo>
                  <a:lnTo>
                    <a:pt x="14300" y="12969"/>
                  </a:lnTo>
                  <a:lnTo>
                    <a:pt x="14434" y="12653"/>
                  </a:lnTo>
                  <a:lnTo>
                    <a:pt x="14569" y="12327"/>
                  </a:lnTo>
                  <a:lnTo>
                    <a:pt x="14693" y="12002"/>
                  </a:lnTo>
                  <a:lnTo>
                    <a:pt x="14818" y="11667"/>
                  </a:lnTo>
                  <a:lnTo>
                    <a:pt x="14932" y="11322"/>
                  </a:lnTo>
                  <a:lnTo>
                    <a:pt x="15047" y="10967"/>
                  </a:lnTo>
                  <a:lnTo>
                    <a:pt x="15153" y="10613"/>
                  </a:lnTo>
                  <a:lnTo>
                    <a:pt x="15258" y="10249"/>
                  </a:lnTo>
                  <a:lnTo>
                    <a:pt x="15344" y="9875"/>
                  </a:lnTo>
                  <a:lnTo>
                    <a:pt x="15431" y="9492"/>
                  </a:lnTo>
                  <a:lnTo>
                    <a:pt x="15507" y="9109"/>
                  </a:lnTo>
                  <a:lnTo>
                    <a:pt x="15584" y="8717"/>
                  </a:lnTo>
                  <a:lnTo>
                    <a:pt x="15641" y="8314"/>
                  </a:lnTo>
                  <a:lnTo>
                    <a:pt x="15699" y="7912"/>
                  </a:lnTo>
                  <a:lnTo>
                    <a:pt x="15737" y="7500"/>
                  </a:lnTo>
                  <a:lnTo>
                    <a:pt x="15775" y="7079"/>
                  </a:lnTo>
                  <a:lnTo>
                    <a:pt x="15804" y="6648"/>
                  </a:lnTo>
                  <a:lnTo>
                    <a:pt x="15814" y="6217"/>
                  </a:lnTo>
                  <a:lnTo>
                    <a:pt x="15823" y="5776"/>
                  </a:lnTo>
                  <a:lnTo>
                    <a:pt x="15814" y="5326"/>
                  </a:lnTo>
                  <a:lnTo>
                    <a:pt x="15795" y="4866"/>
                  </a:lnTo>
                  <a:lnTo>
                    <a:pt x="15766" y="4406"/>
                  </a:lnTo>
                  <a:lnTo>
                    <a:pt x="15756" y="4291"/>
                  </a:lnTo>
                  <a:lnTo>
                    <a:pt x="15737" y="4186"/>
                  </a:lnTo>
                  <a:lnTo>
                    <a:pt x="15708" y="4081"/>
                  </a:lnTo>
                  <a:lnTo>
                    <a:pt x="15670" y="3975"/>
                  </a:lnTo>
                  <a:lnTo>
                    <a:pt x="15622" y="3880"/>
                  </a:lnTo>
                  <a:lnTo>
                    <a:pt x="15565" y="3793"/>
                  </a:lnTo>
                  <a:lnTo>
                    <a:pt x="15488" y="3717"/>
                  </a:lnTo>
                  <a:lnTo>
                    <a:pt x="15402" y="3650"/>
                  </a:lnTo>
                  <a:lnTo>
                    <a:pt x="15124" y="3458"/>
                  </a:lnTo>
                  <a:lnTo>
                    <a:pt x="14760" y="3238"/>
                  </a:lnTo>
                  <a:lnTo>
                    <a:pt x="14319" y="2979"/>
                  </a:lnTo>
                  <a:lnTo>
                    <a:pt x="13802" y="2711"/>
                  </a:lnTo>
                  <a:lnTo>
                    <a:pt x="13505" y="2567"/>
                  </a:lnTo>
                  <a:lnTo>
                    <a:pt x="13189" y="2414"/>
                  </a:lnTo>
                  <a:lnTo>
                    <a:pt x="12854" y="2270"/>
                  </a:lnTo>
                  <a:lnTo>
                    <a:pt x="12500" y="2117"/>
                  </a:lnTo>
                  <a:lnTo>
                    <a:pt x="12126" y="1964"/>
                  </a:lnTo>
                  <a:lnTo>
                    <a:pt x="11724" y="1811"/>
                  </a:lnTo>
                  <a:lnTo>
                    <a:pt x="11302" y="1667"/>
                  </a:lnTo>
                  <a:lnTo>
                    <a:pt x="10862" y="1514"/>
                  </a:lnTo>
                  <a:lnTo>
                    <a:pt x="10392" y="1370"/>
                  </a:lnTo>
                  <a:lnTo>
                    <a:pt x="9904" y="1226"/>
                  </a:lnTo>
                  <a:lnTo>
                    <a:pt x="9387" y="1083"/>
                  </a:lnTo>
                  <a:lnTo>
                    <a:pt x="8850" y="949"/>
                  </a:lnTo>
                  <a:lnTo>
                    <a:pt x="8295" y="824"/>
                  </a:lnTo>
                  <a:lnTo>
                    <a:pt x="7711" y="700"/>
                  </a:lnTo>
                  <a:lnTo>
                    <a:pt x="7107" y="585"/>
                  </a:lnTo>
                  <a:lnTo>
                    <a:pt x="6475" y="479"/>
                  </a:lnTo>
                  <a:lnTo>
                    <a:pt x="5824" y="374"/>
                  </a:lnTo>
                  <a:lnTo>
                    <a:pt x="5144" y="288"/>
                  </a:lnTo>
                  <a:lnTo>
                    <a:pt x="4435" y="211"/>
                  </a:lnTo>
                  <a:lnTo>
                    <a:pt x="3707" y="144"/>
                  </a:lnTo>
                  <a:lnTo>
                    <a:pt x="2960" y="87"/>
                  </a:lnTo>
                  <a:lnTo>
                    <a:pt x="2174" y="39"/>
                  </a:lnTo>
                  <a:lnTo>
                    <a:pt x="1370" y="10"/>
                  </a:lnTo>
                  <a:lnTo>
                    <a:pt x="54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6"/>
            <p:cNvSpPr/>
            <p:nvPr/>
          </p:nvSpPr>
          <p:spPr>
            <a:xfrm>
              <a:off x="7951420" y="1776188"/>
              <a:ext cx="441586" cy="528983"/>
            </a:xfrm>
            <a:custGeom>
              <a:avLst/>
              <a:gdLst/>
              <a:ahLst/>
              <a:cxnLst/>
              <a:rect l="l" t="t" r="r" b="b"/>
              <a:pathLst>
                <a:path w="11227" h="13449" extrusionOk="0">
                  <a:moveTo>
                    <a:pt x="5067" y="1"/>
                  </a:moveTo>
                  <a:lnTo>
                    <a:pt x="4818" y="355"/>
                  </a:lnTo>
                  <a:lnTo>
                    <a:pt x="4445" y="891"/>
                  </a:lnTo>
                  <a:lnTo>
                    <a:pt x="3468" y="2367"/>
                  </a:lnTo>
                  <a:lnTo>
                    <a:pt x="2884" y="3219"/>
                  </a:lnTo>
                  <a:lnTo>
                    <a:pt x="2280" y="4100"/>
                  </a:lnTo>
                  <a:lnTo>
                    <a:pt x="1658" y="4962"/>
                  </a:lnTo>
                  <a:lnTo>
                    <a:pt x="1351" y="5374"/>
                  </a:lnTo>
                  <a:lnTo>
                    <a:pt x="1045" y="5776"/>
                  </a:lnTo>
                  <a:lnTo>
                    <a:pt x="901" y="5968"/>
                  </a:lnTo>
                  <a:lnTo>
                    <a:pt x="767" y="6169"/>
                  </a:lnTo>
                  <a:lnTo>
                    <a:pt x="652" y="6361"/>
                  </a:lnTo>
                  <a:lnTo>
                    <a:pt x="537" y="6562"/>
                  </a:lnTo>
                  <a:lnTo>
                    <a:pt x="441" y="6763"/>
                  </a:lnTo>
                  <a:lnTo>
                    <a:pt x="355" y="6964"/>
                  </a:lnTo>
                  <a:lnTo>
                    <a:pt x="269" y="7175"/>
                  </a:lnTo>
                  <a:lnTo>
                    <a:pt x="202" y="7376"/>
                  </a:lnTo>
                  <a:lnTo>
                    <a:pt x="144" y="7577"/>
                  </a:lnTo>
                  <a:lnTo>
                    <a:pt x="96" y="7778"/>
                  </a:lnTo>
                  <a:lnTo>
                    <a:pt x="58" y="7989"/>
                  </a:lnTo>
                  <a:lnTo>
                    <a:pt x="29" y="8190"/>
                  </a:lnTo>
                  <a:lnTo>
                    <a:pt x="10" y="8391"/>
                  </a:lnTo>
                  <a:lnTo>
                    <a:pt x="1" y="8592"/>
                  </a:lnTo>
                  <a:lnTo>
                    <a:pt x="1" y="8793"/>
                  </a:lnTo>
                  <a:lnTo>
                    <a:pt x="10" y="8995"/>
                  </a:lnTo>
                  <a:lnTo>
                    <a:pt x="20" y="9196"/>
                  </a:lnTo>
                  <a:lnTo>
                    <a:pt x="39" y="9387"/>
                  </a:lnTo>
                  <a:lnTo>
                    <a:pt x="77" y="9588"/>
                  </a:lnTo>
                  <a:lnTo>
                    <a:pt x="116" y="9780"/>
                  </a:lnTo>
                  <a:lnTo>
                    <a:pt x="154" y="9972"/>
                  </a:lnTo>
                  <a:lnTo>
                    <a:pt x="211" y="10154"/>
                  </a:lnTo>
                  <a:lnTo>
                    <a:pt x="269" y="10345"/>
                  </a:lnTo>
                  <a:lnTo>
                    <a:pt x="336" y="10527"/>
                  </a:lnTo>
                  <a:lnTo>
                    <a:pt x="412" y="10699"/>
                  </a:lnTo>
                  <a:lnTo>
                    <a:pt x="489" y="10881"/>
                  </a:lnTo>
                  <a:lnTo>
                    <a:pt x="575" y="11044"/>
                  </a:lnTo>
                  <a:lnTo>
                    <a:pt x="661" y="11217"/>
                  </a:lnTo>
                  <a:lnTo>
                    <a:pt x="757" y="11380"/>
                  </a:lnTo>
                  <a:lnTo>
                    <a:pt x="863" y="11533"/>
                  </a:lnTo>
                  <a:lnTo>
                    <a:pt x="968" y="11696"/>
                  </a:lnTo>
                  <a:lnTo>
                    <a:pt x="1083" y="11839"/>
                  </a:lnTo>
                  <a:lnTo>
                    <a:pt x="1198" y="11983"/>
                  </a:lnTo>
                  <a:lnTo>
                    <a:pt x="1313" y="12127"/>
                  </a:lnTo>
                  <a:lnTo>
                    <a:pt x="1437" y="12261"/>
                  </a:lnTo>
                  <a:lnTo>
                    <a:pt x="1571" y="12385"/>
                  </a:lnTo>
                  <a:lnTo>
                    <a:pt x="1705" y="12500"/>
                  </a:lnTo>
                  <a:lnTo>
                    <a:pt x="1840" y="12615"/>
                  </a:lnTo>
                  <a:lnTo>
                    <a:pt x="1983" y="12730"/>
                  </a:lnTo>
                  <a:lnTo>
                    <a:pt x="2127" y="12826"/>
                  </a:lnTo>
                  <a:lnTo>
                    <a:pt x="2271" y="12922"/>
                  </a:lnTo>
                  <a:lnTo>
                    <a:pt x="2414" y="13017"/>
                  </a:lnTo>
                  <a:lnTo>
                    <a:pt x="2568" y="13094"/>
                  </a:lnTo>
                  <a:lnTo>
                    <a:pt x="2721" y="13171"/>
                  </a:lnTo>
                  <a:lnTo>
                    <a:pt x="2874" y="13228"/>
                  </a:lnTo>
                  <a:lnTo>
                    <a:pt x="3037" y="13286"/>
                  </a:lnTo>
                  <a:lnTo>
                    <a:pt x="3190" y="13343"/>
                  </a:lnTo>
                  <a:lnTo>
                    <a:pt x="3353" y="13381"/>
                  </a:lnTo>
                  <a:lnTo>
                    <a:pt x="3516" y="13410"/>
                  </a:lnTo>
                  <a:lnTo>
                    <a:pt x="3679" y="13429"/>
                  </a:lnTo>
                  <a:lnTo>
                    <a:pt x="3841" y="13448"/>
                  </a:lnTo>
                  <a:lnTo>
                    <a:pt x="4167" y="13448"/>
                  </a:lnTo>
                  <a:lnTo>
                    <a:pt x="4330" y="13429"/>
                  </a:lnTo>
                  <a:lnTo>
                    <a:pt x="4493" y="13401"/>
                  </a:lnTo>
                  <a:lnTo>
                    <a:pt x="4656" y="13372"/>
                  </a:lnTo>
                  <a:lnTo>
                    <a:pt x="4818" y="13324"/>
                  </a:lnTo>
                  <a:lnTo>
                    <a:pt x="4981" y="13266"/>
                  </a:lnTo>
                  <a:lnTo>
                    <a:pt x="5144" y="13199"/>
                  </a:lnTo>
                  <a:lnTo>
                    <a:pt x="5297" y="13123"/>
                  </a:lnTo>
                  <a:lnTo>
                    <a:pt x="5460" y="13027"/>
                  </a:lnTo>
                  <a:lnTo>
                    <a:pt x="5613" y="12931"/>
                  </a:lnTo>
                  <a:lnTo>
                    <a:pt x="5767" y="12816"/>
                  </a:lnTo>
                  <a:lnTo>
                    <a:pt x="5920" y="12692"/>
                  </a:lnTo>
                  <a:lnTo>
                    <a:pt x="6111" y="12500"/>
                  </a:lnTo>
                  <a:lnTo>
                    <a:pt x="6332" y="12261"/>
                  </a:lnTo>
                  <a:lnTo>
                    <a:pt x="6619" y="11945"/>
                  </a:lnTo>
                  <a:lnTo>
                    <a:pt x="6964" y="11542"/>
                  </a:lnTo>
                  <a:lnTo>
                    <a:pt x="7357" y="11054"/>
                  </a:lnTo>
                  <a:lnTo>
                    <a:pt x="7567" y="10786"/>
                  </a:lnTo>
                  <a:lnTo>
                    <a:pt x="7778" y="10498"/>
                  </a:lnTo>
                  <a:lnTo>
                    <a:pt x="7998" y="10192"/>
                  </a:lnTo>
                  <a:lnTo>
                    <a:pt x="8228" y="9866"/>
                  </a:lnTo>
                  <a:lnTo>
                    <a:pt x="8458" y="9521"/>
                  </a:lnTo>
                  <a:lnTo>
                    <a:pt x="8688" y="9167"/>
                  </a:lnTo>
                  <a:lnTo>
                    <a:pt x="8918" y="8793"/>
                  </a:lnTo>
                  <a:lnTo>
                    <a:pt x="9148" y="8401"/>
                  </a:lnTo>
                  <a:lnTo>
                    <a:pt x="9368" y="7998"/>
                  </a:lnTo>
                  <a:lnTo>
                    <a:pt x="9588" y="7577"/>
                  </a:lnTo>
                  <a:lnTo>
                    <a:pt x="9809" y="7146"/>
                  </a:lnTo>
                  <a:lnTo>
                    <a:pt x="10010" y="6696"/>
                  </a:lnTo>
                  <a:lnTo>
                    <a:pt x="10211" y="6236"/>
                  </a:lnTo>
                  <a:lnTo>
                    <a:pt x="10402" y="5767"/>
                  </a:lnTo>
                  <a:lnTo>
                    <a:pt x="10575" y="5278"/>
                  </a:lnTo>
                  <a:lnTo>
                    <a:pt x="10738" y="4780"/>
                  </a:lnTo>
                  <a:lnTo>
                    <a:pt x="10891" y="4273"/>
                  </a:lnTo>
                  <a:lnTo>
                    <a:pt x="11015" y="3746"/>
                  </a:lnTo>
                  <a:lnTo>
                    <a:pt x="11130" y="3219"/>
                  </a:lnTo>
                  <a:lnTo>
                    <a:pt x="11226" y="2673"/>
                  </a:lnTo>
                  <a:lnTo>
                    <a:pt x="50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6"/>
            <p:cNvSpPr/>
            <p:nvPr/>
          </p:nvSpPr>
          <p:spPr>
            <a:xfrm>
              <a:off x="7534389" y="1389325"/>
              <a:ext cx="265652" cy="115677"/>
            </a:xfrm>
            <a:custGeom>
              <a:avLst/>
              <a:gdLst/>
              <a:ahLst/>
              <a:cxnLst/>
              <a:rect l="l" t="t" r="r" b="b"/>
              <a:pathLst>
                <a:path w="6754" h="2941" extrusionOk="0">
                  <a:moveTo>
                    <a:pt x="3123" y="0"/>
                  </a:moveTo>
                  <a:lnTo>
                    <a:pt x="2970" y="10"/>
                  </a:lnTo>
                  <a:lnTo>
                    <a:pt x="2817" y="38"/>
                  </a:lnTo>
                  <a:lnTo>
                    <a:pt x="2673" y="67"/>
                  </a:lnTo>
                  <a:lnTo>
                    <a:pt x="2520" y="115"/>
                  </a:lnTo>
                  <a:lnTo>
                    <a:pt x="2376" y="172"/>
                  </a:lnTo>
                  <a:lnTo>
                    <a:pt x="2242" y="239"/>
                  </a:lnTo>
                  <a:lnTo>
                    <a:pt x="2098" y="316"/>
                  </a:lnTo>
                  <a:lnTo>
                    <a:pt x="1974" y="402"/>
                  </a:lnTo>
                  <a:lnTo>
                    <a:pt x="1840" y="498"/>
                  </a:lnTo>
                  <a:lnTo>
                    <a:pt x="1533" y="651"/>
                  </a:lnTo>
                  <a:lnTo>
                    <a:pt x="1217" y="824"/>
                  </a:lnTo>
                  <a:lnTo>
                    <a:pt x="1035" y="929"/>
                  </a:lnTo>
                  <a:lnTo>
                    <a:pt x="853" y="1034"/>
                  </a:lnTo>
                  <a:lnTo>
                    <a:pt x="681" y="1159"/>
                  </a:lnTo>
                  <a:lnTo>
                    <a:pt x="508" y="1274"/>
                  </a:lnTo>
                  <a:lnTo>
                    <a:pt x="355" y="1398"/>
                  </a:lnTo>
                  <a:lnTo>
                    <a:pt x="221" y="1523"/>
                  </a:lnTo>
                  <a:lnTo>
                    <a:pt x="116" y="1647"/>
                  </a:lnTo>
                  <a:lnTo>
                    <a:pt x="68" y="1714"/>
                  </a:lnTo>
                  <a:lnTo>
                    <a:pt x="39" y="1772"/>
                  </a:lnTo>
                  <a:lnTo>
                    <a:pt x="20" y="1829"/>
                  </a:lnTo>
                  <a:lnTo>
                    <a:pt x="1" y="1887"/>
                  </a:lnTo>
                  <a:lnTo>
                    <a:pt x="1" y="1944"/>
                  </a:lnTo>
                  <a:lnTo>
                    <a:pt x="20" y="1992"/>
                  </a:lnTo>
                  <a:lnTo>
                    <a:pt x="3315" y="1992"/>
                  </a:lnTo>
                  <a:lnTo>
                    <a:pt x="6207" y="2940"/>
                  </a:lnTo>
                  <a:lnTo>
                    <a:pt x="6753" y="1465"/>
                  </a:lnTo>
                  <a:lnTo>
                    <a:pt x="4177" y="220"/>
                  </a:lnTo>
                  <a:lnTo>
                    <a:pt x="4033" y="153"/>
                  </a:lnTo>
                  <a:lnTo>
                    <a:pt x="3889" y="105"/>
                  </a:lnTo>
                  <a:lnTo>
                    <a:pt x="3736" y="57"/>
                  </a:lnTo>
                  <a:lnTo>
                    <a:pt x="3583" y="29"/>
                  </a:lnTo>
                  <a:lnTo>
                    <a:pt x="3430" y="10"/>
                  </a:lnTo>
                  <a:lnTo>
                    <a:pt x="3276" y="0"/>
                  </a:lnTo>
                  <a:close/>
                </a:path>
              </a:pathLst>
            </a:custGeom>
            <a:solidFill>
              <a:srgbClr val="FFAF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6"/>
            <p:cNvSpPr/>
            <p:nvPr/>
          </p:nvSpPr>
          <p:spPr>
            <a:xfrm>
              <a:off x="6751575" y="2828733"/>
              <a:ext cx="442333" cy="90858"/>
            </a:xfrm>
            <a:custGeom>
              <a:avLst/>
              <a:gdLst/>
              <a:ahLst/>
              <a:cxnLst/>
              <a:rect l="l" t="t" r="r" b="b"/>
              <a:pathLst>
                <a:path w="11246" h="2310" extrusionOk="0">
                  <a:moveTo>
                    <a:pt x="2117" y="1"/>
                  </a:moveTo>
                  <a:lnTo>
                    <a:pt x="1897" y="20"/>
                  </a:lnTo>
                  <a:lnTo>
                    <a:pt x="1686" y="49"/>
                  </a:lnTo>
                  <a:lnTo>
                    <a:pt x="1485" y="97"/>
                  </a:lnTo>
                  <a:lnTo>
                    <a:pt x="1293" y="173"/>
                  </a:lnTo>
                  <a:lnTo>
                    <a:pt x="1111" y="260"/>
                  </a:lnTo>
                  <a:lnTo>
                    <a:pt x="939" y="365"/>
                  </a:lnTo>
                  <a:lnTo>
                    <a:pt x="776" y="489"/>
                  </a:lnTo>
                  <a:lnTo>
                    <a:pt x="623" y="624"/>
                  </a:lnTo>
                  <a:lnTo>
                    <a:pt x="489" y="777"/>
                  </a:lnTo>
                  <a:lnTo>
                    <a:pt x="364" y="940"/>
                  </a:lnTo>
                  <a:lnTo>
                    <a:pt x="259" y="1112"/>
                  </a:lnTo>
                  <a:lnTo>
                    <a:pt x="173" y="1294"/>
                  </a:lnTo>
                  <a:lnTo>
                    <a:pt x="96" y="1486"/>
                  </a:lnTo>
                  <a:lnTo>
                    <a:pt x="48" y="1687"/>
                  </a:lnTo>
                  <a:lnTo>
                    <a:pt x="20" y="1897"/>
                  </a:lnTo>
                  <a:lnTo>
                    <a:pt x="0" y="2118"/>
                  </a:lnTo>
                  <a:lnTo>
                    <a:pt x="0" y="2309"/>
                  </a:lnTo>
                  <a:lnTo>
                    <a:pt x="11245" y="2309"/>
                  </a:lnTo>
                  <a:lnTo>
                    <a:pt x="11245" y="2118"/>
                  </a:lnTo>
                  <a:lnTo>
                    <a:pt x="11235" y="1897"/>
                  </a:lnTo>
                  <a:lnTo>
                    <a:pt x="11207" y="1687"/>
                  </a:lnTo>
                  <a:lnTo>
                    <a:pt x="11149" y="1486"/>
                  </a:lnTo>
                  <a:lnTo>
                    <a:pt x="11082" y="1294"/>
                  </a:lnTo>
                  <a:lnTo>
                    <a:pt x="10986" y="1112"/>
                  </a:lnTo>
                  <a:lnTo>
                    <a:pt x="10881" y="940"/>
                  </a:lnTo>
                  <a:lnTo>
                    <a:pt x="10766" y="777"/>
                  </a:lnTo>
                  <a:lnTo>
                    <a:pt x="10622" y="624"/>
                  </a:lnTo>
                  <a:lnTo>
                    <a:pt x="10479" y="489"/>
                  </a:lnTo>
                  <a:lnTo>
                    <a:pt x="10316" y="365"/>
                  </a:lnTo>
                  <a:lnTo>
                    <a:pt x="10144" y="260"/>
                  </a:lnTo>
                  <a:lnTo>
                    <a:pt x="9952" y="173"/>
                  </a:lnTo>
                  <a:lnTo>
                    <a:pt x="9760" y="97"/>
                  </a:lnTo>
                  <a:lnTo>
                    <a:pt x="9559" y="49"/>
                  </a:lnTo>
                  <a:lnTo>
                    <a:pt x="9349" y="20"/>
                  </a:lnTo>
                  <a:lnTo>
                    <a:pt x="91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6"/>
            <p:cNvSpPr/>
            <p:nvPr/>
          </p:nvSpPr>
          <p:spPr>
            <a:xfrm>
              <a:off x="6644947" y="2603837"/>
              <a:ext cx="334208" cy="315761"/>
            </a:xfrm>
            <a:custGeom>
              <a:avLst/>
              <a:gdLst/>
              <a:ahLst/>
              <a:cxnLst/>
              <a:rect l="l" t="t" r="r" b="b"/>
              <a:pathLst>
                <a:path w="8497" h="8028" extrusionOk="0">
                  <a:moveTo>
                    <a:pt x="2041" y="1"/>
                  </a:moveTo>
                  <a:lnTo>
                    <a:pt x="1" y="8027"/>
                  </a:lnTo>
                  <a:lnTo>
                    <a:pt x="6456" y="8027"/>
                  </a:lnTo>
                  <a:lnTo>
                    <a:pt x="8497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6"/>
            <p:cNvSpPr/>
            <p:nvPr/>
          </p:nvSpPr>
          <p:spPr>
            <a:xfrm>
              <a:off x="6143904" y="1766394"/>
              <a:ext cx="1389814" cy="897410"/>
            </a:xfrm>
            <a:custGeom>
              <a:avLst/>
              <a:gdLst/>
              <a:ahLst/>
              <a:cxnLst/>
              <a:rect l="l" t="t" r="r" b="b"/>
              <a:pathLst>
                <a:path w="35335" h="22816" extrusionOk="0">
                  <a:moveTo>
                    <a:pt x="1687" y="1"/>
                  </a:moveTo>
                  <a:lnTo>
                    <a:pt x="1514" y="10"/>
                  </a:lnTo>
                  <a:lnTo>
                    <a:pt x="1342" y="39"/>
                  </a:lnTo>
                  <a:lnTo>
                    <a:pt x="1179" y="77"/>
                  </a:lnTo>
                  <a:lnTo>
                    <a:pt x="1026" y="135"/>
                  </a:lnTo>
                  <a:lnTo>
                    <a:pt x="882" y="202"/>
                  </a:lnTo>
                  <a:lnTo>
                    <a:pt x="738" y="288"/>
                  </a:lnTo>
                  <a:lnTo>
                    <a:pt x="614" y="384"/>
                  </a:lnTo>
                  <a:lnTo>
                    <a:pt x="489" y="499"/>
                  </a:lnTo>
                  <a:lnTo>
                    <a:pt x="384" y="614"/>
                  </a:lnTo>
                  <a:lnTo>
                    <a:pt x="288" y="748"/>
                  </a:lnTo>
                  <a:lnTo>
                    <a:pt x="202" y="882"/>
                  </a:lnTo>
                  <a:lnTo>
                    <a:pt x="135" y="1026"/>
                  </a:lnTo>
                  <a:lnTo>
                    <a:pt x="78" y="1188"/>
                  </a:lnTo>
                  <a:lnTo>
                    <a:pt x="30" y="1342"/>
                  </a:lnTo>
                  <a:lnTo>
                    <a:pt x="10" y="1514"/>
                  </a:lnTo>
                  <a:lnTo>
                    <a:pt x="1" y="1686"/>
                  </a:lnTo>
                  <a:lnTo>
                    <a:pt x="2405" y="21130"/>
                  </a:lnTo>
                  <a:lnTo>
                    <a:pt x="2415" y="21302"/>
                  </a:lnTo>
                  <a:lnTo>
                    <a:pt x="2434" y="21475"/>
                  </a:lnTo>
                  <a:lnTo>
                    <a:pt x="2482" y="21638"/>
                  </a:lnTo>
                  <a:lnTo>
                    <a:pt x="2539" y="21791"/>
                  </a:lnTo>
                  <a:lnTo>
                    <a:pt x="2606" y="21935"/>
                  </a:lnTo>
                  <a:lnTo>
                    <a:pt x="2692" y="22078"/>
                  </a:lnTo>
                  <a:lnTo>
                    <a:pt x="2788" y="22203"/>
                  </a:lnTo>
                  <a:lnTo>
                    <a:pt x="2893" y="22327"/>
                  </a:lnTo>
                  <a:lnTo>
                    <a:pt x="3018" y="22433"/>
                  </a:lnTo>
                  <a:lnTo>
                    <a:pt x="3143" y="22528"/>
                  </a:lnTo>
                  <a:lnTo>
                    <a:pt x="3286" y="22615"/>
                  </a:lnTo>
                  <a:lnTo>
                    <a:pt x="3430" y="22682"/>
                  </a:lnTo>
                  <a:lnTo>
                    <a:pt x="3583" y="22739"/>
                  </a:lnTo>
                  <a:lnTo>
                    <a:pt x="3746" y="22787"/>
                  </a:lnTo>
                  <a:lnTo>
                    <a:pt x="3918" y="22806"/>
                  </a:lnTo>
                  <a:lnTo>
                    <a:pt x="4091" y="22816"/>
                  </a:lnTo>
                  <a:lnTo>
                    <a:pt x="33649" y="22816"/>
                  </a:lnTo>
                  <a:lnTo>
                    <a:pt x="33821" y="22806"/>
                  </a:lnTo>
                  <a:lnTo>
                    <a:pt x="33984" y="22787"/>
                  </a:lnTo>
                  <a:lnTo>
                    <a:pt x="34147" y="22739"/>
                  </a:lnTo>
                  <a:lnTo>
                    <a:pt x="34300" y="22682"/>
                  </a:lnTo>
                  <a:lnTo>
                    <a:pt x="34453" y="22615"/>
                  </a:lnTo>
                  <a:lnTo>
                    <a:pt x="34587" y="22528"/>
                  </a:lnTo>
                  <a:lnTo>
                    <a:pt x="34721" y="22433"/>
                  </a:lnTo>
                  <a:lnTo>
                    <a:pt x="34836" y="22327"/>
                  </a:lnTo>
                  <a:lnTo>
                    <a:pt x="34951" y="22203"/>
                  </a:lnTo>
                  <a:lnTo>
                    <a:pt x="35047" y="22078"/>
                  </a:lnTo>
                  <a:lnTo>
                    <a:pt x="35133" y="21935"/>
                  </a:lnTo>
                  <a:lnTo>
                    <a:pt x="35200" y="21791"/>
                  </a:lnTo>
                  <a:lnTo>
                    <a:pt x="35258" y="21638"/>
                  </a:lnTo>
                  <a:lnTo>
                    <a:pt x="35296" y="21475"/>
                  </a:lnTo>
                  <a:lnTo>
                    <a:pt x="35325" y="21302"/>
                  </a:lnTo>
                  <a:lnTo>
                    <a:pt x="35334" y="21130"/>
                  </a:lnTo>
                  <a:lnTo>
                    <a:pt x="32930" y="1686"/>
                  </a:lnTo>
                  <a:lnTo>
                    <a:pt x="32921" y="1514"/>
                  </a:lnTo>
                  <a:lnTo>
                    <a:pt x="32892" y="1342"/>
                  </a:lnTo>
                  <a:lnTo>
                    <a:pt x="32854" y="1188"/>
                  </a:lnTo>
                  <a:lnTo>
                    <a:pt x="32796" y="1026"/>
                  </a:lnTo>
                  <a:lnTo>
                    <a:pt x="32729" y="882"/>
                  </a:lnTo>
                  <a:lnTo>
                    <a:pt x="32643" y="748"/>
                  </a:lnTo>
                  <a:lnTo>
                    <a:pt x="32547" y="614"/>
                  </a:lnTo>
                  <a:lnTo>
                    <a:pt x="32432" y="499"/>
                  </a:lnTo>
                  <a:lnTo>
                    <a:pt x="32317" y="384"/>
                  </a:lnTo>
                  <a:lnTo>
                    <a:pt x="32183" y="288"/>
                  </a:lnTo>
                  <a:lnTo>
                    <a:pt x="32049" y="202"/>
                  </a:lnTo>
                  <a:lnTo>
                    <a:pt x="31896" y="135"/>
                  </a:lnTo>
                  <a:lnTo>
                    <a:pt x="31743" y="77"/>
                  </a:lnTo>
                  <a:lnTo>
                    <a:pt x="31580" y="39"/>
                  </a:lnTo>
                  <a:lnTo>
                    <a:pt x="31417" y="10"/>
                  </a:lnTo>
                  <a:lnTo>
                    <a:pt x="3124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6"/>
            <p:cNvSpPr/>
            <p:nvPr/>
          </p:nvSpPr>
          <p:spPr>
            <a:xfrm>
              <a:off x="5860993" y="3031447"/>
              <a:ext cx="2330490" cy="50503"/>
            </a:xfrm>
            <a:custGeom>
              <a:avLst/>
              <a:gdLst/>
              <a:ahLst/>
              <a:cxnLst/>
              <a:rect l="l" t="t" r="r" b="b"/>
              <a:pathLst>
                <a:path w="59251" h="1284" extrusionOk="0">
                  <a:moveTo>
                    <a:pt x="1" y="0"/>
                  </a:moveTo>
                  <a:lnTo>
                    <a:pt x="1" y="1283"/>
                  </a:lnTo>
                  <a:lnTo>
                    <a:pt x="59251" y="1283"/>
                  </a:lnTo>
                  <a:lnTo>
                    <a:pt x="592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26"/>
            <p:cNvSpPr/>
            <p:nvPr/>
          </p:nvSpPr>
          <p:spPr>
            <a:xfrm>
              <a:off x="5559242" y="2992233"/>
              <a:ext cx="603557" cy="1663686"/>
            </a:xfrm>
            <a:custGeom>
              <a:avLst/>
              <a:gdLst/>
              <a:ahLst/>
              <a:cxnLst/>
              <a:rect l="l" t="t" r="r" b="b"/>
              <a:pathLst>
                <a:path w="15345" h="42298" extrusionOk="0">
                  <a:moveTo>
                    <a:pt x="11341" y="1"/>
                  </a:moveTo>
                  <a:lnTo>
                    <a:pt x="1" y="42298"/>
                  </a:lnTo>
                  <a:lnTo>
                    <a:pt x="1437" y="42298"/>
                  </a:lnTo>
                  <a:lnTo>
                    <a:pt x="15345" y="394"/>
                  </a:lnTo>
                  <a:lnTo>
                    <a:pt x="113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26"/>
            <p:cNvSpPr/>
            <p:nvPr/>
          </p:nvSpPr>
          <p:spPr>
            <a:xfrm>
              <a:off x="7855726" y="2992233"/>
              <a:ext cx="603557" cy="1663686"/>
            </a:xfrm>
            <a:custGeom>
              <a:avLst/>
              <a:gdLst/>
              <a:ahLst/>
              <a:cxnLst/>
              <a:rect l="l" t="t" r="r" b="b"/>
              <a:pathLst>
                <a:path w="15345" h="42298" extrusionOk="0">
                  <a:moveTo>
                    <a:pt x="4004" y="1"/>
                  </a:moveTo>
                  <a:lnTo>
                    <a:pt x="1" y="394"/>
                  </a:lnTo>
                  <a:lnTo>
                    <a:pt x="13908" y="42298"/>
                  </a:lnTo>
                  <a:lnTo>
                    <a:pt x="15345" y="42298"/>
                  </a:lnTo>
                  <a:lnTo>
                    <a:pt x="40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26"/>
            <p:cNvSpPr/>
            <p:nvPr/>
          </p:nvSpPr>
          <p:spPr>
            <a:xfrm>
              <a:off x="5745712" y="2913531"/>
              <a:ext cx="2567862" cy="129247"/>
            </a:xfrm>
            <a:custGeom>
              <a:avLst/>
              <a:gdLst/>
              <a:ahLst/>
              <a:cxnLst/>
              <a:rect l="l" t="t" r="r" b="b"/>
              <a:pathLst>
                <a:path w="65286" h="3286" extrusionOk="0">
                  <a:moveTo>
                    <a:pt x="1" y="0"/>
                  </a:moveTo>
                  <a:lnTo>
                    <a:pt x="1" y="3285"/>
                  </a:lnTo>
                  <a:lnTo>
                    <a:pt x="65285" y="3285"/>
                  </a:lnTo>
                  <a:lnTo>
                    <a:pt x="6528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8" name="Google Shape;978;p26"/>
          <p:cNvGrpSpPr/>
          <p:nvPr/>
        </p:nvGrpSpPr>
        <p:grpSpPr>
          <a:xfrm>
            <a:off x="1507637" y="1648742"/>
            <a:ext cx="2789758" cy="1421245"/>
            <a:chOff x="457197" y="1157650"/>
            <a:chExt cx="2498704" cy="1080598"/>
          </a:xfrm>
        </p:grpSpPr>
        <p:sp>
          <p:nvSpPr>
            <p:cNvPr id="980" name="Google Shape;980;p26"/>
            <p:cNvSpPr txBox="1"/>
            <p:nvPr/>
          </p:nvSpPr>
          <p:spPr>
            <a:xfrm>
              <a:off x="457201" y="1157650"/>
              <a:ext cx="24987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Solution :</a:t>
              </a:r>
              <a:endParaRPr sz="24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81" name="Google Shape;981;p26"/>
            <p:cNvSpPr txBox="1"/>
            <p:nvPr/>
          </p:nvSpPr>
          <p:spPr>
            <a:xfrm>
              <a:off x="457197" y="1497099"/>
              <a:ext cx="2498699" cy="7411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latin typeface="Roboto"/>
                  <a:ea typeface="Roboto"/>
                  <a:cs typeface="Roboto"/>
                  <a:sym typeface="Roboto"/>
                </a:rPr>
                <a:t>SMOTE (Synthetic Minority Oversampling Technique)</a:t>
              </a:r>
              <a:endParaRPr sz="16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94" name="Google Shape;994;p26"/>
          <p:cNvSpPr txBox="1"/>
          <p:nvPr/>
        </p:nvSpPr>
        <p:spPr>
          <a:xfrm>
            <a:off x="5070620" y="1203231"/>
            <a:ext cx="41148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Problem 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Viral posts = minority class</a:t>
            </a:r>
            <a:endParaRPr sz="21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95" name="Google Shape;995;p26"/>
          <p:cNvSpPr/>
          <p:nvPr/>
        </p:nvSpPr>
        <p:spPr>
          <a:xfrm>
            <a:off x="6906650" y="2375375"/>
            <a:ext cx="167400" cy="167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891;p25">
            <a:extLst>
              <a:ext uri="{FF2B5EF4-FFF2-40B4-BE49-F238E27FC236}">
                <a16:creationId xmlns:a16="http://schemas.microsoft.com/office/drawing/2014/main" id="{F30F81BA-B2D3-660D-1055-A05C1DF3D377}"/>
              </a:ext>
            </a:extLst>
          </p:cNvPr>
          <p:cNvGrpSpPr/>
          <p:nvPr/>
        </p:nvGrpSpPr>
        <p:grpSpPr>
          <a:xfrm>
            <a:off x="2035913" y="3217024"/>
            <a:ext cx="1826544" cy="974788"/>
            <a:chOff x="2700702" y="739469"/>
            <a:chExt cx="1609456" cy="650281"/>
          </a:xfrm>
        </p:grpSpPr>
        <p:sp>
          <p:nvSpPr>
            <p:cNvPr id="6" name="Google Shape;892;p25">
              <a:extLst>
                <a:ext uri="{FF2B5EF4-FFF2-40B4-BE49-F238E27FC236}">
                  <a16:creationId xmlns:a16="http://schemas.microsoft.com/office/drawing/2014/main" id="{0B595CB1-1F66-C0C9-E51C-23AB9BB6020C}"/>
                </a:ext>
              </a:extLst>
            </p:cNvPr>
            <p:cNvSpPr/>
            <p:nvPr/>
          </p:nvSpPr>
          <p:spPr>
            <a:xfrm>
              <a:off x="3040036" y="1094550"/>
              <a:ext cx="924000" cy="2952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imblea</a:t>
              </a:r>
              <a:endParaRPr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Google Shape;895;p25">
              <a:extLst>
                <a:ext uri="{FF2B5EF4-FFF2-40B4-BE49-F238E27FC236}">
                  <a16:creationId xmlns:a16="http://schemas.microsoft.com/office/drawing/2014/main" id="{F41050E7-D296-DDF8-8838-772E7E1C7E42}"/>
                </a:ext>
              </a:extLst>
            </p:cNvPr>
            <p:cNvSpPr txBox="1"/>
            <p:nvPr/>
          </p:nvSpPr>
          <p:spPr>
            <a:xfrm>
              <a:off x="2700702" y="739469"/>
              <a:ext cx="1609456" cy="37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000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</a:t>
              </a:r>
              <a:r>
                <a:rPr lang="en" sz="2000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ibrary Used</a:t>
              </a:r>
              <a:endParaRPr sz="20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28"/>
          <p:cNvSpPr/>
          <p:nvPr/>
        </p:nvSpPr>
        <p:spPr>
          <a:xfrm>
            <a:off x="6057925" y="1198550"/>
            <a:ext cx="2628900" cy="1373200"/>
          </a:xfrm>
          <a:prstGeom prst="roundRect">
            <a:avLst>
              <a:gd name="adj" fmla="val 50000"/>
            </a:avLst>
          </a:prstGeom>
          <a:solidFill>
            <a:srgbClr val="00B05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28"/>
          <p:cNvSpPr/>
          <p:nvPr/>
        </p:nvSpPr>
        <p:spPr>
          <a:xfrm>
            <a:off x="457200" y="1198550"/>
            <a:ext cx="2628876" cy="1320914"/>
          </a:xfrm>
          <a:prstGeom prst="roundRect">
            <a:avLst>
              <a:gd name="adj" fmla="val 50000"/>
            </a:avLst>
          </a:prstGeom>
          <a:solidFill>
            <a:srgbClr val="FFC00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2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Machine Learning </a:t>
            </a:r>
            <a:r>
              <a:rPr lang="fr-FR" dirty="0" err="1"/>
              <a:t>Models</a:t>
            </a:r>
            <a:endParaRPr dirty="0"/>
          </a:p>
        </p:txBody>
      </p:sp>
      <p:grpSp>
        <p:nvGrpSpPr>
          <p:cNvPr id="1086" name="Google Shape;1086;p28"/>
          <p:cNvGrpSpPr/>
          <p:nvPr/>
        </p:nvGrpSpPr>
        <p:grpSpPr>
          <a:xfrm>
            <a:off x="6314528" y="1279188"/>
            <a:ext cx="2311997" cy="1372577"/>
            <a:chOff x="5985803" y="657158"/>
            <a:chExt cx="2311997" cy="628813"/>
          </a:xfrm>
        </p:grpSpPr>
        <p:sp>
          <p:nvSpPr>
            <p:cNvPr id="1087" name="Google Shape;1087;p28"/>
            <p:cNvSpPr txBox="1"/>
            <p:nvPr/>
          </p:nvSpPr>
          <p:spPr>
            <a:xfrm>
              <a:off x="6053052" y="657158"/>
              <a:ext cx="1981200" cy="1626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XGBoost</a:t>
              </a:r>
              <a:endParaRPr lang="fr-FR"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88" name="Google Shape;1088;p28"/>
            <p:cNvSpPr txBox="1"/>
            <p:nvPr/>
          </p:nvSpPr>
          <p:spPr>
            <a:xfrm>
              <a:off x="5985803" y="737675"/>
              <a:ext cx="2311997" cy="548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builds trees </a:t>
              </a:r>
              <a:r>
                <a:rPr lang="en-US" b="1" dirty="0"/>
                <a:t>sequentially </a:t>
              </a:r>
              <a:r>
                <a:rPr lang="en-US" dirty="0"/>
                <a:t>each new tree is designed to fix the errors made by the previous trees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9" name="Google Shape;1089;p28"/>
          <p:cNvGrpSpPr/>
          <p:nvPr/>
        </p:nvGrpSpPr>
        <p:grpSpPr>
          <a:xfrm>
            <a:off x="781056" y="1373521"/>
            <a:ext cx="1981204" cy="1019778"/>
            <a:chOff x="6053048" y="700371"/>
            <a:chExt cx="1981204" cy="1019778"/>
          </a:xfrm>
        </p:grpSpPr>
        <p:sp>
          <p:nvSpPr>
            <p:cNvPr id="1090" name="Google Shape;1090;p28"/>
            <p:cNvSpPr txBox="1"/>
            <p:nvPr/>
          </p:nvSpPr>
          <p:spPr>
            <a:xfrm>
              <a:off x="6053052" y="700371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Logistic</a:t>
              </a: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r>
                <a:rPr lang="fr-FR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Regression</a:t>
              </a: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91" name="Google Shape;1091;p28"/>
            <p:cNvSpPr txBox="1"/>
            <p:nvPr/>
          </p:nvSpPr>
          <p:spPr>
            <a:xfrm>
              <a:off x="6053048" y="1039820"/>
              <a:ext cx="1981200" cy="68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predicts the probability of an input belonging to a specific category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2" name="Google Shape;1092;p28"/>
          <p:cNvGrpSpPr/>
          <p:nvPr/>
        </p:nvGrpSpPr>
        <p:grpSpPr>
          <a:xfrm>
            <a:off x="5601165" y="3764604"/>
            <a:ext cx="2761812" cy="1308369"/>
            <a:chOff x="6381765" y="3764604"/>
            <a:chExt cx="2761812" cy="1308369"/>
          </a:xfrm>
        </p:grpSpPr>
        <p:sp>
          <p:nvSpPr>
            <p:cNvPr id="1093" name="Google Shape;1093;p28"/>
            <p:cNvSpPr txBox="1"/>
            <p:nvPr/>
          </p:nvSpPr>
          <p:spPr>
            <a:xfrm>
              <a:off x="6682067" y="3764604"/>
              <a:ext cx="1680901" cy="622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Bagging (</a:t>
              </a:r>
              <a:r>
                <a:rPr lang="fr-FR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Random</a:t>
              </a: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Forest)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94" name="Google Shape;1094;p28"/>
            <p:cNvSpPr txBox="1"/>
            <p:nvPr/>
          </p:nvSpPr>
          <p:spPr>
            <a:xfrm>
              <a:off x="6381765" y="4394478"/>
              <a:ext cx="2761812" cy="6784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reduces variance (the model won't change drastically if the data changes slightly)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5" name="Google Shape;1095;p28"/>
          <p:cNvGrpSpPr/>
          <p:nvPr/>
        </p:nvGrpSpPr>
        <p:grpSpPr>
          <a:xfrm>
            <a:off x="875489" y="3925910"/>
            <a:ext cx="2667359" cy="899009"/>
            <a:chOff x="94889" y="3925910"/>
            <a:chExt cx="2667359" cy="899009"/>
          </a:xfrm>
        </p:grpSpPr>
        <p:sp>
          <p:nvSpPr>
            <p:cNvPr id="1096" name="Google Shape;1096;p28"/>
            <p:cNvSpPr txBox="1"/>
            <p:nvPr/>
          </p:nvSpPr>
          <p:spPr>
            <a:xfrm>
              <a:off x="756337" y="3925910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Boosting</a:t>
              </a: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(</a:t>
              </a:r>
              <a:r>
                <a:rPr lang="fr-FR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XGBoost</a:t>
              </a: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)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097" name="Google Shape;1097;p28"/>
            <p:cNvSpPr txBox="1"/>
            <p:nvPr/>
          </p:nvSpPr>
          <p:spPr>
            <a:xfrm>
              <a:off x="94889" y="4394463"/>
              <a:ext cx="2667359" cy="4304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reduces </a:t>
              </a:r>
              <a:r>
                <a:rPr lang="en-US" b="1" dirty="0"/>
                <a:t>bias</a:t>
              </a:r>
              <a:r>
                <a:rPr lang="en-US" dirty="0"/>
                <a:t> (the model learns to represent complex patterns that a simple line cannot).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098" name="Google Shape;1098;p28"/>
          <p:cNvCxnSpPr>
            <a:cxnSpLocks/>
            <a:stCxn id="1096" idx="1"/>
            <a:endCxn id="1099" idx="2"/>
          </p:cNvCxnSpPr>
          <p:nvPr/>
        </p:nvCxnSpPr>
        <p:spPr>
          <a:xfrm rot="10800000" flipH="1">
            <a:off x="1536936" y="2812726"/>
            <a:ext cx="2005913" cy="1279085"/>
          </a:xfrm>
          <a:prstGeom prst="curvedConnector3">
            <a:avLst>
              <a:gd name="adj1" fmla="val -11396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00" name="Google Shape;1100;p28"/>
          <p:cNvCxnSpPr>
            <a:cxnSpLocks/>
            <a:stCxn id="1093" idx="3"/>
            <a:endCxn id="1101" idx="6"/>
          </p:cNvCxnSpPr>
          <p:nvPr/>
        </p:nvCxnSpPr>
        <p:spPr>
          <a:xfrm flipH="1" flipV="1">
            <a:off x="5601175" y="2812725"/>
            <a:ext cx="1981193" cy="1262992"/>
          </a:xfrm>
          <a:prstGeom prst="curvedConnector3">
            <a:avLst>
              <a:gd name="adj1" fmla="val -1153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A7BA4E9-3F06-3286-C32B-9950E3802999}"/>
              </a:ext>
            </a:extLst>
          </p:cNvPr>
          <p:cNvGrpSpPr/>
          <p:nvPr/>
        </p:nvGrpSpPr>
        <p:grpSpPr>
          <a:xfrm>
            <a:off x="3542850" y="2710523"/>
            <a:ext cx="2058325" cy="2021448"/>
            <a:chOff x="3542850" y="2710523"/>
            <a:chExt cx="2058325" cy="2021448"/>
          </a:xfrm>
        </p:grpSpPr>
        <p:sp>
          <p:nvSpPr>
            <p:cNvPr id="1127" name="Google Shape;1127;p28"/>
            <p:cNvSpPr/>
            <p:nvPr/>
          </p:nvSpPr>
          <p:spPr>
            <a:xfrm>
              <a:off x="3798627" y="4500406"/>
              <a:ext cx="1581170" cy="231565"/>
            </a:xfrm>
            <a:custGeom>
              <a:avLst/>
              <a:gdLst/>
              <a:ahLst/>
              <a:cxnLst/>
              <a:rect l="l" t="t" r="r" b="b"/>
              <a:pathLst>
                <a:path w="53690" h="7863" extrusionOk="0">
                  <a:moveTo>
                    <a:pt x="26852" y="1"/>
                  </a:moveTo>
                  <a:lnTo>
                    <a:pt x="25464" y="14"/>
                  </a:lnTo>
                  <a:lnTo>
                    <a:pt x="24104" y="28"/>
                  </a:lnTo>
                  <a:lnTo>
                    <a:pt x="22757" y="55"/>
                  </a:lnTo>
                  <a:lnTo>
                    <a:pt x="21438" y="82"/>
                  </a:lnTo>
                  <a:lnTo>
                    <a:pt x="20146" y="123"/>
                  </a:lnTo>
                  <a:lnTo>
                    <a:pt x="18867" y="177"/>
                  </a:lnTo>
                  <a:lnTo>
                    <a:pt x="17616" y="245"/>
                  </a:lnTo>
                  <a:lnTo>
                    <a:pt x="16405" y="313"/>
                  </a:lnTo>
                  <a:lnTo>
                    <a:pt x="15208" y="395"/>
                  </a:lnTo>
                  <a:lnTo>
                    <a:pt x="14052" y="477"/>
                  </a:lnTo>
                  <a:lnTo>
                    <a:pt x="12923" y="572"/>
                  </a:lnTo>
                  <a:lnTo>
                    <a:pt x="11835" y="681"/>
                  </a:lnTo>
                  <a:lnTo>
                    <a:pt x="10787" y="790"/>
                  </a:lnTo>
                  <a:lnTo>
                    <a:pt x="9767" y="898"/>
                  </a:lnTo>
                  <a:lnTo>
                    <a:pt x="8801" y="1021"/>
                  </a:lnTo>
                  <a:lnTo>
                    <a:pt x="7863" y="1157"/>
                  </a:lnTo>
                  <a:lnTo>
                    <a:pt x="6978" y="1293"/>
                  </a:lnTo>
                  <a:lnTo>
                    <a:pt x="6135" y="1429"/>
                  </a:lnTo>
                  <a:lnTo>
                    <a:pt x="5332" y="1578"/>
                  </a:lnTo>
                  <a:lnTo>
                    <a:pt x="4584" y="1742"/>
                  </a:lnTo>
                  <a:lnTo>
                    <a:pt x="3891" y="1891"/>
                  </a:lnTo>
                  <a:lnTo>
                    <a:pt x="3251" y="2055"/>
                  </a:lnTo>
                  <a:lnTo>
                    <a:pt x="2653" y="2231"/>
                  </a:lnTo>
                  <a:lnTo>
                    <a:pt x="2109" y="2408"/>
                  </a:lnTo>
                  <a:lnTo>
                    <a:pt x="1633" y="2585"/>
                  </a:lnTo>
                  <a:lnTo>
                    <a:pt x="1211" y="2762"/>
                  </a:lnTo>
                  <a:lnTo>
                    <a:pt x="844" y="2952"/>
                  </a:lnTo>
                  <a:lnTo>
                    <a:pt x="694" y="3048"/>
                  </a:lnTo>
                  <a:lnTo>
                    <a:pt x="544" y="3143"/>
                  </a:lnTo>
                  <a:lnTo>
                    <a:pt x="422" y="3238"/>
                  </a:lnTo>
                  <a:lnTo>
                    <a:pt x="313" y="3333"/>
                  </a:lnTo>
                  <a:lnTo>
                    <a:pt x="218" y="3428"/>
                  </a:lnTo>
                  <a:lnTo>
                    <a:pt x="150" y="3537"/>
                  </a:lnTo>
                  <a:lnTo>
                    <a:pt x="82" y="3632"/>
                  </a:lnTo>
                  <a:lnTo>
                    <a:pt x="41" y="3728"/>
                  </a:lnTo>
                  <a:lnTo>
                    <a:pt x="14" y="3837"/>
                  </a:lnTo>
                  <a:lnTo>
                    <a:pt x="0" y="3932"/>
                  </a:lnTo>
                  <a:lnTo>
                    <a:pt x="14" y="4041"/>
                  </a:lnTo>
                  <a:lnTo>
                    <a:pt x="41" y="4136"/>
                  </a:lnTo>
                  <a:lnTo>
                    <a:pt x="82" y="4231"/>
                  </a:lnTo>
                  <a:lnTo>
                    <a:pt x="150" y="4340"/>
                  </a:lnTo>
                  <a:lnTo>
                    <a:pt x="218" y="4435"/>
                  </a:lnTo>
                  <a:lnTo>
                    <a:pt x="313" y="4530"/>
                  </a:lnTo>
                  <a:lnTo>
                    <a:pt x="422" y="4625"/>
                  </a:lnTo>
                  <a:lnTo>
                    <a:pt x="544" y="4721"/>
                  </a:lnTo>
                  <a:lnTo>
                    <a:pt x="694" y="4829"/>
                  </a:lnTo>
                  <a:lnTo>
                    <a:pt x="844" y="4911"/>
                  </a:lnTo>
                  <a:lnTo>
                    <a:pt x="1211" y="5102"/>
                  </a:lnTo>
                  <a:lnTo>
                    <a:pt x="1633" y="5292"/>
                  </a:lnTo>
                  <a:lnTo>
                    <a:pt x="2109" y="5469"/>
                  </a:lnTo>
                  <a:lnTo>
                    <a:pt x="2653" y="5646"/>
                  </a:lnTo>
                  <a:lnTo>
                    <a:pt x="3251" y="5809"/>
                  </a:lnTo>
                  <a:lnTo>
                    <a:pt x="3891" y="5972"/>
                  </a:lnTo>
                  <a:lnTo>
                    <a:pt x="4584" y="6135"/>
                  </a:lnTo>
                  <a:lnTo>
                    <a:pt x="5332" y="6285"/>
                  </a:lnTo>
                  <a:lnTo>
                    <a:pt x="6135" y="6435"/>
                  </a:lnTo>
                  <a:lnTo>
                    <a:pt x="6978" y="6584"/>
                  </a:lnTo>
                  <a:lnTo>
                    <a:pt x="7863" y="6720"/>
                  </a:lnTo>
                  <a:lnTo>
                    <a:pt x="8801" y="6843"/>
                  </a:lnTo>
                  <a:lnTo>
                    <a:pt x="9767" y="6965"/>
                  </a:lnTo>
                  <a:lnTo>
                    <a:pt x="10787" y="7088"/>
                  </a:lnTo>
                  <a:lnTo>
                    <a:pt x="11835" y="7196"/>
                  </a:lnTo>
                  <a:lnTo>
                    <a:pt x="12923" y="7292"/>
                  </a:lnTo>
                  <a:lnTo>
                    <a:pt x="14052" y="7387"/>
                  </a:lnTo>
                  <a:lnTo>
                    <a:pt x="15208" y="7482"/>
                  </a:lnTo>
                  <a:lnTo>
                    <a:pt x="16405" y="7564"/>
                  </a:lnTo>
                  <a:lnTo>
                    <a:pt x="17616" y="7632"/>
                  </a:lnTo>
                  <a:lnTo>
                    <a:pt x="18867" y="7686"/>
                  </a:lnTo>
                  <a:lnTo>
                    <a:pt x="20146" y="7740"/>
                  </a:lnTo>
                  <a:lnTo>
                    <a:pt x="21438" y="7781"/>
                  </a:lnTo>
                  <a:lnTo>
                    <a:pt x="22757" y="7822"/>
                  </a:lnTo>
                  <a:lnTo>
                    <a:pt x="24104" y="7849"/>
                  </a:lnTo>
                  <a:lnTo>
                    <a:pt x="25464" y="7863"/>
                  </a:lnTo>
                  <a:lnTo>
                    <a:pt x="28226" y="7863"/>
                  </a:lnTo>
                  <a:lnTo>
                    <a:pt x="29586" y="7849"/>
                  </a:lnTo>
                  <a:lnTo>
                    <a:pt x="30933" y="7822"/>
                  </a:lnTo>
                  <a:lnTo>
                    <a:pt x="32252" y="7781"/>
                  </a:lnTo>
                  <a:lnTo>
                    <a:pt x="33558" y="7740"/>
                  </a:lnTo>
                  <a:lnTo>
                    <a:pt x="34823" y="7686"/>
                  </a:lnTo>
                  <a:lnTo>
                    <a:pt x="36074" y="7632"/>
                  </a:lnTo>
                  <a:lnTo>
                    <a:pt x="37299" y="7564"/>
                  </a:lnTo>
                  <a:lnTo>
                    <a:pt x="38482" y="7482"/>
                  </a:lnTo>
                  <a:lnTo>
                    <a:pt x="39638" y="7387"/>
                  </a:lnTo>
                  <a:lnTo>
                    <a:pt x="40767" y="7292"/>
                  </a:lnTo>
                  <a:lnTo>
                    <a:pt x="41855" y="7196"/>
                  </a:lnTo>
                  <a:lnTo>
                    <a:pt x="42903" y="7088"/>
                  </a:lnTo>
                  <a:lnTo>
                    <a:pt x="43923" y="6965"/>
                  </a:lnTo>
                  <a:lnTo>
                    <a:pt x="44889" y="6843"/>
                  </a:lnTo>
                  <a:lnTo>
                    <a:pt x="45827" y="6720"/>
                  </a:lnTo>
                  <a:lnTo>
                    <a:pt x="46712" y="6584"/>
                  </a:lnTo>
                  <a:lnTo>
                    <a:pt x="47555" y="6435"/>
                  </a:lnTo>
                  <a:lnTo>
                    <a:pt x="48358" y="6285"/>
                  </a:lnTo>
                  <a:lnTo>
                    <a:pt x="49106" y="6135"/>
                  </a:lnTo>
                  <a:lnTo>
                    <a:pt x="49799" y="5972"/>
                  </a:lnTo>
                  <a:lnTo>
                    <a:pt x="50452" y="5809"/>
                  </a:lnTo>
                  <a:lnTo>
                    <a:pt x="51037" y="5646"/>
                  </a:lnTo>
                  <a:lnTo>
                    <a:pt x="51581" y="5469"/>
                  </a:lnTo>
                  <a:lnTo>
                    <a:pt x="52057" y="5292"/>
                  </a:lnTo>
                  <a:lnTo>
                    <a:pt x="52479" y="5102"/>
                  </a:lnTo>
                  <a:lnTo>
                    <a:pt x="52846" y="4911"/>
                  </a:lnTo>
                  <a:lnTo>
                    <a:pt x="52996" y="4829"/>
                  </a:lnTo>
                  <a:lnTo>
                    <a:pt x="53146" y="4721"/>
                  </a:lnTo>
                  <a:lnTo>
                    <a:pt x="53268" y="4625"/>
                  </a:lnTo>
                  <a:lnTo>
                    <a:pt x="53377" y="4530"/>
                  </a:lnTo>
                  <a:lnTo>
                    <a:pt x="53472" y="4435"/>
                  </a:lnTo>
                  <a:lnTo>
                    <a:pt x="53554" y="4340"/>
                  </a:lnTo>
                  <a:lnTo>
                    <a:pt x="53608" y="4231"/>
                  </a:lnTo>
                  <a:lnTo>
                    <a:pt x="53649" y="4136"/>
                  </a:lnTo>
                  <a:lnTo>
                    <a:pt x="53676" y="4041"/>
                  </a:lnTo>
                  <a:lnTo>
                    <a:pt x="53690" y="3932"/>
                  </a:lnTo>
                  <a:lnTo>
                    <a:pt x="53676" y="3837"/>
                  </a:lnTo>
                  <a:lnTo>
                    <a:pt x="53649" y="3728"/>
                  </a:lnTo>
                  <a:lnTo>
                    <a:pt x="53608" y="3632"/>
                  </a:lnTo>
                  <a:lnTo>
                    <a:pt x="53554" y="3537"/>
                  </a:lnTo>
                  <a:lnTo>
                    <a:pt x="53472" y="3428"/>
                  </a:lnTo>
                  <a:lnTo>
                    <a:pt x="53377" y="3333"/>
                  </a:lnTo>
                  <a:lnTo>
                    <a:pt x="53268" y="3238"/>
                  </a:lnTo>
                  <a:lnTo>
                    <a:pt x="53146" y="3143"/>
                  </a:lnTo>
                  <a:lnTo>
                    <a:pt x="52996" y="3048"/>
                  </a:lnTo>
                  <a:lnTo>
                    <a:pt x="52846" y="2952"/>
                  </a:lnTo>
                  <a:lnTo>
                    <a:pt x="52479" y="2762"/>
                  </a:lnTo>
                  <a:lnTo>
                    <a:pt x="52057" y="2585"/>
                  </a:lnTo>
                  <a:lnTo>
                    <a:pt x="51581" y="2408"/>
                  </a:lnTo>
                  <a:lnTo>
                    <a:pt x="51037" y="2231"/>
                  </a:lnTo>
                  <a:lnTo>
                    <a:pt x="50452" y="2055"/>
                  </a:lnTo>
                  <a:lnTo>
                    <a:pt x="49799" y="1891"/>
                  </a:lnTo>
                  <a:lnTo>
                    <a:pt x="49106" y="1742"/>
                  </a:lnTo>
                  <a:lnTo>
                    <a:pt x="48358" y="1578"/>
                  </a:lnTo>
                  <a:lnTo>
                    <a:pt x="47555" y="1429"/>
                  </a:lnTo>
                  <a:lnTo>
                    <a:pt x="46712" y="1293"/>
                  </a:lnTo>
                  <a:lnTo>
                    <a:pt x="45827" y="1157"/>
                  </a:lnTo>
                  <a:lnTo>
                    <a:pt x="44889" y="1021"/>
                  </a:lnTo>
                  <a:lnTo>
                    <a:pt x="43923" y="898"/>
                  </a:lnTo>
                  <a:lnTo>
                    <a:pt x="42903" y="790"/>
                  </a:lnTo>
                  <a:lnTo>
                    <a:pt x="41855" y="681"/>
                  </a:lnTo>
                  <a:lnTo>
                    <a:pt x="40767" y="572"/>
                  </a:lnTo>
                  <a:lnTo>
                    <a:pt x="39638" y="477"/>
                  </a:lnTo>
                  <a:lnTo>
                    <a:pt x="38482" y="395"/>
                  </a:lnTo>
                  <a:lnTo>
                    <a:pt x="37299" y="313"/>
                  </a:lnTo>
                  <a:lnTo>
                    <a:pt x="36074" y="245"/>
                  </a:lnTo>
                  <a:lnTo>
                    <a:pt x="34823" y="177"/>
                  </a:lnTo>
                  <a:lnTo>
                    <a:pt x="33558" y="123"/>
                  </a:lnTo>
                  <a:lnTo>
                    <a:pt x="32252" y="82"/>
                  </a:lnTo>
                  <a:lnTo>
                    <a:pt x="30933" y="55"/>
                  </a:lnTo>
                  <a:lnTo>
                    <a:pt x="29586" y="28"/>
                  </a:lnTo>
                  <a:lnTo>
                    <a:pt x="28226" y="14"/>
                  </a:lnTo>
                  <a:lnTo>
                    <a:pt x="26852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8"/>
            <p:cNvSpPr/>
            <p:nvPr/>
          </p:nvSpPr>
          <p:spPr>
            <a:xfrm>
              <a:off x="4500875" y="4091810"/>
              <a:ext cx="974294" cy="530012"/>
            </a:xfrm>
            <a:custGeom>
              <a:avLst/>
              <a:gdLst/>
              <a:ahLst/>
              <a:cxnLst/>
              <a:rect l="l" t="t" r="r" b="b"/>
              <a:pathLst>
                <a:path w="33083" h="17997" extrusionOk="0">
                  <a:moveTo>
                    <a:pt x="19616" y="0"/>
                  </a:moveTo>
                  <a:lnTo>
                    <a:pt x="18527" y="41"/>
                  </a:lnTo>
                  <a:lnTo>
                    <a:pt x="17453" y="82"/>
                  </a:lnTo>
                  <a:lnTo>
                    <a:pt x="16378" y="150"/>
                  </a:lnTo>
                  <a:lnTo>
                    <a:pt x="15317" y="245"/>
                  </a:lnTo>
                  <a:lnTo>
                    <a:pt x="14270" y="340"/>
                  </a:lnTo>
                  <a:lnTo>
                    <a:pt x="13236" y="463"/>
                  </a:lnTo>
                  <a:lnTo>
                    <a:pt x="12243" y="585"/>
                  </a:lnTo>
                  <a:lnTo>
                    <a:pt x="11277" y="707"/>
                  </a:lnTo>
                  <a:lnTo>
                    <a:pt x="10352" y="843"/>
                  </a:lnTo>
                  <a:lnTo>
                    <a:pt x="9468" y="979"/>
                  </a:lnTo>
                  <a:lnTo>
                    <a:pt x="8625" y="1115"/>
                  </a:lnTo>
                  <a:lnTo>
                    <a:pt x="7128" y="1387"/>
                  </a:lnTo>
                  <a:lnTo>
                    <a:pt x="5877" y="1632"/>
                  </a:lnTo>
                  <a:lnTo>
                    <a:pt x="4938" y="1823"/>
                  </a:lnTo>
                  <a:lnTo>
                    <a:pt x="4136" y="2000"/>
                  </a:lnTo>
                  <a:lnTo>
                    <a:pt x="3918" y="2054"/>
                  </a:lnTo>
                  <a:lnTo>
                    <a:pt x="3714" y="2136"/>
                  </a:lnTo>
                  <a:lnTo>
                    <a:pt x="3524" y="2217"/>
                  </a:lnTo>
                  <a:lnTo>
                    <a:pt x="3320" y="2299"/>
                  </a:lnTo>
                  <a:lnTo>
                    <a:pt x="3129" y="2408"/>
                  </a:lnTo>
                  <a:lnTo>
                    <a:pt x="2952" y="2516"/>
                  </a:lnTo>
                  <a:lnTo>
                    <a:pt x="2762" y="2639"/>
                  </a:lnTo>
                  <a:lnTo>
                    <a:pt x="2585" y="2761"/>
                  </a:lnTo>
                  <a:lnTo>
                    <a:pt x="2422" y="2897"/>
                  </a:lnTo>
                  <a:lnTo>
                    <a:pt x="2245" y="3033"/>
                  </a:lnTo>
                  <a:lnTo>
                    <a:pt x="2082" y="3197"/>
                  </a:lnTo>
                  <a:lnTo>
                    <a:pt x="1932" y="3346"/>
                  </a:lnTo>
                  <a:lnTo>
                    <a:pt x="1783" y="3509"/>
                  </a:lnTo>
                  <a:lnTo>
                    <a:pt x="1633" y="3686"/>
                  </a:lnTo>
                  <a:lnTo>
                    <a:pt x="1361" y="4040"/>
                  </a:lnTo>
                  <a:lnTo>
                    <a:pt x="1116" y="4421"/>
                  </a:lnTo>
                  <a:lnTo>
                    <a:pt x="885" y="4829"/>
                  </a:lnTo>
                  <a:lnTo>
                    <a:pt x="681" y="5237"/>
                  </a:lnTo>
                  <a:lnTo>
                    <a:pt x="504" y="5672"/>
                  </a:lnTo>
                  <a:lnTo>
                    <a:pt x="354" y="6108"/>
                  </a:lnTo>
                  <a:lnTo>
                    <a:pt x="218" y="6556"/>
                  </a:lnTo>
                  <a:lnTo>
                    <a:pt x="123" y="7019"/>
                  </a:lnTo>
                  <a:lnTo>
                    <a:pt x="55" y="7468"/>
                  </a:lnTo>
                  <a:lnTo>
                    <a:pt x="14" y="7930"/>
                  </a:lnTo>
                  <a:lnTo>
                    <a:pt x="1" y="8379"/>
                  </a:lnTo>
                  <a:lnTo>
                    <a:pt x="14" y="8828"/>
                  </a:lnTo>
                  <a:lnTo>
                    <a:pt x="55" y="9277"/>
                  </a:lnTo>
                  <a:lnTo>
                    <a:pt x="96" y="9495"/>
                  </a:lnTo>
                  <a:lnTo>
                    <a:pt x="137" y="9712"/>
                  </a:lnTo>
                  <a:lnTo>
                    <a:pt x="191" y="9916"/>
                  </a:lnTo>
                  <a:lnTo>
                    <a:pt x="245" y="10120"/>
                  </a:lnTo>
                  <a:lnTo>
                    <a:pt x="313" y="10324"/>
                  </a:lnTo>
                  <a:lnTo>
                    <a:pt x="395" y="10528"/>
                  </a:lnTo>
                  <a:lnTo>
                    <a:pt x="477" y="10719"/>
                  </a:lnTo>
                  <a:lnTo>
                    <a:pt x="572" y="10909"/>
                  </a:lnTo>
                  <a:lnTo>
                    <a:pt x="667" y="11086"/>
                  </a:lnTo>
                  <a:lnTo>
                    <a:pt x="776" y="11263"/>
                  </a:lnTo>
                  <a:lnTo>
                    <a:pt x="898" y="11440"/>
                  </a:lnTo>
                  <a:lnTo>
                    <a:pt x="1021" y="11603"/>
                  </a:lnTo>
                  <a:lnTo>
                    <a:pt x="1170" y="11766"/>
                  </a:lnTo>
                  <a:lnTo>
                    <a:pt x="1306" y="11916"/>
                  </a:lnTo>
                  <a:lnTo>
                    <a:pt x="1470" y="12052"/>
                  </a:lnTo>
                  <a:lnTo>
                    <a:pt x="1633" y="12188"/>
                  </a:lnTo>
                  <a:lnTo>
                    <a:pt x="1796" y="12324"/>
                  </a:lnTo>
                  <a:lnTo>
                    <a:pt x="1987" y="12446"/>
                  </a:lnTo>
                  <a:lnTo>
                    <a:pt x="2177" y="12555"/>
                  </a:lnTo>
                  <a:lnTo>
                    <a:pt x="2381" y="12650"/>
                  </a:lnTo>
                  <a:lnTo>
                    <a:pt x="2585" y="12746"/>
                  </a:lnTo>
                  <a:lnTo>
                    <a:pt x="2816" y="12827"/>
                  </a:lnTo>
                  <a:lnTo>
                    <a:pt x="3048" y="12895"/>
                  </a:lnTo>
                  <a:lnTo>
                    <a:pt x="3279" y="12963"/>
                  </a:lnTo>
                  <a:lnTo>
                    <a:pt x="3646" y="13031"/>
                  </a:lnTo>
                  <a:lnTo>
                    <a:pt x="3973" y="13072"/>
                  </a:lnTo>
                  <a:lnTo>
                    <a:pt x="4299" y="13113"/>
                  </a:lnTo>
                  <a:lnTo>
                    <a:pt x="4775" y="13126"/>
                  </a:lnTo>
                  <a:lnTo>
                    <a:pt x="5265" y="13126"/>
                  </a:lnTo>
                  <a:lnTo>
                    <a:pt x="5782" y="13099"/>
                  </a:lnTo>
                  <a:lnTo>
                    <a:pt x="6312" y="13058"/>
                  </a:lnTo>
                  <a:lnTo>
                    <a:pt x="6856" y="13004"/>
                  </a:lnTo>
                  <a:lnTo>
                    <a:pt x="7414" y="12922"/>
                  </a:lnTo>
                  <a:lnTo>
                    <a:pt x="7985" y="12827"/>
                  </a:lnTo>
                  <a:lnTo>
                    <a:pt x="8570" y="12718"/>
                  </a:lnTo>
                  <a:lnTo>
                    <a:pt x="9169" y="12596"/>
                  </a:lnTo>
                  <a:lnTo>
                    <a:pt x="9767" y="12460"/>
                  </a:lnTo>
                  <a:lnTo>
                    <a:pt x="10366" y="12310"/>
                  </a:lnTo>
                  <a:lnTo>
                    <a:pt x="10964" y="12161"/>
                  </a:lnTo>
                  <a:lnTo>
                    <a:pt x="12175" y="11821"/>
                  </a:lnTo>
                  <a:lnTo>
                    <a:pt x="13386" y="11453"/>
                  </a:lnTo>
                  <a:lnTo>
                    <a:pt x="11753" y="12378"/>
                  </a:lnTo>
                  <a:lnTo>
                    <a:pt x="10339" y="13154"/>
                  </a:lnTo>
                  <a:lnTo>
                    <a:pt x="9155" y="13779"/>
                  </a:lnTo>
                  <a:lnTo>
                    <a:pt x="8203" y="14283"/>
                  </a:lnTo>
                  <a:lnTo>
                    <a:pt x="7455" y="14664"/>
                  </a:lnTo>
                  <a:lnTo>
                    <a:pt x="6924" y="14936"/>
                  </a:lnTo>
                  <a:lnTo>
                    <a:pt x="6503" y="15126"/>
                  </a:lnTo>
                  <a:lnTo>
                    <a:pt x="6462" y="15725"/>
                  </a:lnTo>
                  <a:lnTo>
                    <a:pt x="6448" y="16010"/>
                  </a:lnTo>
                  <a:lnTo>
                    <a:pt x="6326" y="17996"/>
                  </a:lnTo>
                  <a:lnTo>
                    <a:pt x="7523" y="17833"/>
                  </a:lnTo>
                  <a:lnTo>
                    <a:pt x="8693" y="17656"/>
                  </a:lnTo>
                  <a:lnTo>
                    <a:pt x="9835" y="17479"/>
                  </a:lnTo>
                  <a:lnTo>
                    <a:pt x="10951" y="17302"/>
                  </a:lnTo>
                  <a:lnTo>
                    <a:pt x="12025" y="17098"/>
                  </a:lnTo>
                  <a:lnTo>
                    <a:pt x="13086" y="16908"/>
                  </a:lnTo>
                  <a:lnTo>
                    <a:pt x="14107" y="16704"/>
                  </a:lnTo>
                  <a:lnTo>
                    <a:pt x="15100" y="16486"/>
                  </a:lnTo>
                  <a:lnTo>
                    <a:pt x="16065" y="16269"/>
                  </a:lnTo>
                  <a:lnTo>
                    <a:pt x="16990" y="16051"/>
                  </a:lnTo>
                  <a:lnTo>
                    <a:pt x="17902" y="15820"/>
                  </a:lnTo>
                  <a:lnTo>
                    <a:pt x="18772" y="15575"/>
                  </a:lnTo>
                  <a:lnTo>
                    <a:pt x="19629" y="15344"/>
                  </a:lnTo>
                  <a:lnTo>
                    <a:pt x="20445" y="15099"/>
                  </a:lnTo>
                  <a:lnTo>
                    <a:pt x="21248" y="14840"/>
                  </a:lnTo>
                  <a:lnTo>
                    <a:pt x="22010" y="14596"/>
                  </a:lnTo>
                  <a:lnTo>
                    <a:pt x="22744" y="14337"/>
                  </a:lnTo>
                  <a:lnTo>
                    <a:pt x="23465" y="14065"/>
                  </a:lnTo>
                  <a:lnTo>
                    <a:pt x="24145" y="13807"/>
                  </a:lnTo>
                  <a:lnTo>
                    <a:pt x="24798" y="13535"/>
                  </a:lnTo>
                  <a:lnTo>
                    <a:pt x="25437" y="13262"/>
                  </a:lnTo>
                  <a:lnTo>
                    <a:pt x="26036" y="12990"/>
                  </a:lnTo>
                  <a:lnTo>
                    <a:pt x="26621" y="12705"/>
                  </a:lnTo>
                  <a:lnTo>
                    <a:pt x="27165" y="12433"/>
                  </a:lnTo>
                  <a:lnTo>
                    <a:pt x="27696" y="12147"/>
                  </a:lnTo>
                  <a:lnTo>
                    <a:pt x="28199" y="11861"/>
                  </a:lnTo>
                  <a:lnTo>
                    <a:pt x="28661" y="11576"/>
                  </a:lnTo>
                  <a:lnTo>
                    <a:pt x="29110" y="11277"/>
                  </a:lnTo>
                  <a:lnTo>
                    <a:pt x="29545" y="10991"/>
                  </a:lnTo>
                  <a:lnTo>
                    <a:pt x="29940" y="10692"/>
                  </a:lnTo>
                  <a:lnTo>
                    <a:pt x="30307" y="10406"/>
                  </a:lnTo>
                  <a:lnTo>
                    <a:pt x="30661" y="10107"/>
                  </a:lnTo>
                  <a:lnTo>
                    <a:pt x="30987" y="9821"/>
                  </a:lnTo>
                  <a:lnTo>
                    <a:pt x="31287" y="9522"/>
                  </a:lnTo>
                  <a:lnTo>
                    <a:pt x="31572" y="9223"/>
                  </a:lnTo>
                  <a:lnTo>
                    <a:pt x="31817" y="8937"/>
                  </a:lnTo>
                  <a:lnTo>
                    <a:pt x="32048" y="8638"/>
                  </a:lnTo>
                  <a:lnTo>
                    <a:pt x="32252" y="8352"/>
                  </a:lnTo>
                  <a:lnTo>
                    <a:pt x="32443" y="8053"/>
                  </a:lnTo>
                  <a:lnTo>
                    <a:pt x="32592" y="7767"/>
                  </a:lnTo>
                  <a:lnTo>
                    <a:pt x="32742" y="7481"/>
                  </a:lnTo>
                  <a:lnTo>
                    <a:pt x="32851" y="7182"/>
                  </a:lnTo>
                  <a:lnTo>
                    <a:pt x="32946" y="6897"/>
                  </a:lnTo>
                  <a:lnTo>
                    <a:pt x="33014" y="6624"/>
                  </a:lnTo>
                  <a:lnTo>
                    <a:pt x="33055" y="6339"/>
                  </a:lnTo>
                  <a:lnTo>
                    <a:pt x="33082" y="6053"/>
                  </a:lnTo>
                  <a:lnTo>
                    <a:pt x="33082" y="5781"/>
                  </a:lnTo>
                  <a:lnTo>
                    <a:pt x="33069" y="5509"/>
                  </a:lnTo>
                  <a:lnTo>
                    <a:pt x="33028" y="5237"/>
                  </a:lnTo>
                  <a:lnTo>
                    <a:pt x="32973" y="4979"/>
                  </a:lnTo>
                  <a:lnTo>
                    <a:pt x="32892" y="4706"/>
                  </a:lnTo>
                  <a:lnTo>
                    <a:pt x="32783" y="4448"/>
                  </a:lnTo>
                  <a:lnTo>
                    <a:pt x="32660" y="4203"/>
                  </a:lnTo>
                  <a:lnTo>
                    <a:pt x="32524" y="3945"/>
                  </a:lnTo>
                  <a:lnTo>
                    <a:pt x="32361" y="3700"/>
                  </a:lnTo>
                  <a:lnTo>
                    <a:pt x="32171" y="3469"/>
                  </a:lnTo>
                  <a:lnTo>
                    <a:pt x="31967" y="3224"/>
                  </a:lnTo>
                  <a:lnTo>
                    <a:pt x="31749" y="2993"/>
                  </a:lnTo>
                  <a:lnTo>
                    <a:pt x="31504" y="2775"/>
                  </a:lnTo>
                  <a:lnTo>
                    <a:pt x="31246" y="2557"/>
                  </a:lnTo>
                  <a:lnTo>
                    <a:pt x="30960" y="2340"/>
                  </a:lnTo>
                  <a:lnTo>
                    <a:pt x="30661" y="2136"/>
                  </a:lnTo>
                  <a:lnTo>
                    <a:pt x="30348" y="1945"/>
                  </a:lnTo>
                  <a:lnTo>
                    <a:pt x="30008" y="1755"/>
                  </a:lnTo>
                  <a:lnTo>
                    <a:pt x="29641" y="1564"/>
                  </a:lnTo>
                  <a:lnTo>
                    <a:pt x="29273" y="1387"/>
                  </a:lnTo>
                  <a:lnTo>
                    <a:pt x="28879" y="1224"/>
                  </a:lnTo>
                  <a:lnTo>
                    <a:pt x="28484" y="1075"/>
                  </a:lnTo>
                  <a:lnTo>
                    <a:pt x="28063" y="939"/>
                  </a:lnTo>
                  <a:lnTo>
                    <a:pt x="27641" y="816"/>
                  </a:lnTo>
                  <a:lnTo>
                    <a:pt x="27192" y="694"/>
                  </a:lnTo>
                  <a:lnTo>
                    <a:pt x="26743" y="585"/>
                  </a:lnTo>
                  <a:lnTo>
                    <a:pt x="26281" y="490"/>
                  </a:lnTo>
                  <a:lnTo>
                    <a:pt x="25805" y="408"/>
                  </a:lnTo>
                  <a:lnTo>
                    <a:pt x="25329" y="326"/>
                  </a:lnTo>
                  <a:lnTo>
                    <a:pt x="24839" y="258"/>
                  </a:lnTo>
                  <a:lnTo>
                    <a:pt x="24336" y="190"/>
                  </a:lnTo>
                  <a:lnTo>
                    <a:pt x="23832" y="150"/>
                  </a:lnTo>
                  <a:lnTo>
                    <a:pt x="23329" y="95"/>
                  </a:lnTo>
                  <a:lnTo>
                    <a:pt x="22812" y="68"/>
                  </a:lnTo>
                  <a:lnTo>
                    <a:pt x="21751" y="14"/>
                  </a:lnTo>
                  <a:lnTo>
                    <a:pt x="2069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28"/>
            <p:cNvSpPr/>
            <p:nvPr/>
          </p:nvSpPr>
          <p:spPr>
            <a:xfrm>
              <a:off x="4527705" y="4540459"/>
              <a:ext cx="146661" cy="107404"/>
            </a:xfrm>
            <a:custGeom>
              <a:avLst/>
              <a:gdLst/>
              <a:ahLst/>
              <a:cxnLst/>
              <a:rect l="l" t="t" r="r" b="b"/>
              <a:pathLst>
                <a:path w="4980" h="3647" extrusionOk="0">
                  <a:moveTo>
                    <a:pt x="4980" y="1"/>
                  </a:moveTo>
                  <a:lnTo>
                    <a:pt x="2381" y="518"/>
                  </a:lnTo>
                  <a:lnTo>
                    <a:pt x="2177" y="790"/>
                  </a:lnTo>
                  <a:lnTo>
                    <a:pt x="1661" y="1524"/>
                  </a:lnTo>
                  <a:lnTo>
                    <a:pt x="1293" y="2014"/>
                  </a:lnTo>
                  <a:lnTo>
                    <a:pt x="899" y="2531"/>
                  </a:lnTo>
                  <a:lnTo>
                    <a:pt x="463" y="3089"/>
                  </a:lnTo>
                  <a:lnTo>
                    <a:pt x="1" y="3646"/>
                  </a:lnTo>
                  <a:lnTo>
                    <a:pt x="4844" y="2939"/>
                  </a:lnTo>
                  <a:lnTo>
                    <a:pt x="4980" y="1"/>
                  </a:lnTo>
                  <a:close/>
                </a:path>
              </a:pathLst>
            </a:custGeom>
            <a:solidFill>
              <a:srgbClr val="FDB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28"/>
            <p:cNvSpPr/>
            <p:nvPr/>
          </p:nvSpPr>
          <p:spPr>
            <a:xfrm>
              <a:off x="4641089" y="4518430"/>
              <a:ext cx="74155" cy="135441"/>
            </a:xfrm>
            <a:custGeom>
              <a:avLst/>
              <a:gdLst/>
              <a:ahLst/>
              <a:cxnLst/>
              <a:rect l="l" t="t" r="r" b="b"/>
              <a:pathLst>
                <a:path w="2518" h="4599" extrusionOk="0">
                  <a:moveTo>
                    <a:pt x="1850" y="1"/>
                  </a:moveTo>
                  <a:lnTo>
                    <a:pt x="1592" y="14"/>
                  </a:lnTo>
                  <a:lnTo>
                    <a:pt x="1320" y="28"/>
                  </a:lnTo>
                  <a:lnTo>
                    <a:pt x="1062" y="55"/>
                  </a:lnTo>
                  <a:lnTo>
                    <a:pt x="803" y="110"/>
                  </a:lnTo>
                  <a:lnTo>
                    <a:pt x="545" y="178"/>
                  </a:lnTo>
                  <a:lnTo>
                    <a:pt x="273" y="259"/>
                  </a:lnTo>
                  <a:lnTo>
                    <a:pt x="1" y="382"/>
                  </a:lnTo>
                  <a:lnTo>
                    <a:pt x="422" y="4544"/>
                  </a:lnTo>
                  <a:lnTo>
                    <a:pt x="694" y="4585"/>
                  </a:lnTo>
                  <a:lnTo>
                    <a:pt x="966" y="4598"/>
                  </a:lnTo>
                  <a:lnTo>
                    <a:pt x="1225" y="4598"/>
                  </a:lnTo>
                  <a:lnTo>
                    <a:pt x="1483" y="4558"/>
                  </a:lnTo>
                  <a:lnTo>
                    <a:pt x="1728" y="4517"/>
                  </a:lnTo>
                  <a:lnTo>
                    <a:pt x="1987" y="4435"/>
                  </a:lnTo>
                  <a:lnTo>
                    <a:pt x="2245" y="4340"/>
                  </a:lnTo>
                  <a:lnTo>
                    <a:pt x="2517" y="4231"/>
                  </a:lnTo>
                  <a:lnTo>
                    <a:pt x="2123" y="1"/>
                  </a:lnTo>
                  <a:close/>
                </a:path>
              </a:pathLst>
            </a:custGeom>
            <a:solidFill>
              <a:srgbClr val="2A5B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8"/>
            <p:cNvSpPr/>
            <p:nvPr/>
          </p:nvSpPr>
          <p:spPr>
            <a:xfrm>
              <a:off x="4272133" y="4451135"/>
              <a:ext cx="355373" cy="256009"/>
            </a:xfrm>
            <a:custGeom>
              <a:avLst/>
              <a:gdLst/>
              <a:ahLst/>
              <a:cxnLst/>
              <a:rect l="l" t="t" r="r" b="b"/>
              <a:pathLst>
                <a:path w="12067" h="8693" extrusionOk="0">
                  <a:moveTo>
                    <a:pt x="9196" y="0"/>
                  </a:moveTo>
                  <a:lnTo>
                    <a:pt x="7740" y="1102"/>
                  </a:lnTo>
                  <a:lnTo>
                    <a:pt x="6258" y="2231"/>
                  </a:lnTo>
                  <a:lnTo>
                    <a:pt x="4544" y="3551"/>
                  </a:lnTo>
                  <a:lnTo>
                    <a:pt x="3687" y="4231"/>
                  </a:lnTo>
                  <a:lnTo>
                    <a:pt x="2843" y="4897"/>
                  </a:lnTo>
                  <a:lnTo>
                    <a:pt x="2068" y="5537"/>
                  </a:lnTo>
                  <a:lnTo>
                    <a:pt x="1374" y="6122"/>
                  </a:lnTo>
                  <a:lnTo>
                    <a:pt x="789" y="6639"/>
                  </a:lnTo>
                  <a:lnTo>
                    <a:pt x="558" y="6856"/>
                  </a:lnTo>
                  <a:lnTo>
                    <a:pt x="354" y="7060"/>
                  </a:lnTo>
                  <a:lnTo>
                    <a:pt x="191" y="7223"/>
                  </a:lnTo>
                  <a:lnTo>
                    <a:pt x="82" y="7373"/>
                  </a:lnTo>
                  <a:lnTo>
                    <a:pt x="14" y="7482"/>
                  </a:lnTo>
                  <a:lnTo>
                    <a:pt x="1" y="7523"/>
                  </a:lnTo>
                  <a:lnTo>
                    <a:pt x="1" y="7550"/>
                  </a:lnTo>
                  <a:lnTo>
                    <a:pt x="82" y="7795"/>
                  </a:lnTo>
                  <a:lnTo>
                    <a:pt x="137" y="7917"/>
                  </a:lnTo>
                  <a:lnTo>
                    <a:pt x="191" y="8053"/>
                  </a:lnTo>
                  <a:lnTo>
                    <a:pt x="259" y="8176"/>
                  </a:lnTo>
                  <a:lnTo>
                    <a:pt x="354" y="8298"/>
                  </a:lnTo>
                  <a:lnTo>
                    <a:pt x="449" y="8407"/>
                  </a:lnTo>
                  <a:lnTo>
                    <a:pt x="558" y="8502"/>
                  </a:lnTo>
                  <a:lnTo>
                    <a:pt x="681" y="8584"/>
                  </a:lnTo>
                  <a:lnTo>
                    <a:pt x="817" y="8638"/>
                  </a:lnTo>
                  <a:lnTo>
                    <a:pt x="966" y="8679"/>
                  </a:lnTo>
                  <a:lnTo>
                    <a:pt x="1130" y="8692"/>
                  </a:lnTo>
                  <a:lnTo>
                    <a:pt x="1320" y="8679"/>
                  </a:lnTo>
                  <a:lnTo>
                    <a:pt x="1510" y="8638"/>
                  </a:lnTo>
                  <a:lnTo>
                    <a:pt x="1742" y="8556"/>
                  </a:lnTo>
                  <a:lnTo>
                    <a:pt x="1973" y="8434"/>
                  </a:lnTo>
                  <a:lnTo>
                    <a:pt x="2191" y="8325"/>
                  </a:lnTo>
                  <a:lnTo>
                    <a:pt x="2449" y="8244"/>
                  </a:lnTo>
                  <a:lnTo>
                    <a:pt x="2748" y="8148"/>
                  </a:lnTo>
                  <a:lnTo>
                    <a:pt x="3102" y="8067"/>
                  </a:lnTo>
                  <a:lnTo>
                    <a:pt x="3469" y="7985"/>
                  </a:lnTo>
                  <a:lnTo>
                    <a:pt x="3877" y="7917"/>
                  </a:lnTo>
                  <a:lnTo>
                    <a:pt x="4748" y="7795"/>
                  </a:lnTo>
                  <a:lnTo>
                    <a:pt x="5346" y="7713"/>
                  </a:lnTo>
                  <a:lnTo>
                    <a:pt x="5591" y="7686"/>
                  </a:lnTo>
                  <a:lnTo>
                    <a:pt x="6244" y="7618"/>
                  </a:lnTo>
                  <a:lnTo>
                    <a:pt x="6639" y="7563"/>
                  </a:lnTo>
                  <a:lnTo>
                    <a:pt x="7183" y="7509"/>
                  </a:lnTo>
                  <a:lnTo>
                    <a:pt x="7958" y="7427"/>
                  </a:lnTo>
                  <a:lnTo>
                    <a:pt x="8597" y="7332"/>
                  </a:lnTo>
                  <a:lnTo>
                    <a:pt x="8856" y="7291"/>
                  </a:lnTo>
                  <a:lnTo>
                    <a:pt x="9060" y="7251"/>
                  </a:lnTo>
                  <a:lnTo>
                    <a:pt x="9209" y="7210"/>
                  </a:lnTo>
                  <a:lnTo>
                    <a:pt x="9305" y="7169"/>
                  </a:lnTo>
                  <a:lnTo>
                    <a:pt x="9386" y="7087"/>
                  </a:lnTo>
                  <a:lnTo>
                    <a:pt x="9454" y="7006"/>
                  </a:lnTo>
                  <a:lnTo>
                    <a:pt x="9509" y="6897"/>
                  </a:lnTo>
                  <a:lnTo>
                    <a:pt x="9563" y="6788"/>
                  </a:lnTo>
                  <a:lnTo>
                    <a:pt x="9604" y="6666"/>
                  </a:lnTo>
                  <a:lnTo>
                    <a:pt x="9631" y="6530"/>
                  </a:lnTo>
                  <a:lnTo>
                    <a:pt x="9672" y="6271"/>
                  </a:lnTo>
                  <a:lnTo>
                    <a:pt x="9686" y="6040"/>
                  </a:lnTo>
                  <a:lnTo>
                    <a:pt x="9686" y="5836"/>
                  </a:lnTo>
                  <a:lnTo>
                    <a:pt x="9686" y="5646"/>
                  </a:lnTo>
                  <a:lnTo>
                    <a:pt x="9903" y="5278"/>
                  </a:lnTo>
                  <a:lnTo>
                    <a:pt x="10121" y="4965"/>
                  </a:lnTo>
                  <a:lnTo>
                    <a:pt x="10352" y="4693"/>
                  </a:lnTo>
                  <a:lnTo>
                    <a:pt x="10570" y="4449"/>
                  </a:lnTo>
                  <a:lnTo>
                    <a:pt x="10801" y="4244"/>
                  </a:lnTo>
                  <a:lnTo>
                    <a:pt x="11005" y="4068"/>
                  </a:lnTo>
                  <a:lnTo>
                    <a:pt x="11209" y="3918"/>
                  </a:lnTo>
                  <a:lnTo>
                    <a:pt x="11413" y="3782"/>
                  </a:lnTo>
                  <a:lnTo>
                    <a:pt x="11740" y="3564"/>
                  </a:lnTo>
                  <a:lnTo>
                    <a:pt x="11862" y="3483"/>
                  </a:lnTo>
                  <a:lnTo>
                    <a:pt x="11957" y="3401"/>
                  </a:lnTo>
                  <a:lnTo>
                    <a:pt x="12039" y="3320"/>
                  </a:lnTo>
                  <a:lnTo>
                    <a:pt x="12052" y="3279"/>
                  </a:lnTo>
                  <a:lnTo>
                    <a:pt x="12066" y="3238"/>
                  </a:lnTo>
                  <a:lnTo>
                    <a:pt x="12066" y="3197"/>
                  </a:lnTo>
                  <a:lnTo>
                    <a:pt x="12066" y="3156"/>
                  </a:lnTo>
                  <a:lnTo>
                    <a:pt x="12039" y="3102"/>
                  </a:lnTo>
                  <a:lnTo>
                    <a:pt x="12012" y="3061"/>
                  </a:lnTo>
                  <a:lnTo>
                    <a:pt x="11876" y="2871"/>
                  </a:lnTo>
                  <a:lnTo>
                    <a:pt x="11712" y="2667"/>
                  </a:lnTo>
                  <a:lnTo>
                    <a:pt x="11304" y="2190"/>
                  </a:lnTo>
                  <a:lnTo>
                    <a:pt x="10842" y="1687"/>
                  </a:lnTo>
                  <a:lnTo>
                    <a:pt x="10366" y="1184"/>
                  </a:lnTo>
                  <a:lnTo>
                    <a:pt x="9550" y="354"/>
                  </a:lnTo>
                  <a:lnTo>
                    <a:pt x="91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8"/>
            <p:cNvSpPr/>
            <p:nvPr/>
          </p:nvSpPr>
          <p:spPr>
            <a:xfrm>
              <a:off x="3689660" y="4091810"/>
              <a:ext cx="974677" cy="530012"/>
            </a:xfrm>
            <a:custGeom>
              <a:avLst/>
              <a:gdLst/>
              <a:ahLst/>
              <a:cxnLst/>
              <a:rect l="l" t="t" r="r" b="b"/>
              <a:pathLst>
                <a:path w="33096" h="17997" extrusionOk="0">
                  <a:moveTo>
                    <a:pt x="12406" y="0"/>
                  </a:moveTo>
                  <a:lnTo>
                    <a:pt x="11331" y="14"/>
                  </a:lnTo>
                  <a:lnTo>
                    <a:pt x="10284" y="68"/>
                  </a:lnTo>
                  <a:lnTo>
                    <a:pt x="9767" y="95"/>
                  </a:lnTo>
                  <a:lnTo>
                    <a:pt x="9250" y="150"/>
                  </a:lnTo>
                  <a:lnTo>
                    <a:pt x="8747" y="190"/>
                  </a:lnTo>
                  <a:lnTo>
                    <a:pt x="8244" y="258"/>
                  </a:lnTo>
                  <a:lnTo>
                    <a:pt x="7754" y="326"/>
                  </a:lnTo>
                  <a:lnTo>
                    <a:pt x="7278" y="408"/>
                  </a:lnTo>
                  <a:lnTo>
                    <a:pt x="6802" y="490"/>
                  </a:lnTo>
                  <a:lnTo>
                    <a:pt x="6339" y="585"/>
                  </a:lnTo>
                  <a:lnTo>
                    <a:pt x="5890" y="694"/>
                  </a:lnTo>
                  <a:lnTo>
                    <a:pt x="5455" y="816"/>
                  </a:lnTo>
                  <a:lnTo>
                    <a:pt x="5020" y="939"/>
                  </a:lnTo>
                  <a:lnTo>
                    <a:pt x="4612" y="1075"/>
                  </a:lnTo>
                  <a:lnTo>
                    <a:pt x="4204" y="1224"/>
                  </a:lnTo>
                  <a:lnTo>
                    <a:pt x="3809" y="1387"/>
                  </a:lnTo>
                  <a:lnTo>
                    <a:pt x="3442" y="1564"/>
                  </a:lnTo>
                  <a:lnTo>
                    <a:pt x="3088" y="1755"/>
                  </a:lnTo>
                  <a:lnTo>
                    <a:pt x="2748" y="1945"/>
                  </a:lnTo>
                  <a:lnTo>
                    <a:pt x="2422" y="2136"/>
                  </a:lnTo>
                  <a:lnTo>
                    <a:pt x="2122" y="2340"/>
                  </a:lnTo>
                  <a:lnTo>
                    <a:pt x="1850" y="2557"/>
                  </a:lnTo>
                  <a:lnTo>
                    <a:pt x="1578" y="2775"/>
                  </a:lnTo>
                  <a:lnTo>
                    <a:pt x="1347" y="2993"/>
                  </a:lnTo>
                  <a:lnTo>
                    <a:pt x="1116" y="3224"/>
                  </a:lnTo>
                  <a:lnTo>
                    <a:pt x="912" y="3469"/>
                  </a:lnTo>
                  <a:lnTo>
                    <a:pt x="735" y="3700"/>
                  </a:lnTo>
                  <a:lnTo>
                    <a:pt x="572" y="3945"/>
                  </a:lnTo>
                  <a:lnTo>
                    <a:pt x="422" y="4203"/>
                  </a:lnTo>
                  <a:lnTo>
                    <a:pt x="300" y="4448"/>
                  </a:lnTo>
                  <a:lnTo>
                    <a:pt x="204" y="4706"/>
                  </a:lnTo>
                  <a:lnTo>
                    <a:pt x="123" y="4979"/>
                  </a:lnTo>
                  <a:lnTo>
                    <a:pt x="55" y="5237"/>
                  </a:lnTo>
                  <a:lnTo>
                    <a:pt x="14" y="5509"/>
                  </a:lnTo>
                  <a:lnTo>
                    <a:pt x="0" y="5781"/>
                  </a:lnTo>
                  <a:lnTo>
                    <a:pt x="0" y="6053"/>
                  </a:lnTo>
                  <a:lnTo>
                    <a:pt x="28" y="6339"/>
                  </a:lnTo>
                  <a:lnTo>
                    <a:pt x="82" y="6624"/>
                  </a:lnTo>
                  <a:lnTo>
                    <a:pt x="150" y="6897"/>
                  </a:lnTo>
                  <a:lnTo>
                    <a:pt x="232" y="7182"/>
                  </a:lnTo>
                  <a:lnTo>
                    <a:pt x="354" y="7481"/>
                  </a:lnTo>
                  <a:lnTo>
                    <a:pt x="490" y="7767"/>
                  </a:lnTo>
                  <a:lnTo>
                    <a:pt x="653" y="8053"/>
                  </a:lnTo>
                  <a:lnTo>
                    <a:pt x="830" y="8352"/>
                  </a:lnTo>
                  <a:lnTo>
                    <a:pt x="1034" y="8638"/>
                  </a:lnTo>
                  <a:lnTo>
                    <a:pt x="1265" y="8937"/>
                  </a:lnTo>
                  <a:lnTo>
                    <a:pt x="1524" y="9223"/>
                  </a:lnTo>
                  <a:lnTo>
                    <a:pt x="1796" y="9522"/>
                  </a:lnTo>
                  <a:lnTo>
                    <a:pt x="2095" y="9821"/>
                  </a:lnTo>
                  <a:lnTo>
                    <a:pt x="2422" y="10107"/>
                  </a:lnTo>
                  <a:lnTo>
                    <a:pt x="2775" y="10406"/>
                  </a:lnTo>
                  <a:lnTo>
                    <a:pt x="3143" y="10692"/>
                  </a:lnTo>
                  <a:lnTo>
                    <a:pt x="3551" y="10991"/>
                  </a:lnTo>
                  <a:lnTo>
                    <a:pt x="3972" y="11277"/>
                  </a:lnTo>
                  <a:lnTo>
                    <a:pt x="4421" y="11576"/>
                  </a:lnTo>
                  <a:lnTo>
                    <a:pt x="4897" y="11861"/>
                  </a:lnTo>
                  <a:lnTo>
                    <a:pt x="5401" y="12147"/>
                  </a:lnTo>
                  <a:lnTo>
                    <a:pt x="5917" y="12433"/>
                  </a:lnTo>
                  <a:lnTo>
                    <a:pt x="6475" y="12705"/>
                  </a:lnTo>
                  <a:lnTo>
                    <a:pt x="7046" y="12990"/>
                  </a:lnTo>
                  <a:lnTo>
                    <a:pt x="7659" y="13262"/>
                  </a:lnTo>
                  <a:lnTo>
                    <a:pt x="8284" y="13535"/>
                  </a:lnTo>
                  <a:lnTo>
                    <a:pt x="8937" y="13807"/>
                  </a:lnTo>
                  <a:lnTo>
                    <a:pt x="9631" y="14065"/>
                  </a:lnTo>
                  <a:lnTo>
                    <a:pt x="10338" y="14337"/>
                  </a:lnTo>
                  <a:lnTo>
                    <a:pt x="11073" y="14596"/>
                  </a:lnTo>
                  <a:lnTo>
                    <a:pt x="11848" y="14840"/>
                  </a:lnTo>
                  <a:lnTo>
                    <a:pt x="12637" y="15099"/>
                  </a:lnTo>
                  <a:lnTo>
                    <a:pt x="13453" y="15344"/>
                  </a:lnTo>
                  <a:lnTo>
                    <a:pt x="14310" y="15575"/>
                  </a:lnTo>
                  <a:lnTo>
                    <a:pt x="15181" y="15820"/>
                  </a:lnTo>
                  <a:lnTo>
                    <a:pt x="16092" y="16051"/>
                  </a:lnTo>
                  <a:lnTo>
                    <a:pt x="17031" y="16269"/>
                  </a:lnTo>
                  <a:lnTo>
                    <a:pt x="17997" y="16486"/>
                  </a:lnTo>
                  <a:lnTo>
                    <a:pt x="18990" y="16704"/>
                  </a:lnTo>
                  <a:lnTo>
                    <a:pt x="20010" y="16908"/>
                  </a:lnTo>
                  <a:lnTo>
                    <a:pt x="21057" y="17098"/>
                  </a:lnTo>
                  <a:lnTo>
                    <a:pt x="22132" y="17302"/>
                  </a:lnTo>
                  <a:lnTo>
                    <a:pt x="23247" y="17479"/>
                  </a:lnTo>
                  <a:lnTo>
                    <a:pt x="24390" y="17656"/>
                  </a:lnTo>
                  <a:lnTo>
                    <a:pt x="25560" y="17833"/>
                  </a:lnTo>
                  <a:lnTo>
                    <a:pt x="26757" y="17996"/>
                  </a:lnTo>
                  <a:lnTo>
                    <a:pt x="26757" y="17996"/>
                  </a:lnTo>
                  <a:lnTo>
                    <a:pt x="26634" y="16037"/>
                  </a:lnTo>
                  <a:lnTo>
                    <a:pt x="26621" y="15752"/>
                  </a:lnTo>
                  <a:lnTo>
                    <a:pt x="26580" y="15126"/>
                  </a:lnTo>
                  <a:lnTo>
                    <a:pt x="26158" y="14936"/>
                  </a:lnTo>
                  <a:lnTo>
                    <a:pt x="25628" y="14664"/>
                  </a:lnTo>
                  <a:lnTo>
                    <a:pt x="24893" y="14283"/>
                  </a:lnTo>
                  <a:lnTo>
                    <a:pt x="23927" y="13779"/>
                  </a:lnTo>
                  <a:lnTo>
                    <a:pt x="22744" y="13154"/>
                  </a:lnTo>
                  <a:lnTo>
                    <a:pt x="21343" y="12378"/>
                  </a:lnTo>
                  <a:lnTo>
                    <a:pt x="19711" y="11453"/>
                  </a:lnTo>
                  <a:lnTo>
                    <a:pt x="20894" y="11821"/>
                  </a:lnTo>
                  <a:lnTo>
                    <a:pt x="22105" y="12161"/>
                  </a:lnTo>
                  <a:lnTo>
                    <a:pt x="22703" y="12310"/>
                  </a:lnTo>
                  <a:lnTo>
                    <a:pt x="23302" y="12460"/>
                  </a:lnTo>
                  <a:lnTo>
                    <a:pt x="23900" y="12596"/>
                  </a:lnTo>
                  <a:lnTo>
                    <a:pt x="24485" y="12718"/>
                  </a:lnTo>
                  <a:lnTo>
                    <a:pt x="25056" y="12827"/>
                  </a:lnTo>
                  <a:lnTo>
                    <a:pt x="25628" y="12922"/>
                  </a:lnTo>
                  <a:lnTo>
                    <a:pt x="26185" y="12990"/>
                  </a:lnTo>
                  <a:lnTo>
                    <a:pt x="26729" y="13058"/>
                  </a:lnTo>
                  <a:lnTo>
                    <a:pt x="27260" y="13099"/>
                  </a:lnTo>
                  <a:lnTo>
                    <a:pt x="27777" y="13126"/>
                  </a:lnTo>
                  <a:lnTo>
                    <a:pt x="28267" y="13126"/>
                  </a:lnTo>
                  <a:lnTo>
                    <a:pt x="28729" y="13113"/>
                  </a:lnTo>
                  <a:lnTo>
                    <a:pt x="29069" y="13086"/>
                  </a:lnTo>
                  <a:lnTo>
                    <a:pt x="29396" y="13045"/>
                  </a:lnTo>
                  <a:lnTo>
                    <a:pt x="29600" y="13004"/>
                  </a:lnTo>
                  <a:lnTo>
                    <a:pt x="29804" y="12963"/>
                  </a:lnTo>
                  <a:lnTo>
                    <a:pt x="30049" y="12895"/>
                  </a:lnTo>
                  <a:lnTo>
                    <a:pt x="30280" y="12827"/>
                  </a:lnTo>
                  <a:lnTo>
                    <a:pt x="30497" y="12746"/>
                  </a:lnTo>
                  <a:lnTo>
                    <a:pt x="30715" y="12650"/>
                  </a:lnTo>
                  <a:lnTo>
                    <a:pt x="30905" y="12555"/>
                  </a:lnTo>
                  <a:lnTo>
                    <a:pt x="31110" y="12446"/>
                  </a:lnTo>
                  <a:lnTo>
                    <a:pt x="31286" y="12324"/>
                  </a:lnTo>
                  <a:lnTo>
                    <a:pt x="31463" y="12188"/>
                  </a:lnTo>
                  <a:lnTo>
                    <a:pt x="31626" y="12052"/>
                  </a:lnTo>
                  <a:lnTo>
                    <a:pt x="31776" y="11916"/>
                  </a:lnTo>
                  <a:lnTo>
                    <a:pt x="31926" y="11766"/>
                  </a:lnTo>
                  <a:lnTo>
                    <a:pt x="32062" y="11603"/>
                  </a:lnTo>
                  <a:lnTo>
                    <a:pt x="32184" y="11440"/>
                  </a:lnTo>
                  <a:lnTo>
                    <a:pt x="32307" y="11263"/>
                  </a:lnTo>
                  <a:lnTo>
                    <a:pt x="32415" y="11086"/>
                  </a:lnTo>
                  <a:lnTo>
                    <a:pt x="32524" y="10909"/>
                  </a:lnTo>
                  <a:lnTo>
                    <a:pt x="32606" y="10719"/>
                  </a:lnTo>
                  <a:lnTo>
                    <a:pt x="32701" y="10528"/>
                  </a:lnTo>
                  <a:lnTo>
                    <a:pt x="32769" y="10324"/>
                  </a:lnTo>
                  <a:lnTo>
                    <a:pt x="32837" y="10120"/>
                  </a:lnTo>
                  <a:lnTo>
                    <a:pt x="32905" y="9916"/>
                  </a:lnTo>
                  <a:lnTo>
                    <a:pt x="32946" y="9712"/>
                  </a:lnTo>
                  <a:lnTo>
                    <a:pt x="33000" y="9495"/>
                  </a:lnTo>
                  <a:lnTo>
                    <a:pt x="33027" y="9277"/>
                  </a:lnTo>
                  <a:lnTo>
                    <a:pt x="33082" y="8828"/>
                  </a:lnTo>
                  <a:lnTo>
                    <a:pt x="33095" y="8379"/>
                  </a:lnTo>
                  <a:lnTo>
                    <a:pt x="33082" y="7930"/>
                  </a:lnTo>
                  <a:lnTo>
                    <a:pt x="33041" y="7468"/>
                  </a:lnTo>
                  <a:lnTo>
                    <a:pt x="32959" y="7019"/>
                  </a:lnTo>
                  <a:lnTo>
                    <a:pt x="32864" y="6556"/>
                  </a:lnTo>
                  <a:lnTo>
                    <a:pt x="32742" y="6108"/>
                  </a:lnTo>
                  <a:lnTo>
                    <a:pt x="32592" y="5672"/>
                  </a:lnTo>
                  <a:lnTo>
                    <a:pt x="32415" y="5237"/>
                  </a:lnTo>
                  <a:lnTo>
                    <a:pt x="32211" y="4829"/>
                  </a:lnTo>
                  <a:lnTo>
                    <a:pt x="31980" y="4421"/>
                  </a:lnTo>
                  <a:lnTo>
                    <a:pt x="31722" y="4040"/>
                  </a:lnTo>
                  <a:lnTo>
                    <a:pt x="31450" y="3686"/>
                  </a:lnTo>
                  <a:lnTo>
                    <a:pt x="31314" y="3509"/>
                  </a:lnTo>
                  <a:lnTo>
                    <a:pt x="31150" y="3346"/>
                  </a:lnTo>
                  <a:lnTo>
                    <a:pt x="31001" y="3197"/>
                  </a:lnTo>
                  <a:lnTo>
                    <a:pt x="30837" y="3033"/>
                  </a:lnTo>
                  <a:lnTo>
                    <a:pt x="30674" y="2897"/>
                  </a:lnTo>
                  <a:lnTo>
                    <a:pt x="30497" y="2761"/>
                  </a:lnTo>
                  <a:lnTo>
                    <a:pt x="30321" y="2639"/>
                  </a:lnTo>
                  <a:lnTo>
                    <a:pt x="30144" y="2516"/>
                  </a:lnTo>
                  <a:lnTo>
                    <a:pt x="29953" y="2408"/>
                  </a:lnTo>
                  <a:lnTo>
                    <a:pt x="29763" y="2299"/>
                  </a:lnTo>
                  <a:lnTo>
                    <a:pt x="29572" y="2217"/>
                  </a:lnTo>
                  <a:lnTo>
                    <a:pt x="29368" y="2136"/>
                  </a:lnTo>
                  <a:lnTo>
                    <a:pt x="29164" y="2054"/>
                  </a:lnTo>
                  <a:lnTo>
                    <a:pt x="28960" y="2000"/>
                  </a:lnTo>
                  <a:lnTo>
                    <a:pt x="28144" y="1823"/>
                  </a:lnTo>
                  <a:lnTo>
                    <a:pt x="27206" y="1632"/>
                  </a:lnTo>
                  <a:lnTo>
                    <a:pt x="25968" y="1387"/>
                  </a:lnTo>
                  <a:lnTo>
                    <a:pt x="24458" y="1115"/>
                  </a:lnTo>
                  <a:lnTo>
                    <a:pt x="23628" y="979"/>
                  </a:lnTo>
                  <a:lnTo>
                    <a:pt x="22744" y="843"/>
                  </a:lnTo>
                  <a:lnTo>
                    <a:pt x="21819" y="707"/>
                  </a:lnTo>
                  <a:lnTo>
                    <a:pt x="20853" y="585"/>
                  </a:lnTo>
                  <a:lnTo>
                    <a:pt x="19847" y="463"/>
                  </a:lnTo>
                  <a:lnTo>
                    <a:pt x="18826" y="340"/>
                  </a:lnTo>
                  <a:lnTo>
                    <a:pt x="17779" y="245"/>
                  </a:lnTo>
                  <a:lnTo>
                    <a:pt x="16718" y="150"/>
                  </a:lnTo>
                  <a:lnTo>
                    <a:pt x="15643" y="82"/>
                  </a:lnTo>
                  <a:lnTo>
                    <a:pt x="14555" y="41"/>
                  </a:lnTo>
                  <a:lnTo>
                    <a:pt x="134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28"/>
            <p:cNvSpPr/>
            <p:nvPr/>
          </p:nvSpPr>
          <p:spPr>
            <a:xfrm>
              <a:off x="4490450" y="4540459"/>
              <a:ext cx="146661" cy="107404"/>
            </a:xfrm>
            <a:custGeom>
              <a:avLst/>
              <a:gdLst/>
              <a:ahLst/>
              <a:cxnLst/>
              <a:rect l="l" t="t" r="r" b="b"/>
              <a:pathLst>
                <a:path w="4980" h="3647" extrusionOk="0">
                  <a:moveTo>
                    <a:pt x="1" y="1"/>
                  </a:moveTo>
                  <a:lnTo>
                    <a:pt x="151" y="2939"/>
                  </a:lnTo>
                  <a:lnTo>
                    <a:pt x="4980" y="3646"/>
                  </a:lnTo>
                  <a:lnTo>
                    <a:pt x="4980" y="3646"/>
                  </a:lnTo>
                  <a:lnTo>
                    <a:pt x="4531" y="3089"/>
                  </a:lnTo>
                  <a:lnTo>
                    <a:pt x="4082" y="2531"/>
                  </a:lnTo>
                  <a:lnTo>
                    <a:pt x="3687" y="2014"/>
                  </a:lnTo>
                  <a:lnTo>
                    <a:pt x="3334" y="1524"/>
                  </a:lnTo>
                  <a:lnTo>
                    <a:pt x="2803" y="790"/>
                  </a:lnTo>
                  <a:lnTo>
                    <a:pt x="2599" y="5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B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8"/>
            <p:cNvSpPr/>
            <p:nvPr/>
          </p:nvSpPr>
          <p:spPr>
            <a:xfrm>
              <a:off x="4450014" y="4518430"/>
              <a:ext cx="73713" cy="135441"/>
            </a:xfrm>
            <a:custGeom>
              <a:avLst/>
              <a:gdLst/>
              <a:ahLst/>
              <a:cxnLst/>
              <a:rect l="l" t="t" r="r" b="b"/>
              <a:pathLst>
                <a:path w="2503" h="4599" extrusionOk="0">
                  <a:moveTo>
                    <a:pt x="381" y="1"/>
                  </a:moveTo>
                  <a:lnTo>
                    <a:pt x="0" y="4231"/>
                  </a:lnTo>
                  <a:lnTo>
                    <a:pt x="259" y="4340"/>
                  </a:lnTo>
                  <a:lnTo>
                    <a:pt x="517" y="4435"/>
                  </a:lnTo>
                  <a:lnTo>
                    <a:pt x="775" y="4517"/>
                  </a:lnTo>
                  <a:lnTo>
                    <a:pt x="1034" y="4558"/>
                  </a:lnTo>
                  <a:lnTo>
                    <a:pt x="1292" y="4598"/>
                  </a:lnTo>
                  <a:lnTo>
                    <a:pt x="1551" y="4598"/>
                  </a:lnTo>
                  <a:lnTo>
                    <a:pt x="1809" y="4585"/>
                  </a:lnTo>
                  <a:lnTo>
                    <a:pt x="2081" y="4544"/>
                  </a:lnTo>
                  <a:lnTo>
                    <a:pt x="2503" y="382"/>
                  </a:lnTo>
                  <a:lnTo>
                    <a:pt x="2231" y="259"/>
                  </a:lnTo>
                  <a:lnTo>
                    <a:pt x="1972" y="178"/>
                  </a:lnTo>
                  <a:lnTo>
                    <a:pt x="1700" y="110"/>
                  </a:lnTo>
                  <a:lnTo>
                    <a:pt x="1442" y="55"/>
                  </a:lnTo>
                  <a:lnTo>
                    <a:pt x="1184" y="28"/>
                  </a:lnTo>
                  <a:lnTo>
                    <a:pt x="925" y="14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8"/>
            <p:cNvSpPr/>
            <p:nvPr/>
          </p:nvSpPr>
          <p:spPr>
            <a:xfrm>
              <a:off x="4537335" y="4451135"/>
              <a:ext cx="355344" cy="256009"/>
            </a:xfrm>
            <a:custGeom>
              <a:avLst/>
              <a:gdLst/>
              <a:ahLst/>
              <a:cxnLst/>
              <a:rect l="l" t="t" r="r" b="b"/>
              <a:pathLst>
                <a:path w="12066" h="8693" extrusionOk="0">
                  <a:moveTo>
                    <a:pt x="2871" y="0"/>
                  </a:moveTo>
                  <a:lnTo>
                    <a:pt x="2517" y="354"/>
                  </a:lnTo>
                  <a:lnTo>
                    <a:pt x="1701" y="1184"/>
                  </a:lnTo>
                  <a:lnTo>
                    <a:pt x="1238" y="1687"/>
                  </a:lnTo>
                  <a:lnTo>
                    <a:pt x="776" y="2190"/>
                  </a:lnTo>
                  <a:lnTo>
                    <a:pt x="368" y="2667"/>
                  </a:lnTo>
                  <a:lnTo>
                    <a:pt x="191" y="2871"/>
                  </a:lnTo>
                  <a:lnTo>
                    <a:pt x="55" y="3061"/>
                  </a:lnTo>
                  <a:lnTo>
                    <a:pt x="28" y="3102"/>
                  </a:lnTo>
                  <a:lnTo>
                    <a:pt x="14" y="3156"/>
                  </a:lnTo>
                  <a:lnTo>
                    <a:pt x="0" y="3197"/>
                  </a:lnTo>
                  <a:lnTo>
                    <a:pt x="0" y="3238"/>
                  </a:lnTo>
                  <a:lnTo>
                    <a:pt x="14" y="3279"/>
                  </a:lnTo>
                  <a:lnTo>
                    <a:pt x="41" y="3320"/>
                  </a:lnTo>
                  <a:lnTo>
                    <a:pt x="109" y="3401"/>
                  </a:lnTo>
                  <a:lnTo>
                    <a:pt x="204" y="3483"/>
                  </a:lnTo>
                  <a:lnTo>
                    <a:pt x="341" y="3564"/>
                  </a:lnTo>
                  <a:lnTo>
                    <a:pt x="667" y="3782"/>
                  </a:lnTo>
                  <a:lnTo>
                    <a:pt x="857" y="3918"/>
                  </a:lnTo>
                  <a:lnTo>
                    <a:pt x="1061" y="4068"/>
                  </a:lnTo>
                  <a:lnTo>
                    <a:pt x="1279" y="4244"/>
                  </a:lnTo>
                  <a:lnTo>
                    <a:pt x="1497" y="4449"/>
                  </a:lnTo>
                  <a:lnTo>
                    <a:pt x="1728" y="4693"/>
                  </a:lnTo>
                  <a:lnTo>
                    <a:pt x="1946" y="4965"/>
                  </a:lnTo>
                  <a:lnTo>
                    <a:pt x="2177" y="5278"/>
                  </a:lnTo>
                  <a:lnTo>
                    <a:pt x="2381" y="5646"/>
                  </a:lnTo>
                  <a:lnTo>
                    <a:pt x="2381" y="5836"/>
                  </a:lnTo>
                  <a:lnTo>
                    <a:pt x="2381" y="6040"/>
                  </a:lnTo>
                  <a:lnTo>
                    <a:pt x="2408" y="6271"/>
                  </a:lnTo>
                  <a:lnTo>
                    <a:pt x="2449" y="6530"/>
                  </a:lnTo>
                  <a:lnTo>
                    <a:pt x="2476" y="6666"/>
                  </a:lnTo>
                  <a:lnTo>
                    <a:pt x="2517" y="6788"/>
                  </a:lnTo>
                  <a:lnTo>
                    <a:pt x="2558" y="6897"/>
                  </a:lnTo>
                  <a:lnTo>
                    <a:pt x="2612" y="7006"/>
                  </a:lnTo>
                  <a:lnTo>
                    <a:pt x="2680" y="7087"/>
                  </a:lnTo>
                  <a:lnTo>
                    <a:pt x="2762" y="7169"/>
                  </a:lnTo>
                  <a:lnTo>
                    <a:pt x="2857" y="7210"/>
                  </a:lnTo>
                  <a:lnTo>
                    <a:pt x="3007" y="7251"/>
                  </a:lnTo>
                  <a:lnTo>
                    <a:pt x="3224" y="7291"/>
                  </a:lnTo>
                  <a:lnTo>
                    <a:pt x="3483" y="7332"/>
                  </a:lnTo>
                  <a:lnTo>
                    <a:pt x="4122" y="7427"/>
                  </a:lnTo>
                  <a:lnTo>
                    <a:pt x="4884" y="7509"/>
                  </a:lnTo>
                  <a:lnTo>
                    <a:pt x="5428" y="7563"/>
                  </a:lnTo>
                  <a:lnTo>
                    <a:pt x="5822" y="7618"/>
                  </a:lnTo>
                  <a:lnTo>
                    <a:pt x="6475" y="7686"/>
                  </a:lnTo>
                  <a:lnTo>
                    <a:pt x="6734" y="7713"/>
                  </a:lnTo>
                  <a:lnTo>
                    <a:pt x="7332" y="7795"/>
                  </a:lnTo>
                  <a:lnTo>
                    <a:pt x="8189" y="7917"/>
                  </a:lnTo>
                  <a:lnTo>
                    <a:pt x="8597" y="7985"/>
                  </a:lnTo>
                  <a:lnTo>
                    <a:pt x="8978" y="8067"/>
                  </a:lnTo>
                  <a:lnTo>
                    <a:pt x="9318" y="8148"/>
                  </a:lnTo>
                  <a:lnTo>
                    <a:pt x="9631" y="8244"/>
                  </a:lnTo>
                  <a:lnTo>
                    <a:pt x="9890" y="8325"/>
                  </a:lnTo>
                  <a:lnTo>
                    <a:pt x="10094" y="8434"/>
                  </a:lnTo>
                  <a:lnTo>
                    <a:pt x="10338" y="8556"/>
                  </a:lnTo>
                  <a:lnTo>
                    <a:pt x="10556" y="8638"/>
                  </a:lnTo>
                  <a:lnTo>
                    <a:pt x="10760" y="8679"/>
                  </a:lnTo>
                  <a:lnTo>
                    <a:pt x="10937" y="8692"/>
                  </a:lnTo>
                  <a:lnTo>
                    <a:pt x="11114" y="8679"/>
                  </a:lnTo>
                  <a:lnTo>
                    <a:pt x="11263" y="8638"/>
                  </a:lnTo>
                  <a:lnTo>
                    <a:pt x="11399" y="8584"/>
                  </a:lnTo>
                  <a:lnTo>
                    <a:pt x="11522" y="8502"/>
                  </a:lnTo>
                  <a:lnTo>
                    <a:pt x="11631" y="8407"/>
                  </a:lnTo>
                  <a:lnTo>
                    <a:pt x="11726" y="8298"/>
                  </a:lnTo>
                  <a:lnTo>
                    <a:pt x="11808" y="8176"/>
                  </a:lnTo>
                  <a:lnTo>
                    <a:pt x="11876" y="8053"/>
                  </a:lnTo>
                  <a:lnTo>
                    <a:pt x="11944" y="7917"/>
                  </a:lnTo>
                  <a:lnTo>
                    <a:pt x="11998" y="7795"/>
                  </a:lnTo>
                  <a:lnTo>
                    <a:pt x="12066" y="7550"/>
                  </a:lnTo>
                  <a:lnTo>
                    <a:pt x="12066" y="7523"/>
                  </a:lnTo>
                  <a:lnTo>
                    <a:pt x="12052" y="7482"/>
                  </a:lnTo>
                  <a:lnTo>
                    <a:pt x="11984" y="7373"/>
                  </a:lnTo>
                  <a:lnTo>
                    <a:pt x="11876" y="7223"/>
                  </a:lnTo>
                  <a:lnTo>
                    <a:pt x="11712" y="7060"/>
                  </a:lnTo>
                  <a:lnTo>
                    <a:pt x="11522" y="6856"/>
                  </a:lnTo>
                  <a:lnTo>
                    <a:pt x="11277" y="6639"/>
                  </a:lnTo>
                  <a:lnTo>
                    <a:pt x="10692" y="6122"/>
                  </a:lnTo>
                  <a:lnTo>
                    <a:pt x="9998" y="5537"/>
                  </a:lnTo>
                  <a:lnTo>
                    <a:pt x="9223" y="4897"/>
                  </a:lnTo>
                  <a:lnTo>
                    <a:pt x="8393" y="4231"/>
                  </a:lnTo>
                  <a:lnTo>
                    <a:pt x="7523" y="3551"/>
                  </a:lnTo>
                  <a:lnTo>
                    <a:pt x="5822" y="2231"/>
                  </a:lnTo>
                  <a:lnTo>
                    <a:pt x="4326" y="1102"/>
                  </a:lnTo>
                  <a:lnTo>
                    <a:pt x="28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8"/>
            <p:cNvSpPr/>
            <p:nvPr/>
          </p:nvSpPr>
          <p:spPr>
            <a:xfrm>
              <a:off x="4242888" y="3196456"/>
              <a:ext cx="642982" cy="1102461"/>
            </a:xfrm>
            <a:custGeom>
              <a:avLst/>
              <a:gdLst/>
              <a:ahLst/>
              <a:cxnLst/>
              <a:rect l="l" t="t" r="r" b="b"/>
              <a:pathLst>
                <a:path w="21833" h="37435" extrusionOk="0">
                  <a:moveTo>
                    <a:pt x="7849" y="0"/>
                  </a:moveTo>
                  <a:lnTo>
                    <a:pt x="7618" y="68"/>
                  </a:lnTo>
                  <a:lnTo>
                    <a:pt x="6965" y="272"/>
                  </a:lnTo>
                  <a:lnTo>
                    <a:pt x="6026" y="572"/>
                  </a:lnTo>
                  <a:lnTo>
                    <a:pt x="5469" y="762"/>
                  </a:lnTo>
                  <a:lnTo>
                    <a:pt x="4884" y="980"/>
                  </a:lnTo>
                  <a:lnTo>
                    <a:pt x="4272" y="1211"/>
                  </a:lnTo>
                  <a:lnTo>
                    <a:pt x="3660" y="1456"/>
                  </a:lnTo>
                  <a:lnTo>
                    <a:pt x="3048" y="1714"/>
                  </a:lnTo>
                  <a:lnTo>
                    <a:pt x="2449" y="2000"/>
                  </a:lnTo>
                  <a:lnTo>
                    <a:pt x="1891" y="2286"/>
                  </a:lnTo>
                  <a:lnTo>
                    <a:pt x="1633" y="2435"/>
                  </a:lnTo>
                  <a:lnTo>
                    <a:pt x="1374" y="2585"/>
                  </a:lnTo>
                  <a:lnTo>
                    <a:pt x="1143" y="2734"/>
                  </a:lnTo>
                  <a:lnTo>
                    <a:pt x="926" y="2884"/>
                  </a:lnTo>
                  <a:lnTo>
                    <a:pt x="721" y="3034"/>
                  </a:lnTo>
                  <a:lnTo>
                    <a:pt x="545" y="3183"/>
                  </a:lnTo>
                  <a:lnTo>
                    <a:pt x="477" y="3251"/>
                  </a:lnTo>
                  <a:lnTo>
                    <a:pt x="422" y="3319"/>
                  </a:lnTo>
                  <a:lnTo>
                    <a:pt x="327" y="3483"/>
                  </a:lnTo>
                  <a:lnTo>
                    <a:pt x="245" y="3673"/>
                  </a:lnTo>
                  <a:lnTo>
                    <a:pt x="177" y="3904"/>
                  </a:lnTo>
                  <a:lnTo>
                    <a:pt x="109" y="4176"/>
                  </a:lnTo>
                  <a:lnTo>
                    <a:pt x="69" y="4476"/>
                  </a:lnTo>
                  <a:lnTo>
                    <a:pt x="41" y="4788"/>
                  </a:lnTo>
                  <a:lnTo>
                    <a:pt x="14" y="5142"/>
                  </a:lnTo>
                  <a:lnTo>
                    <a:pt x="1" y="5509"/>
                  </a:lnTo>
                  <a:lnTo>
                    <a:pt x="1" y="5917"/>
                  </a:lnTo>
                  <a:lnTo>
                    <a:pt x="14" y="6339"/>
                  </a:lnTo>
                  <a:lnTo>
                    <a:pt x="28" y="6774"/>
                  </a:lnTo>
                  <a:lnTo>
                    <a:pt x="82" y="7713"/>
                  </a:lnTo>
                  <a:lnTo>
                    <a:pt x="177" y="8706"/>
                  </a:lnTo>
                  <a:lnTo>
                    <a:pt x="286" y="9740"/>
                  </a:lnTo>
                  <a:lnTo>
                    <a:pt x="409" y="10814"/>
                  </a:lnTo>
                  <a:lnTo>
                    <a:pt x="558" y="11916"/>
                  </a:lnTo>
                  <a:lnTo>
                    <a:pt x="708" y="13018"/>
                  </a:lnTo>
                  <a:lnTo>
                    <a:pt x="1034" y="15181"/>
                  </a:lnTo>
                  <a:lnTo>
                    <a:pt x="1334" y="17221"/>
                  </a:lnTo>
                  <a:lnTo>
                    <a:pt x="1456" y="18051"/>
                  </a:lnTo>
                  <a:lnTo>
                    <a:pt x="1470" y="18092"/>
                  </a:lnTo>
                  <a:lnTo>
                    <a:pt x="1470" y="18105"/>
                  </a:lnTo>
                  <a:lnTo>
                    <a:pt x="1497" y="18282"/>
                  </a:lnTo>
                  <a:lnTo>
                    <a:pt x="1565" y="18826"/>
                  </a:lnTo>
                  <a:lnTo>
                    <a:pt x="1565" y="18867"/>
                  </a:lnTo>
                  <a:lnTo>
                    <a:pt x="1592" y="19071"/>
                  </a:lnTo>
                  <a:lnTo>
                    <a:pt x="1606" y="19180"/>
                  </a:lnTo>
                  <a:lnTo>
                    <a:pt x="1660" y="19765"/>
                  </a:lnTo>
                  <a:lnTo>
                    <a:pt x="1701" y="20309"/>
                  </a:lnTo>
                  <a:lnTo>
                    <a:pt x="1728" y="20799"/>
                  </a:lnTo>
                  <a:lnTo>
                    <a:pt x="1714" y="21248"/>
                  </a:lnTo>
                  <a:lnTo>
                    <a:pt x="1660" y="22635"/>
                  </a:lnTo>
                  <a:lnTo>
                    <a:pt x="1578" y="24240"/>
                  </a:lnTo>
                  <a:lnTo>
                    <a:pt x="1347" y="27926"/>
                  </a:lnTo>
                  <a:lnTo>
                    <a:pt x="1089" y="31898"/>
                  </a:lnTo>
                  <a:lnTo>
                    <a:pt x="830" y="35775"/>
                  </a:lnTo>
                  <a:lnTo>
                    <a:pt x="1510" y="35979"/>
                  </a:lnTo>
                  <a:lnTo>
                    <a:pt x="2191" y="36156"/>
                  </a:lnTo>
                  <a:lnTo>
                    <a:pt x="2871" y="36333"/>
                  </a:lnTo>
                  <a:lnTo>
                    <a:pt x="3551" y="36496"/>
                  </a:lnTo>
                  <a:lnTo>
                    <a:pt x="4217" y="36646"/>
                  </a:lnTo>
                  <a:lnTo>
                    <a:pt x="4897" y="36782"/>
                  </a:lnTo>
                  <a:lnTo>
                    <a:pt x="5564" y="36904"/>
                  </a:lnTo>
                  <a:lnTo>
                    <a:pt x="6231" y="37013"/>
                  </a:lnTo>
                  <a:lnTo>
                    <a:pt x="6897" y="37122"/>
                  </a:lnTo>
                  <a:lnTo>
                    <a:pt x="7564" y="37203"/>
                  </a:lnTo>
                  <a:lnTo>
                    <a:pt x="8230" y="37271"/>
                  </a:lnTo>
                  <a:lnTo>
                    <a:pt x="8897" y="37326"/>
                  </a:lnTo>
                  <a:lnTo>
                    <a:pt x="9563" y="37380"/>
                  </a:lnTo>
                  <a:lnTo>
                    <a:pt x="10216" y="37407"/>
                  </a:lnTo>
                  <a:lnTo>
                    <a:pt x="10883" y="37421"/>
                  </a:lnTo>
                  <a:lnTo>
                    <a:pt x="11536" y="37435"/>
                  </a:lnTo>
                  <a:lnTo>
                    <a:pt x="12188" y="37421"/>
                  </a:lnTo>
                  <a:lnTo>
                    <a:pt x="12841" y="37407"/>
                  </a:lnTo>
                  <a:lnTo>
                    <a:pt x="13494" y="37380"/>
                  </a:lnTo>
                  <a:lnTo>
                    <a:pt x="14147" y="37326"/>
                  </a:lnTo>
                  <a:lnTo>
                    <a:pt x="14800" y="37271"/>
                  </a:lnTo>
                  <a:lnTo>
                    <a:pt x="15440" y="37203"/>
                  </a:lnTo>
                  <a:lnTo>
                    <a:pt x="16092" y="37122"/>
                  </a:lnTo>
                  <a:lnTo>
                    <a:pt x="16732" y="37013"/>
                  </a:lnTo>
                  <a:lnTo>
                    <a:pt x="17371" y="36904"/>
                  </a:lnTo>
                  <a:lnTo>
                    <a:pt x="18010" y="36782"/>
                  </a:lnTo>
                  <a:lnTo>
                    <a:pt x="18650" y="36646"/>
                  </a:lnTo>
                  <a:lnTo>
                    <a:pt x="19289" y="36496"/>
                  </a:lnTo>
                  <a:lnTo>
                    <a:pt x="19928" y="36333"/>
                  </a:lnTo>
                  <a:lnTo>
                    <a:pt x="20568" y="36156"/>
                  </a:lnTo>
                  <a:lnTo>
                    <a:pt x="21193" y="35979"/>
                  </a:lnTo>
                  <a:lnTo>
                    <a:pt x="21833" y="35775"/>
                  </a:lnTo>
                  <a:lnTo>
                    <a:pt x="21724" y="34292"/>
                  </a:lnTo>
                  <a:lnTo>
                    <a:pt x="21588" y="32769"/>
                  </a:lnTo>
                  <a:lnTo>
                    <a:pt x="21316" y="29627"/>
                  </a:lnTo>
                  <a:lnTo>
                    <a:pt x="21180" y="28035"/>
                  </a:lnTo>
                  <a:lnTo>
                    <a:pt x="21057" y="26471"/>
                  </a:lnTo>
                  <a:lnTo>
                    <a:pt x="20949" y="24920"/>
                  </a:lnTo>
                  <a:lnTo>
                    <a:pt x="20853" y="23438"/>
                  </a:lnTo>
                  <a:lnTo>
                    <a:pt x="20799" y="22513"/>
                  </a:lnTo>
                  <a:lnTo>
                    <a:pt x="20772" y="21737"/>
                  </a:lnTo>
                  <a:lnTo>
                    <a:pt x="20745" y="20975"/>
                  </a:lnTo>
                  <a:lnTo>
                    <a:pt x="20731" y="20255"/>
                  </a:lnTo>
                  <a:lnTo>
                    <a:pt x="20731" y="19574"/>
                  </a:lnTo>
                  <a:lnTo>
                    <a:pt x="20758" y="18513"/>
                  </a:lnTo>
                  <a:lnTo>
                    <a:pt x="20799" y="17357"/>
                  </a:lnTo>
                  <a:lnTo>
                    <a:pt x="20867" y="16147"/>
                  </a:lnTo>
                  <a:lnTo>
                    <a:pt x="20935" y="14882"/>
                  </a:lnTo>
                  <a:lnTo>
                    <a:pt x="21112" y="12283"/>
                  </a:lnTo>
                  <a:lnTo>
                    <a:pt x="21193" y="10978"/>
                  </a:lnTo>
                  <a:lnTo>
                    <a:pt x="21261" y="9713"/>
                  </a:lnTo>
                  <a:lnTo>
                    <a:pt x="21316" y="8488"/>
                  </a:lnTo>
                  <a:lnTo>
                    <a:pt x="21357" y="7332"/>
                  </a:lnTo>
                  <a:lnTo>
                    <a:pt x="21370" y="6244"/>
                  </a:lnTo>
                  <a:lnTo>
                    <a:pt x="21357" y="5754"/>
                  </a:lnTo>
                  <a:lnTo>
                    <a:pt x="21343" y="5278"/>
                  </a:lnTo>
                  <a:lnTo>
                    <a:pt x="21316" y="4829"/>
                  </a:lnTo>
                  <a:lnTo>
                    <a:pt x="21289" y="4421"/>
                  </a:lnTo>
                  <a:lnTo>
                    <a:pt x="21248" y="4040"/>
                  </a:lnTo>
                  <a:lnTo>
                    <a:pt x="21193" y="3700"/>
                  </a:lnTo>
                  <a:lnTo>
                    <a:pt x="21125" y="3401"/>
                  </a:lnTo>
                  <a:lnTo>
                    <a:pt x="21044" y="3156"/>
                  </a:lnTo>
                  <a:lnTo>
                    <a:pt x="20949" y="2939"/>
                  </a:lnTo>
                  <a:lnTo>
                    <a:pt x="20908" y="2843"/>
                  </a:lnTo>
                  <a:lnTo>
                    <a:pt x="20853" y="2775"/>
                  </a:lnTo>
                  <a:lnTo>
                    <a:pt x="20717" y="2626"/>
                  </a:lnTo>
                  <a:lnTo>
                    <a:pt x="20568" y="2490"/>
                  </a:lnTo>
                  <a:lnTo>
                    <a:pt x="20377" y="2354"/>
                  </a:lnTo>
                  <a:lnTo>
                    <a:pt x="20173" y="2218"/>
                  </a:lnTo>
                  <a:lnTo>
                    <a:pt x="19942" y="2082"/>
                  </a:lnTo>
                  <a:lnTo>
                    <a:pt x="19684" y="1959"/>
                  </a:lnTo>
                  <a:lnTo>
                    <a:pt x="19411" y="1823"/>
                  </a:lnTo>
                  <a:lnTo>
                    <a:pt x="19126" y="1701"/>
                  </a:lnTo>
                  <a:lnTo>
                    <a:pt x="18514" y="1469"/>
                  </a:lnTo>
                  <a:lnTo>
                    <a:pt x="17861" y="1252"/>
                  </a:lnTo>
                  <a:lnTo>
                    <a:pt x="17194" y="1034"/>
                  </a:lnTo>
                  <a:lnTo>
                    <a:pt x="16528" y="844"/>
                  </a:lnTo>
                  <a:lnTo>
                    <a:pt x="15861" y="681"/>
                  </a:lnTo>
                  <a:lnTo>
                    <a:pt x="15235" y="531"/>
                  </a:lnTo>
                  <a:lnTo>
                    <a:pt x="14147" y="286"/>
                  </a:lnTo>
                  <a:lnTo>
                    <a:pt x="13386" y="123"/>
                  </a:lnTo>
                  <a:lnTo>
                    <a:pt x="13100" y="68"/>
                  </a:lnTo>
                  <a:lnTo>
                    <a:pt x="78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8"/>
            <p:cNvSpPr/>
            <p:nvPr/>
          </p:nvSpPr>
          <p:spPr>
            <a:xfrm>
              <a:off x="4405131" y="2748190"/>
              <a:ext cx="303276" cy="233568"/>
            </a:xfrm>
            <a:custGeom>
              <a:avLst/>
              <a:gdLst/>
              <a:ahLst/>
              <a:cxnLst/>
              <a:rect l="l" t="t" r="r" b="b"/>
              <a:pathLst>
                <a:path w="10298" h="7931" extrusionOk="0">
                  <a:moveTo>
                    <a:pt x="7074" y="0"/>
                  </a:moveTo>
                  <a:lnTo>
                    <a:pt x="6938" y="14"/>
                  </a:lnTo>
                  <a:lnTo>
                    <a:pt x="6802" y="41"/>
                  </a:lnTo>
                  <a:lnTo>
                    <a:pt x="6666" y="68"/>
                  </a:lnTo>
                  <a:lnTo>
                    <a:pt x="6543" y="109"/>
                  </a:lnTo>
                  <a:lnTo>
                    <a:pt x="6421" y="163"/>
                  </a:lnTo>
                  <a:lnTo>
                    <a:pt x="6299" y="231"/>
                  </a:lnTo>
                  <a:lnTo>
                    <a:pt x="6081" y="381"/>
                  </a:lnTo>
                  <a:lnTo>
                    <a:pt x="5850" y="544"/>
                  </a:lnTo>
                  <a:lnTo>
                    <a:pt x="5646" y="735"/>
                  </a:lnTo>
                  <a:lnTo>
                    <a:pt x="5224" y="1143"/>
                  </a:lnTo>
                  <a:lnTo>
                    <a:pt x="5020" y="1347"/>
                  </a:lnTo>
                  <a:lnTo>
                    <a:pt x="4802" y="1551"/>
                  </a:lnTo>
                  <a:lnTo>
                    <a:pt x="4585" y="1728"/>
                  </a:lnTo>
                  <a:lnTo>
                    <a:pt x="4353" y="1891"/>
                  </a:lnTo>
                  <a:lnTo>
                    <a:pt x="4231" y="1973"/>
                  </a:lnTo>
                  <a:lnTo>
                    <a:pt x="4109" y="2041"/>
                  </a:lnTo>
                  <a:lnTo>
                    <a:pt x="3973" y="2095"/>
                  </a:lnTo>
                  <a:lnTo>
                    <a:pt x="3837" y="2136"/>
                  </a:lnTo>
                  <a:lnTo>
                    <a:pt x="3578" y="2217"/>
                  </a:lnTo>
                  <a:lnTo>
                    <a:pt x="3333" y="2258"/>
                  </a:lnTo>
                  <a:lnTo>
                    <a:pt x="3102" y="2285"/>
                  </a:lnTo>
                  <a:lnTo>
                    <a:pt x="2884" y="2285"/>
                  </a:lnTo>
                  <a:lnTo>
                    <a:pt x="2694" y="2272"/>
                  </a:lnTo>
                  <a:lnTo>
                    <a:pt x="2503" y="2258"/>
                  </a:lnTo>
                  <a:lnTo>
                    <a:pt x="2163" y="2217"/>
                  </a:lnTo>
                  <a:lnTo>
                    <a:pt x="2000" y="2204"/>
                  </a:lnTo>
                  <a:lnTo>
                    <a:pt x="1851" y="2204"/>
                  </a:lnTo>
                  <a:lnTo>
                    <a:pt x="1715" y="2231"/>
                  </a:lnTo>
                  <a:lnTo>
                    <a:pt x="1578" y="2272"/>
                  </a:lnTo>
                  <a:lnTo>
                    <a:pt x="1442" y="2340"/>
                  </a:lnTo>
                  <a:lnTo>
                    <a:pt x="1320" y="2435"/>
                  </a:lnTo>
                  <a:lnTo>
                    <a:pt x="1198" y="2571"/>
                  </a:lnTo>
                  <a:lnTo>
                    <a:pt x="1062" y="2761"/>
                  </a:lnTo>
                  <a:lnTo>
                    <a:pt x="858" y="3129"/>
                  </a:lnTo>
                  <a:lnTo>
                    <a:pt x="708" y="3428"/>
                  </a:lnTo>
                  <a:lnTo>
                    <a:pt x="613" y="3700"/>
                  </a:lnTo>
                  <a:lnTo>
                    <a:pt x="531" y="3931"/>
                  </a:lnTo>
                  <a:lnTo>
                    <a:pt x="463" y="4149"/>
                  </a:lnTo>
                  <a:lnTo>
                    <a:pt x="381" y="4394"/>
                  </a:lnTo>
                  <a:lnTo>
                    <a:pt x="286" y="4652"/>
                  </a:lnTo>
                  <a:lnTo>
                    <a:pt x="123" y="4965"/>
                  </a:lnTo>
                  <a:lnTo>
                    <a:pt x="82" y="5060"/>
                  </a:lnTo>
                  <a:lnTo>
                    <a:pt x="55" y="5156"/>
                  </a:lnTo>
                  <a:lnTo>
                    <a:pt x="28" y="5251"/>
                  </a:lnTo>
                  <a:lnTo>
                    <a:pt x="14" y="5360"/>
                  </a:lnTo>
                  <a:lnTo>
                    <a:pt x="1" y="5577"/>
                  </a:lnTo>
                  <a:lnTo>
                    <a:pt x="14" y="5808"/>
                  </a:lnTo>
                  <a:lnTo>
                    <a:pt x="55" y="6053"/>
                  </a:lnTo>
                  <a:lnTo>
                    <a:pt x="96" y="6298"/>
                  </a:lnTo>
                  <a:lnTo>
                    <a:pt x="164" y="6543"/>
                  </a:lnTo>
                  <a:lnTo>
                    <a:pt x="245" y="6788"/>
                  </a:lnTo>
                  <a:lnTo>
                    <a:pt x="409" y="7237"/>
                  </a:lnTo>
                  <a:lnTo>
                    <a:pt x="558" y="7590"/>
                  </a:lnTo>
                  <a:lnTo>
                    <a:pt x="722" y="7930"/>
                  </a:lnTo>
                  <a:lnTo>
                    <a:pt x="9400" y="7930"/>
                  </a:lnTo>
                  <a:lnTo>
                    <a:pt x="9536" y="7686"/>
                  </a:lnTo>
                  <a:lnTo>
                    <a:pt x="9822" y="7073"/>
                  </a:lnTo>
                  <a:lnTo>
                    <a:pt x="9971" y="6720"/>
                  </a:lnTo>
                  <a:lnTo>
                    <a:pt x="10121" y="6353"/>
                  </a:lnTo>
                  <a:lnTo>
                    <a:pt x="10230" y="5999"/>
                  </a:lnTo>
                  <a:lnTo>
                    <a:pt x="10271" y="5836"/>
                  </a:lnTo>
                  <a:lnTo>
                    <a:pt x="10298" y="5700"/>
                  </a:lnTo>
                  <a:lnTo>
                    <a:pt x="10298" y="5564"/>
                  </a:lnTo>
                  <a:lnTo>
                    <a:pt x="10298" y="5428"/>
                  </a:lnTo>
                  <a:lnTo>
                    <a:pt x="10271" y="5292"/>
                  </a:lnTo>
                  <a:lnTo>
                    <a:pt x="10243" y="5142"/>
                  </a:lnTo>
                  <a:lnTo>
                    <a:pt x="10189" y="5006"/>
                  </a:lnTo>
                  <a:lnTo>
                    <a:pt x="10148" y="4870"/>
                  </a:lnTo>
                  <a:lnTo>
                    <a:pt x="10026" y="4611"/>
                  </a:lnTo>
                  <a:lnTo>
                    <a:pt x="9917" y="4394"/>
                  </a:lnTo>
                  <a:lnTo>
                    <a:pt x="9808" y="4217"/>
                  </a:lnTo>
                  <a:lnTo>
                    <a:pt x="9699" y="4054"/>
                  </a:lnTo>
                  <a:lnTo>
                    <a:pt x="9754" y="3999"/>
                  </a:lnTo>
                  <a:lnTo>
                    <a:pt x="9876" y="3850"/>
                  </a:lnTo>
                  <a:lnTo>
                    <a:pt x="10026" y="3632"/>
                  </a:lnTo>
                  <a:lnTo>
                    <a:pt x="10107" y="3496"/>
                  </a:lnTo>
                  <a:lnTo>
                    <a:pt x="10175" y="3360"/>
                  </a:lnTo>
                  <a:lnTo>
                    <a:pt x="10230" y="3210"/>
                  </a:lnTo>
                  <a:lnTo>
                    <a:pt x="10271" y="3061"/>
                  </a:lnTo>
                  <a:lnTo>
                    <a:pt x="10284" y="2911"/>
                  </a:lnTo>
                  <a:lnTo>
                    <a:pt x="10271" y="2761"/>
                  </a:lnTo>
                  <a:lnTo>
                    <a:pt x="10257" y="2693"/>
                  </a:lnTo>
                  <a:lnTo>
                    <a:pt x="10230" y="2625"/>
                  </a:lnTo>
                  <a:lnTo>
                    <a:pt x="10189" y="2557"/>
                  </a:lnTo>
                  <a:lnTo>
                    <a:pt x="10135" y="2489"/>
                  </a:lnTo>
                  <a:lnTo>
                    <a:pt x="10080" y="2421"/>
                  </a:lnTo>
                  <a:lnTo>
                    <a:pt x="10012" y="2367"/>
                  </a:lnTo>
                  <a:lnTo>
                    <a:pt x="9931" y="2313"/>
                  </a:lnTo>
                  <a:lnTo>
                    <a:pt x="9835" y="2258"/>
                  </a:lnTo>
                  <a:lnTo>
                    <a:pt x="9645" y="2177"/>
                  </a:lnTo>
                  <a:lnTo>
                    <a:pt x="9468" y="2122"/>
                  </a:lnTo>
                  <a:lnTo>
                    <a:pt x="9305" y="2081"/>
                  </a:lnTo>
                  <a:lnTo>
                    <a:pt x="9169" y="2068"/>
                  </a:lnTo>
                  <a:lnTo>
                    <a:pt x="9033" y="2081"/>
                  </a:lnTo>
                  <a:lnTo>
                    <a:pt x="8924" y="2109"/>
                  </a:lnTo>
                  <a:lnTo>
                    <a:pt x="8815" y="2136"/>
                  </a:lnTo>
                  <a:lnTo>
                    <a:pt x="8720" y="2177"/>
                  </a:lnTo>
                  <a:lnTo>
                    <a:pt x="8652" y="2231"/>
                  </a:lnTo>
                  <a:lnTo>
                    <a:pt x="8584" y="2285"/>
                  </a:lnTo>
                  <a:lnTo>
                    <a:pt x="8489" y="2394"/>
                  </a:lnTo>
                  <a:lnTo>
                    <a:pt x="8434" y="2476"/>
                  </a:lnTo>
                  <a:lnTo>
                    <a:pt x="8407" y="2503"/>
                  </a:lnTo>
                  <a:lnTo>
                    <a:pt x="8448" y="2421"/>
                  </a:lnTo>
                  <a:lnTo>
                    <a:pt x="8543" y="2204"/>
                  </a:lnTo>
                  <a:lnTo>
                    <a:pt x="8597" y="2041"/>
                  </a:lnTo>
                  <a:lnTo>
                    <a:pt x="8652" y="1877"/>
                  </a:lnTo>
                  <a:lnTo>
                    <a:pt x="8693" y="1687"/>
                  </a:lnTo>
                  <a:lnTo>
                    <a:pt x="8720" y="1496"/>
                  </a:lnTo>
                  <a:lnTo>
                    <a:pt x="8720" y="1292"/>
                  </a:lnTo>
                  <a:lnTo>
                    <a:pt x="8706" y="1075"/>
                  </a:lnTo>
                  <a:lnTo>
                    <a:pt x="8679" y="980"/>
                  </a:lnTo>
                  <a:lnTo>
                    <a:pt x="8652" y="871"/>
                  </a:lnTo>
                  <a:lnTo>
                    <a:pt x="8611" y="776"/>
                  </a:lnTo>
                  <a:lnTo>
                    <a:pt x="8557" y="680"/>
                  </a:lnTo>
                  <a:lnTo>
                    <a:pt x="8489" y="585"/>
                  </a:lnTo>
                  <a:lnTo>
                    <a:pt x="8421" y="503"/>
                  </a:lnTo>
                  <a:lnTo>
                    <a:pt x="8325" y="422"/>
                  </a:lnTo>
                  <a:lnTo>
                    <a:pt x="8230" y="340"/>
                  </a:lnTo>
                  <a:lnTo>
                    <a:pt x="8121" y="259"/>
                  </a:lnTo>
                  <a:lnTo>
                    <a:pt x="7999" y="191"/>
                  </a:lnTo>
                  <a:lnTo>
                    <a:pt x="7849" y="136"/>
                  </a:lnTo>
                  <a:lnTo>
                    <a:pt x="7686" y="82"/>
                  </a:lnTo>
                  <a:lnTo>
                    <a:pt x="7523" y="41"/>
                  </a:lnTo>
                  <a:lnTo>
                    <a:pt x="7373" y="14"/>
                  </a:lnTo>
                  <a:lnTo>
                    <a:pt x="7224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8"/>
            <p:cNvSpPr/>
            <p:nvPr/>
          </p:nvSpPr>
          <p:spPr>
            <a:xfrm>
              <a:off x="4396709" y="3003349"/>
              <a:ext cx="66528" cy="97391"/>
            </a:xfrm>
            <a:custGeom>
              <a:avLst/>
              <a:gdLst/>
              <a:ahLst/>
              <a:cxnLst/>
              <a:rect l="l" t="t" r="r" b="b"/>
              <a:pathLst>
                <a:path w="2259" h="3307" extrusionOk="0">
                  <a:moveTo>
                    <a:pt x="953" y="1"/>
                  </a:moveTo>
                  <a:lnTo>
                    <a:pt x="844" y="15"/>
                  </a:lnTo>
                  <a:lnTo>
                    <a:pt x="722" y="42"/>
                  </a:lnTo>
                  <a:lnTo>
                    <a:pt x="599" y="83"/>
                  </a:lnTo>
                  <a:lnTo>
                    <a:pt x="477" y="164"/>
                  </a:lnTo>
                  <a:lnTo>
                    <a:pt x="368" y="246"/>
                  </a:lnTo>
                  <a:lnTo>
                    <a:pt x="259" y="368"/>
                  </a:lnTo>
                  <a:lnTo>
                    <a:pt x="178" y="531"/>
                  </a:lnTo>
                  <a:lnTo>
                    <a:pt x="96" y="722"/>
                  </a:lnTo>
                  <a:lnTo>
                    <a:pt x="28" y="940"/>
                  </a:lnTo>
                  <a:lnTo>
                    <a:pt x="15" y="1076"/>
                  </a:lnTo>
                  <a:lnTo>
                    <a:pt x="1" y="1198"/>
                  </a:lnTo>
                  <a:lnTo>
                    <a:pt x="1" y="1320"/>
                  </a:lnTo>
                  <a:lnTo>
                    <a:pt x="1" y="1443"/>
                  </a:lnTo>
                  <a:lnTo>
                    <a:pt x="15" y="1565"/>
                  </a:lnTo>
                  <a:lnTo>
                    <a:pt x="42" y="1688"/>
                  </a:lnTo>
                  <a:lnTo>
                    <a:pt x="110" y="1919"/>
                  </a:lnTo>
                  <a:lnTo>
                    <a:pt x="205" y="2150"/>
                  </a:lnTo>
                  <a:lnTo>
                    <a:pt x="327" y="2368"/>
                  </a:lnTo>
                  <a:lnTo>
                    <a:pt x="463" y="2558"/>
                  </a:lnTo>
                  <a:lnTo>
                    <a:pt x="627" y="2749"/>
                  </a:lnTo>
                  <a:lnTo>
                    <a:pt x="803" y="2912"/>
                  </a:lnTo>
                  <a:lnTo>
                    <a:pt x="994" y="3048"/>
                  </a:lnTo>
                  <a:lnTo>
                    <a:pt x="1198" y="3157"/>
                  </a:lnTo>
                  <a:lnTo>
                    <a:pt x="1402" y="3238"/>
                  </a:lnTo>
                  <a:lnTo>
                    <a:pt x="1511" y="3266"/>
                  </a:lnTo>
                  <a:lnTo>
                    <a:pt x="1620" y="3279"/>
                  </a:lnTo>
                  <a:lnTo>
                    <a:pt x="1728" y="3293"/>
                  </a:lnTo>
                  <a:lnTo>
                    <a:pt x="1837" y="3306"/>
                  </a:lnTo>
                  <a:lnTo>
                    <a:pt x="1946" y="3293"/>
                  </a:lnTo>
                  <a:lnTo>
                    <a:pt x="2055" y="3279"/>
                  </a:lnTo>
                  <a:lnTo>
                    <a:pt x="2164" y="3252"/>
                  </a:lnTo>
                  <a:lnTo>
                    <a:pt x="2259" y="3211"/>
                  </a:lnTo>
                  <a:lnTo>
                    <a:pt x="2218" y="2803"/>
                  </a:lnTo>
                  <a:lnTo>
                    <a:pt x="2150" y="2368"/>
                  </a:lnTo>
                  <a:lnTo>
                    <a:pt x="2069" y="1851"/>
                  </a:lnTo>
                  <a:lnTo>
                    <a:pt x="1946" y="1320"/>
                  </a:lnTo>
                  <a:lnTo>
                    <a:pt x="1878" y="1048"/>
                  </a:lnTo>
                  <a:lnTo>
                    <a:pt x="1810" y="804"/>
                  </a:lnTo>
                  <a:lnTo>
                    <a:pt x="1728" y="572"/>
                  </a:lnTo>
                  <a:lnTo>
                    <a:pt x="1633" y="368"/>
                  </a:lnTo>
                  <a:lnTo>
                    <a:pt x="1538" y="205"/>
                  </a:lnTo>
                  <a:lnTo>
                    <a:pt x="1484" y="137"/>
                  </a:lnTo>
                  <a:lnTo>
                    <a:pt x="1429" y="83"/>
                  </a:lnTo>
                  <a:lnTo>
                    <a:pt x="1388" y="55"/>
                  </a:lnTo>
                  <a:lnTo>
                    <a:pt x="1252" y="28"/>
                  </a:lnTo>
                  <a:lnTo>
                    <a:pt x="1062" y="1"/>
                  </a:lnTo>
                  <a:close/>
                </a:path>
              </a:pathLst>
            </a:custGeom>
            <a:solidFill>
              <a:srgbClr val="FDB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8"/>
            <p:cNvSpPr/>
            <p:nvPr/>
          </p:nvSpPr>
          <p:spPr>
            <a:xfrm>
              <a:off x="4421565" y="3027793"/>
              <a:ext cx="37667" cy="55719"/>
            </a:xfrm>
            <a:custGeom>
              <a:avLst/>
              <a:gdLst/>
              <a:ahLst/>
              <a:cxnLst/>
              <a:rect l="l" t="t" r="r" b="b"/>
              <a:pathLst>
                <a:path w="1279" h="1892" extrusionOk="0">
                  <a:moveTo>
                    <a:pt x="109" y="1"/>
                  </a:moveTo>
                  <a:lnTo>
                    <a:pt x="55" y="14"/>
                  </a:lnTo>
                  <a:lnTo>
                    <a:pt x="14" y="55"/>
                  </a:lnTo>
                  <a:lnTo>
                    <a:pt x="0" y="110"/>
                  </a:lnTo>
                  <a:lnTo>
                    <a:pt x="0" y="164"/>
                  </a:lnTo>
                  <a:lnTo>
                    <a:pt x="14" y="218"/>
                  </a:lnTo>
                  <a:lnTo>
                    <a:pt x="55" y="259"/>
                  </a:lnTo>
                  <a:lnTo>
                    <a:pt x="177" y="368"/>
                  </a:lnTo>
                  <a:lnTo>
                    <a:pt x="313" y="477"/>
                  </a:lnTo>
                  <a:lnTo>
                    <a:pt x="463" y="654"/>
                  </a:lnTo>
                  <a:lnTo>
                    <a:pt x="612" y="858"/>
                  </a:lnTo>
                  <a:lnTo>
                    <a:pt x="694" y="980"/>
                  </a:lnTo>
                  <a:lnTo>
                    <a:pt x="776" y="1116"/>
                  </a:lnTo>
                  <a:lnTo>
                    <a:pt x="844" y="1266"/>
                  </a:lnTo>
                  <a:lnTo>
                    <a:pt x="898" y="1415"/>
                  </a:lnTo>
                  <a:lnTo>
                    <a:pt x="952" y="1579"/>
                  </a:lnTo>
                  <a:lnTo>
                    <a:pt x="993" y="1769"/>
                  </a:lnTo>
                  <a:lnTo>
                    <a:pt x="1007" y="1810"/>
                  </a:lnTo>
                  <a:lnTo>
                    <a:pt x="1034" y="1851"/>
                  </a:lnTo>
                  <a:lnTo>
                    <a:pt x="1075" y="1878"/>
                  </a:lnTo>
                  <a:lnTo>
                    <a:pt x="1129" y="1891"/>
                  </a:lnTo>
                  <a:lnTo>
                    <a:pt x="1157" y="1878"/>
                  </a:lnTo>
                  <a:lnTo>
                    <a:pt x="1211" y="1864"/>
                  </a:lnTo>
                  <a:lnTo>
                    <a:pt x="1252" y="1823"/>
                  </a:lnTo>
                  <a:lnTo>
                    <a:pt x="1279" y="1769"/>
                  </a:lnTo>
                  <a:lnTo>
                    <a:pt x="1279" y="1715"/>
                  </a:lnTo>
                  <a:lnTo>
                    <a:pt x="1238" y="1511"/>
                  </a:lnTo>
                  <a:lnTo>
                    <a:pt x="1184" y="1320"/>
                  </a:lnTo>
                  <a:lnTo>
                    <a:pt x="1116" y="1143"/>
                  </a:lnTo>
                  <a:lnTo>
                    <a:pt x="1034" y="980"/>
                  </a:lnTo>
                  <a:lnTo>
                    <a:pt x="952" y="830"/>
                  </a:lnTo>
                  <a:lnTo>
                    <a:pt x="871" y="694"/>
                  </a:lnTo>
                  <a:lnTo>
                    <a:pt x="776" y="572"/>
                  </a:lnTo>
                  <a:lnTo>
                    <a:pt x="694" y="463"/>
                  </a:lnTo>
                  <a:lnTo>
                    <a:pt x="517" y="273"/>
                  </a:lnTo>
                  <a:lnTo>
                    <a:pt x="381" y="137"/>
                  </a:lnTo>
                  <a:lnTo>
                    <a:pt x="218" y="14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8"/>
            <p:cNvSpPr/>
            <p:nvPr/>
          </p:nvSpPr>
          <p:spPr>
            <a:xfrm>
              <a:off x="4417147" y="3048232"/>
              <a:ext cx="32071" cy="14048"/>
            </a:xfrm>
            <a:custGeom>
              <a:avLst/>
              <a:gdLst/>
              <a:ahLst/>
              <a:cxnLst/>
              <a:rect l="l" t="t" r="r" b="b"/>
              <a:pathLst>
                <a:path w="1089" h="477" extrusionOk="0">
                  <a:moveTo>
                    <a:pt x="817" y="0"/>
                  </a:moveTo>
                  <a:lnTo>
                    <a:pt x="667" y="14"/>
                  </a:lnTo>
                  <a:lnTo>
                    <a:pt x="518" y="41"/>
                  </a:lnTo>
                  <a:lnTo>
                    <a:pt x="382" y="68"/>
                  </a:lnTo>
                  <a:lnTo>
                    <a:pt x="178" y="150"/>
                  </a:lnTo>
                  <a:lnTo>
                    <a:pt x="82" y="191"/>
                  </a:lnTo>
                  <a:lnTo>
                    <a:pt x="41" y="232"/>
                  </a:lnTo>
                  <a:lnTo>
                    <a:pt x="14" y="286"/>
                  </a:lnTo>
                  <a:lnTo>
                    <a:pt x="1" y="341"/>
                  </a:lnTo>
                  <a:lnTo>
                    <a:pt x="14" y="395"/>
                  </a:lnTo>
                  <a:lnTo>
                    <a:pt x="41" y="422"/>
                  </a:lnTo>
                  <a:lnTo>
                    <a:pt x="69" y="449"/>
                  </a:lnTo>
                  <a:lnTo>
                    <a:pt x="109" y="463"/>
                  </a:lnTo>
                  <a:lnTo>
                    <a:pt x="150" y="477"/>
                  </a:lnTo>
                  <a:lnTo>
                    <a:pt x="178" y="477"/>
                  </a:lnTo>
                  <a:lnTo>
                    <a:pt x="218" y="463"/>
                  </a:lnTo>
                  <a:lnTo>
                    <a:pt x="341" y="409"/>
                  </a:lnTo>
                  <a:lnTo>
                    <a:pt x="518" y="341"/>
                  </a:lnTo>
                  <a:lnTo>
                    <a:pt x="613" y="313"/>
                  </a:lnTo>
                  <a:lnTo>
                    <a:pt x="722" y="300"/>
                  </a:lnTo>
                  <a:lnTo>
                    <a:pt x="817" y="286"/>
                  </a:lnTo>
                  <a:lnTo>
                    <a:pt x="912" y="300"/>
                  </a:lnTo>
                  <a:lnTo>
                    <a:pt x="966" y="300"/>
                  </a:lnTo>
                  <a:lnTo>
                    <a:pt x="1021" y="272"/>
                  </a:lnTo>
                  <a:lnTo>
                    <a:pt x="1062" y="232"/>
                  </a:lnTo>
                  <a:lnTo>
                    <a:pt x="1089" y="177"/>
                  </a:lnTo>
                  <a:lnTo>
                    <a:pt x="1089" y="123"/>
                  </a:lnTo>
                  <a:lnTo>
                    <a:pt x="1062" y="68"/>
                  </a:lnTo>
                  <a:lnTo>
                    <a:pt x="1021" y="28"/>
                  </a:lnTo>
                  <a:lnTo>
                    <a:pt x="966" y="14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8"/>
            <p:cNvSpPr/>
            <p:nvPr/>
          </p:nvSpPr>
          <p:spPr>
            <a:xfrm>
              <a:off x="4648688" y="3003349"/>
              <a:ext cx="66940" cy="97391"/>
            </a:xfrm>
            <a:custGeom>
              <a:avLst/>
              <a:gdLst/>
              <a:ahLst/>
              <a:cxnLst/>
              <a:rect l="l" t="t" r="r" b="b"/>
              <a:pathLst>
                <a:path w="2273" h="3307" extrusionOk="0">
                  <a:moveTo>
                    <a:pt x="1198" y="1"/>
                  </a:moveTo>
                  <a:lnTo>
                    <a:pt x="1008" y="28"/>
                  </a:lnTo>
                  <a:lnTo>
                    <a:pt x="885" y="55"/>
                  </a:lnTo>
                  <a:lnTo>
                    <a:pt x="831" y="83"/>
                  </a:lnTo>
                  <a:lnTo>
                    <a:pt x="776" y="137"/>
                  </a:lnTo>
                  <a:lnTo>
                    <a:pt x="722" y="205"/>
                  </a:lnTo>
                  <a:lnTo>
                    <a:pt x="627" y="368"/>
                  </a:lnTo>
                  <a:lnTo>
                    <a:pt x="545" y="572"/>
                  </a:lnTo>
                  <a:lnTo>
                    <a:pt x="463" y="804"/>
                  </a:lnTo>
                  <a:lnTo>
                    <a:pt x="382" y="1048"/>
                  </a:lnTo>
                  <a:lnTo>
                    <a:pt x="314" y="1320"/>
                  </a:lnTo>
                  <a:lnTo>
                    <a:pt x="205" y="1851"/>
                  </a:lnTo>
                  <a:lnTo>
                    <a:pt x="110" y="2368"/>
                  </a:lnTo>
                  <a:lnTo>
                    <a:pt x="55" y="2803"/>
                  </a:lnTo>
                  <a:lnTo>
                    <a:pt x="1" y="3211"/>
                  </a:lnTo>
                  <a:lnTo>
                    <a:pt x="110" y="3252"/>
                  </a:lnTo>
                  <a:lnTo>
                    <a:pt x="219" y="3279"/>
                  </a:lnTo>
                  <a:lnTo>
                    <a:pt x="327" y="3293"/>
                  </a:lnTo>
                  <a:lnTo>
                    <a:pt x="436" y="3306"/>
                  </a:lnTo>
                  <a:lnTo>
                    <a:pt x="531" y="3293"/>
                  </a:lnTo>
                  <a:lnTo>
                    <a:pt x="640" y="3279"/>
                  </a:lnTo>
                  <a:lnTo>
                    <a:pt x="749" y="3266"/>
                  </a:lnTo>
                  <a:lnTo>
                    <a:pt x="858" y="3238"/>
                  </a:lnTo>
                  <a:lnTo>
                    <a:pt x="1076" y="3157"/>
                  </a:lnTo>
                  <a:lnTo>
                    <a:pt x="1266" y="3048"/>
                  </a:lnTo>
                  <a:lnTo>
                    <a:pt x="1456" y="2912"/>
                  </a:lnTo>
                  <a:lnTo>
                    <a:pt x="1647" y="2749"/>
                  </a:lnTo>
                  <a:lnTo>
                    <a:pt x="1797" y="2558"/>
                  </a:lnTo>
                  <a:lnTo>
                    <a:pt x="1946" y="2368"/>
                  </a:lnTo>
                  <a:lnTo>
                    <a:pt x="2069" y="2150"/>
                  </a:lnTo>
                  <a:lnTo>
                    <a:pt x="2164" y="1919"/>
                  </a:lnTo>
                  <a:lnTo>
                    <a:pt x="2232" y="1688"/>
                  </a:lnTo>
                  <a:lnTo>
                    <a:pt x="2245" y="1565"/>
                  </a:lnTo>
                  <a:lnTo>
                    <a:pt x="2259" y="1443"/>
                  </a:lnTo>
                  <a:lnTo>
                    <a:pt x="2273" y="1320"/>
                  </a:lnTo>
                  <a:lnTo>
                    <a:pt x="2273" y="1198"/>
                  </a:lnTo>
                  <a:lnTo>
                    <a:pt x="2259" y="1076"/>
                  </a:lnTo>
                  <a:lnTo>
                    <a:pt x="2232" y="940"/>
                  </a:lnTo>
                  <a:lnTo>
                    <a:pt x="2177" y="722"/>
                  </a:lnTo>
                  <a:lnTo>
                    <a:pt x="2096" y="531"/>
                  </a:lnTo>
                  <a:lnTo>
                    <a:pt x="2001" y="368"/>
                  </a:lnTo>
                  <a:lnTo>
                    <a:pt x="1892" y="246"/>
                  </a:lnTo>
                  <a:lnTo>
                    <a:pt x="1783" y="164"/>
                  </a:lnTo>
                  <a:lnTo>
                    <a:pt x="1661" y="83"/>
                  </a:lnTo>
                  <a:lnTo>
                    <a:pt x="1552" y="42"/>
                  </a:lnTo>
                  <a:lnTo>
                    <a:pt x="1429" y="15"/>
                  </a:lnTo>
                  <a:lnTo>
                    <a:pt x="1307" y="1"/>
                  </a:lnTo>
                  <a:close/>
                </a:path>
              </a:pathLst>
            </a:custGeom>
            <a:solidFill>
              <a:srgbClr val="FDB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8"/>
            <p:cNvSpPr/>
            <p:nvPr/>
          </p:nvSpPr>
          <p:spPr>
            <a:xfrm>
              <a:off x="4653105" y="3027793"/>
              <a:ext cx="37696" cy="55719"/>
            </a:xfrm>
            <a:custGeom>
              <a:avLst/>
              <a:gdLst/>
              <a:ahLst/>
              <a:cxnLst/>
              <a:rect l="l" t="t" r="r" b="b"/>
              <a:pathLst>
                <a:path w="1280" h="1892" extrusionOk="0">
                  <a:moveTo>
                    <a:pt x="1102" y="1"/>
                  </a:moveTo>
                  <a:lnTo>
                    <a:pt x="1048" y="14"/>
                  </a:lnTo>
                  <a:lnTo>
                    <a:pt x="898" y="137"/>
                  </a:lnTo>
                  <a:lnTo>
                    <a:pt x="749" y="273"/>
                  </a:lnTo>
                  <a:lnTo>
                    <a:pt x="586" y="463"/>
                  </a:lnTo>
                  <a:lnTo>
                    <a:pt x="490" y="572"/>
                  </a:lnTo>
                  <a:lnTo>
                    <a:pt x="409" y="694"/>
                  </a:lnTo>
                  <a:lnTo>
                    <a:pt x="313" y="830"/>
                  </a:lnTo>
                  <a:lnTo>
                    <a:pt x="232" y="980"/>
                  </a:lnTo>
                  <a:lnTo>
                    <a:pt x="164" y="1143"/>
                  </a:lnTo>
                  <a:lnTo>
                    <a:pt x="96" y="1320"/>
                  </a:lnTo>
                  <a:lnTo>
                    <a:pt x="41" y="1511"/>
                  </a:lnTo>
                  <a:lnTo>
                    <a:pt x="1" y="1715"/>
                  </a:lnTo>
                  <a:lnTo>
                    <a:pt x="1" y="1769"/>
                  </a:lnTo>
                  <a:lnTo>
                    <a:pt x="14" y="1823"/>
                  </a:lnTo>
                  <a:lnTo>
                    <a:pt x="55" y="1864"/>
                  </a:lnTo>
                  <a:lnTo>
                    <a:pt x="109" y="1878"/>
                  </a:lnTo>
                  <a:lnTo>
                    <a:pt x="137" y="1891"/>
                  </a:lnTo>
                  <a:lnTo>
                    <a:pt x="191" y="1878"/>
                  </a:lnTo>
                  <a:lnTo>
                    <a:pt x="232" y="1851"/>
                  </a:lnTo>
                  <a:lnTo>
                    <a:pt x="273" y="1810"/>
                  </a:lnTo>
                  <a:lnTo>
                    <a:pt x="286" y="1769"/>
                  </a:lnTo>
                  <a:lnTo>
                    <a:pt x="327" y="1579"/>
                  </a:lnTo>
                  <a:lnTo>
                    <a:pt x="368" y="1415"/>
                  </a:lnTo>
                  <a:lnTo>
                    <a:pt x="436" y="1266"/>
                  </a:lnTo>
                  <a:lnTo>
                    <a:pt x="504" y="1116"/>
                  </a:lnTo>
                  <a:lnTo>
                    <a:pt x="572" y="980"/>
                  </a:lnTo>
                  <a:lnTo>
                    <a:pt x="654" y="858"/>
                  </a:lnTo>
                  <a:lnTo>
                    <a:pt x="817" y="654"/>
                  </a:lnTo>
                  <a:lnTo>
                    <a:pt x="966" y="477"/>
                  </a:lnTo>
                  <a:lnTo>
                    <a:pt x="1089" y="368"/>
                  </a:lnTo>
                  <a:lnTo>
                    <a:pt x="1211" y="259"/>
                  </a:lnTo>
                  <a:lnTo>
                    <a:pt x="1252" y="218"/>
                  </a:lnTo>
                  <a:lnTo>
                    <a:pt x="1279" y="164"/>
                  </a:lnTo>
                  <a:lnTo>
                    <a:pt x="1279" y="110"/>
                  </a:lnTo>
                  <a:lnTo>
                    <a:pt x="1252" y="55"/>
                  </a:lnTo>
                  <a:lnTo>
                    <a:pt x="1211" y="14"/>
                  </a:lnTo>
                  <a:lnTo>
                    <a:pt x="1157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8"/>
            <p:cNvSpPr/>
            <p:nvPr/>
          </p:nvSpPr>
          <p:spPr>
            <a:xfrm>
              <a:off x="4663118" y="3048232"/>
              <a:ext cx="31688" cy="14048"/>
            </a:xfrm>
            <a:custGeom>
              <a:avLst/>
              <a:gdLst/>
              <a:ahLst/>
              <a:cxnLst/>
              <a:rect l="l" t="t" r="r" b="b"/>
              <a:pathLst>
                <a:path w="1076" h="477" extrusionOk="0">
                  <a:moveTo>
                    <a:pt x="259" y="0"/>
                  </a:moveTo>
                  <a:lnTo>
                    <a:pt x="109" y="14"/>
                  </a:lnTo>
                  <a:lnTo>
                    <a:pt x="55" y="28"/>
                  </a:lnTo>
                  <a:lnTo>
                    <a:pt x="28" y="68"/>
                  </a:lnTo>
                  <a:lnTo>
                    <a:pt x="1" y="123"/>
                  </a:lnTo>
                  <a:lnTo>
                    <a:pt x="1" y="177"/>
                  </a:lnTo>
                  <a:lnTo>
                    <a:pt x="14" y="232"/>
                  </a:lnTo>
                  <a:lnTo>
                    <a:pt x="55" y="272"/>
                  </a:lnTo>
                  <a:lnTo>
                    <a:pt x="109" y="300"/>
                  </a:lnTo>
                  <a:lnTo>
                    <a:pt x="164" y="300"/>
                  </a:lnTo>
                  <a:lnTo>
                    <a:pt x="259" y="286"/>
                  </a:lnTo>
                  <a:lnTo>
                    <a:pt x="368" y="300"/>
                  </a:lnTo>
                  <a:lnTo>
                    <a:pt x="463" y="313"/>
                  </a:lnTo>
                  <a:lnTo>
                    <a:pt x="558" y="341"/>
                  </a:lnTo>
                  <a:lnTo>
                    <a:pt x="735" y="409"/>
                  </a:lnTo>
                  <a:lnTo>
                    <a:pt x="858" y="463"/>
                  </a:lnTo>
                  <a:lnTo>
                    <a:pt x="898" y="477"/>
                  </a:lnTo>
                  <a:lnTo>
                    <a:pt x="939" y="477"/>
                  </a:lnTo>
                  <a:lnTo>
                    <a:pt x="980" y="463"/>
                  </a:lnTo>
                  <a:lnTo>
                    <a:pt x="1007" y="449"/>
                  </a:lnTo>
                  <a:lnTo>
                    <a:pt x="1034" y="422"/>
                  </a:lnTo>
                  <a:lnTo>
                    <a:pt x="1062" y="395"/>
                  </a:lnTo>
                  <a:lnTo>
                    <a:pt x="1075" y="341"/>
                  </a:lnTo>
                  <a:lnTo>
                    <a:pt x="1075" y="286"/>
                  </a:lnTo>
                  <a:lnTo>
                    <a:pt x="1048" y="232"/>
                  </a:lnTo>
                  <a:lnTo>
                    <a:pt x="1007" y="191"/>
                  </a:lnTo>
                  <a:lnTo>
                    <a:pt x="912" y="150"/>
                  </a:lnTo>
                  <a:lnTo>
                    <a:pt x="694" y="68"/>
                  </a:lnTo>
                  <a:lnTo>
                    <a:pt x="558" y="41"/>
                  </a:lnTo>
                  <a:lnTo>
                    <a:pt x="409" y="14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8"/>
            <p:cNvSpPr/>
            <p:nvPr/>
          </p:nvSpPr>
          <p:spPr>
            <a:xfrm>
              <a:off x="4476844" y="3118736"/>
              <a:ext cx="163860" cy="141831"/>
            </a:xfrm>
            <a:custGeom>
              <a:avLst/>
              <a:gdLst/>
              <a:ahLst/>
              <a:cxnLst/>
              <a:rect l="l" t="t" r="r" b="b"/>
              <a:pathLst>
                <a:path w="5564" h="4816" extrusionOk="0">
                  <a:moveTo>
                    <a:pt x="395" y="0"/>
                  </a:moveTo>
                  <a:lnTo>
                    <a:pt x="68" y="3279"/>
                  </a:lnTo>
                  <a:lnTo>
                    <a:pt x="0" y="3932"/>
                  </a:lnTo>
                  <a:lnTo>
                    <a:pt x="55" y="3972"/>
                  </a:lnTo>
                  <a:lnTo>
                    <a:pt x="191" y="4081"/>
                  </a:lnTo>
                  <a:lnTo>
                    <a:pt x="436" y="4217"/>
                  </a:lnTo>
                  <a:lnTo>
                    <a:pt x="749" y="4381"/>
                  </a:lnTo>
                  <a:lnTo>
                    <a:pt x="939" y="4462"/>
                  </a:lnTo>
                  <a:lnTo>
                    <a:pt x="1143" y="4544"/>
                  </a:lnTo>
                  <a:lnTo>
                    <a:pt x="1374" y="4612"/>
                  </a:lnTo>
                  <a:lnTo>
                    <a:pt x="1619" y="4680"/>
                  </a:lnTo>
                  <a:lnTo>
                    <a:pt x="1891" y="4734"/>
                  </a:lnTo>
                  <a:lnTo>
                    <a:pt x="2163" y="4775"/>
                  </a:lnTo>
                  <a:lnTo>
                    <a:pt x="2463" y="4802"/>
                  </a:lnTo>
                  <a:lnTo>
                    <a:pt x="2789" y="4816"/>
                  </a:lnTo>
                  <a:lnTo>
                    <a:pt x="3102" y="4802"/>
                  </a:lnTo>
                  <a:lnTo>
                    <a:pt x="3401" y="4775"/>
                  </a:lnTo>
                  <a:lnTo>
                    <a:pt x="3673" y="4734"/>
                  </a:lnTo>
                  <a:lnTo>
                    <a:pt x="3945" y="4680"/>
                  </a:lnTo>
                  <a:lnTo>
                    <a:pt x="4190" y="4612"/>
                  </a:lnTo>
                  <a:lnTo>
                    <a:pt x="4421" y="4544"/>
                  </a:lnTo>
                  <a:lnTo>
                    <a:pt x="4625" y="4462"/>
                  </a:lnTo>
                  <a:lnTo>
                    <a:pt x="4816" y="4381"/>
                  </a:lnTo>
                  <a:lnTo>
                    <a:pt x="5142" y="4217"/>
                  </a:lnTo>
                  <a:lnTo>
                    <a:pt x="5373" y="4081"/>
                  </a:lnTo>
                  <a:lnTo>
                    <a:pt x="5510" y="3972"/>
                  </a:lnTo>
                  <a:lnTo>
                    <a:pt x="5564" y="3932"/>
                  </a:lnTo>
                  <a:lnTo>
                    <a:pt x="5319" y="1905"/>
                  </a:lnTo>
                  <a:lnTo>
                    <a:pt x="5101" y="0"/>
                  </a:lnTo>
                  <a:close/>
                </a:path>
              </a:pathLst>
            </a:custGeom>
            <a:solidFill>
              <a:srgbClr val="FDB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8"/>
            <p:cNvSpPr/>
            <p:nvPr/>
          </p:nvSpPr>
          <p:spPr>
            <a:xfrm>
              <a:off x="4478846" y="3118736"/>
              <a:ext cx="154671" cy="98981"/>
            </a:xfrm>
            <a:custGeom>
              <a:avLst/>
              <a:gdLst/>
              <a:ahLst/>
              <a:cxnLst/>
              <a:rect l="l" t="t" r="r" b="b"/>
              <a:pathLst>
                <a:path w="5252" h="3361" extrusionOk="0">
                  <a:moveTo>
                    <a:pt x="327" y="0"/>
                  </a:moveTo>
                  <a:lnTo>
                    <a:pt x="0" y="3279"/>
                  </a:lnTo>
                  <a:lnTo>
                    <a:pt x="585" y="3333"/>
                  </a:lnTo>
                  <a:lnTo>
                    <a:pt x="1129" y="3360"/>
                  </a:lnTo>
                  <a:lnTo>
                    <a:pt x="1633" y="3347"/>
                  </a:lnTo>
                  <a:lnTo>
                    <a:pt x="2095" y="3306"/>
                  </a:lnTo>
                  <a:lnTo>
                    <a:pt x="2531" y="3251"/>
                  </a:lnTo>
                  <a:lnTo>
                    <a:pt x="2925" y="3170"/>
                  </a:lnTo>
                  <a:lnTo>
                    <a:pt x="3292" y="3061"/>
                  </a:lnTo>
                  <a:lnTo>
                    <a:pt x="3632" y="2952"/>
                  </a:lnTo>
                  <a:lnTo>
                    <a:pt x="3932" y="2830"/>
                  </a:lnTo>
                  <a:lnTo>
                    <a:pt x="4204" y="2694"/>
                  </a:lnTo>
                  <a:lnTo>
                    <a:pt x="4449" y="2558"/>
                  </a:lnTo>
                  <a:lnTo>
                    <a:pt x="4653" y="2422"/>
                  </a:lnTo>
                  <a:lnTo>
                    <a:pt x="4843" y="2272"/>
                  </a:lnTo>
                  <a:lnTo>
                    <a:pt x="5006" y="2136"/>
                  </a:lnTo>
                  <a:lnTo>
                    <a:pt x="5142" y="2014"/>
                  </a:lnTo>
                  <a:lnTo>
                    <a:pt x="5251" y="1905"/>
                  </a:lnTo>
                  <a:lnTo>
                    <a:pt x="5033" y="0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8"/>
            <p:cNvSpPr/>
            <p:nvPr/>
          </p:nvSpPr>
          <p:spPr>
            <a:xfrm>
              <a:off x="4426778" y="2894795"/>
              <a:ext cx="255184" cy="304896"/>
            </a:xfrm>
            <a:custGeom>
              <a:avLst/>
              <a:gdLst/>
              <a:ahLst/>
              <a:cxnLst/>
              <a:rect l="l" t="t" r="r" b="b"/>
              <a:pathLst>
                <a:path w="8665" h="10353" extrusionOk="0">
                  <a:moveTo>
                    <a:pt x="4503" y="1"/>
                  </a:moveTo>
                  <a:lnTo>
                    <a:pt x="4190" y="14"/>
                  </a:lnTo>
                  <a:lnTo>
                    <a:pt x="3863" y="28"/>
                  </a:lnTo>
                  <a:lnTo>
                    <a:pt x="3537" y="69"/>
                  </a:lnTo>
                  <a:lnTo>
                    <a:pt x="3197" y="123"/>
                  </a:lnTo>
                  <a:lnTo>
                    <a:pt x="2870" y="191"/>
                  </a:lnTo>
                  <a:lnTo>
                    <a:pt x="2544" y="273"/>
                  </a:lnTo>
                  <a:lnTo>
                    <a:pt x="2204" y="382"/>
                  </a:lnTo>
                  <a:lnTo>
                    <a:pt x="1877" y="504"/>
                  </a:lnTo>
                  <a:lnTo>
                    <a:pt x="1551" y="654"/>
                  </a:lnTo>
                  <a:lnTo>
                    <a:pt x="1224" y="817"/>
                  </a:lnTo>
                  <a:lnTo>
                    <a:pt x="912" y="1007"/>
                  </a:lnTo>
                  <a:lnTo>
                    <a:pt x="599" y="1211"/>
                  </a:lnTo>
                  <a:lnTo>
                    <a:pt x="449" y="1334"/>
                  </a:lnTo>
                  <a:lnTo>
                    <a:pt x="313" y="1470"/>
                  </a:lnTo>
                  <a:lnTo>
                    <a:pt x="204" y="1619"/>
                  </a:lnTo>
                  <a:lnTo>
                    <a:pt x="123" y="1796"/>
                  </a:lnTo>
                  <a:lnTo>
                    <a:pt x="55" y="1959"/>
                  </a:lnTo>
                  <a:lnTo>
                    <a:pt x="14" y="2150"/>
                  </a:lnTo>
                  <a:lnTo>
                    <a:pt x="0" y="2340"/>
                  </a:lnTo>
                  <a:lnTo>
                    <a:pt x="14" y="2531"/>
                  </a:lnTo>
                  <a:lnTo>
                    <a:pt x="68" y="3048"/>
                  </a:lnTo>
                  <a:lnTo>
                    <a:pt x="163" y="3660"/>
                  </a:lnTo>
                  <a:lnTo>
                    <a:pt x="286" y="4353"/>
                  </a:lnTo>
                  <a:lnTo>
                    <a:pt x="435" y="5088"/>
                  </a:lnTo>
                  <a:lnTo>
                    <a:pt x="612" y="5768"/>
                  </a:lnTo>
                  <a:lnTo>
                    <a:pt x="721" y="6122"/>
                  </a:lnTo>
                  <a:lnTo>
                    <a:pt x="830" y="6475"/>
                  </a:lnTo>
                  <a:lnTo>
                    <a:pt x="939" y="6802"/>
                  </a:lnTo>
                  <a:lnTo>
                    <a:pt x="1075" y="7142"/>
                  </a:lnTo>
                  <a:lnTo>
                    <a:pt x="1211" y="7468"/>
                  </a:lnTo>
                  <a:lnTo>
                    <a:pt x="1347" y="7781"/>
                  </a:lnTo>
                  <a:lnTo>
                    <a:pt x="1510" y="8094"/>
                  </a:lnTo>
                  <a:lnTo>
                    <a:pt x="1687" y="8393"/>
                  </a:lnTo>
                  <a:lnTo>
                    <a:pt x="1864" y="8665"/>
                  </a:lnTo>
                  <a:lnTo>
                    <a:pt x="2054" y="8938"/>
                  </a:lnTo>
                  <a:lnTo>
                    <a:pt x="2258" y="9182"/>
                  </a:lnTo>
                  <a:lnTo>
                    <a:pt x="2476" y="9414"/>
                  </a:lnTo>
                  <a:lnTo>
                    <a:pt x="2707" y="9631"/>
                  </a:lnTo>
                  <a:lnTo>
                    <a:pt x="2952" y="9822"/>
                  </a:lnTo>
                  <a:lnTo>
                    <a:pt x="3210" y="9985"/>
                  </a:lnTo>
                  <a:lnTo>
                    <a:pt x="3482" y="10121"/>
                  </a:lnTo>
                  <a:lnTo>
                    <a:pt x="3618" y="10175"/>
                  </a:lnTo>
                  <a:lnTo>
                    <a:pt x="3768" y="10230"/>
                  </a:lnTo>
                  <a:lnTo>
                    <a:pt x="3918" y="10271"/>
                  </a:lnTo>
                  <a:lnTo>
                    <a:pt x="4067" y="10298"/>
                  </a:lnTo>
                  <a:lnTo>
                    <a:pt x="4244" y="10339"/>
                  </a:lnTo>
                  <a:lnTo>
                    <a:pt x="4421" y="10352"/>
                  </a:lnTo>
                  <a:lnTo>
                    <a:pt x="4598" y="10352"/>
                  </a:lnTo>
                  <a:lnTo>
                    <a:pt x="4775" y="10339"/>
                  </a:lnTo>
                  <a:lnTo>
                    <a:pt x="4938" y="10325"/>
                  </a:lnTo>
                  <a:lnTo>
                    <a:pt x="5101" y="10284"/>
                  </a:lnTo>
                  <a:lnTo>
                    <a:pt x="5251" y="10243"/>
                  </a:lnTo>
                  <a:lnTo>
                    <a:pt x="5414" y="10189"/>
                  </a:lnTo>
                  <a:lnTo>
                    <a:pt x="5564" y="10121"/>
                  </a:lnTo>
                  <a:lnTo>
                    <a:pt x="5700" y="10039"/>
                  </a:lnTo>
                  <a:lnTo>
                    <a:pt x="5849" y="9944"/>
                  </a:lnTo>
                  <a:lnTo>
                    <a:pt x="5985" y="9849"/>
                  </a:lnTo>
                  <a:lnTo>
                    <a:pt x="6121" y="9740"/>
                  </a:lnTo>
                  <a:lnTo>
                    <a:pt x="6257" y="9631"/>
                  </a:lnTo>
                  <a:lnTo>
                    <a:pt x="6380" y="9495"/>
                  </a:lnTo>
                  <a:lnTo>
                    <a:pt x="6502" y="9373"/>
                  </a:lnTo>
                  <a:lnTo>
                    <a:pt x="6733" y="9074"/>
                  </a:lnTo>
                  <a:lnTo>
                    <a:pt x="6951" y="8761"/>
                  </a:lnTo>
                  <a:lnTo>
                    <a:pt x="7155" y="8421"/>
                  </a:lnTo>
                  <a:lnTo>
                    <a:pt x="7346" y="8067"/>
                  </a:lnTo>
                  <a:lnTo>
                    <a:pt x="7522" y="7686"/>
                  </a:lnTo>
                  <a:lnTo>
                    <a:pt x="7686" y="7292"/>
                  </a:lnTo>
                  <a:lnTo>
                    <a:pt x="7835" y="6897"/>
                  </a:lnTo>
                  <a:lnTo>
                    <a:pt x="7985" y="6489"/>
                  </a:lnTo>
                  <a:lnTo>
                    <a:pt x="8080" y="6135"/>
                  </a:lnTo>
                  <a:lnTo>
                    <a:pt x="8175" y="5782"/>
                  </a:lnTo>
                  <a:lnTo>
                    <a:pt x="8271" y="5428"/>
                  </a:lnTo>
                  <a:lnTo>
                    <a:pt x="8339" y="5088"/>
                  </a:lnTo>
                  <a:lnTo>
                    <a:pt x="8447" y="4530"/>
                  </a:lnTo>
                  <a:lnTo>
                    <a:pt x="8543" y="4013"/>
                  </a:lnTo>
                  <a:lnTo>
                    <a:pt x="8597" y="3510"/>
                  </a:lnTo>
                  <a:lnTo>
                    <a:pt x="8638" y="3048"/>
                  </a:lnTo>
                  <a:lnTo>
                    <a:pt x="8665" y="2640"/>
                  </a:lnTo>
                  <a:lnTo>
                    <a:pt x="8665" y="2272"/>
                  </a:lnTo>
                  <a:lnTo>
                    <a:pt x="8651" y="1973"/>
                  </a:lnTo>
                  <a:lnTo>
                    <a:pt x="8624" y="1742"/>
                  </a:lnTo>
                  <a:lnTo>
                    <a:pt x="8583" y="1619"/>
                  </a:lnTo>
                  <a:lnTo>
                    <a:pt x="8515" y="1497"/>
                  </a:lnTo>
                  <a:lnTo>
                    <a:pt x="8434" y="1361"/>
                  </a:lnTo>
                  <a:lnTo>
                    <a:pt x="8325" y="1239"/>
                  </a:lnTo>
                  <a:lnTo>
                    <a:pt x="8203" y="1116"/>
                  </a:lnTo>
                  <a:lnTo>
                    <a:pt x="8053" y="994"/>
                  </a:lnTo>
                  <a:lnTo>
                    <a:pt x="7890" y="885"/>
                  </a:lnTo>
                  <a:lnTo>
                    <a:pt x="7699" y="776"/>
                  </a:lnTo>
                  <a:lnTo>
                    <a:pt x="7509" y="667"/>
                  </a:lnTo>
                  <a:lnTo>
                    <a:pt x="7291" y="558"/>
                  </a:lnTo>
                  <a:lnTo>
                    <a:pt x="7060" y="463"/>
                  </a:lnTo>
                  <a:lnTo>
                    <a:pt x="6815" y="368"/>
                  </a:lnTo>
                  <a:lnTo>
                    <a:pt x="6570" y="286"/>
                  </a:lnTo>
                  <a:lnTo>
                    <a:pt x="6298" y="218"/>
                  </a:lnTo>
                  <a:lnTo>
                    <a:pt x="6026" y="150"/>
                  </a:lnTo>
                  <a:lnTo>
                    <a:pt x="5740" y="96"/>
                  </a:lnTo>
                  <a:lnTo>
                    <a:pt x="5441" y="55"/>
                  </a:lnTo>
                  <a:lnTo>
                    <a:pt x="5128" y="28"/>
                  </a:lnTo>
                  <a:lnTo>
                    <a:pt x="4829" y="14"/>
                  </a:lnTo>
                  <a:lnTo>
                    <a:pt x="4503" y="1"/>
                  </a:lnTo>
                  <a:close/>
                </a:path>
              </a:pathLst>
            </a:custGeom>
            <a:solidFill>
              <a:srgbClr val="FDBB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8"/>
            <p:cNvSpPr/>
            <p:nvPr/>
          </p:nvSpPr>
          <p:spPr>
            <a:xfrm>
              <a:off x="4457612" y="3062250"/>
              <a:ext cx="48504" cy="24856"/>
            </a:xfrm>
            <a:custGeom>
              <a:avLst/>
              <a:gdLst/>
              <a:ahLst/>
              <a:cxnLst/>
              <a:rect l="l" t="t" r="r" b="b"/>
              <a:pathLst>
                <a:path w="1647" h="844" extrusionOk="0">
                  <a:moveTo>
                    <a:pt x="817" y="1"/>
                  </a:moveTo>
                  <a:lnTo>
                    <a:pt x="653" y="14"/>
                  </a:lnTo>
                  <a:lnTo>
                    <a:pt x="504" y="41"/>
                  </a:lnTo>
                  <a:lnTo>
                    <a:pt x="368" y="82"/>
                  </a:lnTo>
                  <a:lnTo>
                    <a:pt x="245" y="123"/>
                  </a:lnTo>
                  <a:lnTo>
                    <a:pt x="137" y="191"/>
                  </a:lnTo>
                  <a:lnTo>
                    <a:pt x="69" y="259"/>
                  </a:lnTo>
                  <a:lnTo>
                    <a:pt x="14" y="341"/>
                  </a:lnTo>
                  <a:lnTo>
                    <a:pt x="14" y="381"/>
                  </a:lnTo>
                  <a:lnTo>
                    <a:pt x="1" y="436"/>
                  </a:lnTo>
                  <a:lnTo>
                    <a:pt x="14" y="477"/>
                  </a:lnTo>
                  <a:lnTo>
                    <a:pt x="28" y="517"/>
                  </a:lnTo>
                  <a:lnTo>
                    <a:pt x="69" y="599"/>
                  </a:lnTo>
                  <a:lnTo>
                    <a:pt x="150" y="667"/>
                  </a:lnTo>
                  <a:lnTo>
                    <a:pt x="245" y="721"/>
                  </a:lnTo>
                  <a:lnTo>
                    <a:pt x="368" y="776"/>
                  </a:lnTo>
                  <a:lnTo>
                    <a:pt x="517" y="817"/>
                  </a:lnTo>
                  <a:lnTo>
                    <a:pt x="667" y="830"/>
                  </a:lnTo>
                  <a:lnTo>
                    <a:pt x="830" y="844"/>
                  </a:lnTo>
                  <a:lnTo>
                    <a:pt x="1007" y="830"/>
                  </a:lnTo>
                  <a:lnTo>
                    <a:pt x="1157" y="803"/>
                  </a:lnTo>
                  <a:lnTo>
                    <a:pt x="1293" y="762"/>
                  </a:lnTo>
                  <a:lnTo>
                    <a:pt x="1415" y="708"/>
                  </a:lnTo>
                  <a:lnTo>
                    <a:pt x="1510" y="640"/>
                  </a:lnTo>
                  <a:lnTo>
                    <a:pt x="1592" y="572"/>
                  </a:lnTo>
                  <a:lnTo>
                    <a:pt x="1633" y="490"/>
                  </a:lnTo>
                  <a:lnTo>
                    <a:pt x="1646" y="449"/>
                  </a:lnTo>
                  <a:lnTo>
                    <a:pt x="1646" y="409"/>
                  </a:lnTo>
                  <a:lnTo>
                    <a:pt x="1646" y="368"/>
                  </a:lnTo>
                  <a:lnTo>
                    <a:pt x="1633" y="327"/>
                  </a:lnTo>
                  <a:lnTo>
                    <a:pt x="1592" y="245"/>
                  </a:lnTo>
                  <a:lnTo>
                    <a:pt x="1510" y="177"/>
                  </a:lnTo>
                  <a:lnTo>
                    <a:pt x="1402" y="109"/>
                  </a:lnTo>
                  <a:lnTo>
                    <a:pt x="1279" y="69"/>
                  </a:lnTo>
                  <a:lnTo>
                    <a:pt x="1143" y="28"/>
                  </a:lnTo>
                  <a:lnTo>
                    <a:pt x="994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8"/>
            <p:cNvSpPr/>
            <p:nvPr/>
          </p:nvSpPr>
          <p:spPr>
            <a:xfrm>
              <a:off x="4609430" y="3062250"/>
              <a:ext cx="48504" cy="24856"/>
            </a:xfrm>
            <a:custGeom>
              <a:avLst/>
              <a:gdLst/>
              <a:ahLst/>
              <a:cxnLst/>
              <a:rect l="l" t="t" r="r" b="b"/>
              <a:pathLst>
                <a:path w="1647" h="844" extrusionOk="0">
                  <a:moveTo>
                    <a:pt x="817" y="1"/>
                  </a:moveTo>
                  <a:lnTo>
                    <a:pt x="654" y="14"/>
                  </a:lnTo>
                  <a:lnTo>
                    <a:pt x="491" y="41"/>
                  </a:lnTo>
                  <a:lnTo>
                    <a:pt x="355" y="82"/>
                  </a:lnTo>
                  <a:lnTo>
                    <a:pt x="232" y="123"/>
                  </a:lnTo>
                  <a:lnTo>
                    <a:pt x="137" y="191"/>
                  </a:lnTo>
                  <a:lnTo>
                    <a:pt x="55" y="259"/>
                  </a:lnTo>
                  <a:lnTo>
                    <a:pt x="15" y="341"/>
                  </a:lnTo>
                  <a:lnTo>
                    <a:pt x="1" y="381"/>
                  </a:lnTo>
                  <a:lnTo>
                    <a:pt x="1" y="436"/>
                  </a:lnTo>
                  <a:lnTo>
                    <a:pt x="1" y="477"/>
                  </a:lnTo>
                  <a:lnTo>
                    <a:pt x="15" y="517"/>
                  </a:lnTo>
                  <a:lnTo>
                    <a:pt x="55" y="599"/>
                  </a:lnTo>
                  <a:lnTo>
                    <a:pt x="137" y="667"/>
                  </a:lnTo>
                  <a:lnTo>
                    <a:pt x="246" y="721"/>
                  </a:lnTo>
                  <a:lnTo>
                    <a:pt x="368" y="776"/>
                  </a:lnTo>
                  <a:lnTo>
                    <a:pt x="504" y="817"/>
                  </a:lnTo>
                  <a:lnTo>
                    <a:pt x="654" y="830"/>
                  </a:lnTo>
                  <a:lnTo>
                    <a:pt x="831" y="844"/>
                  </a:lnTo>
                  <a:lnTo>
                    <a:pt x="994" y="830"/>
                  </a:lnTo>
                  <a:lnTo>
                    <a:pt x="1144" y="803"/>
                  </a:lnTo>
                  <a:lnTo>
                    <a:pt x="1280" y="762"/>
                  </a:lnTo>
                  <a:lnTo>
                    <a:pt x="1402" y="708"/>
                  </a:lnTo>
                  <a:lnTo>
                    <a:pt x="1511" y="640"/>
                  </a:lnTo>
                  <a:lnTo>
                    <a:pt x="1579" y="572"/>
                  </a:lnTo>
                  <a:lnTo>
                    <a:pt x="1633" y="490"/>
                  </a:lnTo>
                  <a:lnTo>
                    <a:pt x="1633" y="449"/>
                  </a:lnTo>
                  <a:lnTo>
                    <a:pt x="1647" y="409"/>
                  </a:lnTo>
                  <a:lnTo>
                    <a:pt x="1633" y="368"/>
                  </a:lnTo>
                  <a:lnTo>
                    <a:pt x="1620" y="327"/>
                  </a:lnTo>
                  <a:lnTo>
                    <a:pt x="1579" y="245"/>
                  </a:lnTo>
                  <a:lnTo>
                    <a:pt x="1497" y="177"/>
                  </a:lnTo>
                  <a:lnTo>
                    <a:pt x="1402" y="109"/>
                  </a:lnTo>
                  <a:lnTo>
                    <a:pt x="1280" y="69"/>
                  </a:lnTo>
                  <a:lnTo>
                    <a:pt x="1130" y="28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8"/>
            <p:cNvSpPr/>
            <p:nvPr/>
          </p:nvSpPr>
          <p:spPr>
            <a:xfrm>
              <a:off x="4507295" y="3024995"/>
              <a:ext cx="13635" cy="24473"/>
            </a:xfrm>
            <a:custGeom>
              <a:avLst/>
              <a:gdLst/>
              <a:ahLst/>
              <a:cxnLst/>
              <a:rect l="l" t="t" r="r" b="b"/>
              <a:pathLst>
                <a:path w="463" h="831" extrusionOk="0">
                  <a:moveTo>
                    <a:pt x="177" y="1"/>
                  </a:moveTo>
                  <a:lnTo>
                    <a:pt x="136" y="28"/>
                  </a:lnTo>
                  <a:lnTo>
                    <a:pt x="95" y="69"/>
                  </a:lnTo>
                  <a:lnTo>
                    <a:pt x="55" y="123"/>
                  </a:lnTo>
                  <a:lnTo>
                    <a:pt x="41" y="177"/>
                  </a:lnTo>
                  <a:lnTo>
                    <a:pt x="14" y="259"/>
                  </a:lnTo>
                  <a:lnTo>
                    <a:pt x="0" y="327"/>
                  </a:lnTo>
                  <a:lnTo>
                    <a:pt x="0" y="422"/>
                  </a:lnTo>
                  <a:lnTo>
                    <a:pt x="0" y="504"/>
                  </a:lnTo>
                  <a:lnTo>
                    <a:pt x="14" y="585"/>
                  </a:lnTo>
                  <a:lnTo>
                    <a:pt x="41" y="653"/>
                  </a:lnTo>
                  <a:lnTo>
                    <a:pt x="68" y="708"/>
                  </a:lnTo>
                  <a:lnTo>
                    <a:pt x="109" y="762"/>
                  </a:lnTo>
                  <a:lnTo>
                    <a:pt x="150" y="803"/>
                  </a:lnTo>
                  <a:lnTo>
                    <a:pt x="191" y="817"/>
                  </a:lnTo>
                  <a:lnTo>
                    <a:pt x="232" y="830"/>
                  </a:lnTo>
                  <a:lnTo>
                    <a:pt x="286" y="817"/>
                  </a:lnTo>
                  <a:lnTo>
                    <a:pt x="327" y="789"/>
                  </a:lnTo>
                  <a:lnTo>
                    <a:pt x="368" y="762"/>
                  </a:lnTo>
                  <a:lnTo>
                    <a:pt x="395" y="708"/>
                  </a:lnTo>
                  <a:lnTo>
                    <a:pt x="422" y="640"/>
                  </a:lnTo>
                  <a:lnTo>
                    <a:pt x="449" y="572"/>
                  </a:lnTo>
                  <a:lnTo>
                    <a:pt x="449" y="490"/>
                  </a:lnTo>
                  <a:lnTo>
                    <a:pt x="463" y="409"/>
                  </a:lnTo>
                  <a:lnTo>
                    <a:pt x="449" y="327"/>
                  </a:lnTo>
                  <a:lnTo>
                    <a:pt x="436" y="245"/>
                  </a:lnTo>
                  <a:lnTo>
                    <a:pt x="422" y="177"/>
                  </a:lnTo>
                  <a:lnTo>
                    <a:pt x="381" y="109"/>
                  </a:lnTo>
                  <a:lnTo>
                    <a:pt x="354" y="69"/>
                  </a:lnTo>
                  <a:lnTo>
                    <a:pt x="313" y="28"/>
                  </a:lnTo>
                  <a:lnTo>
                    <a:pt x="272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28"/>
            <p:cNvSpPr/>
            <p:nvPr/>
          </p:nvSpPr>
          <p:spPr>
            <a:xfrm>
              <a:off x="4481261" y="2994161"/>
              <a:ext cx="53687" cy="25651"/>
            </a:xfrm>
            <a:custGeom>
              <a:avLst/>
              <a:gdLst/>
              <a:ahLst/>
              <a:cxnLst/>
              <a:rect l="l" t="t" r="r" b="b"/>
              <a:pathLst>
                <a:path w="1823" h="871" extrusionOk="0">
                  <a:moveTo>
                    <a:pt x="1156" y="0"/>
                  </a:moveTo>
                  <a:lnTo>
                    <a:pt x="1034" y="14"/>
                  </a:lnTo>
                  <a:lnTo>
                    <a:pt x="911" y="27"/>
                  </a:lnTo>
                  <a:lnTo>
                    <a:pt x="789" y="55"/>
                  </a:lnTo>
                  <a:lnTo>
                    <a:pt x="680" y="95"/>
                  </a:lnTo>
                  <a:lnTo>
                    <a:pt x="571" y="136"/>
                  </a:lnTo>
                  <a:lnTo>
                    <a:pt x="476" y="191"/>
                  </a:lnTo>
                  <a:lnTo>
                    <a:pt x="299" y="299"/>
                  </a:lnTo>
                  <a:lnTo>
                    <a:pt x="150" y="422"/>
                  </a:lnTo>
                  <a:lnTo>
                    <a:pt x="41" y="544"/>
                  </a:lnTo>
                  <a:lnTo>
                    <a:pt x="27" y="585"/>
                  </a:lnTo>
                  <a:lnTo>
                    <a:pt x="14" y="612"/>
                  </a:lnTo>
                  <a:lnTo>
                    <a:pt x="0" y="694"/>
                  </a:lnTo>
                  <a:lnTo>
                    <a:pt x="27" y="762"/>
                  </a:lnTo>
                  <a:lnTo>
                    <a:pt x="55" y="803"/>
                  </a:lnTo>
                  <a:lnTo>
                    <a:pt x="82" y="830"/>
                  </a:lnTo>
                  <a:lnTo>
                    <a:pt x="123" y="857"/>
                  </a:lnTo>
                  <a:lnTo>
                    <a:pt x="163" y="871"/>
                  </a:lnTo>
                  <a:lnTo>
                    <a:pt x="218" y="871"/>
                  </a:lnTo>
                  <a:lnTo>
                    <a:pt x="272" y="857"/>
                  </a:lnTo>
                  <a:lnTo>
                    <a:pt x="313" y="830"/>
                  </a:lnTo>
                  <a:lnTo>
                    <a:pt x="354" y="789"/>
                  </a:lnTo>
                  <a:lnTo>
                    <a:pt x="449" y="694"/>
                  </a:lnTo>
                  <a:lnTo>
                    <a:pt x="558" y="599"/>
                  </a:lnTo>
                  <a:lnTo>
                    <a:pt x="707" y="517"/>
                  </a:lnTo>
                  <a:lnTo>
                    <a:pt x="789" y="476"/>
                  </a:lnTo>
                  <a:lnTo>
                    <a:pt x="871" y="449"/>
                  </a:lnTo>
                  <a:lnTo>
                    <a:pt x="966" y="422"/>
                  </a:lnTo>
                  <a:lnTo>
                    <a:pt x="1075" y="408"/>
                  </a:lnTo>
                  <a:lnTo>
                    <a:pt x="1184" y="408"/>
                  </a:lnTo>
                  <a:lnTo>
                    <a:pt x="1292" y="422"/>
                  </a:lnTo>
                  <a:lnTo>
                    <a:pt x="1415" y="449"/>
                  </a:lnTo>
                  <a:lnTo>
                    <a:pt x="1537" y="490"/>
                  </a:lnTo>
                  <a:lnTo>
                    <a:pt x="1605" y="517"/>
                  </a:lnTo>
                  <a:lnTo>
                    <a:pt x="1687" y="503"/>
                  </a:lnTo>
                  <a:lnTo>
                    <a:pt x="1755" y="463"/>
                  </a:lnTo>
                  <a:lnTo>
                    <a:pt x="1782" y="435"/>
                  </a:lnTo>
                  <a:lnTo>
                    <a:pt x="1796" y="408"/>
                  </a:lnTo>
                  <a:lnTo>
                    <a:pt x="1809" y="367"/>
                  </a:lnTo>
                  <a:lnTo>
                    <a:pt x="1823" y="327"/>
                  </a:lnTo>
                  <a:lnTo>
                    <a:pt x="1809" y="245"/>
                  </a:lnTo>
                  <a:lnTo>
                    <a:pt x="1768" y="177"/>
                  </a:lnTo>
                  <a:lnTo>
                    <a:pt x="1741" y="163"/>
                  </a:lnTo>
                  <a:lnTo>
                    <a:pt x="1700" y="136"/>
                  </a:lnTo>
                  <a:lnTo>
                    <a:pt x="1564" y="82"/>
                  </a:lnTo>
                  <a:lnTo>
                    <a:pt x="1428" y="41"/>
                  </a:lnTo>
                  <a:lnTo>
                    <a:pt x="1292" y="14"/>
                  </a:lnTo>
                  <a:lnTo>
                    <a:pt x="1156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8"/>
            <p:cNvSpPr/>
            <p:nvPr/>
          </p:nvSpPr>
          <p:spPr>
            <a:xfrm>
              <a:off x="4601037" y="3024995"/>
              <a:ext cx="13635" cy="24473"/>
            </a:xfrm>
            <a:custGeom>
              <a:avLst/>
              <a:gdLst/>
              <a:ahLst/>
              <a:cxnLst/>
              <a:rect l="l" t="t" r="r" b="b"/>
              <a:pathLst>
                <a:path w="463" h="831" extrusionOk="0">
                  <a:moveTo>
                    <a:pt x="191" y="1"/>
                  </a:moveTo>
                  <a:lnTo>
                    <a:pt x="150" y="28"/>
                  </a:lnTo>
                  <a:lnTo>
                    <a:pt x="109" y="69"/>
                  </a:lnTo>
                  <a:lnTo>
                    <a:pt x="82" y="109"/>
                  </a:lnTo>
                  <a:lnTo>
                    <a:pt x="41" y="177"/>
                  </a:lnTo>
                  <a:lnTo>
                    <a:pt x="27" y="245"/>
                  </a:lnTo>
                  <a:lnTo>
                    <a:pt x="14" y="327"/>
                  </a:lnTo>
                  <a:lnTo>
                    <a:pt x="0" y="409"/>
                  </a:lnTo>
                  <a:lnTo>
                    <a:pt x="0" y="490"/>
                  </a:lnTo>
                  <a:lnTo>
                    <a:pt x="14" y="572"/>
                  </a:lnTo>
                  <a:lnTo>
                    <a:pt x="41" y="640"/>
                  </a:lnTo>
                  <a:lnTo>
                    <a:pt x="68" y="708"/>
                  </a:lnTo>
                  <a:lnTo>
                    <a:pt x="95" y="762"/>
                  </a:lnTo>
                  <a:lnTo>
                    <a:pt x="136" y="789"/>
                  </a:lnTo>
                  <a:lnTo>
                    <a:pt x="177" y="817"/>
                  </a:lnTo>
                  <a:lnTo>
                    <a:pt x="232" y="830"/>
                  </a:lnTo>
                  <a:lnTo>
                    <a:pt x="272" y="817"/>
                  </a:lnTo>
                  <a:lnTo>
                    <a:pt x="313" y="803"/>
                  </a:lnTo>
                  <a:lnTo>
                    <a:pt x="354" y="762"/>
                  </a:lnTo>
                  <a:lnTo>
                    <a:pt x="395" y="708"/>
                  </a:lnTo>
                  <a:lnTo>
                    <a:pt x="422" y="653"/>
                  </a:lnTo>
                  <a:lnTo>
                    <a:pt x="436" y="585"/>
                  </a:lnTo>
                  <a:lnTo>
                    <a:pt x="463" y="504"/>
                  </a:lnTo>
                  <a:lnTo>
                    <a:pt x="463" y="422"/>
                  </a:lnTo>
                  <a:lnTo>
                    <a:pt x="463" y="327"/>
                  </a:lnTo>
                  <a:lnTo>
                    <a:pt x="449" y="259"/>
                  </a:lnTo>
                  <a:lnTo>
                    <a:pt x="422" y="177"/>
                  </a:lnTo>
                  <a:lnTo>
                    <a:pt x="395" y="123"/>
                  </a:lnTo>
                  <a:lnTo>
                    <a:pt x="368" y="69"/>
                  </a:lnTo>
                  <a:lnTo>
                    <a:pt x="327" y="28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8"/>
            <p:cNvSpPr/>
            <p:nvPr/>
          </p:nvSpPr>
          <p:spPr>
            <a:xfrm>
              <a:off x="4587018" y="2994161"/>
              <a:ext cx="53687" cy="25651"/>
            </a:xfrm>
            <a:custGeom>
              <a:avLst/>
              <a:gdLst/>
              <a:ahLst/>
              <a:cxnLst/>
              <a:rect l="l" t="t" r="r" b="b"/>
              <a:pathLst>
                <a:path w="1823" h="871" extrusionOk="0">
                  <a:moveTo>
                    <a:pt x="667" y="0"/>
                  </a:moveTo>
                  <a:lnTo>
                    <a:pt x="531" y="14"/>
                  </a:lnTo>
                  <a:lnTo>
                    <a:pt x="395" y="41"/>
                  </a:lnTo>
                  <a:lnTo>
                    <a:pt x="259" y="82"/>
                  </a:lnTo>
                  <a:lnTo>
                    <a:pt x="123" y="136"/>
                  </a:lnTo>
                  <a:lnTo>
                    <a:pt x="82" y="163"/>
                  </a:lnTo>
                  <a:lnTo>
                    <a:pt x="55" y="177"/>
                  </a:lnTo>
                  <a:lnTo>
                    <a:pt x="14" y="245"/>
                  </a:lnTo>
                  <a:lnTo>
                    <a:pt x="0" y="327"/>
                  </a:lnTo>
                  <a:lnTo>
                    <a:pt x="14" y="367"/>
                  </a:lnTo>
                  <a:lnTo>
                    <a:pt x="27" y="408"/>
                  </a:lnTo>
                  <a:lnTo>
                    <a:pt x="41" y="435"/>
                  </a:lnTo>
                  <a:lnTo>
                    <a:pt x="68" y="463"/>
                  </a:lnTo>
                  <a:lnTo>
                    <a:pt x="136" y="503"/>
                  </a:lnTo>
                  <a:lnTo>
                    <a:pt x="204" y="517"/>
                  </a:lnTo>
                  <a:lnTo>
                    <a:pt x="286" y="490"/>
                  </a:lnTo>
                  <a:lnTo>
                    <a:pt x="408" y="449"/>
                  </a:lnTo>
                  <a:lnTo>
                    <a:pt x="531" y="422"/>
                  </a:lnTo>
                  <a:lnTo>
                    <a:pt x="640" y="408"/>
                  </a:lnTo>
                  <a:lnTo>
                    <a:pt x="748" y="408"/>
                  </a:lnTo>
                  <a:lnTo>
                    <a:pt x="857" y="422"/>
                  </a:lnTo>
                  <a:lnTo>
                    <a:pt x="952" y="449"/>
                  </a:lnTo>
                  <a:lnTo>
                    <a:pt x="1034" y="476"/>
                  </a:lnTo>
                  <a:lnTo>
                    <a:pt x="1116" y="517"/>
                  </a:lnTo>
                  <a:lnTo>
                    <a:pt x="1265" y="599"/>
                  </a:lnTo>
                  <a:lnTo>
                    <a:pt x="1360" y="694"/>
                  </a:lnTo>
                  <a:lnTo>
                    <a:pt x="1469" y="789"/>
                  </a:lnTo>
                  <a:lnTo>
                    <a:pt x="1510" y="830"/>
                  </a:lnTo>
                  <a:lnTo>
                    <a:pt x="1551" y="857"/>
                  </a:lnTo>
                  <a:lnTo>
                    <a:pt x="1605" y="871"/>
                  </a:lnTo>
                  <a:lnTo>
                    <a:pt x="1660" y="871"/>
                  </a:lnTo>
                  <a:lnTo>
                    <a:pt x="1701" y="857"/>
                  </a:lnTo>
                  <a:lnTo>
                    <a:pt x="1741" y="830"/>
                  </a:lnTo>
                  <a:lnTo>
                    <a:pt x="1796" y="762"/>
                  </a:lnTo>
                  <a:lnTo>
                    <a:pt x="1823" y="694"/>
                  </a:lnTo>
                  <a:lnTo>
                    <a:pt x="1809" y="612"/>
                  </a:lnTo>
                  <a:lnTo>
                    <a:pt x="1796" y="585"/>
                  </a:lnTo>
                  <a:lnTo>
                    <a:pt x="1782" y="544"/>
                  </a:lnTo>
                  <a:lnTo>
                    <a:pt x="1673" y="422"/>
                  </a:lnTo>
                  <a:lnTo>
                    <a:pt x="1524" y="299"/>
                  </a:lnTo>
                  <a:lnTo>
                    <a:pt x="1347" y="191"/>
                  </a:lnTo>
                  <a:lnTo>
                    <a:pt x="1252" y="136"/>
                  </a:lnTo>
                  <a:lnTo>
                    <a:pt x="1143" y="95"/>
                  </a:lnTo>
                  <a:lnTo>
                    <a:pt x="1034" y="55"/>
                  </a:lnTo>
                  <a:lnTo>
                    <a:pt x="912" y="27"/>
                  </a:lnTo>
                  <a:lnTo>
                    <a:pt x="789" y="14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8"/>
            <p:cNvSpPr/>
            <p:nvPr/>
          </p:nvSpPr>
          <p:spPr>
            <a:xfrm>
              <a:off x="4513303" y="3114731"/>
              <a:ext cx="90971" cy="20851"/>
            </a:xfrm>
            <a:custGeom>
              <a:avLst/>
              <a:gdLst/>
              <a:ahLst/>
              <a:cxnLst/>
              <a:rect l="l" t="t" r="r" b="b"/>
              <a:pathLst>
                <a:path w="3089" h="708" extrusionOk="0">
                  <a:moveTo>
                    <a:pt x="109" y="0"/>
                  </a:moveTo>
                  <a:lnTo>
                    <a:pt x="55" y="28"/>
                  </a:lnTo>
                  <a:lnTo>
                    <a:pt x="28" y="55"/>
                  </a:lnTo>
                  <a:lnTo>
                    <a:pt x="0" y="109"/>
                  </a:lnTo>
                  <a:lnTo>
                    <a:pt x="0" y="164"/>
                  </a:lnTo>
                  <a:lnTo>
                    <a:pt x="28" y="205"/>
                  </a:lnTo>
                  <a:lnTo>
                    <a:pt x="55" y="245"/>
                  </a:lnTo>
                  <a:lnTo>
                    <a:pt x="191" y="327"/>
                  </a:lnTo>
                  <a:lnTo>
                    <a:pt x="327" y="395"/>
                  </a:lnTo>
                  <a:lnTo>
                    <a:pt x="504" y="477"/>
                  </a:lnTo>
                  <a:lnTo>
                    <a:pt x="721" y="558"/>
                  </a:lnTo>
                  <a:lnTo>
                    <a:pt x="966" y="626"/>
                  </a:lnTo>
                  <a:lnTo>
                    <a:pt x="1252" y="681"/>
                  </a:lnTo>
                  <a:lnTo>
                    <a:pt x="1388" y="694"/>
                  </a:lnTo>
                  <a:lnTo>
                    <a:pt x="1537" y="708"/>
                  </a:lnTo>
                  <a:lnTo>
                    <a:pt x="1592" y="708"/>
                  </a:lnTo>
                  <a:lnTo>
                    <a:pt x="1755" y="694"/>
                  </a:lnTo>
                  <a:lnTo>
                    <a:pt x="1905" y="681"/>
                  </a:lnTo>
                  <a:lnTo>
                    <a:pt x="2054" y="667"/>
                  </a:lnTo>
                  <a:lnTo>
                    <a:pt x="2190" y="640"/>
                  </a:lnTo>
                  <a:lnTo>
                    <a:pt x="2435" y="558"/>
                  </a:lnTo>
                  <a:lnTo>
                    <a:pt x="2639" y="477"/>
                  </a:lnTo>
                  <a:lnTo>
                    <a:pt x="2802" y="395"/>
                  </a:lnTo>
                  <a:lnTo>
                    <a:pt x="2938" y="313"/>
                  </a:lnTo>
                  <a:lnTo>
                    <a:pt x="3047" y="232"/>
                  </a:lnTo>
                  <a:lnTo>
                    <a:pt x="3074" y="191"/>
                  </a:lnTo>
                  <a:lnTo>
                    <a:pt x="3088" y="150"/>
                  </a:lnTo>
                  <a:lnTo>
                    <a:pt x="3088" y="96"/>
                  </a:lnTo>
                  <a:lnTo>
                    <a:pt x="3061" y="55"/>
                  </a:lnTo>
                  <a:lnTo>
                    <a:pt x="3020" y="14"/>
                  </a:lnTo>
                  <a:lnTo>
                    <a:pt x="2966" y="0"/>
                  </a:lnTo>
                  <a:lnTo>
                    <a:pt x="2911" y="14"/>
                  </a:lnTo>
                  <a:lnTo>
                    <a:pt x="2870" y="28"/>
                  </a:lnTo>
                  <a:lnTo>
                    <a:pt x="2775" y="96"/>
                  </a:lnTo>
                  <a:lnTo>
                    <a:pt x="2680" y="164"/>
                  </a:lnTo>
                  <a:lnTo>
                    <a:pt x="2530" y="232"/>
                  </a:lnTo>
                  <a:lnTo>
                    <a:pt x="2340" y="313"/>
                  </a:lnTo>
                  <a:lnTo>
                    <a:pt x="2122" y="381"/>
                  </a:lnTo>
                  <a:lnTo>
                    <a:pt x="1877" y="422"/>
                  </a:lnTo>
                  <a:lnTo>
                    <a:pt x="1728" y="436"/>
                  </a:lnTo>
                  <a:lnTo>
                    <a:pt x="1415" y="436"/>
                  </a:lnTo>
                  <a:lnTo>
                    <a:pt x="1279" y="422"/>
                  </a:lnTo>
                  <a:lnTo>
                    <a:pt x="1034" y="368"/>
                  </a:lnTo>
                  <a:lnTo>
                    <a:pt x="803" y="300"/>
                  </a:lnTo>
                  <a:lnTo>
                    <a:pt x="599" y="232"/>
                  </a:lnTo>
                  <a:lnTo>
                    <a:pt x="436" y="150"/>
                  </a:lnTo>
                  <a:lnTo>
                    <a:pt x="313" y="96"/>
                  </a:lnTo>
                  <a:lnTo>
                    <a:pt x="204" y="28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8"/>
            <p:cNvSpPr/>
            <p:nvPr/>
          </p:nvSpPr>
          <p:spPr>
            <a:xfrm>
              <a:off x="4550558" y="3023788"/>
              <a:ext cx="25651" cy="74155"/>
            </a:xfrm>
            <a:custGeom>
              <a:avLst/>
              <a:gdLst/>
              <a:ahLst/>
              <a:cxnLst/>
              <a:rect l="l" t="t" r="r" b="b"/>
              <a:pathLst>
                <a:path w="871" h="2518" extrusionOk="0">
                  <a:moveTo>
                    <a:pt x="408" y="1"/>
                  </a:moveTo>
                  <a:lnTo>
                    <a:pt x="368" y="14"/>
                  </a:lnTo>
                  <a:lnTo>
                    <a:pt x="327" y="55"/>
                  </a:lnTo>
                  <a:lnTo>
                    <a:pt x="300" y="96"/>
                  </a:lnTo>
                  <a:lnTo>
                    <a:pt x="300" y="150"/>
                  </a:lnTo>
                  <a:lnTo>
                    <a:pt x="504" y="1443"/>
                  </a:lnTo>
                  <a:lnTo>
                    <a:pt x="572" y="1946"/>
                  </a:lnTo>
                  <a:lnTo>
                    <a:pt x="599" y="2245"/>
                  </a:lnTo>
                  <a:lnTo>
                    <a:pt x="422" y="2245"/>
                  </a:lnTo>
                  <a:lnTo>
                    <a:pt x="300" y="2232"/>
                  </a:lnTo>
                  <a:lnTo>
                    <a:pt x="164" y="2204"/>
                  </a:lnTo>
                  <a:lnTo>
                    <a:pt x="109" y="2204"/>
                  </a:lnTo>
                  <a:lnTo>
                    <a:pt x="68" y="2218"/>
                  </a:lnTo>
                  <a:lnTo>
                    <a:pt x="28" y="2245"/>
                  </a:lnTo>
                  <a:lnTo>
                    <a:pt x="0" y="2300"/>
                  </a:lnTo>
                  <a:lnTo>
                    <a:pt x="0" y="2354"/>
                  </a:lnTo>
                  <a:lnTo>
                    <a:pt x="14" y="2395"/>
                  </a:lnTo>
                  <a:lnTo>
                    <a:pt x="55" y="2436"/>
                  </a:lnTo>
                  <a:lnTo>
                    <a:pt x="96" y="2463"/>
                  </a:lnTo>
                  <a:lnTo>
                    <a:pt x="286" y="2490"/>
                  </a:lnTo>
                  <a:lnTo>
                    <a:pt x="395" y="2504"/>
                  </a:lnTo>
                  <a:lnTo>
                    <a:pt x="517" y="2517"/>
                  </a:lnTo>
                  <a:lnTo>
                    <a:pt x="667" y="2504"/>
                  </a:lnTo>
                  <a:lnTo>
                    <a:pt x="721" y="2490"/>
                  </a:lnTo>
                  <a:lnTo>
                    <a:pt x="776" y="2463"/>
                  </a:lnTo>
                  <a:lnTo>
                    <a:pt x="817" y="2422"/>
                  </a:lnTo>
                  <a:lnTo>
                    <a:pt x="830" y="2395"/>
                  </a:lnTo>
                  <a:lnTo>
                    <a:pt x="857" y="2354"/>
                  </a:lnTo>
                  <a:lnTo>
                    <a:pt x="871" y="2313"/>
                  </a:lnTo>
                  <a:lnTo>
                    <a:pt x="857" y="2191"/>
                  </a:lnTo>
                  <a:lnTo>
                    <a:pt x="844" y="1959"/>
                  </a:lnTo>
                  <a:lnTo>
                    <a:pt x="748" y="1320"/>
                  </a:lnTo>
                  <a:lnTo>
                    <a:pt x="558" y="110"/>
                  </a:lnTo>
                  <a:lnTo>
                    <a:pt x="544" y="55"/>
                  </a:lnTo>
                  <a:lnTo>
                    <a:pt x="517" y="28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8"/>
            <p:cNvSpPr/>
            <p:nvPr/>
          </p:nvSpPr>
          <p:spPr>
            <a:xfrm>
              <a:off x="4418767" y="2873561"/>
              <a:ext cx="266817" cy="174697"/>
            </a:xfrm>
            <a:custGeom>
              <a:avLst/>
              <a:gdLst/>
              <a:ahLst/>
              <a:cxnLst/>
              <a:rect l="l" t="t" r="r" b="b"/>
              <a:pathLst>
                <a:path w="9060" h="5932" extrusionOk="0">
                  <a:moveTo>
                    <a:pt x="4775" y="1"/>
                  </a:moveTo>
                  <a:lnTo>
                    <a:pt x="4489" y="14"/>
                  </a:lnTo>
                  <a:lnTo>
                    <a:pt x="4217" y="28"/>
                  </a:lnTo>
                  <a:lnTo>
                    <a:pt x="3931" y="55"/>
                  </a:lnTo>
                  <a:lnTo>
                    <a:pt x="3646" y="110"/>
                  </a:lnTo>
                  <a:lnTo>
                    <a:pt x="3346" y="164"/>
                  </a:lnTo>
                  <a:lnTo>
                    <a:pt x="3047" y="246"/>
                  </a:lnTo>
                  <a:lnTo>
                    <a:pt x="2748" y="341"/>
                  </a:lnTo>
                  <a:lnTo>
                    <a:pt x="2190" y="531"/>
                  </a:lnTo>
                  <a:lnTo>
                    <a:pt x="1700" y="735"/>
                  </a:lnTo>
                  <a:lnTo>
                    <a:pt x="1292" y="939"/>
                  </a:lnTo>
                  <a:lnTo>
                    <a:pt x="952" y="1130"/>
                  </a:lnTo>
                  <a:lnTo>
                    <a:pt x="680" y="1334"/>
                  </a:lnTo>
                  <a:lnTo>
                    <a:pt x="558" y="1429"/>
                  </a:lnTo>
                  <a:lnTo>
                    <a:pt x="449" y="1524"/>
                  </a:lnTo>
                  <a:lnTo>
                    <a:pt x="367" y="1619"/>
                  </a:lnTo>
                  <a:lnTo>
                    <a:pt x="286" y="1701"/>
                  </a:lnTo>
                  <a:lnTo>
                    <a:pt x="163" y="1891"/>
                  </a:lnTo>
                  <a:lnTo>
                    <a:pt x="68" y="2068"/>
                  </a:lnTo>
                  <a:lnTo>
                    <a:pt x="14" y="2232"/>
                  </a:lnTo>
                  <a:lnTo>
                    <a:pt x="0" y="2381"/>
                  </a:lnTo>
                  <a:lnTo>
                    <a:pt x="0" y="2531"/>
                  </a:lnTo>
                  <a:lnTo>
                    <a:pt x="14" y="2653"/>
                  </a:lnTo>
                  <a:lnTo>
                    <a:pt x="41" y="2776"/>
                  </a:lnTo>
                  <a:lnTo>
                    <a:pt x="95" y="2966"/>
                  </a:lnTo>
                  <a:lnTo>
                    <a:pt x="163" y="3211"/>
                  </a:lnTo>
                  <a:lnTo>
                    <a:pt x="245" y="3592"/>
                  </a:lnTo>
                  <a:lnTo>
                    <a:pt x="435" y="4571"/>
                  </a:lnTo>
                  <a:lnTo>
                    <a:pt x="531" y="5047"/>
                  </a:lnTo>
                  <a:lnTo>
                    <a:pt x="626" y="5469"/>
                  </a:lnTo>
                  <a:lnTo>
                    <a:pt x="680" y="5632"/>
                  </a:lnTo>
                  <a:lnTo>
                    <a:pt x="721" y="5768"/>
                  </a:lnTo>
                  <a:lnTo>
                    <a:pt x="762" y="5863"/>
                  </a:lnTo>
                  <a:lnTo>
                    <a:pt x="789" y="5891"/>
                  </a:lnTo>
                  <a:lnTo>
                    <a:pt x="816" y="5904"/>
                  </a:lnTo>
                  <a:lnTo>
                    <a:pt x="830" y="5891"/>
                  </a:lnTo>
                  <a:lnTo>
                    <a:pt x="857" y="5850"/>
                  </a:lnTo>
                  <a:lnTo>
                    <a:pt x="884" y="5714"/>
                  </a:lnTo>
                  <a:lnTo>
                    <a:pt x="925" y="5496"/>
                  </a:lnTo>
                  <a:lnTo>
                    <a:pt x="952" y="5238"/>
                  </a:lnTo>
                  <a:lnTo>
                    <a:pt x="993" y="4721"/>
                  </a:lnTo>
                  <a:lnTo>
                    <a:pt x="1034" y="4408"/>
                  </a:lnTo>
                  <a:lnTo>
                    <a:pt x="1143" y="3864"/>
                  </a:lnTo>
                  <a:lnTo>
                    <a:pt x="1197" y="3537"/>
                  </a:lnTo>
                  <a:lnTo>
                    <a:pt x="1211" y="3401"/>
                  </a:lnTo>
                  <a:lnTo>
                    <a:pt x="1197" y="3306"/>
                  </a:lnTo>
                  <a:lnTo>
                    <a:pt x="1197" y="3197"/>
                  </a:lnTo>
                  <a:lnTo>
                    <a:pt x="1184" y="3089"/>
                  </a:lnTo>
                  <a:lnTo>
                    <a:pt x="1197" y="2966"/>
                  </a:lnTo>
                  <a:lnTo>
                    <a:pt x="1211" y="2830"/>
                  </a:lnTo>
                  <a:lnTo>
                    <a:pt x="1252" y="2694"/>
                  </a:lnTo>
                  <a:lnTo>
                    <a:pt x="1320" y="2544"/>
                  </a:lnTo>
                  <a:lnTo>
                    <a:pt x="1401" y="2408"/>
                  </a:lnTo>
                  <a:lnTo>
                    <a:pt x="1510" y="2272"/>
                  </a:lnTo>
                  <a:lnTo>
                    <a:pt x="1673" y="2109"/>
                  </a:lnTo>
                  <a:lnTo>
                    <a:pt x="1768" y="2000"/>
                  </a:lnTo>
                  <a:lnTo>
                    <a:pt x="1877" y="1851"/>
                  </a:lnTo>
                  <a:lnTo>
                    <a:pt x="1932" y="1810"/>
                  </a:lnTo>
                  <a:lnTo>
                    <a:pt x="1986" y="1755"/>
                  </a:lnTo>
                  <a:lnTo>
                    <a:pt x="2217" y="1633"/>
                  </a:lnTo>
                  <a:lnTo>
                    <a:pt x="2340" y="1579"/>
                  </a:lnTo>
                  <a:lnTo>
                    <a:pt x="2489" y="1511"/>
                  </a:lnTo>
                  <a:lnTo>
                    <a:pt x="2666" y="1456"/>
                  </a:lnTo>
                  <a:lnTo>
                    <a:pt x="2857" y="1415"/>
                  </a:lnTo>
                  <a:lnTo>
                    <a:pt x="3306" y="1320"/>
                  </a:lnTo>
                  <a:lnTo>
                    <a:pt x="3782" y="1239"/>
                  </a:lnTo>
                  <a:lnTo>
                    <a:pt x="4285" y="1198"/>
                  </a:lnTo>
                  <a:lnTo>
                    <a:pt x="5033" y="1198"/>
                  </a:lnTo>
                  <a:lnTo>
                    <a:pt x="5278" y="1225"/>
                  </a:lnTo>
                  <a:lnTo>
                    <a:pt x="5496" y="1252"/>
                  </a:lnTo>
                  <a:lnTo>
                    <a:pt x="5700" y="1307"/>
                  </a:lnTo>
                  <a:lnTo>
                    <a:pt x="6978" y="1633"/>
                  </a:lnTo>
                  <a:lnTo>
                    <a:pt x="7427" y="1742"/>
                  </a:lnTo>
                  <a:lnTo>
                    <a:pt x="7808" y="1823"/>
                  </a:lnTo>
                  <a:lnTo>
                    <a:pt x="7890" y="1851"/>
                  </a:lnTo>
                  <a:lnTo>
                    <a:pt x="7971" y="1891"/>
                  </a:lnTo>
                  <a:lnTo>
                    <a:pt x="8026" y="1946"/>
                  </a:lnTo>
                  <a:lnTo>
                    <a:pt x="8080" y="2000"/>
                  </a:lnTo>
                  <a:lnTo>
                    <a:pt x="8134" y="2068"/>
                  </a:lnTo>
                  <a:lnTo>
                    <a:pt x="8162" y="2150"/>
                  </a:lnTo>
                  <a:lnTo>
                    <a:pt x="8230" y="2300"/>
                  </a:lnTo>
                  <a:lnTo>
                    <a:pt x="8257" y="2463"/>
                  </a:lnTo>
                  <a:lnTo>
                    <a:pt x="8284" y="2612"/>
                  </a:lnTo>
                  <a:lnTo>
                    <a:pt x="8311" y="2735"/>
                  </a:lnTo>
                  <a:lnTo>
                    <a:pt x="8352" y="2816"/>
                  </a:lnTo>
                  <a:lnTo>
                    <a:pt x="8366" y="2871"/>
                  </a:lnTo>
                  <a:lnTo>
                    <a:pt x="8379" y="2980"/>
                  </a:lnTo>
                  <a:lnTo>
                    <a:pt x="8393" y="3347"/>
                  </a:lnTo>
                  <a:lnTo>
                    <a:pt x="8420" y="4381"/>
                  </a:lnTo>
                  <a:lnTo>
                    <a:pt x="8434" y="4925"/>
                  </a:lnTo>
                  <a:lnTo>
                    <a:pt x="8475" y="5415"/>
                  </a:lnTo>
                  <a:lnTo>
                    <a:pt x="8488" y="5605"/>
                  </a:lnTo>
                  <a:lnTo>
                    <a:pt x="8515" y="5768"/>
                  </a:lnTo>
                  <a:lnTo>
                    <a:pt x="8556" y="5877"/>
                  </a:lnTo>
                  <a:lnTo>
                    <a:pt x="8570" y="5904"/>
                  </a:lnTo>
                  <a:lnTo>
                    <a:pt x="8597" y="5931"/>
                  </a:lnTo>
                  <a:lnTo>
                    <a:pt x="8611" y="5931"/>
                  </a:lnTo>
                  <a:lnTo>
                    <a:pt x="8638" y="5918"/>
                  </a:lnTo>
                  <a:lnTo>
                    <a:pt x="8692" y="5836"/>
                  </a:lnTo>
                  <a:lnTo>
                    <a:pt x="8733" y="5700"/>
                  </a:lnTo>
                  <a:lnTo>
                    <a:pt x="8787" y="5523"/>
                  </a:lnTo>
                  <a:lnTo>
                    <a:pt x="8842" y="5292"/>
                  </a:lnTo>
                  <a:lnTo>
                    <a:pt x="8896" y="5034"/>
                  </a:lnTo>
                  <a:lnTo>
                    <a:pt x="8978" y="4435"/>
                  </a:lnTo>
                  <a:lnTo>
                    <a:pt x="9005" y="4109"/>
                  </a:lnTo>
                  <a:lnTo>
                    <a:pt x="9032" y="3782"/>
                  </a:lnTo>
                  <a:lnTo>
                    <a:pt x="9046" y="3456"/>
                  </a:lnTo>
                  <a:lnTo>
                    <a:pt x="9059" y="3129"/>
                  </a:lnTo>
                  <a:lnTo>
                    <a:pt x="9046" y="2830"/>
                  </a:lnTo>
                  <a:lnTo>
                    <a:pt x="9032" y="2544"/>
                  </a:lnTo>
                  <a:lnTo>
                    <a:pt x="8991" y="2286"/>
                  </a:lnTo>
                  <a:lnTo>
                    <a:pt x="8937" y="2068"/>
                  </a:lnTo>
                  <a:lnTo>
                    <a:pt x="8910" y="1973"/>
                  </a:lnTo>
                  <a:lnTo>
                    <a:pt x="8855" y="1864"/>
                  </a:lnTo>
                  <a:lnTo>
                    <a:pt x="8787" y="1755"/>
                  </a:lnTo>
                  <a:lnTo>
                    <a:pt x="8719" y="1660"/>
                  </a:lnTo>
                  <a:lnTo>
                    <a:pt x="8624" y="1538"/>
                  </a:lnTo>
                  <a:lnTo>
                    <a:pt x="8529" y="1429"/>
                  </a:lnTo>
                  <a:lnTo>
                    <a:pt x="8420" y="1320"/>
                  </a:lnTo>
                  <a:lnTo>
                    <a:pt x="8298" y="1211"/>
                  </a:lnTo>
                  <a:lnTo>
                    <a:pt x="8012" y="994"/>
                  </a:lnTo>
                  <a:lnTo>
                    <a:pt x="7699" y="790"/>
                  </a:lnTo>
                  <a:lnTo>
                    <a:pt x="7522" y="681"/>
                  </a:lnTo>
                  <a:lnTo>
                    <a:pt x="7332" y="586"/>
                  </a:lnTo>
                  <a:lnTo>
                    <a:pt x="7141" y="504"/>
                  </a:lnTo>
                  <a:lnTo>
                    <a:pt x="6937" y="409"/>
                  </a:lnTo>
                  <a:lnTo>
                    <a:pt x="6733" y="341"/>
                  </a:lnTo>
                  <a:lnTo>
                    <a:pt x="6502" y="259"/>
                  </a:lnTo>
                  <a:lnTo>
                    <a:pt x="6284" y="205"/>
                  </a:lnTo>
                  <a:lnTo>
                    <a:pt x="6040" y="137"/>
                  </a:lnTo>
                  <a:lnTo>
                    <a:pt x="5808" y="96"/>
                  </a:lnTo>
                  <a:lnTo>
                    <a:pt x="5550" y="55"/>
                  </a:lnTo>
                  <a:lnTo>
                    <a:pt x="5305" y="28"/>
                  </a:lnTo>
                  <a:lnTo>
                    <a:pt x="5033" y="14"/>
                  </a:lnTo>
                  <a:lnTo>
                    <a:pt x="4775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28"/>
            <p:cNvSpPr/>
            <p:nvPr/>
          </p:nvSpPr>
          <p:spPr>
            <a:xfrm>
              <a:off x="4468833" y="2988536"/>
              <a:ext cx="84963" cy="84963"/>
            </a:xfrm>
            <a:custGeom>
              <a:avLst/>
              <a:gdLst/>
              <a:ahLst/>
              <a:cxnLst/>
              <a:rect l="l" t="t" r="r" b="b"/>
              <a:pathLst>
                <a:path w="2885" h="2885" extrusionOk="0">
                  <a:moveTo>
                    <a:pt x="1565" y="178"/>
                  </a:moveTo>
                  <a:lnTo>
                    <a:pt x="1701" y="205"/>
                  </a:lnTo>
                  <a:lnTo>
                    <a:pt x="1823" y="232"/>
                  </a:lnTo>
                  <a:lnTo>
                    <a:pt x="1932" y="273"/>
                  </a:lnTo>
                  <a:lnTo>
                    <a:pt x="2041" y="327"/>
                  </a:lnTo>
                  <a:lnTo>
                    <a:pt x="2150" y="395"/>
                  </a:lnTo>
                  <a:lnTo>
                    <a:pt x="2245" y="463"/>
                  </a:lnTo>
                  <a:lnTo>
                    <a:pt x="2340" y="545"/>
                  </a:lnTo>
                  <a:lnTo>
                    <a:pt x="2422" y="640"/>
                  </a:lnTo>
                  <a:lnTo>
                    <a:pt x="2490" y="735"/>
                  </a:lnTo>
                  <a:lnTo>
                    <a:pt x="2558" y="830"/>
                  </a:lnTo>
                  <a:lnTo>
                    <a:pt x="2612" y="953"/>
                  </a:lnTo>
                  <a:lnTo>
                    <a:pt x="2653" y="1062"/>
                  </a:lnTo>
                  <a:lnTo>
                    <a:pt x="2680" y="1184"/>
                  </a:lnTo>
                  <a:lnTo>
                    <a:pt x="2707" y="1307"/>
                  </a:lnTo>
                  <a:lnTo>
                    <a:pt x="2707" y="1443"/>
                  </a:lnTo>
                  <a:lnTo>
                    <a:pt x="2707" y="1565"/>
                  </a:lnTo>
                  <a:lnTo>
                    <a:pt x="2680" y="1701"/>
                  </a:lnTo>
                  <a:lnTo>
                    <a:pt x="2653" y="1823"/>
                  </a:lnTo>
                  <a:lnTo>
                    <a:pt x="2612" y="1932"/>
                  </a:lnTo>
                  <a:lnTo>
                    <a:pt x="2558" y="2041"/>
                  </a:lnTo>
                  <a:lnTo>
                    <a:pt x="2490" y="2150"/>
                  </a:lnTo>
                  <a:lnTo>
                    <a:pt x="2422" y="2245"/>
                  </a:lnTo>
                  <a:lnTo>
                    <a:pt x="2340" y="2340"/>
                  </a:lnTo>
                  <a:lnTo>
                    <a:pt x="2245" y="2422"/>
                  </a:lnTo>
                  <a:lnTo>
                    <a:pt x="2150" y="2490"/>
                  </a:lnTo>
                  <a:lnTo>
                    <a:pt x="2041" y="2558"/>
                  </a:lnTo>
                  <a:lnTo>
                    <a:pt x="1932" y="2612"/>
                  </a:lnTo>
                  <a:lnTo>
                    <a:pt x="1823" y="2653"/>
                  </a:lnTo>
                  <a:lnTo>
                    <a:pt x="1701" y="2680"/>
                  </a:lnTo>
                  <a:lnTo>
                    <a:pt x="1565" y="2708"/>
                  </a:lnTo>
                  <a:lnTo>
                    <a:pt x="1306" y="2708"/>
                  </a:lnTo>
                  <a:lnTo>
                    <a:pt x="1184" y="2680"/>
                  </a:lnTo>
                  <a:lnTo>
                    <a:pt x="1061" y="2653"/>
                  </a:lnTo>
                  <a:lnTo>
                    <a:pt x="953" y="2612"/>
                  </a:lnTo>
                  <a:lnTo>
                    <a:pt x="830" y="2558"/>
                  </a:lnTo>
                  <a:lnTo>
                    <a:pt x="735" y="2490"/>
                  </a:lnTo>
                  <a:lnTo>
                    <a:pt x="640" y="2422"/>
                  </a:lnTo>
                  <a:lnTo>
                    <a:pt x="545" y="2340"/>
                  </a:lnTo>
                  <a:lnTo>
                    <a:pt x="463" y="2245"/>
                  </a:lnTo>
                  <a:lnTo>
                    <a:pt x="395" y="2150"/>
                  </a:lnTo>
                  <a:lnTo>
                    <a:pt x="327" y="2041"/>
                  </a:lnTo>
                  <a:lnTo>
                    <a:pt x="272" y="1932"/>
                  </a:lnTo>
                  <a:lnTo>
                    <a:pt x="232" y="1823"/>
                  </a:lnTo>
                  <a:lnTo>
                    <a:pt x="191" y="1701"/>
                  </a:lnTo>
                  <a:lnTo>
                    <a:pt x="177" y="1565"/>
                  </a:lnTo>
                  <a:lnTo>
                    <a:pt x="177" y="1443"/>
                  </a:lnTo>
                  <a:lnTo>
                    <a:pt x="177" y="1307"/>
                  </a:lnTo>
                  <a:lnTo>
                    <a:pt x="191" y="1184"/>
                  </a:lnTo>
                  <a:lnTo>
                    <a:pt x="232" y="1062"/>
                  </a:lnTo>
                  <a:lnTo>
                    <a:pt x="272" y="953"/>
                  </a:lnTo>
                  <a:lnTo>
                    <a:pt x="327" y="830"/>
                  </a:lnTo>
                  <a:lnTo>
                    <a:pt x="395" y="735"/>
                  </a:lnTo>
                  <a:lnTo>
                    <a:pt x="463" y="640"/>
                  </a:lnTo>
                  <a:lnTo>
                    <a:pt x="545" y="545"/>
                  </a:lnTo>
                  <a:lnTo>
                    <a:pt x="640" y="463"/>
                  </a:lnTo>
                  <a:lnTo>
                    <a:pt x="735" y="395"/>
                  </a:lnTo>
                  <a:lnTo>
                    <a:pt x="830" y="327"/>
                  </a:lnTo>
                  <a:lnTo>
                    <a:pt x="953" y="273"/>
                  </a:lnTo>
                  <a:lnTo>
                    <a:pt x="1061" y="232"/>
                  </a:lnTo>
                  <a:lnTo>
                    <a:pt x="1184" y="205"/>
                  </a:lnTo>
                  <a:lnTo>
                    <a:pt x="1306" y="178"/>
                  </a:lnTo>
                  <a:close/>
                  <a:moveTo>
                    <a:pt x="1293" y="1"/>
                  </a:moveTo>
                  <a:lnTo>
                    <a:pt x="1143" y="28"/>
                  </a:lnTo>
                  <a:lnTo>
                    <a:pt x="1007" y="55"/>
                  </a:lnTo>
                  <a:lnTo>
                    <a:pt x="871" y="109"/>
                  </a:lnTo>
                  <a:lnTo>
                    <a:pt x="749" y="164"/>
                  </a:lnTo>
                  <a:lnTo>
                    <a:pt x="626" y="246"/>
                  </a:lnTo>
                  <a:lnTo>
                    <a:pt x="517" y="327"/>
                  </a:lnTo>
                  <a:lnTo>
                    <a:pt x="422" y="422"/>
                  </a:lnTo>
                  <a:lnTo>
                    <a:pt x="327" y="518"/>
                  </a:lnTo>
                  <a:lnTo>
                    <a:pt x="245" y="640"/>
                  </a:lnTo>
                  <a:lnTo>
                    <a:pt x="164" y="749"/>
                  </a:lnTo>
                  <a:lnTo>
                    <a:pt x="109" y="885"/>
                  </a:lnTo>
                  <a:lnTo>
                    <a:pt x="55" y="1007"/>
                  </a:lnTo>
                  <a:lnTo>
                    <a:pt x="28" y="1143"/>
                  </a:lnTo>
                  <a:lnTo>
                    <a:pt x="0" y="1293"/>
                  </a:lnTo>
                  <a:lnTo>
                    <a:pt x="0" y="1443"/>
                  </a:lnTo>
                  <a:lnTo>
                    <a:pt x="0" y="1592"/>
                  </a:lnTo>
                  <a:lnTo>
                    <a:pt x="28" y="1728"/>
                  </a:lnTo>
                  <a:lnTo>
                    <a:pt x="55" y="1864"/>
                  </a:lnTo>
                  <a:lnTo>
                    <a:pt x="109" y="2000"/>
                  </a:lnTo>
                  <a:lnTo>
                    <a:pt x="164" y="2123"/>
                  </a:lnTo>
                  <a:lnTo>
                    <a:pt x="245" y="2245"/>
                  </a:lnTo>
                  <a:lnTo>
                    <a:pt x="327" y="2354"/>
                  </a:lnTo>
                  <a:lnTo>
                    <a:pt x="422" y="2463"/>
                  </a:lnTo>
                  <a:lnTo>
                    <a:pt x="517" y="2558"/>
                  </a:lnTo>
                  <a:lnTo>
                    <a:pt x="626" y="2640"/>
                  </a:lnTo>
                  <a:lnTo>
                    <a:pt x="749" y="2708"/>
                  </a:lnTo>
                  <a:lnTo>
                    <a:pt x="871" y="2776"/>
                  </a:lnTo>
                  <a:lnTo>
                    <a:pt x="1007" y="2816"/>
                  </a:lnTo>
                  <a:lnTo>
                    <a:pt x="1143" y="2857"/>
                  </a:lnTo>
                  <a:lnTo>
                    <a:pt x="1293" y="2884"/>
                  </a:lnTo>
                  <a:lnTo>
                    <a:pt x="1592" y="2884"/>
                  </a:lnTo>
                  <a:lnTo>
                    <a:pt x="1728" y="2857"/>
                  </a:lnTo>
                  <a:lnTo>
                    <a:pt x="1864" y="2816"/>
                  </a:lnTo>
                  <a:lnTo>
                    <a:pt x="2000" y="2776"/>
                  </a:lnTo>
                  <a:lnTo>
                    <a:pt x="2122" y="2708"/>
                  </a:lnTo>
                  <a:lnTo>
                    <a:pt x="2245" y="2640"/>
                  </a:lnTo>
                  <a:lnTo>
                    <a:pt x="2354" y="2558"/>
                  </a:lnTo>
                  <a:lnTo>
                    <a:pt x="2462" y="2463"/>
                  </a:lnTo>
                  <a:lnTo>
                    <a:pt x="2558" y="2354"/>
                  </a:lnTo>
                  <a:lnTo>
                    <a:pt x="2639" y="2245"/>
                  </a:lnTo>
                  <a:lnTo>
                    <a:pt x="2707" y="2123"/>
                  </a:lnTo>
                  <a:lnTo>
                    <a:pt x="2775" y="2000"/>
                  </a:lnTo>
                  <a:lnTo>
                    <a:pt x="2816" y="1864"/>
                  </a:lnTo>
                  <a:lnTo>
                    <a:pt x="2857" y="1728"/>
                  </a:lnTo>
                  <a:lnTo>
                    <a:pt x="2871" y="1592"/>
                  </a:lnTo>
                  <a:lnTo>
                    <a:pt x="2884" y="1443"/>
                  </a:lnTo>
                  <a:lnTo>
                    <a:pt x="2871" y="1293"/>
                  </a:lnTo>
                  <a:lnTo>
                    <a:pt x="2857" y="1143"/>
                  </a:lnTo>
                  <a:lnTo>
                    <a:pt x="2816" y="1007"/>
                  </a:lnTo>
                  <a:lnTo>
                    <a:pt x="2775" y="885"/>
                  </a:lnTo>
                  <a:lnTo>
                    <a:pt x="2707" y="749"/>
                  </a:lnTo>
                  <a:lnTo>
                    <a:pt x="2639" y="640"/>
                  </a:lnTo>
                  <a:lnTo>
                    <a:pt x="2558" y="518"/>
                  </a:lnTo>
                  <a:lnTo>
                    <a:pt x="2462" y="422"/>
                  </a:lnTo>
                  <a:lnTo>
                    <a:pt x="2354" y="327"/>
                  </a:lnTo>
                  <a:lnTo>
                    <a:pt x="2245" y="246"/>
                  </a:lnTo>
                  <a:lnTo>
                    <a:pt x="2122" y="164"/>
                  </a:lnTo>
                  <a:lnTo>
                    <a:pt x="2000" y="109"/>
                  </a:lnTo>
                  <a:lnTo>
                    <a:pt x="1864" y="55"/>
                  </a:lnTo>
                  <a:lnTo>
                    <a:pt x="1728" y="28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28"/>
            <p:cNvSpPr/>
            <p:nvPr/>
          </p:nvSpPr>
          <p:spPr>
            <a:xfrm>
              <a:off x="4568582" y="2988536"/>
              <a:ext cx="84963" cy="84963"/>
            </a:xfrm>
            <a:custGeom>
              <a:avLst/>
              <a:gdLst/>
              <a:ahLst/>
              <a:cxnLst/>
              <a:rect l="l" t="t" r="r" b="b"/>
              <a:pathLst>
                <a:path w="2885" h="2885" extrusionOk="0">
                  <a:moveTo>
                    <a:pt x="1565" y="178"/>
                  </a:moveTo>
                  <a:lnTo>
                    <a:pt x="1701" y="205"/>
                  </a:lnTo>
                  <a:lnTo>
                    <a:pt x="1823" y="232"/>
                  </a:lnTo>
                  <a:lnTo>
                    <a:pt x="1932" y="273"/>
                  </a:lnTo>
                  <a:lnTo>
                    <a:pt x="2041" y="327"/>
                  </a:lnTo>
                  <a:lnTo>
                    <a:pt x="2150" y="395"/>
                  </a:lnTo>
                  <a:lnTo>
                    <a:pt x="2245" y="463"/>
                  </a:lnTo>
                  <a:lnTo>
                    <a:pt x="2340" y="545"/>
                  </a:lnTo>
                  <a:lnTo>
                    <a:pt x="2422" y="640"/>
                  </a:lnTo>
                  <a:lnTo>
                    <a:pt x="2490" y="735"/>
                  </a:lnTo>
                  <a:lnTo>
                    <a:pt x="2558" y="830"/>
                  </a:lnTo>
                  <a:lnTo>
                    <a:pt x="2612" y="953"/>
                  </a:lnTo>
                  <a:lnTo>
                    <a:pt x="2653" y="1062"/>
                  </a:lnTo>
                  <a:lnTo>
                    <a:pt x="2680" y="1184"/>
                  </a:lnTo>
                  <a:lnTo>
                    <a:pt x="2707" y="1307"/>
                  </a:lnTo>
                  <a:lnTo>
                    <a:pt x="2707" y="1443"/>
                  </a:lnTo>
                  <a:lnTo>
                    <a:pt x="2707" y="1565"/>
                  </a:lnTo>
                  <a:lnTo>
                    <a:pt x="2680" y="1701"/>
                  </a:lnTo>
                  <a:lnTo>
                    <a:pt x="2653" y="1823"/>
                  </a:lnTo>
                  <a:lnTo>
                    <a:pt x="2612" y="1932"/>
                  </a:lnTo>
                  <a:lnTo>
                    <a:pt x="2558" y="2041"/>
                  </a:lnTo>
                  <a:lnTo>
                    <a:pt x="2490" y="2150"/>
                  </a:lnTo>
                  <a:lnTo>
                    <a:pt x="2422" y="2245"/>
                  </a:lnTo>
                  <a:lnTo>
                    <a:pt x="2340" y="2340"/>
                  </a:lnTo>
                  <a:lnTo>
                    <a:pt x="2245" y="2422"/>
                  </a:lnTo>
                  <a:lnTo>
                    <a:pt x="2150" y="2490"/>
                  </a:lnTo>
                  <a:lnTo>
                    <a:pt x="2041" y="2558"/>
                  </a:lnTo>
                  <a:lnTo>
                    <a:pt x="1932" y="2612"/>
                  </a:lnTo>
                  <a:lnTo>
                    <a:pt x="1823" y="2653"/>
                  </a:lnTo>
                  <a:lnTo>
                    <a:pt x="1701" y="2680"/>
                  </a:lnTo>
                  <a:lnTo>
                    <a:pt x="1565" y="2708"/>
                  </a:lnTo>
                  <a:lnTo>
                    <a:pt x="1306" y="2708"/>
                  </a:lnTo>
                  <a:lnTo>
                    <a:pt x="1184" y="2680"/>
                  </a:lnTo>
                  <a:lnTo>
                    <a:pt x="1061" y="2653"/>
                  </a:lnTo>
                  <a:lnTo>
                    <a:pt x="953" y="2612"/>
                  </a:lnTo>
                  <a:lnTo>
                    <a:pt x="844" y="2558"/>
                  </a:lnTo>
                  <a:lnTo>
                    <a:pt x="735" y="2490"/>
                  </a:lnTo>
                  <a:lnTo>
                    <a:pt x="640" y="2422"/>
                  </a:lnTo>
                  <a:lnTo>
                    <a:pt x="545" y="2340"/>
                  </a:lnTo>
                  <a:lnTo>
                    <a:pt x="463" y="2245"/>
                  </a:lnTo>
                  <a:lnTo>
                    <a:pt x="395" y="2150"/>
                  </a:lnTo>
                  <a:lnTo>
                    <a:pt x="327" y="2041"/>
                  </a:lnTo>
                  <a:lnTo>
                    <a:pt x="273" y="1932"/>
                  </a:lnTo>
                  <a:lnTo>
                    <a:pt x="232" y="1823"/>
                  </a:lnTo>
                  <a:lnTo>
                    <a:pt x="205" y="1701"/>
                  </a:lnTo>
                  <a:lnTo>
                    <a:pt x="177" y="1565"/>
                  </a:lnTo>
                  <a:lnTo>
                    <a:pt x="177" y="1443"/>
                  </a:lnTo>
                  <a:lnTo>
                    <a:pt x="177" y="1307"/>
                  </a:lnTo>
                  <a:lnTo>
                    <a:pt x="205" y="1184"/>
                  </a:lnTo>
                  <a:lnTo>
                    <a:pt x="232" y="1062"/>
                  </a:lnTo>
                  <a:lnTo>
                    <a:pt x="273" y="953"/>
                  </a:lnTo>
                  <a:lnTo>
                    <a:pt x="327" y="830"/>
                  </a:lnTo>
                  <a:lnTo>
                    <a:pt x="395" y="735"/>
                  </a:lnTo>
                  <a:lnTo>
                    <a:pt x="463" y="640"/>
                  </a:lnTo>
                  <a:lnTo>
                    <a:pt x="545" y="545"/>
                  </a:lnTo>
                  <a:lnTo>
                    <a:pt x="640" y="463"/>
                  </a:lnTo>
                  <a:lnTo>
                    <a:pt x="735" y="395"/>
                  </a:lnTo>
                  <a:lnTo>
                    <a:pt x="844" y="327"/>
                  </a:lnTo>
                  <a:lnTo>
                    <a:pt x="953" y="273"/>
                  </a:lnTo>
                  <a:lnTo>
                    <a:pt x="1061" y="232"/>
                  </a:lnTo>
                  <a:lnTo>
                    <a:pt x="1184" y="205"/>
                  </a:lnTo>
                  <a:lnTo>
                    <a:pt x="1306" y="178"/>
                  </a:lnTo>
                  <a:close/>
                  <a:moveTo>
                    <a:pt x="1293" y="1"/>
                  </a:moveTo>
                  <a:lnTo>
                    <a:pt x="1157" y="28"/>
                  </a:lnTo>
                  <a:lnTo>
                    <a:pt x="1007" y="55"/>
                  </a:lnTo>
                  <a:lnTo>
                    <a:pt x="885" y="109"/>
                  </a:lnTo>
                  <a:lnTo>
                    <a:pt x="749" y="164"/>
                  </a:lnTo>
                  <a:lnTo>
                    <a:pt x="640" y="246"/>
                  </a:lnTo>
                  <a:lnTo>
                    <a:pt x="517" y="327"/>
                  </a:lnTo>
                  <a:lnTo>
                    <a:pt x="422" y="422"/>
                  </a:lnTo>
                  <a:lnTo>
                    <a:pt x="327" y="518"/>
                  </a:lnTo>
                  <a:lnTo>
                    <a:pt x="245" y="640"/>
                  </a:lnTo>
                  <a:lnTo>
                    <a:pt x="177" y="749"/>
                  </a:lnTo>
                  <a:lnTo>
                    <a:pt x="109" y="885"/>
                  </a:lnTo>
                  <a:lnTo>
                    <a:pt x="55" y="1007"/>
                  </a:lnTo>
                  <a:lnTo>
                    <a:pt x="28" y="1143"/>
                  </a:lnTo>
                  <a:lnTo>
                    <a:pt x="0" y="1293"/>
                  </a:lnTo>
                  <a:lnTo>
                    <a:pt x="0" y="1443"/>
                  </a:lnTo>
                  <a:lnTo>
                    <a:pt x="0" y="1592"/>
                  </a:lnTo>
                  <a:lnTo>
                    <a:pt x="28" y="1728"/>
                  </a:lnTo>
                  <a:lnTo>
                    <a:pt x="55" y="1864"/>
                  </a:lnTo>
                  <a:lnTo>
                    <a:pt x="109" y="2000"/>
                  </a:lnTo>
                  <a:lnTo>
                    <a:pt x="177" y="2123"/>
                  </a:lnTo>
                  <a:lnTo>
                    <a:pt x="245" y="2245"/>
                  </a:lnTo>
                  <a:lnTo>
                    <a:pt x="327" y="2354"/>
                  </a:lnTo>
                  <a:lnTo>
                    <a:pt x="422" y="2463"/>
                  </a:lnTo>
                  <a:lnTo>
                    <a:pt x="517" y="2558"/>
                  </a:lnTo>
                  <a:lnTo>
                    <a:pt x="640" y="2640"/>
                  </a:lnTo>
                  <a:lnTo>
                    <a:pt x="749" y="2708"/>
                  </a:lnTo>
                  <a:lnTo>
                    <a:pt x="885" y="2776"/>
                  </a:lnTo>
                  <a:lnTo>
                    <a:pt x="1007" y="2816"/>
                  </a:lnTo>
                  <a:lnTo>
                    <a:pt x="1157" y="2857"/>
                  </a:lnTo>
                  <a:lnTo>
                    <a:pt x="1293" y="2884"/>
                  </a:lnTo>
                  <a:lnTo>
                    <a:pt x="1592" y="2884"/>
                  </a:lnTo>
                  <a:lnTo>
                    <a:pt x="1728" y="2857"/>
                  </a:lnTo>
                  <a:lnTo>
                    <a:pt x="1864" y="2816"/>
                  </a:lnTo>
                  <a:lnTo>
                    <a:pt x="2000" y="2776"/>
                  </a:lnTo>
                  <a:lnTo>
                    <a:pt x="2136" y="2708"/>
                  </a:lnTo>
                  <a:lnTo>
                    <a:pt x="2245" y="2640"/>
                  </a:lnTo>
                  <a:lnTo>
                    <a:pt x="2354" y="2558"/>
                  </a:lnTo>
                  <a:lnTo>
                    <a:pt x="2463" y="2463"/>
                  </a:lnTo>
                  <a:lnTo>
                    <a:pt x="2558" y="2354"/>
                  </a:lnTo>
                  <a:lnTo>
                    <a:pt x="2639" y="2245"/>
                  </a:lnTo>
                  <a:lnTo>
                    <a:pt x="2707" y="2123"/>
                  </a:lnTo>
                  <a:lnTo>
                    <a:pt x="2775" y="2000"/>
                  </a:lnTo>
                  <a:lnTo>
                    <a:pt x="2816" y="1864"/>
                  </a:lnTo>
                  <a:lnTo>
                    <a:pt x="2857" y="1728"/>
                  </a:lnTo>
                  <a:lnTo>
                    <a:pt x="2884" y="1592"/>
                  </a:lnTo>
                  <a:lnTo>
                    <a:pt x="2884" y="1443"/>
                  </a:lnTo>
                  <a:lnTo>
                    <a:pt x="2884" y="1293"/>
                  </a:lnTo>
                  <a:lnTo>
                    <a:pt x="2857" y="1143"/>
                  </a:lnTo>
                  <a:lnTo>
                    <a:pt x="2816" y="1007"/>
                  </a:lnTo>
                  <a:lnTo>
                    <a:pt x="2775" y="885"/>
                  </a:lnTo>
                  <a:lnTo>
                    <a:pt x="2707" y="749"/>
                  </a:lnTo>
                  <a:lnTo>
                    <a:pt x="2639" y="640"/>
                  </a:lnTo>
                  <a:lnTo>
                    <a:pt x="2558" y="518"/>
                  </a:lnTo>
                  <a:lnTo>
                    <a:pt x="2463" y="422"/>
                  </a:lnTo>
                  <a:lnTo>
                    <a:pt x="2354" y="327"/>
                  </a:lnTo>
                  <a:lnTo>
                    <a:pt x="2245" y="246"/>
                  </a:lnTo>
                  <a:lnTo>
                    <a:pt x="2136" y="164"/>
                  </a:lnTo>
                  <a:lnTo>
                    <a:pt x="2000" y="109"/>
                  </a:lnTo>
                  <a:lnTo>
                    <a:pt x="1864" y="55"/>
                  </a:lnTo>
                  <a:lnTo>
                    <a:pt x="1728" y="28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28"/>
            <p:cNvSpPr/>
            <p:nvPr/>
          </p:nvSpPr>
          <p:spPr>
            <a:xfrm>
              <a:off x="4548556" y="3024995"/>
              <a:ext cx="25268" cy="8452"/>
            </a:xfrm>
            <a:custGeom>
              <a:avLst/>
              <a:gdLst/>
              <a:ahLst/>
              <a:cxnLst/>
              <a:rect l="l" t="t" r="r" b="b"/>
              <a:pathLst>
                <a:path w="858" h="287" extrusionOk="0">
                  <a:moveTo>
                    <a:pt x="381" y="1"/>
                  </a:moveTo>
                  <a:lnTo>
                    <a:pt x="286" y="14"/>
                  </a:lnTo>
                  <a:lnTo>
                    <a:pt x="191" y="55"/>
                  </a:lnTo>
                  <a:lnTo>
                    <a:pt x="109" y="96"/>
                  </a:lnTo>
                  <a:lnTo>
                    <a:pt x="41" y="137"/>
                  </a:lnTo>
                  <a:lnTo>
                    <a:pt x="14" y="150"/>
                  </a:lnTo>
                  <a:lnTo>
                    <a:pt x="0" y="191"/>
                  </a:lnTo>
                  <a:lnTo>
                    <a:pt x="0" y="218"/>
                  </a:lnTo>
                  <a:lnTo>
                    <a:pt x="14" y="259"/>
                  </a:lnTo>
                  <a:lnTo>
                    <a:pt x="55" y="286"/>
                  </a:lnTo>
                  <a:lnTo>
                    <a:pt x="109" y="286"/>
                  </a:lnTo>
                  <a:lnTo>
                    <a:pt x="136" y="273"/>
                  </a:lnTo>
                  <a:lnTo>
                    <a:pt x="191" y="245"/>
                  </a:lnTo>
                  <a:lnTo>
                    <a:pt x="259" y="218"/>
                  </a:lnTo>
                  <a:lnTo>
                    <a:pt x="340" y="191"/>
                  </a:lnTo>
                  <a:lnTo>
                    <a:pt x="422" y="177"/>
                  </a:lnTo>
                  <a:lnTo>
                    <a:pt x="517" y="177"/>
                  </a:lnTo>
                  <a:lnTo>
                    <a:pt x="612" y="205"/>
                  </a:lnTo>
                  <a:lnTo>
                    <a:pt x="653" y="232"/>
                  </a:lnTo>
                  <a:lnTo>
                    <a:pt x="708" y="273"/>
                  </a:lnTo>
                  <a:lnTo>
                    <a:pt x="735" y="286"/>
                  </a:lnTo>
                  <a:lnTo>
                    <a:pt x="803" y="286"/>
                  </a:lnTo>
                  <a:lnTo>
                    <a:pt x="830" y="259"/>
                  </a:lnTo>
                  <a:lnTo>
                    <a:pt x="844" y="232"/>
                  </a:lnTo>
                  <a:lnTo>
                    <a:pt x="857" y="205"/>
                  </a:lnTo>
                  <a:lnTo>
                    <a:pt x="844" y="164"/>
                  </a:lnTo>
                  <a:lnTo>
                    <a:pt x="830" y="137"/>
                  </a:lnTo>
                  <a:lnTo>
                    <a:pt x="721" y="55"/>
                  </a:lnTo>
                  <a:lnTo>
                    <a:pt x="612" y="14"/>
                  </a:lnTo>
                  <a:lnTo>
                    <a:pt x="5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8"/>
            <p:cNvSpPr/>
            <p:nvPr/>
          </p:nvSpPr>
          <p:spPr>
            <a:xfrm>
              <a:off x="4648305" y="2998166"/>
              <a:ext cx="42496" cy="26446"/>
            </a:xfrm>
            <a:custGeom>
              <a:avLst/>
              <a:gdLst/>
              <a:ahLst/>
              <a:cxnLst/>
              <a:rect l="l" t="t" r="r" b="b"/>
              <a:pathLst>
                <a:path w="1443" h="898" extrusionOk="0">
                  <a:moveTo>
                    <a:pt x="1238" y="0"/>
                  </a:moveTo>
                  <a:lnTo>
                    <a:pt x="1116" y="14"/>
                  </a:lnTo>
                  <a:lnTo>
                    <a:pt x="980" y="41"/>
                  </a:lnTo>
                  <a:lnTo>
                    <a:pt x="871" y="95"/>
                  </a:lnTo>
                  <a:lnTo>
                    <a:pt x="749" y="150"/>
                  </a:lnTo>
                  <a:lnTo>
                    <a:pt x="640" y="204"/>
                  </a:lnTo>
                  <a:lnTo>
                    <a:pt x="436" y="340"/>
                  </a:lnTo>
                  <a:lnTo>
                    <a:pt x="272" y="490"/>
                  </a:lnTo>
                  <a:lnTo>
                    <a:pt x="150" y="612"/>
                  </a:lnTo>
                  <a:lnTo>
                    <a:pt x="28" y="762"/>
                  </a:lnTo>
                  <a:lnTo>
                    <a:pt x="0" y="789"/>
                  </a:lnTo>
                  <a:lnTo>
                    <a:pt x="0" y="816"/>
                  </a:lnTo>
                  <a:lnTo>
                    <a:pt x="14" y="857"/>
                  </a:lnTo>
                  <a:lnTo>
                    <a:pt x="41" y="884"/>
                  </a:lnTo>
                  <a:lnTo>
                    <a:pt x="68" y="898"/>
                  </a:lnTo>
                  <a:lnTo>
                    <a:pt x="123" y="898"/>
                  </a:lnTo>
                  <a:lnTo>
                    <a:pt x="164" y="871"/>
                  </a:lnTo>
                  <a:lnTo>
                    <a:pt x="259" y="748"/>
                  </a:lnTo>
                  <a:lnTo>
                    <a:pt x="381" y="626"/>
                  </a:lnTo>
                  <a:lnTo>
                    <a:pt x="531" y="503"/>
                  </a:lnTo>
                  <a:lnTo>
                    <a:pt x="708" y="367"/>
                  </a:lnTo>
                  <a:lnTo>
                    <a:pt x="803" y="313"/>
                  </a:lnTo>
                  <a:lnTo>
                    <a:pt x="912" y="259"/>
                  </a:lnTo>
                  <a:lnTo>
                    <a:pt x="1021" y="218"/>
                  </a:lnTo>
                  <a:lnTo>
                    <a:pt x="1129" y="191"/>
                  </a:lnTo>
                  <a:lnTo>
                    <a:pt x="1238" y="177"/>
                  </a:lnTo>
                  <a:lnTo>
                    <a:pt x="1388" y="177"/>
                  </a:lnTo>
                  <a:lnTo>
                    <a:pt x="1415" y="163"/>
                  </a:lnTo>
                  <a:lnTo>
                    <a:pt x="1442" y="136"/>
                  </a:lnTo>
                  <a:lnTo>
                    <a:pt x="1442" y="95"/>
                  </a:lnTo>
                  <a:lnTo>
                    <a:pt x="1442" y="68"/>
                  </a:lnTo>
                  <a:lnTo>
                    <a:pt x="1429" y="41"/>
                  </a:lnTo>
                  <a:lnTo>
                    <a:pt x="1401" y="14"/>
                  </a:lnTo>
                  <a:lnTo>
                    <a:pt x="1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8"/>
            <p:cNvSpPr/>
            <p:nvPr/>
          </p:nvSpPr>
          <p:spPr>
            <a:xfrm>
              <a:off x="4423950" y="2998166"/>
              <a:ext cx="50919" cy="26446"/>
            </a:xfrm>
            <a:custGeom>
              <a:avLst/>
              <a:gdLst/>
              <a:ahLst/>
              <a:cxnLst/>
              <a:rect l="l" t="t" r="r" b="b"/>
              <a:pathLst>
                <a:path w="1729" h="898" extrusionOk="0">
                  <a:moveTo>
                    <a:pt x="55" y="0"/>
                  </a:moveTo>
                  <a:lnTo>
                    <a:pt x="28" y="27"/>
                  </a:lnTo>
                  <a:lnTo>
                    <a:pt x="15" y="55"/>
                  </a:lnTo>
                  <a:lnTo>
                    <a:pt x="1" y="82"/>
                  </a:lnTo>
                  <a:lnTo>
                    <a:pt x="15" y="123"/>
                  </a:lnTo>
                  <a:lnTo>
                    <a:pt x="28" y="150"/>
                  </a:lnTo>
                  <a:lnTo>
                    <a:pt x="55" y="163"/>
                  </a:lnTo>
                  <a:lnTo>
                    <a:pt x="96" y="177"/>
                  </a:lnTo>
                  <a:lnTo>
                    <a:pt x="246" y="191"/>
                  </a:lnTo>
                  <a:lnTo>
                    <a:pt x="395" y="204"/>
                  </a:lnTo>
                  <a:lnTo>
                    <a:pt x="545" y="245"/>
                  </a:lnTo>
                  <a:lnTo>
                    <a:pt x="681" y="286"/>
                  </a:lnTo>
                  <a:lnTo>
                    <a:pt x="803" y="340"/>
                  </a:lnTo>
                  <a:lnTo>
                    <a:pt x="926" y="395"/>
                  </a:lnTo>
                  <a:lnTo>
                    <a:pt x="1144" y="517"/>
                  </a:lnTo>
                  <a:lnTo>
                    <a:pt x="1320" y="653"/>
                  </a:lnTo>
                  <a:lnTo>
                    <a:pt x="1456" y="762"/>
                  </a:lnTo>
                  <a:lnTo>
                    <a:pt x="1579" y="871"/>
                  </a:lnTo>
                  <a:lnTo>
                    <a:pt x="1606" y="898"/>
                  </a:lnTo>
                  <a:lnTo>
                    <a:pt x="1674" y="898"/>
                  </a:lnTo>
                  <a:lnTo>
                    <a:pt x="1701" y="871"/>
                  </a:lnTo>
                  <a:lnTo>
                    <a:pt x="1715" y="843"/>
                  </a:lnTo>
                  <a:lnTo>
                    <a:pt x="1728" y="816"/>
                  </a:lnTo>
                  <a:lnTo>
                    <a:pt x="1728" y="775"/>
                  </a:lnTo>
                  <a:lnTo>
                    <a:pt x="1701" y="748"/>
                  </a:lnTo>
                  <a:lnTo>
                    <a:pt x="1565" y="626"/>
                  </a:lnTo>
                  <a:lnTo>
                    <a:pt x="1416" y="503"/>
                  </a:lnTo>
                  <a:lnTo>
                    <a:pt x="1225" y="367"/>
                  </a:lnTo>
                  <a:lnTo>
                    <a:pt x="994" y="231"/>
                  </a:lnTo>
                  <a:lnTo>
                    <a:pt x="871" y="163"/>
                  </a:lnTo>
                  <a:lnTo>
                    <a:pt x="722" y="109"/>
                  </a:lnTo>
                  <a:lnTo>
                    <a:pt x="586" y="68"/>
                  </a:lnTo>
                  <a:lnTo>
                    <a:pt x="423" y="27"/>
                  </a:lnTo>
                  <a:lnTo>
                    <a:pt x="273" y="14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8"/>
            <p:cNvSpPr/>
            <p:nvPr/>
          </p:nvSpPr>
          <p:spPr>
            <a:xfrm>
              <a:off x="4069424" y="3259333"/>
              <a:ext cx="410651" cy="1028365"/>
            </a:xfrm>
            <a:custGeom>
              <a:avLst/>
              <a:gdLst/>
              <a:ahLst/>
              <a:cxnLst/>
              <a:rect l="l" t="t" r="r" b="b"/>
              <a:pathLst>
                <a:path w="13944" h="34919" extrusionOk="0">
                  <a:moveTo>
                    <a:pt x="8774" y="1"/>
                  </a:moveTo>
                  <a:lnTo>
                    <a:pt x="8597" y="15"/>
                  </a:lnTo>
                  <a:lnTo>
                    <a:pt x="8421" y="42"/>
                  </a:lnTo>
                  <a:lnTo>
                    <a:pt x="8257" y="69"/>
                  </a:lnTo>
                  <a:lnTo>
                    <a:pt x="8081" y="110"/>
                  </a:lnTo>
                  <a:lnTo>
                    <a:pt x="7917" y="151"/>
                  </a:lnTo>
                  <a:lnTo>
                    <a:pt x="7754" y="205"/>
                  </a:lnTo>
                  <a:lnTo>
                    <a:pt x="7591" y="273"/>
                  </a:lnTo>
                  <a:lnTo>
                    <a:pt x="7441" y="341"/>
                  </a:lnTo>
                  <a:lnTo>
                    <a:pt x="7278" y="423"/>
                  </a:lnTo>
                  <a:lnTo>
                    <a:pt x="7128" y="504"/>
                  </a:lnTo>
                  <a:lnTo>
                    <a:pt x="6992" y="599"/>
                  </a:lnTo>
                  <a:lnTo>
                    <a:pt x="6843" y="695"/>
                  </a:lnTo>
                  <a:lnTo>
                    <a:pt x="6707" y="804"/>
                  </a:lnTo>
                  <a:lnTo>
                    <a:pt x="6571" y="912"/>
                  </a:lnTo>
                  <a:lnTo>
                    <a:pt x="6448" y="1035"/>
                  </a:lnTo>
                  <a:lnTo>
                    <a:pt x="6326" y="1157"/>
                  </a:lnTo>
                  <a:lnTo>
                    <a:pt x="6203" y="1293"/>
                  </a:lnTo>
                  <a:lnTo>
                    <a:pt x="6095" y="1429"/>
                  </a:lnTo>
                  <a:lnTo>
                    <a:pt x="5986" y="1579"/>
                  </a:lnTo>
                  <a:lnTo>
                    <a:pt x="5891" y="1728"/>
                  </a:lnTo>
                  <a:lnTo>
                    <a:pt x="5809" y="1878"/>
                  </a:lnTo>
                  <a:lnTo>
                    <a:pt x="5727" y="2041"/>
                  </a:lnTo>
                  <a:lnTo>
                    <a:pt x="5646" y="2218"/>
                  </a:lnTo>
                  <a:lnTo>
                    <a:pt x="5428" y="2735"/>
                  </a:lnTo>
                  <a:lnTo>
                    <a:pt x="5224" y="3238"/>
                  </a:lnTo>
                  <a:lnTo>
                    <a:pt x="4830" y="4245"/>
                  </a:lnTo>
                  <a:lnTo>
                    <a:pt x="4435" y="5238"/>
                  </a:lnTo>
                  <a:lnTo>
                    <a:pt x="4054" y="6245"/>
                  </a:lnTo>
                  <a:lnTo>
                    <a:pt x="3687" y="7251"/>
                  </a:lnTo>
                  <a:lnTo>
                    <a:pt x="3320" y="8271"/>
                  </a:lnTo>
                  <a:lnTo>
                    <a:pt x="2966" y="9278"/>
                  </a:lnTo>
                  <a:lnTo>
                    <a:pt x="2612" y="10298"/>
                  </a:lnTo>
                  <a:lnTo>
                    <a:pt x="2272" y="11332"/>
                  </a:lnTo>
                  <a:lnTo>
                    <a:pt x="1946" y="12366"/>
                  </a:lnTo>
                  <a:lnTo>
                    <a:pt x="1633" y="13399"/>
                  </a:lnTo>
                  <a:lnTo>
                    <a:pt x="1334" y="14460"/>
                  </a:lnTo>
                  <a:lnTo>
                    <a:pt x="1034" y="15521"/>
                  </a:lnTo>
                  <a:lnTo>
                    <a:pt x="762" y="16596"/>
                  </a:lnTo>
                  <a:lnTo>
                    <a:pt x="518" y="17684"/>
                  </a:lnTo>
                  <a:lnTo>
                    <a:pt x="300" y="18800"/>
                  </a:lnTo>
                  <a:lnTo>
                    <a:pt x="191" y="19371"/>
                  </a:lnTo>
                  <a:lnTo>
                    <a:pt x="96" y="19942"/>
                  </a:lnTo>
                  <a:lnTo>
                    <a:pt x="55" y="20337"/>
                  </a:lnTo>
                  <a:lnTo>
                    <a:pt x="14" y="20745"/>
                  </a:lnTo>
                  <a:lnTo>
                    <a:pt x="1" y="21139"/>
                  </a:lnTo>
                  <a:lnTo>
                    <a:pt x="14" y="21534"/>
                  </a:lnTo>
                  <a:lnTo>
                    <a:pt x="28" y="21915"/>
                  </a:lnTo>
                  <a:lnTo>
                    <a:pt x="69" y="22309"/>
                  </a:lnTo>
                  <a:lnTo>
                    <a:pt x="123" y="22676"/>
                  </a:lnTo>
                  <a:lnTo>
                    <a:pt x="191" y="23057"/>
                  </a:lnTo>
                  <a:lnTo>
                    <a:pt x="273" y="23411"/>
                  </a:lnTo>
                  <a:lnTo>
                    <a:pt x="368" y="23765"/>
                  </a:lnTo>
                  <a:lnTo>
                    <a:pt x="477" y="24118"/>
                  </a:lnTo>
                  <a:lnTo>
                    <a:pt x="586" y="24445"/>
                  </a:lnTo>
                  <a:lnTo>
                    <a:pt x="722" y="24771"/>
                  </a:lnTo>
                  <a:lnTo>
                    <a:pt x="858" y="25098"/>
                  </a:lnTo>
                  <a:lnTo>
                    <a:pt x="994" y="25410"/>
                  </a:lnTo>
                  <a:lnTo>
                    <a:pt x="1143" y="25710"/>
                  </a:lnTo>
                  <a:lnTo>
                    <a:pt x="1293" y="26009"/>
                  </a:lnTo>
                  <a:lnTo>
                    <a:pt x="1456" y="26295"/>
                  </a:lnTo>
                  <a:lnTo>
                    <a:pt x="1796" y="26852"/>
                  </a:lnTo>
                  <a:lnTo>
                    <a:pt x="2150" y="27369"/>
                  </a:lnTo>
                  <a:lnTo>
                    <a:pt x="2517" y="27873"/>
                  </a:lnTo>
                  <a:lnTo>
                    <a:pt x="2898" y="28362"/>
                  </a:lnTo>
                  <a:lnTo>
                    <a:pt x="3292" y="28825"/>
                  </a:lnTo>
                  <a:lnTo>
                    <a:pt x="3687" y="29274"/>
                  </a:lnTo>
                  <a:lnTo>
                    <a:pt x="4095" y="29709"/>
                  </a:lnTo>
                  <a:lnTo>
                    <a:pt x="4517" y="30117"/>
                  </a:lnTo>
                  <a:lnTo>
                    <a:pt x="4938" y="30525"/>
                  </a:lnTo>
                  <a:lnTo>
                    <a:pt x="5360" y="30906"/>
                  </a:lnTo>
                  <a:lnTo>
                    <a:pt x="5795" y="31287"/>
                  </a:lnTo>
                  <a:lnTo>
                    <a:pt x="6231" y="31654"/>
                  </a:lnTo>
                  <a:lnTo>
                    <a:pt x="6666" y="32021"/>
                  </a:lnTo>
                  <a:lnTo>
                    <a:pt x="7115" y="32361"/>
                  </a:lnTo>
                  <a:lnTo>
                    <a:pt x="7564" y="32701"/>
                  </a:lnTo>
                  <a:lnTo>
                    <a:pt x="8026" y="33042"/>
                  </a:lnTo>
                  <a:lnTo>
                    <a:pt x="8489" y="33354"/>
                  </a:lnTo>
                  <a:lnTo>
                    <a:pt x="8951" y="33681"/>
                  </a:lnTo>
                  <a:lnTo>
                    <a:pt x="9427" y="33980"/>
                  </a:lnTo>
                  <a:lnTo>
                    <a:pt x="9903" y="34293"/>
                  </a:lnTo>
                  <a:lnTo>
                    <a:pt x="10148" y="34443"/>
                  </a:lnTo>
                  <a:lnTo>
                    <a:pt x="10434" y="34606"/>
                  </a:lnTo>
                  <a:lnTo>
                    <a:pt x="10624" y="34701"/>
                  </a:lnTo>
                  <a:lnTo>
                    <a:pt x="10828" y="34783"/>
                  </a:lnTo>
                  <a:lnTo>
                    <a:pt x="11032" y="34851"/>
                  </a:lnTo>
                  <a:lnTo>
                    <a:pt x="11250" y="34891"/>
                  </a:lnTo>
                  <a:lnTo>
                    <a:pt x="11454" y="34919"/>
                  </a:lnTo>
                  <a:lnTo>
                    <a:pt x="11672" y="34919"/>
                  </a:lnTo>
                  <a:lnTo>
                    <a:pt x="11876" y="34905"/>
                  </a:lnTo>
                  <a:lnTo>
                    <a:pt x="12093" y="34878"/>
                  </a:lnTo>
                  <a:lnTo>
                    <a:pt x="12297" y="34823"/>
                  </a:lnTo>
                  <a:lnTo>
                    <a:pt x="12501" y="34755"/>
                  </a:lnTo>
                  <a:lnTo>
                    <a:pt x="12692" y="34660"/>
                  </a:lnTo>
                  <a:lnTo>
                    <a:pt x="12869" y="34551"/>
                  </a:lnTo>
                  <a:lnTo>
                    <a:pt x="13046" y="34429"/>
                  </a:lnTo>
                  <a:lnTo>
                    <a:pt x="13222" y="34279"/>
                  </a:lnTo>
                  <a:lnTo>
                    <a:pt x="13372" y="34130"/>
                  </a:lnTo>
                  <a:lnTo>
                    <a:pt x="13508" y="33953"/>
                  </a:lnTo>
                  <a:lnTo>
                    <a:pt x="13644" y="33749"/>
                  </a:lnTo>
                  <a:lnTo>
                    <a:pt x="13739" y="33545"/>
                  </a:lnTo>
                  <a:lnTo>
                    <a:pt x="13821" y="33327"/>
                  </a:lnTo>
                  <a:lnTo>
                    <a:pt x="13889" y="33110"/>
                  </a:lnTo>
                  <a:lnTo>
                    <a:pt x="13930" y="32878"/>
                  </a:lnTo>
                  <a:lnTo>
                    <a:pt x="13943" y="32661"/>
                  </a:lnTo>
                  <a:lnTo>
                    <a:pt x="13930" y="32429"/>
                  </a:lnTo>
                  <a:lnTo>
                    <a:pt x="13916" y="32212"/>
                  </a:lnTo>
                  <a:lnTo>
                    <a:pt x="13862" y="31994"/>
                  </a:lnTo>
                  <a:lnTo>
                    <a:pt x="13794" y="31776"/>
                  </a:lnTo>
                  <a:lnTo>
                    <a:pt x="13712" y="31572"/>
                  </a:lnTo>
                  <a:lnTo>
                    <a:pt x="13603" y="31382"/>
                  </a:lnTo>
                  <a:lnTo>
                    <a:pt x="13467" y="31192"/>
                  </a:lnTo>
                  <a:lnTo>
                    <a:pt x="13318" y="31015"/>
                  </a:lnTo>
                  <a:lnTo>
                    <a:pt x="13154" y="30852"/>
                  </a:lnTo>
                  <a:lnTo>
                    <a:pt x="12964" y="30702"/>
                  </a:lnTo>
                  <a:lnTo>
                    <a:pt x="12855" y="30634"/>
                  </a:lnTo>
                  <a:lnTo>
                    <a:pt x="12501" y="30375"/>
                  </a:lnTo>
                  <a:lnTo>
                    <a:pt x="12121" y="30090"/>
                  </a:lnTo>
                  <a:lnTo>
                    <a:pt x="11740" y="29791"/>
                  </a:lnTo>
                  <a:lnTo>
                    <a:pt x="11359" y="29491"/>
                  </a:lnTo>
                  <a:lnTo>
                    <a:pt x="10624" y="28879"/>
                  </a:lnTo>
                  <a:lnTo>
                    <a:pt x="10257" y="28553"/>
                  </a:lnTo>
                  <a:lnTo>
                    <a:pt x="9903" y="28226"/>
                  </a:lnTo>
                  <a:lnTo>
                    <a:pt x="9550" y="27900"/>
                  </a:lnTo>
                  <a:lnTo>
                    <a:pt x="9210" y="27573"/>
                  </a:lnTo>
                  <a:lnTo>
                    <a:pt x="8883" y="27233"/>
                  </a:lnTo>
                  <a:lnTo>
                    <a:pt x="8557" y="26893"/>
                  </a:lnTo>
                  <a:lnTo>
                    <a:pt x="8257" y="26540"/>
                  </a:lnTo>
                  <a:lnTo>
                    <a:pt x="7958" y="26199"/>
                  </a:lnTo>
                  <a:lnTo>
                    <a:pt x="7672" y="25846"/>
                  </a:lnTo>
                  <a:lnTo>
                    <a:pt x="7400" y="25492"/>
                  </a:lnTo>
                  <a:lnTo>
                    <a:pt x="7142" y="25125"/>
                  </a:lnTo>
                  <a:lnTo>
                    <a:pt x="6897" y="24771"/>
                  </a:lnTo>
                  <a:lnTo>
                    <a:pt x="6679" y="24404"/>
                  </a:lnTo>
                  <a:lnTo>
                    <a:pt x="6475" y="24050"/>
                  </a:lnTo>
                  <a:lnTo>
                    <a:pt x="6299" y="23697"/>
                  </a:lnTo>
                  <a:lnTo>
                    <a:pt x="6135" y="23343"/>
                  </a:lnTo>
                  <a:lnTo>
                    <a:pt x="6013" y="23003"/>
                  </a:lnTo>
                  <a:lnTo>
                    <a:pt x="5904" y="22663"/>
                  </a:lnTo>
                  <a:lnTo>
                    <a:pt x="5836" y="22350"/>
                  </a:lnTo>
                  <a:lnTo>
                    <a:pt x="5782" y="22037"/>
                  </a:lnTo>
                  <a:lnTo>
                    <a:pt x="5768" y="21751"/>
                  </a:lnTo>
                  <a:lnTo>
                    <a:pt x="5768" y="21479"/>
                  </a:lnTo>
                  <a:lnTo>
                    <a:pt x="5795" y="21221"/>
                  </a:lnTo>
                  <a:lnTo>
                    <a:pt x="5850" y="20990"/>
                  </a:lnTo>
                  <a:lnTo>
                    <a:pt x="5959" y="20541"/>
                  </a:lnTo>
                  <a:lnTo>
                    <a:pt x="6081" y="20078"/>
                  </a:lnTo>
                  <a:lnTo>
                    <a:pt x="6339" y="19153"/>
                  </a:lnTo>
                  <a:lnTo>
                    <a:pt x="6625" y="18228"/>
                  </a:lnTo>
                  <a:lnTo>
                    <a:pt x="6938" y="17290"/>
                  </a:lnTo>
                  <a:lnTo>
                    <a:pt x="7264" y="16351"/>
                  </a:lnTo>
                  <a:lnTo>
                    <a:pt x="7618" y="15426"/>
                  </a:lnTo>
                  <a:lnTo>
                    <a:pt x="7985" y="14488"/>
                  </a:lnTo>
                  <a:lnTo>
                    <a:pt x="8366" y="13549"/>
                  </a:lnTo>
                  <a:lnTo>
                    <a:pt x="8747" y="12611"/>
                  </a:lnTo>
                  <a:lnTo>
                    <a:pt x="9142" y="11686"/>
                  </a:lnTo>
                  <a:lnTo>
                    <a:pt x="9550" y="10747"/>
                  </a:lnTo>
                  <a:lnTo>
                    <a:pt x="9971" y="9822"/>
                  </a:lnTo>
                  <a:lnTo>
                    <a:pt x="10393" y="8897"/>
                  </a:lnTo>
                  <a:lnTo>
                    <a:pt x="10828" y="7972"/>
                  </a:lnTo>
                  <a:lnTo>
                    <a:pt x="11264" y="7047"/>
                  </a:lnTo>
                  <a:lnTo>
                    <a:pt x="11712" y="6136"/>
                  </a:lnTo>
                  <a:lnTo>
                    <a:pt x="11944" y="5687"/>
                  </a:lnTo>
                  <a:lnTo>
                    <a:pt x="12161" y="5252"/>
                  </a:lnTo>
                  <a:lnTo>
                    <a:pt x="12175" y="5224"/>
                  </a:lnTo>
                  <a:lnTo>
                    <a:pt x="12284" y="4980"/>
                  </a:lnTo>
                  <a:lnTo>
                    <a:pt x="12352" y="4803"/>
                  </a:lnTo>
                  <a:lnTo>
                    <a:pt x="12406" y="4639"/>
                  </a:lnTo>
                  <a:lnTo>
                    <a:pt x="12461" y="4463"/>
                  </a:lnTo>
                  <a:lnTo>
                    <a:pt x="12501" y="4286"/>
                  </a:lnTo>
                  <a:lnTo>
                    <a:pt x="12529" y="4109"/>
                  </a:lnTo>
                  <a:lnTo>
                    <a:pt x="12542" y="3932"/>
                  </a:lnTo>
                  <a:lnTo>
                    <a:pt x="12556" y="3755"/>
                  </a:lnTo>
                  <a:lnTo>
                    <a:pt x="12569" y="3578"/>
                  </a:lnTo>
                  <a:lnTo>
                    <a:pt x="12556" y="3402"/>
                  </a:lnTo>
                  <a:lnTo>
                    <a:pt x="12542" y="3225"/>
                  </a:lnTo>
                  <a:lnTo>
                    <a:pt x="12529" y="3062"/>
                  </a:lnTo>
                  <a:lnTo>
                    <a:pt x="12488" y="2885"/>
                  </a:lnTo>
                  <a:lnTo>
                    <a:pt x="12461" y="2721"/>
                  </a:lnTo>
                  <a:lnTo>
                    <a:pt x="12406" y="2558"/>
                  </a:lnTo>
                  <a:lnTo>
                    <a:pt x="12352" y="2395"/>
                  </a:lnTo>
                  <a:lnTo>
                    <a:pt x="12297" y="2232"/>
                  </a:lnTo>
                  <a:lnTo>
                    <a:pt x="12216" y="2069"/>
                  </a:lnTo>
                  <a:lnTo>
                    <a:pt x="12148" y="1919"/>
                  </a:lnTo>
                  <a:lnTo>
                    <a:pt x="12066" y="1769"/>
                  </a:lnTo>
                  <a:lnTo>
                    <a:pt x="11971" y="1620"/>
                  </a:lnTo>
                  <a:lnTo>
                    <a:pt x="11876" y="1470"/>
                  </a:lnTo>
                  <a:lnTo>
                    <a:pt x="11767" y="1334"/>
                  </a:lnTo>
                  <a:lnTo>
                    <a:pt x="11658" y="1198"/>
                  </a:lnTo>
                  <a:lnTo>
                    <a:pt x="11536" y="1076"/>
                  </a:lnTo>
                  <a:lnTo>
                    <a:pt x="11413" y="953"/>
                  </a:lnTo>
                  <a:lnTo>
                    <a:pt x="11277" y="844"/>
                  </a:lnTo>
                  <a:lnTo>
                    <a:pt x="11141" y="722"/>
                  </a:lnTo>
                  <a:lnTo>
                    <a:pt x="10992" y="627"/>
                  </a:lnTo>
                  <a:lnTo>
                    <a:pt x="10842" y="531"/>
                  </a:lnTo>
                  <a:lnTo>
                    <a:pt x="10679" y="436"/>
                  </a:lnTo>
                  <a:lnTo>
                    <a:pt x="10515" y="355"/>
                  </a:lnTo>
                  <a:lnTo>
                    <a:pt x="10352" y="273"/>
                  </a:lnTo>
                  <a:lnTo>
                    <a:pt x="10175" y="205"/>
                  </a:lnTo>
                  <a:lnTo>
                    <a:pt x="9999" y="151"/>
                  </a:lnTo>
                  <a:lnTo>
                    <a:pt x="9822" y="110"/>
                  </a:lnTo>
                  <a:lnTo>
                    <a:pt x="9645" y="69"/>
                  </a:lnTo>
                  <a:lnTo>
                    <a:pt x="9482" y="42"/>
                  </a:lnTo>
                  <a:lnTo>
                    <a:pt x="9305" y="15"/>
                  </a:lnTo>
                  <a:lnTo>
                    <a:pt x="91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8"/>
            <p:cNvSpPr/>
            <p:nvPr/>
          </p:nvSpPr>
          <p:spPr>
            <a:xfrm>
              <a:off x="4655903" y="3259333"/>
              <a:ext cx="410651" cy="1028365"/>
            </a:xfrm>
            <a:custGeom>
              <a:avLst/>
              <a:gdLst/>
              <a:ahLst/>
              <a:cxnLst/>
              <a:rect l="l" t="t" r="r" b="b"/>
              <a:pathLst>
                <a:path w="13944" h="34919" extrusionOk="0">
                  <a:moveTo>
                    <a:pt x="4898" y="1"/>
                  </a:moveTo>
                  <a:lnTo>
                    <a:pt x="4721" y="15"/>
                  </a:lnTo>
                  <a:lnTo>
                    <a:pt x="4544" y="28"/>
                  </a:lnTo>
                  <a:lnTo>
                    <a:pt x="4381" y="55"/>
                  </a:lnTo>
                  <a:lnTo>
                    <a:pt x="4204" y="83"/>
                  </a:lnTo>
                  <a:lnTo>
                    <a:pt x="4027" y="123"/>
                  </a:lnTo>
                  <a:lnTo>
                    <a:pt x="3850" y="178"/>
                  </a:lnTo>
                  <a:lnTo>
                    <a:pt x="3687" y="246"/>
                  </a:lnTo>
                  <a:lnTo>
                    <a:pt x="3510" y="314"/>
                  </a:lnTo>
                  <a:lnTo>
                    <a:pt x="3347" y="395"/>
                  </a:lnTo>
                  <a:lnTo>
                    <a:pt x="3184" y="477"/>
                  </a:lnTo>
                  <a:lnTo>
                    <a:pt x="3034" y="572"/>
                  </a:lnTo>
                  <a:lnTo>
                    <a:pt x="2885" y="681"/>
                  </a:lnTo>
                  <a:lnTo>
                    <a:pt x="2735" y="790"/>
                  </a:lnTo>
                  <a:lnTo>
                    <a:pt x="2599" y="899"/>
                  </a:lnTo>
                  <a:lnTo>
                    <a:pt x="2463" y="1021"/>
                  </a:lnTo>
                  <a:lnTo>
                    <a:pt x="2340" y="1144"/>
                  </a:lnTo>
                  <a:lnTo>
                    <a:pt x="2232" y="1280"/>
                  </a:lnTo>
                  <a:lnTo>
                    <a:pt x="2123" y="1416"/>
                  </a:lnTo>
                  <a:lnTo>
                    <a:pt x="2014" y="1552"/>
                  </a:lnTo>
                  <a:lnTo>
                    <a:pt x="1919" y="1701"/>
                  </a:lnTo>
                  <a:lnTo>
                    <a:pt x="1837" y="1851"/>
                  </a:lnTo>
                  <a:lnTo>
                    <a:pt x="1756" y="2001"/>
                  </a:lnTo>
                  <a:lnTo>
                    <a:pt x="1674" y="2164"/>
                  </a:lnTo>
                  <a:lnTo>
                    <a:pt x="1620" y="2313"/>
                  </a:lnTo>
                  <a:lnTo>
                    <a:pt x="1552" y="2477"/>
                  </a:lnTo>
                  <a:lnTo>
                    <a:pt x="1511" y="2653"/>
                  </a:lnTo>
                  <a:lnTo>
                    <a:pt x="1470" y="2817"/>
                  </a:lnTo>
                  <a:lnTo>
                    <a:pt x="1429" y="2980"/>
                  </a:lnTo>
                  <a:lnTo>
                    <a:pt x="1402" y="3157"/>
                  </a:lnTo>
                  <a:lnTo>
                    <a:pt x="1388" y="3334"/>
                  </a:lnTo>
                  <a:lnTo>
                    <a:pt x="1375" y="3497"/>
                  </a:lnTo>
                  <a:lnTo>
                    <a:pt x="1375" y="3674"/>
                  </a:lnTo>
                  <a:lnTo>
                    <a:pt x="1388" y="3850"/>
                  </a:lnTo>
                  <a:lnTo>
                    <a:pt x="1402" y="4027"/>
                  </a:lnTo>
                  <a:lnTo>
                    <a:pt x="1429" y="4204"/>
                  </a:lnTo>
                  <a:lnTo>
                    <a:pt x="1470" y="4381"/>
                  </a:lnTo>
                  <a:lnTo>
                    <a:pt x="1511" y="4544"/>
                  </a:lnTo>
                  <a:lnTo>
                    <a:pt x="1565" y="4721"/>
                  </a:lnTo>
                  <a:lnTo>
                    <a:pt x="1620" y="4884"/>
                  </a:lnTo>
                  <a:lnTo>
                    <a:pt x="1688" y="5061"/>
                  </a:lnTo>
                  <a:lnTo>
                    <a:pt x="1769" y="5224"/>
                  </a:lnTo>
                  <a:lnTo>
                    <a:pt x="1783" y="5252"/>
                  </a:lnTo>
                  <a:lnTo>
                    <a:pt x="2000" y="5687"/>
                  </a:lnTo>
                  <a:lnTo>
                    <a:pt x="2232" y="6136"/>
                  </a:lnTo>
                  <a:lnTo>
                    <a:pt x="2681" y="7047"/>
                  </a:lnTo>
                  <a:lnTo>
                    <a:pt x="3116" y="7972"/>
                  </a:lnTo>
                  <a:lnTo>
                    <a:pt x="3551" y="8897"/>
                  </a:lnTo>
                  <a:lnTo>
                    <a:pt x="3973" y="9822"/>
                  </a:lnTo>
                  <a:lnTo>
                    <a:pt x="4394" y="10747"/>
                  </a:lnTo>
                  <a:lnTo>
                    <a:pt x="4803" y="11686"/>
                  </a:lnTo>
                  <a:lnTo>
                    <a:pt x="5197" y="12611"/>
                  </a:lnTo>
                  <a:lnTo>
                    <a:pt x="5578" y="13549"/>
                  </a:lnTo>
                  <a:lnTo>
                    <a:pt x="5959" y="14488"/>
                  </a:lnTo>
                  <a:lnTo>
                    <a:pt x="6326" y="15426"/>
                  </a:lnTo>
                  <a:lnTo>
                    <a:pt x="6680" y="16351"/>
                  </a:lnTo>
                  <a:lnTo>
                    <a:pt x="7006" y="17290"/>
                  </a:lnTo>
                  <a:lnTo>
                    <a:pt x="7319" y="18228"/>
                  </a:lnTo>
                  <a:lnTo>
                    <a:pt x="7605" y="19153"/>
                  </a:lnTo>
                  <a:lnTo>
                    <a:pt x="7863" y="20078"/>
                  </a:lnTo>
                  <a:lnTo>
                    <a:pt x="7986" y="20541"/>
                  </a:lnTo>
                  <a:lnTo>
                    <a:pt x="8094" y="20990"/>
                  </a:lnTo>
                  <a:lnTo>
                    <a:pt x="8149" y="21221"/>
                  </a:lnTo>
                  <a:lnTo>
                    <a:pt x="8176" y="21479"/>
                  </a:lnTo>
                  <a:lnTo>
                    <a:pt x="8176" y="21751"/>
                  </a:lnTo>
                  <a:lnTo>
                    <a:pt x="8162" y="22037"/>
                  </a:lnTo>
                  <a:lnTo>
                    <a:pt x="8108" y="22350"/>
                  </a:lnTo>
                  <a:lnTo>
                    <a:pt x="8040" y="22663"/>
                  </a:lnTo>
                  <a:lnTo>
                    <a:pt x="7931" y="23003"/>
                  </a:lnTo>
                  <a:lnTo>
                    <a:pt x="7795" y="23343"/>
                  </a:lnTo>
                  <a:lnTo>
                    <a:pt x="7645" y="23697"/>
                  </a:lnTo>
                  <a:lnTo>
                    <a:pt x="7469" y="24050"/>
                  </a:lnTo>
                  <a:lnTo>
                    <a:pt x="7265" y="24404"/>
                  </a:lnTo>
                  <a:lnTo>
                    <a:pt x="7047" y="24771"/>
                  </a:lnTo>
                  <a:lnTo>
                    <a:pt x="6802" y="25125"/>
                  </a:lnTo>
                  <a:lnTo>
                    <a:pt x="6544" y="25492"/>
                  </a:lnTo>
                  <a:lnTo>
                    <a:pt x="6272" y="25846"/>
                  </a:lnTo>
                  <a:lnTo>
                    <a:pt x="5986" y="26199"/>
                  </a:lnTo>
                  <a:lnTo>
                    <a:pt x="5687" y="26540"/>
                  </a:lnTo>
                  <a:lnTo>
                    <a:pt x="5387" y="26893"/>
                  </a:lnTo>
                  <a:lnTo>
                    <a:pt x="5061" y="27233"/>
                  </a:lnTo>
                  <a:lnTo>
                    <a:pt x="4735" y="27573"/>
                  </a:lnTo>
                  <a:lnTo>
                    <a:pt x="4394" y="27900"/>
                  </a:lnTo>
                  <a:lnTo>
                    <a:pt x="4041" y="28226"/>
                  </a:lnTo>
                  <a:lnTo>
                    <a:pt x="3687" y="28553"/>
                  </a:lnTo>
                  <a:lnTo>
                    <a:pt x="3320" y="28879"/>
                  </a:lnTo>
                  <a:lnTo>
                    <a:pt x="2585" y="29491"/>
                  </a:lnTo>
                  <a:lnTo>
                    <a:pt x="2204" y="29791"/>
                  </a:lnTo>
                  <a:lnTo>
                    <a:pt x="1824" y="30090"/>
                  </a:lnTo>
                  <a:lnTo>
                    <a:pt x="1443" y="30375"/>
                  </a:lnTo>
                  <a:lnTo>
                    <a:pt x="1089" y="30634"/>
                  </a:lnTo>
                  <a:lnTo>
                    <a:pt x="967" y="30702"/>
                  </a:lnTo>
                  <a:lnTo>
                    <a:pt x="803" y="30838"/>
                  </a:lnTo>
                  <a:lnTo>
                    <a:pt x="640" y="31001"/>
                  </a:lnTo>
                  <a:lnTo>
                    <a:pt x="504" y="31164"/>
                  </a:lnTo>
                  <a:lnTo>
                    <a:pt x="368" y="31328"/>
                  </a:lnTo>
                  <a:lnTo>
                    <a:pt x="273" y="31518"/>
                  </a:lnTo>
                  <a:lnTo>
                    <a:pt x="178" y="31708"/>
                  </a:lnTo>
                  <a:lnTo>
                    <a:pt x="110" y="31913"/>
                  </a:lnTo>
                  <a:lnTo>
                    <a:pt x="55" y="32117"/>
                  </a:lnTo>
                  <a:lnTo>
                    <a:pt x="14" y="32321"/>
                  </a:lnTo>
                  <a:lnTo>
                    <a:pt x="1" y="32538"/>
                  </a:lnTo>
                  <a:lnTo>
                    <a:pt x="1" y="32742"/>
                  </a:lnTo>
                  <a:lnTo>
                    <a:pt x="28" y="32960"/>
                  </a:lnTo>
                  <a:lnTo>
                    <a:pt x="69" y="33164"/>
                  </a:lnTo>
                  <a:lnTo>
                    <a:pt x="137" y="33382"/>
                  </a:lnTo>
                  <a:lnTo>
                    <a:pt x="218" y="33586"/>
                  </a:lnTo>
                  <a:lnTo>
                    <a:pt x="327" y="33776"/>
                  </a:lnTo>
                  <a:lnTo>
                    <a:pt x="463" y="33980"/>
                  </a:lnTo>
                  <a:lnTo>
                    <a:pt x="599" y="34157"/>
                  </a:lnTo>
                  <a:lnTo>
                    <a:pt x="763" y="34320"/>
                  </a:lnTo>
                  <a:lnTo>
                    <a:pt x="939" y="34470"/>
                  </a:lnTo>
                  <a:lnTo>
                    <a:pt x="1130" y="34592"/>
                  </a:lnTo>
                  <a:lnTo>
                    <a:pt x="1334" y="34701"/>
                  </a:lnTo>
                  <a:lnTo>
                    <a:pt x="1538" y="34783"/>
                  </a:lnTo>
                  <a:lnTo>
                    <a:pt x="1756" y="34851"/>
                  </a:lnTo>
                  <a:lnTo>
                    <a:pt x="1973" y="34891"/>
                  </a:lnTo>
                  <a:lnTo>
                    <a:pt x="2191" y="34919"/>
                  </a:lnTo>
                  <a:lnTo>
                    <a:pt x="2422" y="34919"/>
                  </a:lnTo>
                  <a:lnTo>
                    <a:pt x="2640" y="34905"/>
                  </a:lnTo>
                  <a:lnTo>
                    <a:pt x="2871" y="34864"/>
                  </a:lnTo>
                  <a:lnTo>
                    <a:pt x="3089" y="34796"/>
                  </a:lnTo>
                  <a:lnTo>
                    <a:pt x="3306" y="34715"/>
                  </a:lnTo>
                  <a:lnTo>
                    <a:pt x="3510" y="34606"/>
                  </a:lnTo>
                  <a:lnTo>
                    <a:pt x="3796" y="34443"/>
                  </a:lnTo>
                  <a:lnTo>
                    <a:pt x="4041" y="34293"/>
                  </a:lnTo>
                  <a:lnTo>
                    <a:pt x="4517" y="33980"/>
                  </a:lnTo>
                  <a:lnTo>
                    <a:pt x="4993" y="33681"/>
                  </a:lnTo>
                  <a:lnTo>
                    <a:pt x="5455" y="33354"/>
                  </a:lnTo>
                  <a:lnTo>
                    <a:pt x="5918" y="33042"/>
                  </a:lnTo>
                  <a:lnTo>
                    <a:pt x="6380" y="32701"/>
                  </a:lnTo>
                  <a:lnTo>
                    <a:pt x="6829" y="32361"/>
                  </a:lnTo>
                  <a:lnTo>
                    <a:pt x="7278" y="32021"/>
                  </a:lnTo>
                  <a:lnTo>
                    <a:pt x="7714" y="31654"/>
                  </a:lnTo>
                  <a:lnTo>
                    <a:pt x="8149" y="31287"/>
                  </a:lnTo>
                  <a:lnTo>
                    <a:pt x="8584" y="30906"/>
                  </a:lnTo>
                  <a:lnTo>
                    <a:pt x="9006" y="30525"/>
                  </a:lnTo>
                  <a:lnTo>
                    <a:pt x="9427" y="30117"/>
                  </a:lnTo>
                  <a:lnTo>
                    <a:pt x="9849" y="29709"/>
                  </a:lnTo>
                  <a:lnTo>
                    <a:pt x="10257" y="29274"/>
                  </a:lnTo>
                  <a:lnTo>
                    <a:pt x="10652" y="28825"/>
                  </a:lnTo>
                  <a:lnTo>
                    <a:pt x="11046" y="28362"/>
                  </a:lnTo>
                  <a:lnTo>
                    <a:pt x="11427" y="27873"/>
                  </a:lnTo>
                  <a:lnTo>
                    <a:pt x="11794" y="27369"/>
                  </a:lnTo>
                  <a:lnTo>
                    <a:pt x="12148" y="26852"/>
                  </a:lnTo>
                  <a:lnTo>
                    <a:pt x="12488" y="26295"/>
                  </a:lnTo>
                  <a:lnTo>
                    <a:pt x="12638" y="26009"/>
                  </a:lnTo>
                  <a:lnTo>
                    <a:pt x="12801" y="25710"/>
                  </a:lnTo>
                  <a:lnTo>
                    <a:pt x="12951" y="25410"/>
                  </a:lnTo>
                  <a:lnTo>
                    <a:pt x="13087" y="25098"/>
                  </a:lnTo>
                  <a:lnTo>
                    <a:pt x="13223" y="24771"/>
                  </a:lnTo>
                  <a:lnTo>
                    <a:pt x="13345" y="24445"/>
                  </a:lnTo>
                  <a:lnTo>
                    <a:pt x="13467" y="24118"/>
                  </a:lnTo>
                  <a:lnTo>
                    <a:pt x="13576" y="23765"/>
                  </a:lnTo>
                  <a:lnTo>
                    <a:pt x="13671" y="23411"/>
                  </a:lnTo>
                  <a:lnTo>
                    <a:pt x="13753" y="23057"/>
                  </a:lnTo>
                  <a:lnTo>
                    <a:pt x="13821" y="22676"/>
                  </a:lnTo>
                  <a:lnTo>
                    <a:pt x="13875" y="22309"/>
                  </a:lnTo>
                  <a:lnTo>
                    <a:pt x="13916" y="21915"/>
                  </a:lnTo>
                  <a:lnTo>
                    <a:pt x="13930" y="21534"/>
                  </a:lnTo>
                  <a:lnTo>
                    <a:pt x="13944" y="21139"/>
                  </a:lnTo>
                  <a:lnTo>
                    <a:pt x="13930" y="20745"/>
                  </a:lnTo>
                  <a:lnTo>
                    <a:pt x="13889" y="20337"/>
                  </a:lnTo>
                  <a:lnTo>
                    <a:pt x="13848" y="19942"/>
                  </a:lnTo>
                  <a:lnTo>
                    <a:pt x="13753" y="19371"/>
                  </a:lnTo>
                  <a:lnTo>
                    <a:pt x="13644" y="18800"/>
                  </a:lnTo>
                  <a:lnTo>
                    <a:pt x="13427" y="17684"/>
                  </a:lnTo>
                  <a:lnTo>
                    <a:pt x="13182" y="16596"/>
                  </a:lnTo>
                  <a:lnTo>
                    <a:pt x="12910" y="15521"/>
                  </a:lnTo>
                  <a:lnTo>
                    <a:pt x="12610" y="14460"/>
                  </a:lnTo>
                  <a:lnTo>
                    <a:pt x="12311" y="13399"/>
                  </a:lnTo>
                  <a:lnTo>
                    <a:pt x="11998" y="12366"/>
                  </a:lnTo>
                  <a:lnTo>
                    <a:pt x="11672" y="11332"/>
                  </a:lnTo>
                  <a:lnTo>
                    <a:pt x="11332" y="10298"/>
                  </a:lnTo>
                  <a:lnTo>
                    <a:pt x="10978" y="9278"/>
                  </a:lnTo>
                  <a:lnTo>
                    <a:pt x="10624" y="8271"/>
                  </a:lnTo>
                  <a:lnTo>
                    <a:pt x="10257" y="7251"/>
                  </a:lnTo>
                  <a:lnTo>
                    <a:pt x="9890" y="6245"/>
                  </a:lnTo>
                  <a:lnTo>
                    <a:pt x="9509" y="5238"/>
                  </a:lnTo>
                  <a:lnTo>
                    <a:pt x="9115" y="4245"/>
                  </a:lnTo>
                  <a:lnTo>
                    <a:pt x="8720" y="3238"/>
                  </a:lnTo>
                  <a:lnTo>
                    <a:pt x="8516" y="2735"/>
                  </a:lnTo>
                  <a:lnTo>
                    <a:pt x="8298" y="2218"/>
                  </a:lnTo>
                  <a:lnTo>
                    <a:pt x="8190" y="1973"/>
                  </a:lnTo>
                  <a:lnTo>
                    <a:pt x="8094" y="1810"/>
                  </a:lnTo>
                  <a:lnTo>
                    <a:pt x="7999" y="1647"/>
                  </a:lnTo>
                  <a:lnTo>
                    <a:pt x="7904" y="1497"/>
                  </a:lnTo>
                  <a:lnTo>
                    <a:pt x="7795" y="1361"/>
                  </a:lnTo>
                  <a:lnTo>
                    <a:pt x="7673" y="1212"/>
                  </a:lnTo>
                  <a:lnTo>
                    <a:pt x="7550" y="1089"/>
                  </a:lnTo>
                  <a:lnTo>
                    <a:pt x="7428" y="967"/>
                  </a:lnTo>
                  <a:lnTo>
                    <a:pt x="7292" y="844"/>
                  </a:lnTo>
                  <a:lnTo>
                    <a:pt x="7156" y="736"/>
                  </a:lnTo>
                  <a:lnTo>
                    <a:pt x="7020" y="640"/>
                  </a:lnTo>
                  <a:lnTo>
                    <a:pt x="6870" y="545"/>
                  </a:lnTo>
                  <a:lnTo>
                    <a:pt x="6721" y="450"/>
                  </a:lnTo>
                  <a:lnTo>
                    <a:pt x="6571" y="368"/>
                  </a:lnTo>
                  <a:lnTo>
                    <a:pt x="6421" y="300"/>
                  </a:lnTo>
                  <a:lnTo>
                    <a:pt x="6258" y="232"/>
                  </a:lnTo>
                  <a:lnTo>
                    <a:pt x="6095" y="178"/>
                  </a:lnTo>
                  <a:lnTo>
                    <a:pt x="5932" y="123"/>
                  </a:lnTo>
                  <a:lnTo>
                    <a:pt x="5755" y="83"/>
                  </a:lnTo>
                  <a:lnTo>
                    <a:pt x="5592" y="55"/>
                  </a:lnTo>
                  <a:lnTo>
                    <a:pt x="5415" y="28"/>
                  </a:lnTo>
                  <a:lnTo>
                    <a:pt x="5251" y="15"/>
                  </a:lnTo>
                  <a:lnTo>
                    <a:pt x="50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8"/>
            <p:cNvSpPr/>
            <p:nvPr/>
          </p:nvSpPr>
          <p:spPr>
            <a:xfrm>
              <a:off x="4178804" y="3914341"/>
              <a:ext cx="807224" cy="427054"/>
            </a:xfrm>
            <a:custGeom>
              <a:avLst/>
              <a:gdLst/>
              <a:ahLst/>
              <a:cxnLst/>
              <a:rect l="l" t="t" r="r" b="b"/>
              <a:pathLst>
                <a:path w="27410" h="14501" extrusionOk="0">
                  <a:moveTo>
                    <a:pt x="993" y="0"/>
                  </a:moveTo>
                  <a:lnTo>
                    <a:pt x="857" y="27"/>
                  </a:lnTo>
                  <a:lnTo>
                    <a:pt x="735" y="68"/>
                  </a:lnTo>
                  <a:lnTo>
                    <a:pt x="612" y="123"/>
                  </a:lnTo>
                  <a:lnTo>
                    <a:pt x="503" y="177"/>
                  </a:lnTo>
                  <a:lnTo>
                    <a:pt x="408" y="259"/>
                  </a:lnTo>
                  <a:lnTo>
                    <a:pt x="313" y="340"/>
                  </a:lnTo>
                  <a:lnTo>
                    <a:pt x="231" y="435"/>
                  </a:lnTo>
                  <a:lnTo>
                    <a:pt x="163" y="544"/>
                  </a:lnTo>
                  <a:lnTo>
                    <a:pt x="95" y="653"/>
                  </a:lnTo>
                  <a:lnTo>
                    <a:pt x="55" y="762"/>
                  </a:lnTo>
                  <a:lnTo>
                    <a:pt x="14" y="884"/>
                  </a:lnTo>
                  <a:lnTo>
                    <a:pt x="0" y="1020"/>
                  </a:lnTo>
                  <a:lnTo>
                    <a:pt x="0" y="1143"/>
                  </a:lnTo>
                  <a:lnTo>
                    <a:pt x="0" y="1279"/>
                  </a:lnTo>
                  <a:lnTo>
                    <a:pt x="27" y="1415"/>
                  </a:lnTo>
                  <a:lnTo>
                    <a:pt x="3265" y="13657"/>
                  </a:lnTo>
                  <a:lnTo>
                    <a:pt x="3333" y="13834"/>
                  </a:lnTo>
                  <a:lnTo>
                    <a:pt x="3428" y="13997"/>
                  </a:lnTo>
                  <a:lnTo>
                    <a:pt x="3537" y="14133"/>
                  </a:lnTo>
                  <a:lnTo>
                    <a:pt x="3673" y="14256"/>
                  </a:lnTo>
                  <a:lnTo>
                    <a:pt x="3822" y="14364"/>
                  </a:lnTo>
                  <a:lnTo>
                    <a:pt x="3986" y="14432"/>
                  </a:lnTo>
                  <a:lnTo>
                    <a:pt x="4176" y="14473"/>
                  </a:lnTo>
                  <a:lnTo>
                    <a:pt x="4367" y="14500"/>
                  </a:lnTo>
                  <a:lnTo>
                    <a:pt x="23043" y="14500"/>
                  </a:lnTo>
                  <a:lnTo>
                    <a:pt x="23233" y="14473"/>
                  </a:lnTo>
                  <a:lnTo>
                    <a:pt x="23410" y="14432"/>
                  </a:lnTo>
                  <a:lnTo>
                    <a:pt x="23573" y="14364"/>
                  </a:lnTo>
                  <a:lnTo>
                    <a:pt x="23737" y="14256"/>
                  </a:lnTo>
                  <a:lnTo>
                    <a:pt x="23873" y="14133"/>
                  </a:lnTo>
                  <a:lnTo>
                    <a:pt x="23982" y="13997"/>
                  </a:lnTo>
                  <a:lnTo>
                    <a:pt x="24077" y="13834"/>
                  </a:lnTo>
                  <a:lnTo>
                    <a:pt x="24131" y="13657"/>
                  </a:lnTo>
                  <a:lnTo>
                    <a:pt x="27369" y="1415"/>
                  </a:lnTo>
                  <a:lnTo>
                    <a:pt x="27396" y="1279"/>
                  </a:lnTo>
                  <a:lnTo>
                    <a:pt x="27409" y="1143"/>
                  </a:lnTo>
                  <a:lnTo>
                    <a:pt x="27396" y="1020"/>
                  </a:lnTo>
                  <a:lnTo>
                    <a:pt x="27382" y="884"/>
                  </a:lnTo>
                  <a:lnTo>
                    <a:pt x="27355" y="762"/>
                  </a:lnTo>
                  <a:lnTo>
                    <a:pt x="27301" y="653"/>
                  </a:lnTo>
                  <a:lnTo>
                    <a:pt x="27246" y="544"/>
                  </a:lnTo>
                  <a:lnTo>
                    <a:pt x="27178" y="435"/>
                  </a:lnTo>
                  <a:lnTo>
                    <a:pt x="27097" y="340"/>
                  </a:lnTo>
                  <a:lnTo>
                    <a:pt x="27001" y="259"/>
                  </a:lnTo>
                  <a:lnTo>
                    <a:pt x="26892" y="177"/>
                  </a:lnTo>
                  <a:lnTo>
                    <a:pt x="26784" y="123"/>
                  </a:lnTo>
                  <a:lnTo>
                    <a:pt x="26675" y="68"/>
                  </a:lnTo>
                  <a:lnTo>
                    <a:pt x="26539" y="27"/>
                  </a:lnTo>
                  <a:lnTo>
                    <a:pt x="264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8"/>
            <p:cNvSpPr/>
            <p:nvPr/>
          </p:nvSpPr>
          <p:spPr>
            <a:xfrm>
              <a:off x="4944342" y="2931667"/>
              <a:ext cx="297268" cy="297268"/>
            </a:xfrm>
            <a:custGeom>
              <a:avLst/>
              <a:gdLst/>
              <a:ahLst/>
              <a:cxnLst/>
              <a:rect l="l" t="t" r="r" b="b"/>
              <a:pathLst>
                <a:path w="10094" h="10094" extrusionOk="0">
                  <a:moveTo>
                    <a:pt x="9808" y="0"/>
                  </a:moveTo>
                  <a:lnTo>
                    <a:pt x="9767" y="14"/>
                  </a:lnTo>
                  <a:lnTo>
                    <a:pt x="9727" y="27"/>
                  </a:lnTo>
                  <a:lnTo>
                    <a:pt x="9686" y="68"/>
                  </a:lnTo>
                  <a:lnTo>
                    <a:pt x="69" y="9685"/>
                  </a:lnTo>
                  <a:lnTo>
                    <a:pt x="28" y="9726"/>
                  </a:lnTo>
                  <a:lnTo>
                    <a:pt x="14" y="9767"/>
                  </a:lnTo>
                  <a:lnTo>
                    <a:pt x="1" y="9808"/>
                  </a:lnTo>
                  <a:lnTo>
                    <a:pt x="1" y="9848"/>
                  </a:lnTo>
                  <a:lnTo>
                    <a:pt x="1" y="9903"/>
                  </a:lnTo>
                  <a:lnTo>
                    <a:pt x="14" y="9944"/>
                  </a:lnTo>
                  <a:lnTo>
                    <a:pt x="28" y="9984"/>
                  </a:lnTo>
                  <a:lnTo>
                    <a:pt x="69" y="10025"/>
                  </a:lnTo>
                  <a:lnTo>
                    <a:pt x="96" y="10052"/>
                  </a:lnTo>
                  <a:lnTo>
                    <a:pt x="137" y="10066"/>
                  </a:lnTo>
                  <a:lnTo>
                    <a:pt x="191" y="10080"/>
                  </a:lnTo>
                  <a:lnTo>
                    <a:pt x="232" y="10093"/>
                  </a:lnTo>
                  <a:lnTo>
                    <a:pt x="273" y="10080"/>
                  </a:lnTo>
                  <a:lnTo>
                    <a:pt x="327" y="10066"/>
                  </a:lnTo>
                  <a:lnTo>
                    <a:pt x="368" y="10052"/>
                  </a:lnTo>
                  <a:lnTo>
                    <a:pt x="395" y="10025"/>
                  </a:lnTo>
                  <a:lnTo>
                    <a:pt x="10026" y="395"/>
                  </a:lnTo>
                  <a:lnTo>
                    <a:pt x="10053" y="367"/>
                  </a:lnTo>
                  <a:lnTo>
                    <a:pt x="10067" y="327"/>
                  </a:lnTo>
                  <a:lnTo>
                    <a:pt x="10080" y="272"/>
                  </a:lnTo>
                  <a:lnTo>
                    <a:pt x="10094" y="231"/>
                  </a:lnTo>
                  <a:lnTo>
                    <a:pt x="10080" y="191"/>
                  </a:lnTo>
                  <a:lnTo>
                    <a:pt x="10067" y="136"/>
                  </a:lnTo>
                  <a:lnTo>
                    <a:pt x="10053" y="95"/>
                  </a:lnTo>
                  <a:lnTo>
                    <a:pt x="10026" y="68"/>
                  </a:lnTo>
                  <a:lnTo>
                    <a:pt x="9985" y="27"/>
                  </a:lnTo>
                  <a:lnTo>
                    <a:pt x="9944" y="14"/>
                  </a:lnTo>
                  <a:lnTo>
                    <a:pt x="99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8"/>
            <p:cNvSpPr/>
            <p:nvPr/>
          </p:nvSpPr>
          <p:spPr>
            <a:xfrm>
              <a:off x="5045298" y="3070673"/>
              <a:ext cx="54512" cy="54512"/>
            </a:xfrm>
            <a:custGeom>
              <a:avLst/>
              <a:gdLst/>
              <a:ahLst/>
              <a:cxnLst/>
              <a:rect l="l" t="t" r="r" b="b"/>
              <a:pathLst>
                <a:path w="1851" h="1851" extrusionOk="0">
                  <a:moveTo>
                    <a:pt x="830" y="0"/>
                  </a:moveTo>
                  <a:lnTo>
                    <a:pt x="735" y="14"/>
                  </a:lnTo>
                  <a:lnTo>
                    <a:pt x="640" y="41"/>
                  </a:lnTo>
                  <a:lnTo>
                    <a:pt x="558" y="68"/>
                  </a:lnTo>
                  <a:lnTo>
                    <a:pt x="477" y="109"/>
                  </a:lnTo>
                  <a:lnTo>
                    <a:pt x="409" y="150"/>
                  </a:lnTo>
                  <a:lnTo>
                    <a:pt x="327" y="204"/>
                  </a:lnTo>
                  <a:lnTo>
                    <a:pt x="259" y="259"/>
                  </a:lnTo>
                  <a:lnTo>
                    <a:pt x="205" y="327"/>
                  </a:lnTo>
                  <a:lnTo>
                    <a:pt x="150" y="408"/>
                  </a:lnTo>
                  <a:lnTo>
                    <a:pt x="109" y="476"/>
                  </a:lnTo>
                  <a:lnTo>
                    <a:pt x="69" y="558"/>
                  </a:lnTo>
                  <a:lnTo>
                    <a:pt x="41" y="640"/>
                  </a:lnTo>
                  <a:lnTo>
                    <a:pt x="14" y="735"/>
                  </a:lnTo>
                  <a:lnTo>
                    <a:pt x="1" y="830"/>
                  </a:lnTo>
                  <a:lnTo>
                    <a:pt x="1" y="925"/>
                  </a:lnTo>
                  <a:lnTo>
                    <a:pt x="1" y="1020"/>
                  </a:lnTo>
                  <a:lnTo>
                    <a:pt x="14" y="1102"/>
                  </a:lnTo>
                  <a:lnTo>
                    <a:pt x="41" y="1197"/>
                  </a:lnTo>
                  <a:lnTo>
                    <a:pt x="69" y="1279"/>
                  </a:lnTo>
                  <a:lnTo>
                    <a:pt x="109" y="1360"/>
                  </a:lnTo>
                  <a:lnTo>
                    <a:pt x="150" y="1442"/>
                  </a:lnTo>
                  <a:lnTo>
                    <a:pt x="205" y="1510"/>
                  </a:lnTo>
                  <a:lnTo>
                    <a:pt x="259" y="1578"/>
                  </a:lnTo>
                  <a:lnTo>
                    <a:pt x="327" y="1632"/>
                  </a:lnTo>
                  <a:lnTo>
                    <a:pt x="409" y="1687"/>
                  </a:lnTo>
                  <a:lnTo>
                    <a:pt x="477" y="1728"/>
                  </a:lnTo>
                  <a:lnTo>
                    <a:pt x="558" y="1769"/>
                  </a:lnTo>
                  <a:lnTo>
                    <a:pt x="640" y="1809"/>
                  </a:lnTo>
                  <a:lnTo>
                    <a:pt x="735" y="1823"/>
                  </a:lnTo>
                  <a:lnTo>
                    <a:pt x="830" y="1837"/>
                  </a:lnTo>
                  <a:lnTo>
                    <a:pt x="926" y="1850"/>
                  </a:lnTo>
                  <a:lnTo>
                    <a:pt x="1021" y="1837"/>
                  </a:lnTo>
                  <a:lnTo>
                    <a:pt x="1102" y="1823"/>
                  </a:lnTo>
                  <a:lnTo>
                    <a:pt x="1198" y="1809"/>
                  </a:lnTo>
                  <a:lnTo>
                    <a:pt x="1279" y="1769"/>
                  </a:lnTo>
                  <a:lnTo>
                    <a:pt x="1361" y="1728"/>
                  </a:lnTo>
                  <a:lnTo>
                    <a:pt x="1442" y="1687"/>
                  </a:lnTo>
                  <a:lnTo>
                    <a:pt x="1510" y="1632"/>
                  </a:lnTo>
                  <a:lnTo>
                    <a:pt x="1578" y="1578"/>
                  </a:lnTo>
                  <a:lnTo>
                    <a:pt x="1633" y="1510"/>
                  </a:lnTo>
                  <a:lnTo>
                    <a:pt x="1687" y="1442"/>
                  </a:lnTo>
                  <a:lnTo>
                    <a:pt x="1728" y="1360"/>
                  </a:lnTo>
                  <a:lnTo>
                    <a:pt x="1769" y="1279"/>
                  </a:lnTo>
                  <a:lnTo>
                    <a:pt x="1810" y="1197"/>
                  </a:lnTo>
                  <a:lnTo>
                    <a:pt x="1823" y="1102"/>
                  </a:lnTo>
                  <a:lnTo>
                    <a:pt x="1837" y="1020"/>
                  </a:lnTo>
                  <a:lnTo>
                    <a:pt x="1851" y="925"/>
                  </a:lnTo>
                  <a:lnTo>
                    <a:pt x="1837" y="830"/>
                  </a:lnTo>
                  <a:lnTo>
                    <a:pt x="1823" y="735"/>
                  </a:lnTo>
                  <a:lnTo>
                    <a:pt x="1810" y="640"/>
                  </a:lnTo>
                  <a:lnTo>
                    <a:pt x="1769" y="558"/>
                  </a:lnTo>
                  <a:lnTo>
                    <a:pt x="1728" y="476"/>
                  </a:lnTo>
                  <a:lnTo>
                    <a:pt x="1687" y="408"/>
                  </a:lnTo>
                  <a:lnTo>
                    <a:pt x="1633" y="327"/>
                  </a:lnTo>
                  <a:lnTo>
                    <a:pt x="1578" y="259"/>
                  </a:lnTo>
                  <a:lnTo>
                    <a:pt x="1510" y="204"/>
                  </a:lnTo>
                  <a:lnTo>
                    <a:pt x="1442" y="150"/>
                  </a:lnTo>
                  <a:lnTo>
                    <a:pt x="1361" y="109"/>
                  </a:lnTo>
                  <a:lnTo>
                    <a:pt x="1279" y="68"/>
                  </a:lnTo>
                  <a:lnTo>
                    <a:pt x="1198" y="41"/>
                  </a:lnTo>
                  <a:lnTo>
                    <a:pt x="1102" y="14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8"/>
            <p:cNvSpPr/>
            <p:nvPr/>
          </p:nvSpPr>
          <p:spPr>
            <a:xfrm>
              <a:off x="5119425" y="2710523"/>
              <a:ext cx="330105" cy="330105"/>
            </a:xfrm>
            <a:custGeom>
              <a:avLst/>
              <a:gdLst/>
              <a:ahLst/>
              <a:cxnLst/>
              <a:rect l="l" t="t" r="r" b="b"/>
              <a:pathLst>
                <a:path w="11209" h="11209" extrusionOk="0">
                  <a:moveTo>
                    <a:pt x="5604" y="1"/>
                  </a:moveTo>
                  <a:lnTo>
                    <a:pt x="5319" y="14"/>
                  </a:lnTo>
                  <a:lnTo>
                    <a:pt x="5033" y="28"/>
                  </a:lnTo>
                  <a:lnTo>
                    <a:pt x="4747" y="69"/>
                  </a:lnTo>
                  <a:lnTo>
                    <a:pt x="4475" y="109"/>
                  </a:lnTo>
                  <a:lnTo>
                    <a:pt x="4203" y="177"/>
                  </a:lnTo>
                  <a:lnTo>
                    <a:pt x="3945" y="259"/>
                  </a:lnTo>
                  <a:lnTo>
                    <a:pt x="3686" y="341"/>
                  </a:lnTo>
                  <a:lnTo>
                    <a:pt x="3428" y="436"/>
                  </a:lnTo>
                  <a:lnTo>
                    <a:pt x="3183" y="558"/>
                  </a:lnTo>
                  <a:lnTo>
                    <a:pt x="2938" y="681"/>
                  </a:lnTo>
                  <a:lnTo>
                    <a:pt x="2707" y="817"/>
                  </a:lnTo>
                  <a:lnTo>
                    <a:pt x="2476" y="953"/>
                  </a:lnTo>
                  <a:lnTo>
                    <a:pt x="2258" y="1116"/>
                  </a:lnTo>
                  <a:lnTo>
                    <a:pt x="2040" y="1279"/>
                  </a:lnTo>
                  <a:lnTo>
                    <a:pt x="1836" y="1456"/>
                  </a:lnTo>
                  <a:lnTo>
                    <a:pt x="1646" y="1646"/>
                  </a:lnTo>
                  <a:lnTo>
                    <a:pt x="1456" y="1837"/>
                  </a:lnTo>
                  <a:lnTo>
                    <a:pt x="1279" y="2041"/>
                  </a:lnTo>
                  <a:lnTo>
                    <a:pt x="1115" y="2245"/>
                  </a:lnTo>
                  <a:lnTo>
                    <a:pt x="966" y="2476"/>
                  </a:lnTo>
                  <a:lnTo>
                    <a:pt x="816" y="2694"/>
                  </a:lnTo>
                  <a:lnTo>
                    <a:pt x="680" y="2939"/>
                  </a:lnTo>
                  <a:lnTo>
                    <a:pt x="558" y="3170"/>
                  </a:lnTo>
                  <a:lnTo>
                    <a:pt x="449" y="3428"/>
                  </a:lnTo>
                  <a:lnTo>
                    <a:pt x="340" y="3673"/>
                  </a:lnTo>
                  <a:lnTo>
                    <a:pt x="258" y="3932"/>
                  </a:lnTo>
                  <a:lnTo>
                    <a:pt x="177" y="4204"/>
                  </a:lnTo>
                  <a:lnTo>
                    <a:pt x="122" y="4476"/>
                  </a:lnTo>
                  <a:lnTo>
                    <a:pt x="68" y="4748"/>
                  </a:lnTo>
                  <a:lnTo>
                    <a:pt x="41" y="5033"/>
                  </a:lnTo>
                  <a:lnTo>
                    <a:pt x="14" y="5319"/>
                  </a:lnTo>
                  <a:lnTo>
                    <a:pt x="0" y="5605"/>
                  </a:lnTo>
                  <a:lnTo>
                    <a:pt x="14" y="5890"/>
                  </a:lnTo>
                  <a:lnTo>
                    <a:pt x="41" y="6176"/>
                  </a:lnTo>
                  <a:lnTo>
                    <a:pt x="68" y="6462"/>
                  </a:lnTo>
                  <a:lnTo>
                    <a:pt x="122" y="6734"/>
                  </a:lnTo>
                  <a:lnTo>
                    <a:pt x="177" y="7006"/>
                  </a:lnTo>
                  <a:lnTo>
                    <a:pt x="258" y="7264"/>
                  </a:lnTo>
                  <a:lnTo>
                    <a:pt x="340" y="7523"/>
                  </a:lnTo>
                  <a:lnTo>
                    <a:pt x="449" y="7781"/>
                  </a:lnTo>
                  <a:lnTo>
                    <a:pt x="558" y="8026"/>
                  </a:lnTo>
                  <a:lnTo>
                    <a:pt x="680" y="8271"/>
                  </a:lnTo>
                  <a:lnTo>
                    <a:pt x="816" y="8502"/>
                  </a:lnTo>
                  <a:lnTo>
                    <a:pt x="966" y="8733"/>
                  </a:lnTo>
                  <a:lnTo>
                    <a:pt x="1115" y="8951"/>
                  </a:lnTo>
                  <a:lnTo>
                    <a:pt x="1279" y="9169"/>
                  </a:lnTo>
                  <a:lnTo>
                    <a:pt x="1456" y="9373"/>
                  </a:lnTo>
                  <a:lnTo>
                    <a:pt x="1646" y="9563"/>
                  </a:lnTo>
                  <a:lnTo>
                    <a:pt x="1836" y="9754"/>
                  </a:lnTo>
                  <a:lnTo>
                    <a:pt x="2040" y="9930"/>
                  </a:lnTo>
                  <a:lnTo>
                    <a:pt x="2258" y="10094"/>
                  </a:lnTo>
                  <a:lnTo>
                    <a:pt x="2476" y="10243"/>
                  </a:lnTo>
                  <a:lnTo>
                    <a:pt x="2707" y="10393"/>
                  </a:lnTo>
                  <a:lnTo>
                    <a:pt x="2938" y="10529"/>
                  </a:lnTo>
                  <a:lnTo>
                    <a:pt x="3183" y="10651"/>
                  </a:lnTo>
                  <a:lnTo>
                    <a:pt x="3428" y="10760"/>
                  </a:lnTo>
                  <a:lnTo>
                    <a:pt x="3686" y="10869"/>
                  </a:lnTo>
                  <a:lnTo>
                    <a:pt x="3945" y="10951"/>
                  </a:lnTo>
                  <a:lnTo>
                    <a:pt x="4203" y="11032"/>
                  </a:lnTo>
                  <a:lnTo>
                    <a:pt x="4475" y="11087"/>
                  </a:lnTo>
                  <a:lnTo>
                    <a:pt x="4747" y="11141"/>
                  </a:lnTo>
                  <a:lnTo>
                    <a:pt x="5033" y="11168"/>
                  </a:lnTo>
                  <a:lnTo>
                    <a:pt x="5319" y="11195"/>
                  </a:lnTo>
                  <a:lnTo>
                    <a:pt x="5604" y="11209"/>
                  </a:lnTo>
                  <a:lnTo>
                    <a:pt x="5890" y="11195"/>
                  </a:lnTo>
                  <a:lnTo>
                    <a:pt x="6176" y="11168"/>
                  </a:lnTo>
                  <a:lnTo>
                    <a:pt x="6461" y="11141"/>
                  </a:lnTo>
                  <a:lnTo>
                    <a:pt x="6733" y="11087"/>
                  </a:lnTo>
                  <a:lnTo>
                    <a:pt x="7005" y="11032"/>
                  </a:lnTo>
                  <a:lnTo>
                    <a:pt x="7277" y="10951"/>
                  </a:lnTo>
                  <a:lnTo>
                    <a:pt x="7536" y="10869"/>
                  </a:lnTo>
                  <a:lnTo>
                    <a:pt x="7781" y="10760"/>
                  </a:lnTo>
                  <a:lnTo>
                    <a:pt x="8039" y="10651"/>
                  </a:lnTo>
                  <a:lnTo>
                    <a:pt x="8270" y="10529"/>
                  </a:lnTo>
                  <a:lnTo>
                    <a:pt x="8515" y="10393"/>
                  </a:lnTo>
                  <a:lnTo>
                    <a:pt x="8733" y="10243"/>
                  </a:lnTo>
                  <a:lnTo>
                    <a:pt x="8951" y="10094"/>
                  </a:lnTo>
                  <a:lnTo>
                    <a:pt x="9168" y="9930"/>
                  </a:lnTo>
                  <a:lnTo>
                    <a:pt x="9372" y="9754"/>
                  </a:lnTo>
                  <a:lnTo>
                    <a:pt x="9563" y="9563"/>
                  </a:lnTo>
                  <a:lnTo>
                    <a:pt x="9753" y="9373"/>
                  </a:lnTo>
                  <a:lnTo>
                    <a:pt x="9930" y="9169"/>
                  </a:lnTo>
                  <a:lnTo>
                    <a:pt x="10093" y="8951"/>
                  </a:lnTo>
                  <a:lnTo>
                    <a:pt x="10256" y="8733"/>
                  </a:lnTo>
                  <a:lnTo>
                    <a:pt x="10392" y="8502"/>
                  </a:lnTo>
                  <a:lnTo>
                    <a:pt x="10528" y="8271"/>
                  </a:lnTo>
                  <a:lnTo>
                    <a:pt x="10651" y="8026"/>
                  </a:lnTo>
                  <a:lnTo>
                    <a:pt x="10773" y="7781"/>
                  </a:lnTo>
                  <a:lnTo>
                    <a:pt x="10869" y="7523"/>
                  </a:lnTo>
                  <a:lnTo>
                    <a:pt x="10950" y="7264"/>
                  </a:lnTo>
                  <a:lnTo>
                    <a:pt x="11032" y="7006"/>
                  </a:lnTo>
                  <a:lnTo>
                    <a:pt x="11100" y="6734"/>
                  </a:lnTo>
                  <a:lnTo>
                    <a:pt x="11141" y="6462"/>
                  </a:lnTo>
                  <a:lnTo>
                    <a:pt x="11181" y="6176"/>
                  </a:lnTo>
                  <a:lnTo>
                    <a:pt x="11195" y="5890"/>
                  </a:lnTo>
                  <a:lnTo>
                    <a:pt x="11209" y="5605"/>
                  </a:lnTo>
                  <a:lnTo>
                    <a:pt x="11195" y="5319"/>
                  </a:lnTo>
                  <a:lnTo>
                    <a:pt x="11181" y="5033"/>
                  </a:lnTo>
                  <a:lnTo>
                    <a:pt x="11141" y="4748"/>
                  </a:lnTo>
                  <a:lnTo>
                    <a:pt x="11100" y="4476"/>
                  </a:lnTo>
                  <a:lnTo>
                    <a:pt x="11032" y="4204"/>
                  </a:lnTo>
                  <a:lnTo>
                    <a:pt x="10950" y="3932"/>
                  </a:lnTo>
                  <a:lnTo>
                    <a:pt x="10869" y="3673"/>
                  </a:lnTo>
                  <a:lnTo>
                    <a:pt x="10773" y="3428"/>
                  </a:lnTo>
                  <a:lnTo>
                    <a:pt x="10651" y="3170"/>
                  </a:lnTo>
                  <a:lnTo>
                    <a:pt x="10528" y="2939"/>
                  </a:lnTo>
                  <a:lnTo>
                    <a:pt x="10392" y="2694"/>
                  </a:lnTo>
                  <a:lnTo>
                    <a:pt x="10256" y="2476"/>
                  </a:lnTo>
                  <a:lnTo>
                    <a:pt x="10093" y="2245"/>
                  </a:lnTo>
                  <a:lnTo>
                    <a:pt x="9930" y="2041"/>
                  </a:lnTo>
                  <a:lnTo>
                    <a:pt x="9753" y="1837"/>
                  </a:lnTo>
                  <a:lnTo>
                    <a:pt x="9563" y="1646"/>
                  </a:lnTo>
                  <a:lnTo>
                    <a:pt x="9372" y="1456"/>
                  </a:lnTo>
                  <a:lnTo>
                    <a:pt x="9168" y="1279"/>
                  </a:lnTo>
                  <a:lnTo>
                    <a:pt x="8951" y="1116"/>
                  </a:lnTo>
                  <a:lnTo>
                    <a:pt x="8733" y="953"/>
                  </a:lnTo>
                  <a:lnTo>
                    <a:pt x="8515" y="817"/>
                  </a:lnTo>
                  <a:lnTo>
                    <a:pt x="8270" y="681"/>
                  </a:lnTo>
                  <a:lnTo>
                    <a:pt x="8039" y="558"/>
                  </a:lnTo>
                  <a:lnTo>
                    <a:pt x="7781" y="436"/>
                  </a:lnTo>
                  <a:lnTo>
                    <a:pt x="7536" y="341"/>
                  </a:lnTo>
                  <a:lnTo>
                    <a:pt x="7277" y="259"/>
                  </a:lnTo>
                  <a:lnTo>
                    <a:pt x="7005" y="177"/>
                  </a:lnTo>
                  <a:lnTo>
                    <a:pt x="6733" y="109"/>
                  </a:lnTo>
                  <a:lnTo>
                    <a:pt x="6461" y="69"/>
                  </a:lnTo>
                  <a:lnTo>
                    <a:pt x="6176" y="28"/>
                  </a:lnTo>
                  <a:lnTo>
                    <a:pt x="5890" y="14"/>
                  </a:lnTo>
                  <a:lnTo>
                    <a:pt x="56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8"/>
            <p:cNvSpPr/>
            <p:nvPr/>
          </p:nvSpPr>
          <p:spPr>
            <a:xfrm>
              <a:off x="5186307" y="2779820"/>
              <a:ext cx="189923" cy="190306"/>
            </a:xfrm>
            <a:custGeom>
              <a:avLst/>
              <a:gdLst/>
              <a:ahLst/>
              <a:cxnLst/>
              <a:rect l="l" t="t" r="r" b="b"/>
              <a:pathLst>
                <a:path w="6449" h="6462" extrusionOk="0">
                  <a:moveTo>
                    <a:pt x="3320" y="2272"/>
                  </a:moveTo>
                  <a:lnTo>
                    <a:pt x="3415" y="2300"/>
                  </a:lnTo>
                  <a:lnTo>
                    <a:pt x="3510" y="2313"/>
                  </a:lnTo>
                  <a:lnTo>
                    <a:pt x="3592" y="2354"/>
                  </a:lnTo>
                  <a:lnTo>
                    <a:pt x="3687" y="2395"/>
                  </a:lnTo>
                  <a:lnTo>
                    <a:pt x="3755" y="2436"/>
                  </a:lnTo>
                  <a:lnTo>
                    <a:pt x="3837" y="2490"/>
                  </a:lnTo>
                  <a:lnTo>
                    <a:pt x="3905" y="2558"/>
                  </a:lnTo>
                  <a:lnTo>
                    <a:pt x="3959" y="2626"/>
                  </a:lnTo>
                  <a:lnTo>
                    <a:pt x="4027" y="2694"/>
                  </a:lnTo>
                  <a:lnTo>
                    <a:pt x="4068" y="2776"/>
                  </a:lnTo>
                  <a:lnTo>
                    <a:pt x="4109" y="2857"/>
                  </a:lnTo>
                  <a:lnTo>
                    <a:pt x="4136" y="2953"/>
                  </a:lnTo>
                  <a:lnTo>
                    <a:pt x="4163" y="3034"/>
                  </a:lnTo>
                  <a:lnTo>
                    <a:pt x="4177" y="3129"/>
                  </a:lnTo>
                  <a:lnTo>
                    <a:pt x="4190" y="3238"/>
                  </a:lnTo>
                  <a:lnTo>
                    <a:pt x="4177" y="3333"/>
                  </a:lnTo>
                  <a:lnTo>
                    <a:pt x="4163" y="3429"/>
                  </a:lnTo>
                  <a:lnTo>
                    <a:pt x="4136" y="3524"/>
                  </a:lnTo>
                  <a:lnTo>
                    <a:pt x="4109" y="3605"/>
                  </a:lnTo>
                  <a:lnTo>
                    <a:pt x="4068" y="3687"/>
                  </a:lnTo>
                  <a:lnTo>
                    <a:pt x="4027" y="3769"/>
                  </a:lnTo>
                  <a:lnTo>
                    <a:pt x="3959" y="3837"/>
                  </a:lnTo>
                  <a:lnTo>
                    <a:pt x="3905" y="3905"/>
                  </a:lnTo>
                  <a:lnTo>
                    <a:pt x="3837" y="3973"/>
                  </a:lnTo>
                  <a:lnTo>
                    <a:pt x="3755" y="4027"/>
                  </a:lnTo>
                  <a:lnTo>
                    <a:pt x="3687" y="4082"/>
                  </a:lnTo>
                  <a:lnTo>
                    <a:pt x="3592" y="4122"/>
                  </a:lnTo>
                  <a:lnTo>
                    <a:pt x="3510" y="4150"/>
                  </a:lnTo>
                  <a:lnTo>
                    <a:pt x="3415" y="4177"/>
                  </a:lnTo>
                  <a:lnTo>
                    <a:pt x="3320" y="4190"/>
                  </a:lnTo>
                  <a:lnTo>
                    <a:pt x="3129" y="4190"/>
                  </a:lnTo>
                  <a:lnTo>
                    <a:pt x="3034" y="4177"/>
                  </a:lnTo>
                  <a:lnTo>
                    <a:pt x="2939" y="4150"/>
                  </a:lnTo>
                  <a:lnTo>
                    <a:pt x="2857" y="4122"/>
                  </a:lnTo>
                  <a:lnTo>
                    <a:pt x="2762" y="4082"/>
                  </a:lnTo>
                  <a:lnTo>
                    <a:pt x="2694" y="4027"/>
                  </a:lnTo>
                  <a:lnTo>
                    <a:pt x="2612" y="3973"/>
                  </a:lnTo>
                  <a:lnTo>
                    <a:pt x="2544" y="3905"/>
                  </a:lnTo>
                  <a:lnTo>
                    <a:pt x="2490" y="3837"/>
                  </a:lnTo>
                  <a:lnTo>
                    <a:pt x="2436" y="3769"/>
                  </a:lnTo>
                  <a:lnTo>
                    <a:pt x="2381" y="3687"/>
                  </a:lnTo>
                  <a:lnTo>
                    <a:pt x="2340" y="3605"/>
                  </a:lnTo>
                  <a:lnTo>
                    <a:pt x="2313" y="3524"/>
                  </a:lnTo>
                  <a:lnTo>
                    <a:pt x="2286" y="3429"/>
                  </a:lnTo>
                  <a:lnTo>
                    <a:pt x="2272" y="3333"/>
                  </a:lnTo>
                  <a:lnTo>
                    <a:pt x="2259" y="3238"/>
                  </a:lnTo>
                  <a:lnTo>
                    <a:pt x="2272" y="3129"/>
                  </a:lnTo>
                  <a:lnTo>
                    <a:pt x="2286" y="3034"/>
                  </a:lnTo>
                  <a:lnTo>
                    <a:pt x="2313" y="2953"/>
                  </a:lnTo>
                  <a:lnTo>
                    <a:pt x="2340" y="2857"/>
                  </a:lnTo>
                  <a:lnTo>
                    <a:pt x="2381" y="2776"/>
                  </a:lnTo>
                  <a:lnTo>
                    <a:pt x="2436" y="2694"/>
                  </a:lnTo>
                  <a:lnTo>
                    <a:pt x="2490" y="2626"/>
                  </a:lnTo>
                  <a:lnTo>
                    <a:pt x="2544" y="2558"/>
                  </a:lnTo>
                  <a:lnTo>
                    <a:pt x="2612" y="2490"/>
                  </a:lnTo>
                  <a:lnTo>
                    <a:pt x="2694" y="2436"/>
                  </a:lnTo>
                  <a:lnTo>
                    <a:pt x="2762" y="2395"/>
                  </a:lnTo>
                  <a:lnTo>
                    <a:pt x="2857" y="2354"/>
                  </a:lnTo>
                  <a:lnTo>
                    <a:pt x="2939" y="2313"/>
                  </a:lnTo>
                  <a:lnTo>
                    <a:pt x="3034" y="2300"/>
                  </a:lnTo>
                  <a:lnTo>
                    <a:pt x="3129" y="2272"/>
                  </a:lnTo>
                  <a:close/>
                  <a:moveTo>
                    <a:pt x="2612" y="1"/>
                  </a:moveTo>
                  <a:lnTo>
                    <a:pt x="2612" y="967"/>
                  </a:lnTo>
                  <a:lnTo>
                    <a:pt x="2436" y="1021"/>
                  </a:lnTo>
                  <a:lnTo>
                    <a:pt x="2245" y="1089"/>
                  </a:lnTo>
                  <a:lnTo>
                    <a:pt x="2082" y="1171"/>
                  </a:lnTo>
                  <a:lnTo>
                    <a:pt x="1919" y="1279"/>
                  </a:lnTo>
                  <a:lnTo>
                    <a:pt x="1225" y="586"/>
                  </a:lnTo>
                  <a:lnTo>
                    <a:pt x="490" y="1320"/>
                  </a:lnTo>
                  <a:lnTo>
                    <a:pt x="1198" y="2041"/>
                  </a:lnTo>
                  <a:lnTo>
                    <a:pt x="1130" y="2177"/>
                  </a:lnTo>
                  <a:lnTo>
                    <a:pt x="1062" y="2313"/>
                  </a:lnTo>
                  <a:lnTo>
                    <a:pt x="994" y="2463"/>
                  </a:lnTo>
                  <a:lnTo>
                    <a:pt x="953" y="2626"/>
                  </a:lnTo>
                  <a:lnTo>
                    <a:pt x="1" y="2626"/>
                  </a:lnTo>
                  <a:lnTo>
                    <a:pt x="1" y="3673"/>
                  </a:lnTo>
                  <a:lnTo>
                    <a:pt x="912" y="3673"/>
                  </a:lnTo>
                  <a:lnTo>
                    <a:pt x="953" y="3837"/>
                  </a:lnTo>
                  <a:lnTo>
                    <a:pt x="1007" y="4000"/>
                  </a:lnTo>
                  <a:lnTo>
                    <a:pt x="1062" y="4163"/>
                  </a:lnTo>
                  <a:lnTo>
                    <a:pt x="1143" y="4313"/>
                  </a:lnTo>
                  <a:lnTo>
                    <a:pt x="382" y="5074"/>
                  </a:lnTo>
                  <a:lnTo>
                    <a:pt x="1116" y="5823"/>
                  </a:lnTo>
                  <a:lnTo>
                    <a:pt x="1823" y="5115"/>
                  </a:lnTo>
                  <a:lnTo>
                    <a:pt x="2000" y="5238"/>
                  </a:lnTo>
                  <a:lnTo>
                    <a:pt x="2191" y="5347"/>
                  </a:lnTo>
                  <a:lnTo>
                    <a:pt x="2395" y="5442"/>
                  </a:lnTo>
                  <a:lnTo>
                    <a:pt x="2612" y="5510"/>
                  </a:lnTo>
                  <a:lnTo>
                    <a:pt x="2612" y="6462"/>
                  </a:lnTo>
                  <a:lnTo>
                    <a:pt x="3660" y="6462"/>
                  </a:lnTo>
                  <a:lnTo>
                    <a:pt x="3660" y="5551"/>
                  </a:lnTo>
                  <a:lnTo>
                    <a:pt x="3864" y="5496"/>
                  </a:lnTo>
                  <a:lnTo>
                    <a:pt x="4054" y="5428"/>
                  </a:lnTo>
                  <a:lnTo>
                    <a:pt x="4245" y="5360"/>
                  </a:lnTo>
                  <a:lnTo>
                    <a:pt x="4422" y="5251"/>
                  </a:lnTo>
                  <a:lnTo>
                    <a:pt x="5047" y="5891"/>
                  </a:lnTo>
                  <a:lnTo>
                    <a:pt x="5795" y="5143"/>
                  </a:lnTo>
                  <a:lnTo>
                    <a:pt x="5183" y="4544"/>
                  </a:lnTo>
                  <a:lnTo>
                    <a:pt x="5306" y="4340"/>
                  </a:lnTo>
                  <a:lnTo>
                    <a:pt x="5401" y="4122"/>
                  </a:lnTo>
                  <a:lnTo>
                    <a:pt x="5483" y="3905"/>
                  </a:lnTo>
                  <a:lnTo>
                    <a:pt x="5537" y="3673"/>
                  </a:lnTo>
                  <a:lnTo>
                    <a:pt x="6448" y="3673"/>
                  </a:lnTo>
                  <a:lnTo>
                    <a:pt x="6448" y="2626"/>
                  </a:lnTo>
                  <a:lnTo>
                    <a:pt x="5496" y="2626"/>
                  </a:lnTo>
                  <a:lnTo>
                    <a:pt x="5455" y="2463"/>
                  </a:lnTo>
                  <a:lnTo>
                    <a:pt x="5387" y="2313"/>
                  </a:lnTo>
                  <a:lnTo>
                    <a:pt x="5333" y="2177"/>
                  </a:lnTo>
                  <a:lnTo>
                    <a:pt x="5251" y="2041"/>
                  </a:lnTo>
                  <a:lnTo>
                    <a:pt x="5959" y="1320"/>
                  </a:lnTo>
                  <a:lnTo>
                    <a:pt x="5224" y="586"/>
                  </a:lnTo>
                  <a:lnTo>
                    <a:pt x="4530" y="1279"/>
                  </a:lnTo>
                  <a:lnTo>
                    <a:pt x="4326" y="1157"/>
                  </a:lnTo>
                  <a:lnTo>
                    <a:pt x="4122" y="1048"/>
                  </a:lnTo>
                  <a:lnTo>
                    <a:pt x="3891" y="980"/>
                  </a:lnTo>
                  <a:lnTo>
                    <a:pt x="3660" y="926"/>
                  </a:lnTo>
                  <a:lnTo>
                    <a:pt x="36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8"/>
            <p:cNvSpPr/>
            <p:nvPr/>
          </p:nvSpPr>
          <p:spPr>
            <a:xfrm>
              <a:off x="3849900" y="2931667"/>
              <a:ext cx="297681" cy="297268"/>
            </a:xfrm>
            <a:custGeom>
              <a:avLst/>
              <a:gdLst/>
              <a:ahLst/>
              <a:cxnLst/>
              <a:rect l="l" t="t" r="r" b="b"/>
              <a:pathLst>
                <a:path w="10108" h="10094" extrusionOk="0">
                  <a:moveTo>
                    <a:pt x="204" y="0"/>
                  </a:moveTo>
                  <a:lnTo>
                    <a:pt x="150" y="14"/>
                  </a:lnTo>
                  <a:lnTo>
                    <a:pt x="109" y="27"/>
                  </a:lnTo>
                  <a:lnTo>
                    <a:pt x="82" y="68"/>
                  </a:lnTo>
                  <a:lnTo>
                    <a:pt x="41" y="95"/>
                  </a:lnTo>
                  <a:lnTo>
                    <a:pt x="28" y="136"/>
                  </a:lnTo>
                  <a:lnTo>
                    <a:pt x="14" y="191"/>
                  </a:lnTo>
                  <a:lnTo>
                    <a:pt x="0" y="231"/>
                  </a:lnTo>
                  <a:lnTo>
                    <a:pt x="14" y="272"/>
                  </a:lnTo>
                  <a:lnTo>
                    <a:pt x="28" y="327"/>
                  </a:lnTo>
                  <a:lnTo>
                    <a:pt x="41" y="367"/>
                  </a:lnTo>
                  <a:lnTo>
                    <a:pt x="82" y="395"/>
                  </a:lnTo>
                  <a:lnTo>
                    <a:pt x="9699" y="10025"/>
                  </a:lnTo>
                  <a:lnTo>
                    <a:pt x="9740" y="10052"/>
                  </a:lnTo>
                  <a:lnTo>
                    <a:pt x="9781" y="10066"/>
                  </a:lnTo>
                  <a:lnTo>
                    <a:pt x="9821" y="10080"/>
                  </a:lnTo>
                  <a:lnTo>
                    <a:pt x="9862" y="10093"/>
                  </a:lnTo>
                  <a:lnTo>
                    <a:pt x="9903" y="10080"/>
                  </a:lnTo>
                  <a:lnTo>
                    <a:pt x="9957" y="10066"/>
                  </a:lnTo>
                  <a:lnTo>
                    <a:pt x="9998" y="10052"/>
                  </a:lnTo>
                  <a:lnTo>
                    <a:pt x="10026" y="10025"/>
                  </a:lnTo>
                  <a:lnTo>
                    <a:pt x="10066" y="9984"/>
                  </a:lnTo>
                  <a:lnTo>
                    <a:pt x="10080" y="9944"/>
                  </a:lnTo>
                  <a:lnTo>
                    <a:pt x="10094" y="9903"/>
                  </a:lnTo>
                  <a:lnTo>
                    <a:pt x="10107" y="9848"/>
                  </a:lnTo>
                  <a:lnTo>
                    <a:pt x="10094" y="9808"/>
                  </a:lnTo>
                  <a:lnTo>
                    <a:pt x="10080" y="9767"/>
                  </a:lnTo>
                  <a:lnTo>
                    <a:pt x="10066" y="9726"/>
                  </a:lnTo>
                  <a:lnTo>
                    <a:pt x="10026" y="9685"/>
                  </a:lnTo>
                  <a:lnTo>
                    <a:pt x="408" y="68"/>
                  </a:lnTo>
                  <a:lnTo>
                    <a:pt x="368" y="27"/>
                  </a:lnTo>
                  <a:lnTo>
                    <a:pt x="327" y="1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3991704" y="3070673"/>
              <a:ext cx="54924" cy="54512"/>
            </a:xfrm>
            <a:custGeom>
              <a:avLst/>
              <a:gdLst/>
              <a:ahLst/>
              <a:cxnLst/>
              <a:rect l="l" t="t" r="r" b="b"/>
              <a:pathLst>
                <a:path w="1865" h="1851" extrusionOk="0">
                  <a:moveTo>
                    <a:pt x="844" y="0"/>
                  </a:moveTo>
                  <a:lnTo>
                    <a:pt x="749" y="14"/>
                  </a:lnTo>
                  <a:lnTo>
                    <a:pt x="654" y="41"/>
                  </a:lnTo>
                  <a:lnTo>
                    <a:pt x="572" y="68"/>
                  </a:lnTo>
                  <a:lnTo>
                    <a:pt x="490" y="109"/>
                  </a:lnTo>
                  <a:lnTo>
                    <a:pt x="409" y="150"/>
                  </a:lnTo>
                  <a:lnTo>
                    <a:pt x="341" y="204"/>
                  </a:lnTo>
                  <a:lnTo>
                    <a:pt x="273" y="259"/>
                  </a:lnTo>
                  <a:lnTo>
                    <a:pt x="218" y="327"/>
                  </a:lnTo>
                  <a:lnTo>
                    <a:pt x="164" y="408"/>
                  </a:lnTo>
                  <a:lnTo>
                    <a:pt x="123" y="476"/>
                  </a:lnTo>
                  <a:lnTo>
                    <a:pt x="82" y="558"/>
                  </a:lnTo>
                  <a:lnTo>
                    <a:pt x="55" y="640"/>
                  </a:lnTo>
                  <a:lnTo>
                    <a:pt x="28" y="735"/>
                  </a:lnTo>
                  <a:lnTo>
                    <a:pt x="14" y="830"/>
                  </a:lnTo>
                  <a:lnTo>
                    <a:pt x="1" y="925"/>
                  </a:lnTo>
                  <a:lnTo>
                    <a:pt x="14" y="1020"/>
                  </a:lnTo>
                  <a:lnTo>
                    <a:pt x="28" y="1102"/>
                  </a:lnTo>
                  <a:lnTo>
                    <a:pt x="55" y="1197"/>
                  </a:lnTo>
                  <a:lnTo>
                    <a:pt x="82" y="1279"/>
                  </a:lnTo>
                  <a:lnTo>
                    <a:pt x="123" y="1360"/>
                  </a:lnTo>
                  <a:lnTo>
                    <a:pt x="164" y="1442"/>
                  </a:lnTo>
                  <a:lnTo>
                    <a:pt x="218" y="1510"/>
                  </a:lnTo>
                  <a:lnTo>
                    <a:pt x="273" y="1578"/>
                  </a:lnTo>
                  <a:lnTo>
                    <a:pt x="341" y="1632"/>
                  </a:lnTo>
                  <a:lnTo>
                    <a:pt x="409" y="1687"/>
                  </a:lnTo>
                  <a:lnTo>
                    <a:pt x="490" y="1728"/>
                  </a:lnTo>
                  <a:lnTo>
                    <a:pt x="572" y="1769"/>
                  </a:lnTo>
                  <a:lnTo>
                    <a:pt x="654" y="1809"/>
                  </a:lnTo>
                  <a:lnTo>
                    <a:pt x="749" y="1823"/>
                  </a:lnTo>
                  <a:lnTo>
                    <a:pt x="844" y="1837"/>
                  </a:lnTo>
                  <a:lnTo>
                    <a:pt x="939" y="1850"/>
                  </a:lnTo>
                  <a:lnTo>
                    <a:pt x="1035" y="1837"/>
                  </a:lnTo>
                  <a:lnTo>
                    <a:pt x="1116" y="1823"/>
                  </a:lnTo>
                  <a:lnTo>
                    <a:pt x="1211" y="1809"/>
                  </a:lnTo>
                  <a:lnTo>
                    <a:pt x="1293" y="1769"/>
                  </a:lnTo>
                  <a:lnTo>
                    <a:pt x="1375" y="1728"/>
                  </a:lnTo>
                  <a:lnTo>
                    <a:pt x="1456" y="1687"/>
                  </a:lnTo>
                  <a:lnTo>
                    <a:pt x="1524" y="1632"/>
                  </a:lnTo>
                  <a:lnTo>
                    <a:pt x="1592" y="1578"/>
                  </a:lnTo>
                  <a:lnTo>
                    <a:pt x="1647" y="1510"/>
                  </a:lnTo>
                  <a:lnTo>
                    <a:pt x="1701" y="1442"/>
                  </a:lnTo>
                  <a:lnTo>
                    <a:pt x="1742" y="1360"/>
                  </a:lnTo>
                  <a:lnTo>
                    <a:pt x="1783" y="1279"/>
                  </a:lnTo>
                  <a:lnTo>
                    <a:pt x="1823" y="1197"/>
                  </a:lnTo>
                  <a:lnTo>
                    <a:pt x="1837" y="1102"/>
                  </a:lnTo>
                  <a:lnTo>
                    <a:pt x="1851" y="1020"/>
                  </a:lnTo>
                  <a:lnTo>
                    <a:pt x="1864" y="925"/>
                  </a:lnTo>
                  <a:lnTo>
                    <a:pt x="1851" y="830"/>
                  </a:lnTo>
                  <a:lnTo>
                    <a:pt x="1837" y="735"/>
                  </a:lnTo>
                  <a:lnTo>
                    <a:pt x="1823" y="640"/>
                  </a:lnTo>
                  <a:lnTo>
                    <a:pt x="1783" y="558"/>
                  </a:lnTo>
                  <a:lnTo>
                    <a:pt x="1742" y="476"/>
                  </a:lnTo>
                  <a:lnTo>
                    <a:pt x="1701" y="408"/>
                  </a:lnTo>
                  <a:lnTo>
                    <a:pt x="1647" y="327"/>
                  </a:lnTo>
                  <a:lnTo>
                    <a:pt x="1592" y="259"/>
                  </a:lnTo>
                  <a:lnTo>
                    <a:pt x="1524" y="204"/>
                  </a:lnTo>
                  <a:lnTo>
                    <a:pt x="1456" y="150"/>
                  </a:lnTo>
                  <a:lnTo>
                    <a:pt x="1375" y="109"/>
                  </a:lnTo>
                  <a:lnTo>
                    <a:pt x="1293" y="68"/>
                  </a:lnTo>
                  <a:lnTo>
                    <a:pt x="1211" y="41"/>
                  </a:lnTo>
                  <a:lnTo>
                    <a:pt x="1116" y="14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3668838" y="2719329"/>
              <a:ext cx="330105" cy="329722"/>
            </a:xfrm>
            <a:custGeom>
              <a:avLst/>
              <a:gdLst/>
              <a:ahLst/>
              <a:cxnLst/>
              <a:rect l="l" t="t" r="r" b="b"/>
              <a:pathLst>
                <a:path w="11209" h="11196" extrusionOk="0">
                  <a:moveTo>
                    <a:pt x="5319" y="1"/>
                  </a:moveTo>
                  <a:lnTo>
                    <a:pt x="5033" y="28"/>
                  </a:lnTo>
                  <a:lnTo>
                    <a:pt x="4747" y="55"/>
                  </a:lnTo>
                  <a:lnTo>
                    <a:pt x="4475" y="110"/>
                  </a:lnTo>
                  <a:lnTo>
                    <a:pt x="4203" y="178"/>
                  </a:lnTo>
                  <a:lnTo>
                    <a:pt x="3931" y="246"/>
                  </a:lnTo>
                  <a:lnTo>
                    <a:pt x="3673" y="341"/>
                  </a:lnTo>
                  <a:lnTo>
                    <a:pt x="3428" y="436"/>
                  </a:lnTo>
                  <a:lnTo>
                    <a:pt x="3169" y="545"/>
                  </a:lnTo>
                  <a:lnTo>
                    <a:pt x="2938" y="667"/>
                  </a:lnTo>
                  <a:lnTo>
                    <a:pt x="2693" y="803"/>
                  </a:lnTo>
                  <a:lnTo>
                    <a:pt x="2476" y="953"/>
                  </a:lnTo>
                  <a:lnTo>
                    <a:pt x="2244" y="1103"/>
                  </a:lnTo>
                  <a:lnTo>
                    <a:pt x="2040" y="1279"/>
                  </a:lnTo>
                  <a:lnTo>
                    <a:pt x="1836" y="1456"/>
                  </a:lnTo>
                  <a:lnTo>
                    <a:pt x="1646" y="1633"/>
                  </a:lnTo>
                  <a:lnTo>
                    <a:pt x="1455" y="1837"/>
                  </a:lnTo>
                  <a:lnTo>
                    <a:pt x="1279" y="2041"/>
                  </a:lnTo>
                  <a:lnTo>
                    <a:pt x="1115" y="2245"/>
                  </a:lnTo>
                  <a:lnTo>
                    <a:pt x="952" y="2463"/>
                  </a:lnTo>
                  <a:lnTo>
                    <a:pt x="816" y="2694"/>
                  </a:lnTo>
                  <a:lnTo>
                    <a:pt x="680" y="2925"/>
                  </a:lnTo>
                  <a:lnTo>
                    <a:pt x="558" y="3170"/>
                  </a:lnTo>
                  <a:lnTo>
                    <a:pt x="435" y="3415"/>
                  </a:lnTo>
                  <a:lnTo>
                    <a:pt x="340" y="3673"/>
                  </a:lnTo>
                  <a:lnTo>
                    <a:pt x="258" y="3932"/>
                  </a:lnTo>
                  <a:lnTo>
                    <a:pt x="177" y="4204"/>
                  </a:lnTo>
                  <a:lnTo>
                    <a:pt x="109" y="4462"/>
                  </a:lnTo>
                  <a:lnTo>
                    <a:pt x="68" y="4748"/>
                  </a:lnTo>
                  <a:lnTo>
                    <a:pt x="27" y="5020"/>
                  </a:lnTo>
                  <a:lnTo>
                    <a:pt x="14" y="5306"/>
                  </a:lnTo>
                  <a:lnTo>
                    <a:pt x="0" y="5591"/>
                  </a:lnTo>
                  <a:lnTo>
                    <a:pt x="14" y="5891"/>
                  </a:lnTo>
                  <a:lnTo>
                    <a:pt x="27" y="6176"/>
                  </a:lnTo>
                  <a:lnTo>
                    <a:pt x="68" y="6448"/>
                  </a:lnTo>
                  <a:lnTo>
                    <a:pt x="109" y="6720"/>
                  </a:lnTo>
                  <a:lnTo>
                    <a:pt x="177" y="6992"/>
                  </a:lnTo>
                  <a:lnTo>
                    <a:pt x="258" y="7265"/>
                  </a:lnTo>
                  <a:lnTo>
                    <a:pt x="340" y="7523"/>
                  </a:lnTo>
                  <a:lnTo>
                    <a:pt x="435" y="7781"/>
                  </a:lnTo>
                  <a:lnTo>
                    <a:pt x="558" y="8026"/>
                  </a:lnTo>
                  <a:lnTo>
                    <a:pt x="680" y="8271"/>
                  </a:lnTo>
                  <a:lnTo>
                    <a:pt x="816" y="8502"/>
                  </a:lnTo>
                  <a:lnTo>
                    <a:pt x="952" y="8734"/>
                  </a:lnTo>
                  <a:lnTo>
                    <a:pt x="1115" y="8951"/>
                  </a:lnTo>
                  <a:lnTo>
                    <a:pt x="1279" y="9155"/>
                  </a:lnTo>
                  <a:lnTo>
                    <a:pt x="1455" y="9359"/>
                  </a:lnTo>
                  <a:lnTo>
                    <a:pt x="1646" y="9563"/>
                  </a:lnTo>
                  <a:lnTo>
                    <a:pt x="1836" y="9740"/>
                  </a:lnTo>
                  <a:lnTo>
                    <a:pt x="2040" y="9917"/>
                  </a:lnTo>
                  <a:lnTo>
                    <a:pt x="2244" y="10080"/>
                  </a:lnTo>
                  <a:lnTo>
                    <a:pt x="2476" y="10243"/>
                  </a:lnTo>
                  <a:lnTo>
                    <a:pt x="2693" y="10393"/>
                  </a:lnTo>
                  <a:lnTo>
                    <a:pt x="2938" y="10516"/>
                  </a:lnTo>
                  <a:lnTo>
                    <a:pt x="3169" y="10652"/>
                  </a:lnTo>
                  <a:lnTo>
                    <a:pt x="3428" y="10760"/>
                  </a:lnTo>
                  <a:lnTo>
                    <a:pt x="3673" y="10856"/>
                  </a:lnTo>
                  <a:lnTo>
                    <a:pt x="3931" y="10951"/>
                  </a:lnTo>
                  <a:lnTo>
                    <a:pt x="4203" y="11019"/>
                  </a:lnTo>
                  <a:lnTo>
                    <a:pt x="4475" y="11087"/>
                  </a:lnTo>
                  <a:lnTo>
                    <a:pt x="4747" y="11128"/>
                  </a:lnTo>
                  <a:lnTo>
                    <a:pt x="5033" y="11168"/>
                  </a:lnTo>
                  <a:lnTo>
                    <a:pt x="5319" y="11196"/>
                  </a:lnTo>
                  <a:lnTo>
                    <a:pt x="5890" y="11196"/>
                  </a:lnTo>
                  <a:lnTo>
                    <a:pt x="6176" y="11168"/>
                  </a:lnTo>
                  <a:lnTo>
                    <a:pt x="6448" y="11128"/>
                  </a:lnTo>
                  <a:lnTo>
                    <a:pt x="6733" y="11087"/>
                  </a:lnTo>
                  <a:lnTo>
                    <a:pt x="7005" y="11019"/>
                  </a:lnTo>
                  <a:lnTo>
                    <a:pt x="7264" y="10951"/>
                  </a:lnTo>
                  <a:lnTo>
                    <a:pt x="7522" y="10856"/>
                  </a:lnTo>
                  <a:lnTo>
                    <a:pt x="7781" y="10760"/>
                  </a:lnTo>
                  <a:lnTo>
                    <a:pt x="8026" y="10652"/>
                  </a:lnTo>
                  <a:lnTo>
                    <a:pt x="8270" y="10516"/>
                  </a:lnTo>
                  <a:lnTo>
                    <a:pt x="8502" y="10393"/>
                  </a:lnTo>
                  <a:lnTo>
                    <a:pt x="8733" y="10243"/>
                  </a:lnTo>
                  <a:lnTo>
                    <a:pt x="8951" y="10080"/>
                  </a:lnTo>
                  <a:lnTo>
                    <a:pt x="9168" y="9917"/>
                  </a:lnTo>
                  <a:lnTo>
                    <a:pt x="9372" y="9740"/>
                  </a:lnTo>
                  <a:lnTo>
                    <a:pt x="9563" y="9563"/>
                  </a:lnTo>
                  <a:lnTo>
                    <a:pt x="9753" y="9359"/>
                  </a:lnTo>
                  <a:lnTo>
                    <a:pt x="9916" y="9155"/>
                  </a:lnTo>
                  <a:lnTo>
                    <a:pt x="10093" y="8951"/>
                  </a:lnTo>
                  <a:lnTo>
                    <a:pt x="10243" y="8734"/>
                  </a:lnTo>
                  <a:lnTo>
                    <a:pt x="10392" y="8502"/>
                  </a:lnTo>
                  <a:lnTo>
                    <a:pt x="10528" y="8271"/>
                  </a:lnTo>
                  <a:lnTo>
                    <a:pt x="10651" y="8026"/>
                  </a:lnTo>
                  <a:lnTo>
                    <a:pt x="10760" y="7781"/>
                  </a:lnTo>
                  <a:lnTo>
                    <a:pt x="10868" y="7523"/>
                  </a:lnTo>
                  <a:lnTo>
                    <a:pt x="10950" y="7265"/>
                  </a:lnTo>
                  <a:lnTo>
                    <a:pt x="11032" y="6992"/>
                  </a:lnTo>
                  <a:lnTo>
                    <a:pt x="11086" y="6720"/>
                  </a:lnTo>
                  <a:lnTo>
                    <a:pt x="11141" y="6448"/>
                  </a:lnTo>
                  <a:lnTo>
                    <a:pt x="11168" y="6176"/>
                  </a:lnTo>
                  <a:lnTo>
                    <a:pt x="11195" y="5891"/>
                  </a:lnTo>
                  <a:lnTo>
                    <a:pt x="11209" y="5591"/>
                  </a:lnTo>
                  <a:lnTo>
                    <a:pt x="11195" y="5306"/>
                  </a:lnTo>
                  <a:lnTo>
                    <a:pt x="11168" y="5020"/>
                  </a:lnTo>
                  <a:lnTo>
                    <a:pt x="11141" y="4748"/>
                  </a:lnTo>
                  <a:lnTo>
                    <a:pt x="11086" y="4462"/>
                  </a:lnTo>
                  <a:lnTo>
                    <a:pt x="11032" y="4204"/>
                  </a:lnTo>
                  <a:lnTo>
                    <a:pt x="10950" y="3932"/>
                  </a:lnTo>
                  <a:lnTo>
                    <a:pt x="10868" y="3673"/>
                  </a:lnTo>
                  <a:lnTo>
                    <a:pt x="10760" y="3415"/>
                  </a:lnTo>
                  <a:lnTo>
                    <a:pt x="10651" y="3170"/>
                  </a:lnTo>
                  <a:lnTo>
                    <a:pt x="10528" y="2925"/>
                  </a:lnTo>
                  <a:lnTo>
                    <a:pt x="10392" y="2694"/>
                  </a:lnTo>
                  <a:lnTo>
                    <a:pt x="10243" y="2463"/>
                  </a:lnTo>
                  <a:lnTo>
                    <a:pt x="10093" y="2245"/>
                  </a:lnTo>
                  <a:lnTo>
                    <a:pt x="9916" y="2041"/>
                  </a:lnTo>
                  <a:lnTo>
                    <a:pt x="9753" y="1837"/>
                  </a:lnTo>
                  <a:lnTo>
                    <a:pt x="9563" y="1633"/>
                  </a:lnTo>
                  <a:lnTo>
                    <a:pt x="9372" y="1456"/>
                  </a:lnTo>
                  <a:lnTo>
                    <a:pt x="9168" y="1279"/>
                  </a:lnTo>
                  <a:lnTo>
                    <a:pt x="8951" y="1103"/>
                  </a:lnTo>
                  <a:lnTo>
                    <a:pt x="8733" y="953"/>
                  </a:lnTo>
                  <a:lnTo>
                    <a:pt x="8502" y="803"/>
                  </a:lnTo>
                  <a:lnTo>
                    <a:pt x="8270" y="667"/>
                  </a:lnTo>
                  <a:lnTo>
                    <a:pt x="8026" y="545"/>
                  </a:lnTo>
                  <a:lnTo>
                    <a:pt x="7781" y="436"/>
                  </a:lnTo>
                  <a:lnTo>
                    <a:pt x="7522" y="341"/>
                  </a:lnTo>
                  <a:lnTo>
                    <a:pt x="7264" y="246"/>
                  </a:lnTo>
                  <a:lnTo>
                    <a:pt x="7005" y="178"/>
                  </a:lnTo>
                  <a:lnTo>
                    <a:pt x="6733" y="110"/>
                  </a:lnTo>
                  <a:lnTo>
                    <a:pt x="6448" y="55"/>
                  </a:lnTo>
                  <a:lnTo>
                    <a:pt x="6176" y="28"/>
                  </a:lnTo>
                  <a:lnTo>
                    <a:pt x="58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3770590" y="2780233"/>
              <a:ext cx="121010" cy="207946"/>
            </a:xfrm>
            <a:custGeom>
              <a:avLst/>
              <a:gdLst/>
              <a:ahLst/>
              <a:cxnLst/>
              <a:rect l="l" t="t" r="r" b="b"/>
              <a:pathLst>
                <a:path w="4109" h="7061" extrusionOk="0">
                  <a:moveTo>
                    <a:pt x="3305" y="327"/>
                  </a:moveTo>
                  <a:lnTo>
                    <a:pt x="3401" y="354"/>
                  </a:lnTo>
                  <a:lnTo>
                    <a:pt x="3496" y="408"/>
                  </a:lnTo>
                  <a:lnTo>
                    <a:pt x="3578" y="504"/>
                  </a:lnTo>
                  <a:lnTo>
                    <a:pt x="3646" y="612"/>
                  </a:lnTo>
                  <a:lnTo>
                    <a:pt x="3700" y="762"/>
                  </a:lnTo>
                  <a:lnTo>
                    <a:pt x="3741" y="925"/>
                  </a:lnTo>
                  <a:lnTo>
                    <a:pt x="3768" y="1116"/>
                  </a:lnTo>
                  <a:lnTo>
                    <a:pt x="3782" y="1333"/>
                  </a:lnTo>
                  <a:lnTo>
                    <a:pt x="3782" y="1565"/>
                  </a:lnTo>
                  <a:lnTo>
                    <a:pt x="3754" y="1809"/>
                  </a:lnTo>
                  <a:lnTo>
                    <a:pt x="3727" y="2082"/>
                  </a:lnTo>
                  <a:lnTo>
                    <a:pt x="3673" y="2367"/>
                  </a:lnTo>
                  <a:lnTo>
                    <a:pt x="3605" y="2666"/>
                  </a:lnTo>
                  <a:lnTo>
                    <a:pt x="3523" y="2993"/>
                  </a:lnTo>
                  <a:lnTo>
                    <a:pt x="3414" y="3319"/>
                  </a:lnTo>
                  <a:lnTo>
                    <a:pt x="3292" y="3659"/>
                  </a:lnTo>
                  <a:lnTo>
                    <a:pt x="3156" y="4000"/>
                  </a:lnTo>
                  <a:lnTo>
                    <a:pt x="3006" y="4340"/>
                  </a:lnTo>
                  <a:lnTo>
                    <a:pt x="2843" y="4666"/>
                  </a:lnTo>
                  <a:lnTo>
                    <a:pt x="2680" y="4965"/>
                  </a:lnTo>
                  <a:lnTo>
                    <a:pt x="2517" y="5237"/>
                  </a:lnTo>
                  <a:lnTo>
                    <a:pt x="2340" y="5496"/>
                  </a:lnTo>
                  <a:lnTo>
                    <a:pt x="2163" y="5741"/>
                  </a:lnTo>
                  <a:lnTo>
                    <a:pt x="2000" y="5945"/>
                  </a:lnTo>
                  <a:lnTo>
                    <a:pt x="1823" y="6135"/>
                  </a:lnTo>
                  <a:lnTo>
                    <a:pt x="1660" y="6298"/>
                  </a:lnTo>
                  <a:lnTo>
                    <a:pt x="1496" y="6434"/>
                  </a:lnTo>
                  <a:lnTo>
                    <a:pt x="1347" y="6543"/>
                  </a:lnTo>
                  <a:lnTo>
                    <a:pt x="1197" y="6638"/>
                  </a:lnTo>
                  <a:lnTo>
                    <a:pt x="1047" y="6693"/>
                  </a:lnTo>
                  <a:lnTo>
                    <a:pt x="925" y="6720"/>
                  </a:lnTo>
                  <a:lnTo>
                    <a:pt x="803" y="6734"/>
                  </a:lnTo>
                  <a:lnTo>
                    <a:pt x="707" y="6706"/>
                  </a:lnTo>
                  <a:lnTo>
                    <a:pt x="612" y="6638"/>
                  </a:lnTo>
                  <a:lnTo>
                    <a:pt x="531" y="6557"/>
                  </a:lnTo>
                  <a:lnTo>
                    <a:pt x="463" y="6448"/>
                  </a:lnTo>
                  <a:lnTo>
                    <a:pt x="408" y="6298"/>
                  </a:lnTo>
                  <a:lnTo>
                    <a:pt x="367" y="6135"/>
                  </a:lnTo>
                  <a:lnTo>
                    <a:pt x="340" y="5945"/>
                  </a:lnTo>
                  <a:lnTo>
                    <a:pt x="327" y="5727"/>
                  </a:lnTo>
                  <a:lnTo>
                    <a:pt x="327" y="5496"/>
                  </a:lnTo>
                  <a:lnTo>
                    <a:pt x="354" y="5237"/>
                  </a:lnTo>
                  <a:lnTo>
                    <a:pt x="381" y="4979"/>
                  </a:lnTo>
                  <a:lnTo>
                    <a:pt x="435" y="4680"/>
                  </a:lnTo>
                  <a:lnTo>
                    <a:pt x="503" y="4380"/>
                  </a:lnTo>
                  <a:lnTo>
                    <a:pt x="585" y="4068"/>
                  </a:lnTo>
                  <a:lnTo>
                    <a:pt x="694" y="3741"/>
                  </a:lnTo>
                  <a:lnTo>
                    <a:pt x="816" y="3401"/>
                  </a:lnTo>
                  <a:lnTo>
                    <a:pt x="952" y="3061"/>
                  </a:lnTo>
                  <a:lnTo>
                    <a:pt x="1102" y="2721"/>
                  </a:lnTo>
                  <a:lnTo>
                    <a:pt x="1265" y="2394"/>
                  </a:lnTo>
                  <a:lnTo>
                    <a:pt x="1428" y="2095"/>
                  </a:lnTo>
                  <a:lnTo>
                    <a:pt x="1592" y="1809"/>
                  </a:lnTo>
                  <a:lnTo>
                    <a:pt x="1768" y="1565"/>
                  </a:lnTo>
                  <a:lnTo>
                    <a:pt x="1945" y="1320"/>
                  </a:lnTo>
                  <a:lnTo>
                    <a:pt x="2108" y="1116"/>
                  </a:lnTo>
                  <a:lnTo>
                    <a:pt x="2285" y="925"/>
                  </a:lnTo>
                  <a:lnTo>
                    <a:pt x="2449" y="762"/>
                  </a:lnTo>
                  <a:lnTo>
                    <a:pt x="2612" y="626"/>
                  </a:lnTo>
                  <a:lnTo>
                    <a:pt x="2761" y="504"/>
                  </a:lnTo>
                  <a:lnTo>
                    <a:pt x="2911" y="422"/>
                  </a:lnTo>
                  <a:lnTo>
                    <a:pt x="3061" y="368"/>
                  </a:lnTo>
                  <a:lnTo>
                    <a:pt x="3183" y="327"/>
                  </a:lnTo>
                  <a:close/>
                  <a:moveTo>
                    <a:pt x="3129" y="0"/>
                  </a:moveTo>
                  <a:lnTo>
                    <a:pt x="3033" y="28"/>
                  </a:lnTo>
                  <a:lnTo>
                    <a:pt x="2843" y="82"/>
                  </a:lnTo>
                  <a:lnTo>
                    <a:pt x="2653" y="177"/>
                  </a:lnTo>
                  <a:lnTo>
                    <a:pt x="2462" y="313"/>
                  </a:lnTo>
                  <a:lnTo>
                    <a:pt x="2258" y="476"/>
                  </a:lnTo>
                  <a:lnTo>
                    <a:pt x="2040" y="680"/>
                  </a:lnTo>
                  <a:lnTo>
                    <a:pt x="1850" y="898"/>
                  </a:lnTo>
                  <a:lnTo>
                    <a:pt x="1660" y="1129"/>
                  </a:lnTo>
                  <a:lnTo>
                    <a:pt x="1483" y="1388"/>
                  </a:lnTo>
                  <a:lnTo>
                    <a:pt x="1292" y="1673"/>
                  </a:lnTo>
                  <a:lnTo>
                    <a:pt x="1115" y="1959"/>
                  </a:lnTo>
                  <a:lnTo>
                    <a:pt x="952" y="2272"/>
                  </a:lnTo>
                  <a:lnTo>
                    <a:pt x="789" y="2598"/>
                  </a:lnTo>
                  <a:lnTo>
                    <a:pt x="639" y="2925"/>
                  </a:lnTo>
                  <a:lnTo>
                    <a:pt x="503" y="3265"/>
                  </a:lnTo>
                  <a:lnTo>
                    <a:pt x="381" y="3605"/>
                  </a:lnTo>
                  <a:lnTo>
                    <a:pt x="272" y="3945"/>
                  </a:lnTo>
                  <a:lnTo>
                    <a:pt x="190" y="4272"/>
                  </a:lnTo>
                  <a:lnTo>
                    <a:pt x="109" y="4598"/>
                  </a:lnTo>
                  <a:lnTo>
                    <a:pt x="54" y="4911"/>
                  </a:lnTo>
                  <a:lnTo>
                    <a:pt x="14" y="5210"/>
                  </a:lnTo>
                  <a:lnTo>
                    <a:pt x="0" y="5496"/>
                  </a:lnTo>
                  <a:lnTo>
                    <a:pt x="0" y="5781"/>
                  </a:lnTo>
                  <a:lnTo>
                    <a:pt x="14" y="6040"/>
                  </a:lnTo>
                  <a:lnTo>
                    <a:pt x="54" y="6285"/>
                  </a:lnTo>
                  <a:lnTo>
                    <a:pt x="122" y="6489"/>
                  </a:lnTo>
                  <a:lnTo>
                    <a:pt x="204" y="6666"/>
                  </a:lnTo>
                  <a:lnTo>
                    <a:pt x="245" y="6747"/>
                  </a:lnTo>
                  <a:lnTo>
                    <a:pt x="299" y="6815"/>
                  </a:lnTo>
                  <a:lnTo>
                    <a:pt x="367" y="6870"/>
                  </a:lnTo>
                  <a:lnTo>
                    <a:pt x="422" y="6924"/>
                  </a:lnTo>
                  <a:lnTo>
                    <a:pt x="490" y="6965"/>
                  </a:lnTo>
                  <a:lnTo>
                    <a:pt x="571" y="7006"/>
                  </a:lnTo>
                  <a:lnTo>
                    <a:pt x="653" y="7033"/>
                  </a:lnTo>
                  <a:lnTo>
                    <a:pt x="721" y="7060"/>
                  </a:lnTo>
                  <a:lnTo>
                    <a:pt x="979" y="7060"/>
                  </a:lnTo>
                  <a:lnTo>
                    <a:pt x="1075" y="7033"/>
                  </a:lnTo>
                  <a:lnTo>
                    <a:pt x="1252" y="6978"/>
                  </a:lnTo>
                  <a:lnTo>
                    <a:pt x="1456" y="6870"/>
                  </a:lnTo>
                  <a:lnTo>
                    <a:pt x="1646" y="6747"/>
                  </a:lnTo>
                  <a:lnTo>
                    <a:pt x="1850" y="6570"/>
                  </a:lnTo>
                  <a:lnTo>
                    <a:pt x="2054" y="6380"/>
                  </a:lnTo>
                  <a:lnTo>
                    <a:pt x="2258" y="6162"/>
                  </a:lnTo>
                  <a:lnTo>
                    <a:pt x="2449" y="5917"/>
                  </a:lnTo>
                  <a:lnTo>
                    <a:pt x="2625" y="5673"/>
                  </a:lnTo>
                  <a:lnTo>
                    <a:pt x="2816" y="5387"/>
                  </a:lnTo>
                  <a:lnTo>
                    <a:pt x="2993" y="5101"/>
                  </a:lnTo>
                  <a:lnTo>
                    <a:pt x="3156" y="4788"/>
                  </a:lnTo>
                  <a:lnTo>
                    <a:pt x="3319" y="4462"/>
                  </a:lnTo>
                  <a:lnTo>
                    <a:pt x="3469" y="4136"/>
                  </a:lnTo>
                  <a:lnTo>
                    <a:pt x="3605" y="3795"/>
                  </a:lnTo>
                  <a:lnTo>
                    <a:pt x="3727" y="3455"/>
                  </a:lnTo>
                  <a:lnTo>
                    <a:pt x="3836" y="3115"/>
                  </a:lnTo>
                  <a:lnTo>
                    <a:pt x="3918" y="2789"/>
                  </a:lnTo>
                  <a:lnTo>
                    <a:pt x="3999" y="2462"/>
                  </a:lnTo>
                  <a:lnTo>
                    <a:pt x="4054" y="2150"/>
                  </a:lnTo>
                  <a:lnTo>
                    <a:pt x="4094" y="1850"/>
                  </a:lnTo>
                  <a:lnTo>
                    <a:pt x="4108" y="1565"/>
                  </a:lnTo>
                  <a:lnTo>
                    <a:pt x="4108" y="1279"/>
                  </a:lnTo>
                  <a:lnTo>
                    <a:pt x="4094" y="1007"/>
                  </a:lnTo>
                  <a:lnTo>
                    <a:pt x="4054" y="776"/>
                  </a:lnTo>
                  <a:lnTo>
                    <a:pt x="3986" y="572"/>
                  </a:lnTo>
                  <a:lnTo>
                    <a:pt x="3904" y="395"/>
                  </a:lnTo>
                  <a:lnTo>
                    <a:pt x="3863" y="313"/>
                  </a:lnTo>
                  <a:lnTo>
                    <a:pt x="3809" y="245"/>
                  </a:lnTo>
                  <a:lnTo>
                    <a:pt x="3741" y="191"/>
                  </a:lnTo>
                  <a:lnTo>
                    <a:pt x="3686" y="136"/>
                  </a:lnTo>
                  <a:lnTo>
                    <a:pt x="3605" y="82"/>
                  </a:lnTo>
                  <a:lnTo>
                    <a:pt x="3537" y="55"/>
                  </a:lnTo>
                  <a:lnTo>
                    <a:pt x="3455" y="28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8"/>
            <p:cNvSpPr/>
            <p:nvPr/>
          </p:nvSpPr>
          <p:spPr>
            <a:xfrm>
              <a:off x="3750151" y="2794663"/>
              <a:ext cx="161857" cy="179085"/>
            </a:xfrm>
            <a:custGeom>
              <a:avLst/>
              <a:gdLst/>
              <a:ahLst/>
              <a:cxnLst/>
              <a:rect l="l" t="t" r="r" b="b"/>
              <a:pathLst>
                <a:path w="5496" h="6081" extrusionOk="0">
                  <a:moveTo>
                    <a:pt x="871" y="327"/>
                  </a:moveTo>
                  <a:lnTo>
                    <a:pt x="993" y="340"/>
                  </a:lnTo>
                  <a:lnTo>
                    <a:pt x="1129" y="381"/>
                  </a:lnTo>
                  <a:lnTo>
                    <a:pt x="1279" y="422"/>
                  </a:lnTo>
                  <a:lnTo>
                    <a:pt x="1442" y="476"/>
                  </a:lnTo>
                  <a:lnTo>
                    <a:pt x="1728" y="626"/>
                  </a:lnTo>
                  <a:lnTo>
                    <a:pt x="1959" y="762"/>
                  </a:lnTo>
                  <a:lnTo>
                    <a:pt x="2204" y="911"/>
                  </a:lnTo>
                  <a:lnTo>
                    <a:pt x="2449" y="1102"/>
                  </a:lnTo>
                  <a:lnTo>
                    <a:pt x="2694" y="1292"/>
                  </a:lnTo>
                  <a:lnTo>
                    <a:pt x="2938" y="1510"/>
                  </a:lnTo>
                  <a:lnTo>
                    <a:pt x="3183" y="1741"/>
                  </a:lnTo>
                  <a:lnTo>
                    <a:pt x="3415" y="1986"/>
                  </a:lnTo>
                  <a:lnTo>
                    <a:pt x="3659" y="2258"/>
                  </a:lnTo>
                  <a:lnTo>
                    <a:pt x="3891" y="2544"/>
                  </a:lnTo>
                  <a:lnTo>
                    <a:pt x="4108" y="2829"/>
                  </a:lnTo>
                  <a:lnTo>
                    <a:pt x="4312" y="3101"/>
                  </a:lnTo>
                  <a:lnTo>
                    <a:pt x="4489" y="3373"/>
                  </a:lnTo>
                  <a:lnTo>
                    <a:pt x="4639" y="3646"/>
                  </a:lnTo>
                  <a:lnTo>
                    <a:pt x="4775" y="3904"/>
                  </a:lnTo>
                  <a:lnTo>
                    <a:pt x="4897" y="4149"/>
                  </a:lnTo>
                  <a:lnTo>
                    <a:pt x="4992" y="4380"/>
                  </a:lnTo>
                  <a:lnTo>
                    <a:pt x="5061" y="4611"/>
                  </a:lnTo>
                  <a:lnTo>
                    <a:pt x="5115" y="4815"/>
                  </a:lnTo>
                  <a:lnTo>
                    <a:pt x="5156" y="5006"/>
                  </a:lnTo>
                  <a:lnTo>
                    <a:pt x="5169" y="5169"/>
                  </a:lnTo>
                  <a:lnTo>
                    <a:pt x="5156" y="5319"/>
                  </a:lnTo>
                  <a:lnTo>
                    <a:pt x="5129" y="5455"/>
                  </a:lnTo>
                  <a:lnTo>
                    <a:pt x="5074" y="5563"/>
                  </a:lnTo>
                  <a:lnTo>
                    <a:pt x="5006" y="5645"/>
                  </a:lnTo>
                  <a:lnTo>
                    <a:pt x="4911" y="5700"/>
                  </a:lnTo>
                  <a:lnTo>
                    <a:pt x="4802" y="5740"/>
                  </a:lnTo>
                  <a:lnTo>
                    <a:pt x="4666" y="5754"/>
                  </a:lnTo>
                  <a:lnTo>
                    <a:pt x="4516" y="5740"/>
                  </a:lnTo>
                  <a:lnTo>
                    <a:pt x="4353" y="5700"/>
                  </a:lnTo>
                  <a:lnTo>
                    <a:pt x="4176" y="5645"/>
                  </a:lnTo>
                  <a:lnTo>
                    <a:pt x="3972" y="5563"/>
                  </a:lnTo>
                  <a:lnTo>
                    <a:pt x="3768" y="5455"/>
                  </a:lnTo>
                  <a:lnTo>
                    <a:pt x="3537" y="5319"/>
                  </a:lnTo>
                  <a:lnTo>
                    <a:pt x="3292" y="5155"/>
                  </a:lnTo>
                  <a:lnTo>
                    <a:pt x="3047" y="4979"/>
                  </a:lnTo>
                  <a:lnTo>
                    <a:pt x="2802" y="4788"/>
                  </a:lnTo>
                  <a:lnTo>
                    <a:pt x="2558" y="4570"/>
                  </a:lnTo>
                  <a:lnTo>
                    <a:pt x="2313" y="4339"/>
                  </a:lnTo>
                  <a:lnTo>
                    <a:pt x="2082" y="4081"/>
                  </a:lnTo>
                  <a:lnTo>
                    <a:pt x="1837" y="3822"/>
                  </a:lnTo>
                  <a:lnTo>
                    <a:pt x="1619" y="3550"/>
                  </a:lnTo>
                  <a:lnTo>
                    <a:pt x="1401" y="3278"/>
                  </a:lnTo>
                  <a:lnTo>
                    <a:pt x="1211" y="3006"/>
                  </a:lnTo>
                  <a:lnTo>
                    <a:pt x="1034" y="2734"/>
                  </a:lnTo>
                  <a:lnTo>
                    <a:pt x="871" y="2462"/>
                  </a:lnTo>
                  <a:lnTo>
                    <a:pt x="721" y="2204"/>
                  </a:lnTo>
                  <a:lnTo>
                    <a:pt x="599" y="1932"/>
                  </a:lnTo>
                  <a:lnTo>
                    <a:pt x="504" y="1687"/>
                  </a:lnTo>
                  <a:lnTo>
                    <a:pt x="422" y="1469"/>
                  </a:lnTo>
                  <a:lnTo>
                    <a:pt x="368" y="1251"/>
                  </a:lnTo>
                  <a:lnTo>
                    <a:pt x="340" y="1075"/>
                  </a:lnTo>
                  <a:lnTo>
                    <a:pt x="327" y="898"/>
                  </a:lnTo>
                  <a:lnTo>
                    <a:pt x="340" y="748"/>
                  </a:lnTo>
                  <a:lnTo>
                    <a:pt x="368" y="626"/>
                  </a:lnTo>
                  <a:lnTo>
                    <a:pt x="422" y="517"/>
                  </a:lnTo>
                  <a:lnTo>
                    <a:pt x="490" y="435"/>
                  </a:lnTo>
                  <a:lnTo>
                    <a:pt x="558" y="381"/>
                  </a:lnTo>
                  <a:lnTo>
                    <a:pt x="653" y="354"/>
                  </a:lnTo>
                  <a:lnTo>
                    <a:pt x="748" y="327"/>
                  </a:lnTo>
                  <a:close/>
                  <a:moveTo>
                    <a:pt x="735" y="0"/>
                  </a:moveTo>
                  <a:lnTo>
                    <a:pt x="653" y="14"/>
                  </a:lnTo>
                  <a:lnTo>
                    <a:pt x="558" y="27"/>
                  </a:lnTo>
                  <a:lnTo>
                    <a:pt x="476" y="54"/>
                  </a:lnTo>
                  <a:lnTo>
                    <a:pt x="408" y="95"/>
                  </a:lnTo>
                  <a:lnTo>
                    <a:pt x="340" y="136"/>
                  </a:lnTo>
                  <a:lnTo>
                    <a:pt x="272" y="177"/>
                  </a:lnTo>
                  <a:lnTo>
                    <a:pt x="218" y="245"/>
                  </a:lnTo>
                  <a:lnTo>
                    <a:pt x="164" y="299"/>
                  </a:lnTo>
                  <a:lnTo>
                    <a:pt x="109" y="367"/>
                  </a:lnTo>
                  <a:lnTo>
                    <a:pt x="82" y="449"/>
                  </a:lnTo>
                  <a:lnTo>
                    <a:pt x="41" y="531"/>
                  </a:lnTo>
                  <a:lnTo>
                    <a:pt x="28" y="626"/>
                  </a:lnTo>
                  <a:lnTo>
                    <a:pt x="0" y="816"/>
                  </a:lnTo>
                  <a:lnTo>
                    <a:pt x="0" y="1034"/>
                  </a:lnTo>
                  <a:lnTo>
                    <a:pt x="41" y="1265"/>
                  </a:lnTo>
                  <a:lnTo>
                    <a:pt x="96" y="1524"/>
                  </a:lnTo>
                  <a:lnTo>
                    <a:pt x="191" y="1796"/>
                  </a:lnTo>
                  <a:lnTo>
                    <a:pt x="300" y="2068"/>
                  </a:lnTo>
                  <a:lnTo>
                    <a:pt x="422" y="2340"/>
                  </a:lnTo>
                  <a:lnTo>
                    <a:pt x="572" y="2625"/>
                  </a:lnTo>
                  <a:lnTo>
                    <a:pt x="748" y="2911"/>
                  </a:lnTo>
                  <a:lnTo>
                    <a:pt x="925" y="3197"/>
                  </a:lnTo>
                  <a:lnTo>
                    <a:pt x="1129" y="3482"/>
                  </a:lnTo>
                  <a:lnTo>
                    <a:pt x="1347" y="3768"/>
                  </a:lnTo>
                  <a:lnTo>
                    <a:pt x="1592" y="4040"/>
                  </a:lnTo>
                  <a:lnTo>
                    <a:pt x="1837" y="4312"/>
                  </a:lnTo>
                  <a:lnTo>
                    <a:pt x="2082" y="4570"/>
                  </a:lnTo>
                  <a:lnTo>
                    <a:pt x="2340" y="4815"/>
                  </a:lnTo>
                  <a:lnTo>
                    <a:pt x="2598" y="5047"/>
                  </a:lnTo>
                  <a:lnTo>
                    <a:pt x="2857" y="5251"/>
                  </a:lnTo>
                  <a:lnTo>
                    <a:pt x="3115" y="5441"/>
                  </a:lnTo>
                  <a:lnTo>
                    <a:pt x="3360" y="5604"/>
                  </a:lnTo>
                  <a:lnTo>
                    <a:pt x="3619" y="5754"/>
                  </a:lnTo>
                  <a:lnTo>
                    <a:pt x="3918" y="5904"/>
                  </a:lnTo>
                  <a:lnTo>
                    <a:pt x="4122" y="5972"/>
                  </a:lnTo>
                  <a:lnTo>
                    <a:pt x="4326" y="6040"/>
                  </a:lnTo>
                  <a:lnTo>
                    <a:pt x="4503" y="6067"/>
                  </a:lnTo>
                  <a:lnTo>
                    <a:pt x="4680" y="6080"/>
                  </a:lnTo>
                  <a:lnTo>
                    <a:pt x="4843" y="6067"/>
                  </a:lnTo>
                  <a:lnTo>
                    <a:pt x="4979" y="6040"/>
                  </a:lnTo>
                  <a:lnTo>
                    <a:pt x="5115" y="5972"/>
                  </a:lnTo>
                  <a:lnTo>
                    <a:pt x="5224" y="5890"/>
                  </a:lnTo>
                  <a:lnTo>
                    <a:pt x="5278" y="5836"/>
                  </a:lnTo>
                  <a:lnTo>
                    <a:pt x="5333" y="5781"/>
                  </a:lnTo>
                  <a:lnTo>
                    <a:pt x="5387" y="5700"/>
                  </a:lnTo>
                  <a:lnTo>
                    <a:pt x="5414" y="5631"/>
                  </a:lnTo>
                  <a:lnTo>
                    <a:pt x="5441" y="5550"/>
                  </a:lnTo>
                  <a:lnTo>
                    <a:pt x="5469" y="5455"/>
                  </a:lnTo>
                  <a:lnTo>
                    <a:pt x="5496" y="5264"/>
                  </a:lnTo>
                  <a:lnTo>
                    <a:pt x="5496" y="5047"/>
                  </a:lnTo>
                  <a:lnTo>
                    <a:pt x="5455" y="4815"/>
                  </a:lnTo>
                  <a:lnTo>
                    <a:pt x="5401" y="4557"/>
                  </a:lnTo>
                  <a:lnTo>
                    <a:pt x="5305" y="4285"/>
                  </a:lnTo>
                  <a:lnTo>
                    <a:pt x="5197" y="4013"/>
                  </a:lnTo>
                  <a:lnTo>
                    <a:pt x="5074" y="3741"/>
                  </a:lnTo>
                  <a:lnTo>
                    <a:pt x="4924" y="3455"/>
                  </a:lnTo>
                  <a:lnTo>
                    <a:pt x="4748" y="3169"/>
                  </a:lnTo>
                  <a:lnTo>
                    <a:pt x="4571" y="2884"/>
                  </a:lnTo>
                  <a:lnTo>
                    <a:pt x="4367" y="2598"/>
                  </a:lnTo>
                  <a:lnTo>
                    <a:pt x="4136" y="2312"/>
                  </a:lnTo>
                  <a:lnTo>
                    <a:pt x="3904" y="2040"/>
                  </a:lnTo>
                  <a:lnTo>
                    <a:pt x="3659" y="1755"/>
                  </a:lnTo>
                  <a:lnTo>
                    <a:pt x="3415" y="1510"/>
                  </a:lnTo>
                  <a:lnTo>
                    <a:pt x="3156" y="1265"/>
                  </a:lnTo>
                  <a:lnTo>
                    <a:pt x="2898" y="1034"/>
                  </a:lnTo>
                  <a:lnTo>
                    <a:pt x="2639" y="830"/>
                  </a:lnTo>
                  <a:lnTo>
                    <a:pt x="2381" y="639"/>
                  </a:lnTo>
                  <a:lnTo>
                    <a:pt x="2136" y="476"/>
                  </a:lnTo>
                  <a:lnTo>
                    <a:pt x="1877" y="327"/>
                  </a:lnTo>
                  <a:lnTo>
                    <a:pt x="1619" y="204"/>
                  </a:lnTo>
                  <a:lnTo>
                    <a:pt x="1374" y="109"/>
                  </a:lnTo>
                  <a:lnTo>
                    <a:pt x="1143" y="41"/>
                  </a:lnTo>
                  <a:lnTo>
                    <a:pt x="9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8"/>
            <p:cNvSpPr/>
            <p:nvPr/>
          </p:nvSpPr>
          <p:spPr>
            <a:xfrm>
              <a:off x="3719699" y="2838721"/>
              <a:ext cx="222760" cy="90971"/>
            </a:xfrm>
            <a:custGeom>
              <a:avLst/>
              <a:gdLst/>
              <a:ahLst/>
              <a:cxnLst/>
              <a:rect l="l" t="t" r="r" b="b"/>
              <a:pathLst>
                <a:path w="7564" h="3089" extrusionOk="0">
                  <a:moveTo>
                    <a:pt x="4068" y="327"/>
                  </a:moveTo>
                  <a:lnTo>
                    <a:pt x="4421" y="340"/>
                  </a:lnTo>
                  <a:lnTo>
                    <a:pt x="4748" y="354"/>
                  </a:lnTo>
                  <a:lnTo>
                    <a:pt x="5074" y="381"/>
                  </a:lnTo>
                  <a:lnTo>
                    <a:pt x="5387" y="422"/>
                  </a:lnTo>
                  <a:lnTo>
                    <a:pt x="5686" y="463"/>
                  </a:lnTo>
                  <a:lnTo>
                    <a:pt x="5972" y="531"/>
                  </a:lnTo>
                  <a:lnTo>
                    <a:pt x="6231" y="612"/>
                  </a:lnTo>
                  <a:lnTo>
                    <a:pt x="6530" y="721"/>
                  </a:lnTo>
                  <a:lnTo>
                    <a:pt x="6679" y="789"/>
                  </a:lnTo>
                  <a:lnTo>
                    <a:pt x="6815" y="871"/>
                  </a:lnTo>
                  <a:lnTo>
                    <a:pt x="6938" y="939"/>
                  </a:lnTo>
                  <a:lnTo>
                    <a:pt x="7033" y="1021"/>
                  </a:lnTo>
                  <a:lnTo>
                    <a:pt x="7115" y="1102"/>
                  </a:lnTo>
                  <a:lnTo>
                    <a:pt x="7169" y="1197"/>
                  </a:lnTo>
                  <a:lnTo>
                    <a:pt x="7210" y="1279"/>
                  </a:lnTo>
                  <a:lnTo>
                    <a:pt x="7224" y="1374"/>
                  </a:lnTo>
                  <a:lnTo>
                    <a:pt x="7210" y="1483"/>
                  </a:lnTo>
                  <a:lnTo>
                    <a:pt x="7169" y="1592"/>
                  </a:lnTo>
                  <a:lnTo>
                    <a:pt x="7101" y="1701"/>
                  </a:lnTo>
                  <a:lnTo>
                    <a:pt x="6992" y="1809"/>
                  </a:lnTo>
                  <a:lnTo>
                    <a:pt x="6856" y="1918"/>
                  </a:lnTo>
                  <a:lnTo>
                    <a:pt x="6707" y="2027"/>
                  </a:lnTo>
                  <a:lnTo>
                    <a:pt x="6516" y="2136"/>
                  </a:lnTo>
                  <a:lnTo>
                    <a:pt x="6312" y="2231"/>
                  </a:lnTo>
                  <a:lnTo>
                    <a:pt x="6067" y="2326"/>
                  </a:lnTo>
                  <a:lnTo>
                    <a:pt x="5809" y="2408"/>
                  </a:lnTo>
                  <a:lnTo>
                    <a:pt x="5537" y="2490"/>
                  </a:lnTo>
                  <a:lnTo>
                    <a:pt x="5238" y="2558"/>
                  </a:lnTo>
                  <a:lnTo>
                    <a:pt x="4911" y="2626"/>
                  </a:lnTo>
                  <a:lnTo>
                    <a:pt x="4571" y="2680"/>
                  </a:lnTo>
                  <a:lnTo>
                    <a:pt x="4217" y="2721"/>
                  </a:lnTo>
                  <a:lnTo>
                    <a:pt x="3836" y="2748"/>
                  </a:lnTo>
                  <a:lnTo>
                    <a:pt x="3143" y="2748"/>
                  </a:lnTo>
                  <a:lnTo>
                    <a:pt x="2816" y="2734"/>
                  </a:lnTo>
                  <a:lnTo>
                    <a:pt x="2490" y="2707"/>
                  </a:lnTo>
                  <a:lnTo>
                    <a:pt x="2177" y="2666"/>
                  </a:lnTo>
                  <a:lnTo>
                    <a:pt x="1878" y="2612"/>
                  </a:lnTo>
                  <a:lnTo>
                    <a:pt x="1592" y="2558"/>
                  </a:lnTo>
                  <a:lnTo>
                    <a:pt x="1334" y="2476"/>
                  </a:lnTo>
                  <a:lnTo>
                    <a:pt x="1116" y="2394"/>
                  </a:lnTo>
                  <a:lnTo>
                    <a:pt x="912" y="2313"/>
                  </a:lnTo>
                  <a:lnTo>
                    <a:pt x="749" y="2231"/>
                  </a:lnTo>
                  <a:lnTo>
                    <a:pt x="613" y="2136"/>
                  </a:lnTo>
                  <a:lnTo>
                    <a:pt x="490" y="2027"/>
                  </a:lnTo>
                  <a:lnTo>
                    <a:pt x="409" y="1932"/>
                  </a:lnTo>
                  <a:lnTo>
                    <a:pt x="354" y="1823"/>
                  </a:lnTo>
                  <a:lnTo>
                    <a:pt x="341" y="1714"/>
                  </a:lnTo>
                  <a:lnTo>
                    <a:pt x="354" y="1605"/>
                  </a:lnTo>
                  <a:lnTo>
                    <a:pt x="395" y="1497"/>
                  </a:lnTo>
                  <a:lnTo>
                    <a:pt x="463" y="1388"/>
                  </a:lnTo>
                  <a:lnTo>
                    <a:pt x="558" y="1279"/>
                  </a:lnTo>
                  <a:lnTo>
                    <a:pt x="694" y="1170"/>
                  </a:lnTo>
                  <a:lnTo>
                    <a:pt x="857" y="1061"/>
                  </a:lnTo>
                  <a:lnTo>
                    <a:pt x="1034" y="953"/>
                  </a:lnTo>
                  <a:lnTo>
                    <a:pt x="1252" y="857"/>
                  </a:lnTo>
                  <a:lnTo>
                    <a:pt x="1497" y="762"/>
                  </a:lnTo>
                  <a:lnTo>
                    <a:pt x="1769" y="667"/>
                  </a:lnTo>
                  <a:lnTo>
                    <a:pt x="2068" y="585"/>
                  </a:lnTo>
                  <a:lnTo>
                    <a:pt x="2367" y="517"/>
                  </a:lnTo>
                  <a:lnTo>
                    <a:pt x="2694" y="449"/>
                  </a:lnTo>
                  <a:lnTo>
                    <a:pt x="3034" y="408"/>
                  </a:lnTo>
                  <a:lnTo>
                    <a:pt x="3374" y="368"/>
                  </a:lnTo>
                  <a:lnTo>
                    <a:pt x="3728" y="340"/>
                  </a:lnTo>
                  <a:lnTo>
                    <a:pt x="4068" y="327"/>
                  </a:lnTo>
                  <a:close/>
                  <a:moveTo>
                    <a:pt x="4068" y="0"/>
                  </a:moveTo>
                  <a:lnTo>
                    <a:pt x="3700" y="14"/>
                  </a:lnTo>
                  <a:lnTo>
                    <a:pt x="3333" y="41"/>
                  </a:lnTo>
                  <a:lnTo>
                    <a:pt x="2980" y="68"/>
                  </a:lnTo>
                  <a:lnTo>
                    <a:pt x="2639" y="123"/>
                  </a:lnTo>
                  <a:lnTo>
                    <a:pt x="2299" y="191"/>
                  </a:lnTo>
                  <a:lnTo>
                    <a:pt x="1973" y="259"/>
                  </a:lnTo>
                  <a:lnTo>
                    <a:pt x="1674" y="354"/>
                  </a:lnTo>
                  <a:lnTo>
                    <a:pt x="1388" y="449"/>
                  </a:lnTo>
                  <a:lnTo>
                    <a:pt x="1116" y="558"/>
                  </a:lnTo>
                  <a:lnTo>
                    <a:pt x="857" y="680"/>
                  </a:lnTo>
                  <a:lnTo>
                    <a:pt x="626" y="816"/>
                  </a:lnTo>
                  <a:lnTo>
                    <a:pt x="436" y="953"/>
                  </a:lnTo>
                  <a:lnTo>
                    <a:pt x="273" y="1102"/>
                  </a:lnTo>
                  <a:lnTo>
                    <a:pt x="150" y="1252"/>
                  </a:lnTo>
                  <a:lnTo>
                    <a:pt x="109" y="1333"/>
                  </a:lnTo>
                  <a:lnTo>
                    <a:pt x="69" y="1401"/>
                  </a:lnTo>
                  <a:lnTo>
                    <a:pt x="41" y="1483"/>
                  </a:lnTo>
                  <a:lnTo>
                    <a:pt x="14" y="1565"/>
                  </a:lnTo>
                  <a:lnTo>
                    <a:pt x="1" y="1646"/>
                  </a:lnTo>
                  <a:lnTo>
                    <a:pt x="1" y="1728"/>
                  </a:lnTo>
                  <a:lnTo>
                    <a:pt x="28" y="1864"/>
                  </a:lnTo>
                  <a:lnTo>
                    <a:pt x="69" y="2000"/>
                  </a:lnTo>
                  <a:lnTo>
                    <a:pt x="150" y="2136"/>
                  </a:lnTo>
                  <a:lnTo>
                    <a:pt x="245" y="2258"/>
                  </a:lnTo>
                  <a:lnTo>
                    <a:pt x="381" y="2367"/>
                  </a:lnTo>
                  <a:lnTo>
                    <a:pt x="531" y="2476"/>
                  </a:lnTo>
                  <a:lnTo>
                    <a:pt x="708" y="2585"/>
                  </a:lnTo>
                  <a:lnTo>
                    <a:pt x="912" y="2680"/>
                  </a:lnTo>
                  <a:lnTo>
                    <a:pt x="1225" y="2789"/>
                  </a:lnTo>
                  <a:lnTo>
                    <a:pt x="1497" y="2870"/>
                  </a:lnTo>
                  <a:lnTo>
                    <a:pt x="1796" y="2938"/>
                  </a:lnTo>
                  <a:lnTo>
                    <a:pt x="2109" y="2993"/>
                  </a:lnTo>
                  <a:lnTo>
                    <a:pt x="2435" y="3034"/>
                  </a:lnTo>
                  <a:lnTo>
                    <a:pt x="2775" y="3074"/>
                  </a:lnTo>
                  <a:lnTo>
                    <a:pt x="3129" y="3088"/>
                  </a:lnTo>
                  <a:lnTo>
                    <a:pt x="3496" y="3088"/>
                  </a:lnTo>
                  <a:lnTo>
                    <a:pt x="3864" y="3074"/>
                  </a:lnTo>
                  <a:lnTo>
                    <a:pt x="4231" y="3047"/>
                  </a:lnTo>
                  <a:lnTo>
                    <a:pt x="4585" y="3006"/>
                  </a:lnTo>
                  <a:lnTo>
                    <a:pt x="4925" y="2966"/>
                  </a:lnTo>
                  <a:lnTo>
                    <a:pt x="5265" y="2898"/>
                  </a:lnTo>
                  <a:lnTo>
                    <a:pt x="5591" y="2830"/>
                  </a:lnTo>
                  <a:lnTo>
                    <a:pt x="5890" y="2734"/>
                  </a:lnTo>
                  <a:lnTo>
                    <a:pt x="6176" y="2639"/>
                  </a:lnTo>
                  <a:lnTo>
                    <a:pt x="6448" y="2530"/>
                  </a:lnTo>
                  <a:lnTo>
                    <a:pt x="6707" y="2408"/>
                  </a:lnTo>
                  <a:lnTo>
                    <a:pt x="6938" y="2272"/>
                  </a:lnTo>
                  <a:lnTo>
                    <a:pt x="7128" y="2136"/>
                  </a:lnTo>
                  <a:lnTo>
                    <a:pt x="7292" y="1986"/>
                  </a:lnTo>
                  <a:lnTo>
                    <a:pt x="7414" y="1837"/>
                  </a:lnTo>
                  <a:lnTo>
                    <a:pt x="7455" y="1755"/>
                  </a:lnTo>
                  <a:lnTo>
                    <a:pt x="7496" y="1673"/>
                  </a:lnTo>
                  <a:lnTo>
                    <a:pt x="7523" y="1592"/>
                  </a:lnTo>
                  <a:lnTo>
                    <a:pt x="7550" y="1510"/>
                  </a:lnTo>
                  <a:lnTo>
                    <a:pt x="7564" y="1429"/>
                  </a:lnTo>
                  <a:lnTo>
                    <a:pt x="7564" y="1347"/>
                  </a:lnTo>
                  <a:lnTo>
                    <a:pt x="7550" y="1265"/>
                  </a:lnTo>
                  <a:lnTo>
                    <a:pt x="7536" y="1197"/>
                  </a:lnTo>
                  <a:lnTo>
                    <a:pt x="7509" y="1116"/>
                  </a:lnTo>
                  <a:lnTo>
                    <a:pt x="7468" y="1034"/>
                  </a:lnTo>
                  <a:lnTo>
                    <a:pt x="7414" y="966"/>
                  </a:lnTo>
                  <a:lnTo>
                    <a:pt x="7360" y="884"/>
                  </a:lnTo>
                  <a:lnTo>
                    <a:pt x="7224" y="748"/>
                  </a:lnTo>
                  <a:lnTo>
                    <a:pt x="7060" y="612"/>
                  </a:lnTo>
                  <a:lnTo>
                    <a:pt x="6843" y="504"/>
                  </a:lnTo>
                  <a:lnTo>
                    <a:pt x="6611" y="395"/>
                  </a:lnTo>
                  <a:lnTo>
                    <a:pt x="6339" y="286"/>
                  </a:lnTo>
                  <a:lnTo>
                    <a:pt x="6054" y="204"/>
                  </a:lnTo>
                  <a:lnTo>
                    <a:pt x="5768" y="136"/>
                  </a:lnTo>
                  <a:lnTo>
                    <a:pt x="5455" y="82"/>
                  </a:lnTo>
                  <a:lnTo>
                    <a:pt x="5129" y="41"/>
                  </a:lnTo>
                  <a:lnTo>
                    <a:pt x="4789" y="14"/>
                  </a:lnTo>
                  <a:lnTo>
                    <a:pt x="443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3806637" y="2859543"/>
              <a:ext cx="48887" cy="48916"/>
            </a:xfrm>
            <a:custGeom>
              <a:avLst/>
              <a:gdLst/>
              <a:ahLst/>
              <a:cxnLst/>
              <a:rect l="l" t="t" r="r" b="b"/>
              <a:pathLst>
                <a:path w="1660" h="1661" extrusionOk="0">
                  <a:moveTo>
                    <a:pt x="830" y="1"/>
                  </a:moveTo>
                  <a:lnTo>
                    <a:pt x="667" y="28"/>
                  </a:lnTo>
                  <a:lnTo>
                    <a:pt x="517" y="69"/>
                  </a:lnTo>
                  <a:lnTo>
                    <a:pt x="381" y="137"/>
                  </a:lnTo>
                  <a:lnTo>
                    <a:pt x="259" y="246"/>
                  </a:lnTo>
                  <a:lnTo>
                    <a:pt x="191" y="300"/>
                  </a:lnTo>
                  <a:lnTo>
                    <a:pt x="150" y="368"/>
                  </a:lnTo>
                  <a:lnTo>
                    <a:pt x="109" y="436"/>
                  </a:lnTo>
                  <a:lnTo>
                    <a:pt x="68" y="504"/>
                  </a:lnTo>
                  <a:lnTo>
                    <a:pt x="41" y="586"/>
                  </a:lnTo>
                  <a:lnTo>
                    <a:pt x="14" y="667"/>
                  </a:lnTo>
                  <a:lnTo>
                    <a:pt x="0" y="749"/>
                  </a:lnTo>
                  <a:lnTo>
                    <a:pt x="0" y="830"/>
                  </a:lnTo>
                  <a:lnTo>
                    <a:pt x="14" y="994"/>
                  </a:lnTo>
                  <a:lnTo>
                    <a:pt x="55" y="1143"/>
                  </a:lnTo>
                  <a:lnTo>
                    <a:pt x="136" y="1293"/>
                  </a:lnTo>
                  <a:lnTo>
                    <a:pt x="232" y="1415"/>
                  </a:lnTo>
                  <a:lnTo>
                    <a:pt x="286" y="1470"/>
                  </a:lnTo>
                  <a:lnTo>
                    <a:pt x="354" y="1511"/>
                  </a:lnTo>
                  <a:lnTo>
                    <a:pt x="422" y="1565"/>
                  </a:lnTo>
                  <a:lnTo>
                    <a:pt x="504" y="1592"/>
                  </a:lnTo>
                  <a:lnTo>
                    <a:pt x="585" y="1633"/>
                  </a:lnTo>
                  <a:lnTo>
                    <a:pt x="667" y="1647"/>
                  </a:lnTo>
                  <a:lnTo>
                    <a:pt x="748" y="1660"/>
                  </a:lnTo>
                  <a:lnTo>
                    <a:pt x="830" y="1660"/>
                  </a:lnTo>
                  <a:lnTo>
                    <a:pt x="980" y="1647"/>
                  </a:lnTo>
                  <a:lnTo>
                    <a:pt x="1143" y="1606"/>
                  </a:lnTo>
                  <a:lnTo>
                    <a:pt x="1279" y="1538"/>
                  </a:lnTo>
                  <a:lnTo>
                    <a:pt x="1401" y="1429"/>
                  </a:lnTo>
                  <a:lnTo>
                    <a:pt x="1456" y="1375"/>
                  </a:lnTo>
                  <a:lnTo>
                    <a:pt x="1510" y="1307"/>
                  </a:lnTo>
                  <a:lnTo>
                    <a:pt x="1551" y="1238"/>
                  </a:lnTo>
                  <a:lnTo>
                    <a:pt x="1592" y="1157"/>
                  </a:lnTo>
                  <a:lnTo>
                    <a:pt x="1619" y="1075"/>
                  </a:lnTo>
                  <a:lnTo>
                    <a:pt x="1646" y="1007"/>
                  </a:lnTo>
                  <a:lnTo>
                    <a:pt x="1660" y="926"/>
                  </a:lnTo>
                  <a:lnTo>
                    <a:pt x="1660" y="844"/>
                  </a:lnTo>
                  <a:lnTo>
                    <a:pt x="1646" y="681"/>
                  </a:lnTo>
                  <a:lnTo>
                    <a:pt x="1592" y="531"/>
                  </a:lnTo>
                  <a:lnTo>
                    <a:pt x="1524" y="382"/>
                  </a:lnTo>
                  <a:lnTo>
                    <a:pt x="1429" y="259"/>
                  </a:lnTo>
                  <a:lnTo>
                    <a:pt x="1361" y="205"/>
                  </a:lnTo>
                  <a:lnTo>
                    <a:pt x="1306" y="150"/>
                  </a:lnTo>
                  <a:lnTo>
                    <a:pt x="1225" y="109"/>
                  </a:lnTo>
                  <a:lnTo>
                    <a:pt x="1157" y="69"/>
                  </a:lnTo>
                  <a:lnTo>
                    <a:pt x="1075" y="41"/>
                  </a:lnTo>
                  <a:lnTo>
                    <a:pt x="993" y="28"/>
                  </a:lnTo>
                  <a:lnTo>
                    <a:pt x="912" y="14"/>
                  </a:lnTo>
                  <a:lnTo>
                    <a:pt x="8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8"/>
            <p:cNvSpPr/>
            <p:nvPr/>
          </p:nvSpPr>
          <p:spPr>
            <a:xfrm>
              <a:off x="3872724" y="2790658"/>
              <a:ext cx="28890" cy="28449"/>
            </a:xfrm>
            <a:custGeom>
              <a:avLst/>
              <a:gdLst/>
              <a:ahLst/>
              <a:cxnLst/>
              <a:rect l="l" t="t" r="r" b="b"/>
              <a:pathLst>
                <a:path w="981" h="966" extrusionOk="0">
                  <a:moveTo>
                    <a:pt x="395" y="0"/>
                  </a:moveTo>
                  <a:lnTo>
                    <a:pt x="314" y="27"/>
                  </a:lnTo>
                  <a:lnTo>
                    <a:pt x="232" y="68"/>
                  </a:lnTo>
                  <a:lnTo>
                    <a:pt x="150" y="136"/>
                  </a:lnTo>
                  <a:lnTo>
                    <a:pt x="96" y="204"/>
                  </a:lnTo>
                  <a:lnTo>
                    <a:pt x="42" y="286"/>
                  </a:lnTo>
                  <a:lnTo>
                    <a:pt x="14" y="381"/>
                  </a:lnTo>
                  <a:lnTo>
                    <a:pt x="1" y="476"/>
                  </a:lnTo>
                  <a:lnTo>
                    <a:pt x="14" y="571"/>
                  </a:lnTo>
                  <a:lnTo>
                    <a:pt x="42" y="667"/>
                  </a:lnTo>
                  <a:lnTo>
                    <a:pt x="82" y="748"/>
                  </a:lnTo>
                  <a:lnTo>
                    <a:pt x="137" y="816"/>
                  </a:lnTo>
                  <a:lnTo>
                    <a:pt x="218" y="884"/>
                  </a:lnTo>
                  <a:lnTo>
                    <a:pt x="300" y="925"/>
                  </a:lnTo>
                  <a:lnTo>
                    <a:pt x="395" y="966"/>
                  </a:lnTo>
                  <a:lnTo>
                    <a:pt x="586" y="966"/>
                  </a:lnTo>
                  <a:lnTo>
                    <a:pt x="681" y="939"/>
                  </a:lnTo>
                  <a:lnTo>
                    <a:pt x="762" y="884"/>
                  </a:lnTo>
                  <a:lnTo>
                    <a:pt x="830" y="830"/>
                  </a:lnTo>
                  <a:lnTo>
                    <a:pt x="899" y="762"/>
                  </a:lnTo>
                  <a:lnTo>
                    <a:pt x="939" y="667"/>
                  </a:lnTo>
                  <a:lnTo>
                    <a:pt x="967" y="585"/>
                  </a:lnTo>
                  <a:lnTo>
                    <a:pt x="980" y="490"/>
                  </a:lnTo>
                  <a:lnTo>
                    <a:pt x="967" y="394"/>
                  </a:lnTo>
                  <a:lnTo>
                    <a:pt x="939" y="299"/>
                  </a:lnTo>
                  <a:lnTo>
                    <a:pt x="899" y="218"/>
                  </a:lnTo>
                  <a:lnTo>
                    <a:pt x="844" y="150"/>
                  </a:lnTo>
                  <a:lnTo>
                    <a:pt x="776" y="82"/>
                  </a:lnTo>
                  <a:lnTo>
                    <a:pt x="681" y="27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8"/>
            <p:cNvSpPr/>
            <p:nvPr/>
          </p:nvSpPr>
          <p:spPr>
            <a:xfrm>
              <a:off x="3718109" y="2860750"/>
              <a:ext cx="28449" cy="28861"/>
            </a:xfrm>
            <a:custGeom>
              <a:avLst/>
              <a:gdLst/>
              <a:ahLst/>
              <a:cxnLst/>
              <a:rect l="l" t="t" r="r" b="b"/>
              <a:pathLst>
                <a:path w="966" h="980" extrusionOk="0">
                  <a:moveTo>
                    <a:pt x="490" y="0"/>
                  </a:moveTo>
                  <a:lnTo>
                    <a:pt x="395" y="14"/>
                  </a:lnTo>
                  <a:lnTo>
                    <a:pt x="299" y="41"/>
                  </a:lnTo>
                  <a:lnTo>
                    <a:pt x="218" y="82"/>
                  </a:lnTo>
                  <a:lnTo>
                    <a:pt x="150" y="136"/>
                  </a:lnTo>
                  <a:lnTo>
                    <a:pt x="82" y="218"/>
                  </a:lnTo>
                  <a:lnTo>
                    <a:pt x="27" y="300"/>
                  </a:lnTo>
                  <a:lnTo>
                    <a:pt x="0" y="395"/>
                  </a:lnTo>
                  <a:lnTo>
                    <a:pt x="0" y="490"/>
                  </a:lnTo>
                  <a:lnTo>
                    <a:pt x="0" y="585"/>
                  </a:lnTo>
                  <a:lnTo>
                    <a:pt x="27" y="667"/>
                  </a:lnTo>
                  <a:lnTo>
                    <a:pt x="68" y="762"/>
                  </a:lnTo>
                  <a:lnTo>
                    <a:pt x="136" y="830"/>
                  </a:lnTo>
                  <a:lnTo>
                    <a:pt x="204" y="898"/>
                  </a:lnTo>
                  <a:lnTo>
                    <a:pt x="286" y="939"/>
                  </a:lnTo>
                  <a:lnTo>
                    <a:pt x="381" y="966"/>
                  </a:lnTo>
                  <a:lnTo>
                    <a:pt x="476" y="980"/>
                  </a:lnTo>
                  <a:lnTo>
                    <a:pt x="571" y="966"/>
                  </a:lnTo>
                  <a:lnTo>
                    <a:pt x="667" y="939"/>
                  </a:lnTo>
                  <a:lnTo>
                    <a:pt x="748" y="898"/>
                  </a:lnTo>
                  <a:lnTo>
                    <a:pt x="816" y="844"/>
                  </a:lnTo>
                  <a:lnTo>
                    <a:pt x="884" y="762"/>
                  </a:lnTo>
                  <a:lnTo>
                    <a:pt x="925" y="681"/>
                  </a:lnTo>
                  <a:lnTo>
                    <a:pt x="966" y="585"/>
                  </a:lnTo>
                  <a:lnTo>
                    <a:pt x="966" y="490"/>
                  </a:lnTo>
                  <a:lnTo>
                    <a:pt x="966" y="395"/>
                  </a:lnTo>
                  <a:lnTo>
                    <a:pt x="939" y="313"/>
                  </a:lnTo>
                  <a:lnTo>
                    <a:pt x="898" y="232"/>
                  </a:lnTo>
                  <a:lnTo>
                    <a:pt x="830" y="150"/>
                  </a:lnTo>
                  <a:lnTo>
                    <a:pt x="762" y="96"/>
                  </a:lnTo>
                  <a:lnTo>
                    <a:pt x="667" y="41"/>
                  </a:lnTo>
                  <a:lnTo>
                    <a:pt x="585" y="14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3889953" y="2916441"/>
              <a:ext cx="28478" cy="28861"/>
            </a:xfrm>
            <a:custGeom>
              <a:avLst/>
              <a:gdLst/>
              <a:ahLst/>
              <a:cxnLst/>
              <a:rect l="l" t="t" r="r" b="b"/>
              <a:pathLst>
                <a:path w="967" h="980" extrusionOk="0">
                  <a:moveTo>
                    <a:pt x="490" y="0"/>
                  </a:moveTo>
                  <a:lnTo>
                    <a:pt x="395" y="14"/>
                  </a:lnTo>
                  <a:lnTo>
                    <a:pt x="300" y="41"/>
                  </a:lnTo>
                  <a:lnTo>
                    <a:pt x="218" y="82"/>
                  </a:lnTo>
                  <a:lnTo>
                    <a:pt x="150" y="136"/>
                  </a:lnTo>
                  <a:lnTo>
                    <a:pt x="82" y="218"/>
                  </a:lnTo>
                  <a:lnTo>
                    <a:pt x="41" y="299"/>
                  </a:lnTo>
                  <a:lnTo>
                    <a:pt x="1" y="395"/>
                  </a:lnTo>
                  <a:lnTo>
                    <a:pt x="1" y="490"/>
                  </a:lnTo>
                  <a:lnTo>
                    <a:pt x="1" y="585"/>
                  </a:lnTo>
                  <a:lnTo>
                    <a:pt x="28" y="680"/>
                  </a:lnTo>
                  <a:lnTo>
                    <a:pt x="82" y="762"/>
                  </a:lnTo>
                  <a:lnTo>
                    <a:pt x="137" y="830"/>
                  </a:lnTo>
                  <a:lnTo>
                    <a:pt x="205" y="898"/>
                  </a:lnTo>
                  <a:lnTo>
                    <a:pt x="300" y="939"/>
                  </a:lnTo>
                  <a:lnTo>
                    <a:pt x="382" y="966"/>
                  </a:lnTo>
                  <a:lnTo>
                    <a:pt x="477" y="980"/>
                  </a:lnTo>
                  <a:lnTo>
                    <a:pt x="572" y="966"/>
                  </a:lnTo>
                  <a:lnTo>
                    <a:pt x="667" y="939"/>
                  </a:lnTo>
                  <a:lnTo>
                    <a:pt x="749" y="898"/>
                  </a:lnTo>
                  <a:lnTo>
                    <a:pt x="817" y="844"/>
                  </a:lnTo>
                  <a:lnTo>
                    <a:pt x="885" y="776"/>
                  </a:lnTo>
                  <a:lnTo>
                    <a:pt x="939" y="680"/>
                  </a:lnTo>
                  <a:lnTo>
                    <a:pt x="966" y="585"/>
                  </a:lnTo>
                  <a:lnTo>
                    <a:pt x="966" y="490"/>
                  </a:lnTo>
                  <a:lnTo>
                    <a:pt x="966" y="395"/>
                  </a:lnTo>
                  <a:lnTo>
                    <a:pt x="939" y="313"/>
                  </a:lnTo>
                  <a:lnTo>
                    <a:pt x="898" y="231"/>
                  </a:lnTo>
                  <a:lnTo>
                    <a:pt x="830" y="150"/>
                  </a:lnTo>
                  <a:lnTo>
                    <a:pt x="762" y="95"/>
                  </a:lnTo>
                  <a:lnTo>
                    <a:pt x="681" y="41"/>
                  </a:lnTo>
                  <a:lnTo>
                    <a:pt x="586" y="14"/>
                  </a:lnTo>
                  <a:lnTo>
                    <a:pt x="4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28"/>
            <p:cNvSpPr/>
            <p:nvPr/>
          </p:nvSpPr>
          <p:spPr>
            <a:xfrm>
              <a:off x="3542850" y="2749725"/>
              <a:ext cx="126000" cy="126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8"/>
            <p:cNvSpPr/>
            <p:nvPr/>
          </p:nvSpPr>
          <p:spPr>
            <a:xfrm>
              <a:off x="5475175" y="2749725"/>
              <a:ext cx="126000" cy="126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083;p28">
            <a:extLst>
              <a:ext uri="{FF2B5EF4-FFF2-40B4-BE49-F238E27FC236}">
                <a16:creationId xmlns:a16="http://schemas.microsoft.com/office/drawing/2014/main" id="{D4C475C4-2FD5-3A9E-7A75-4B16D14E9C7A}"/>
              </a:ext>
            </a:extLst>
          </p:cNvPr>
          <p:cNvSpPr/>
          <p:nvPr/>
        </p:nvSpPr>
        <p:spPr>
          <a:xfrm>
            <a:off x="3272568" y="1194712"/>
            <a:ext cx="2628900" cy="1327503"/>
          </a:xfrm>
          <a:prstGeom prst="roundRect">
            <a:avLst>
              <a:gd name="adj" fmla="val 50000"/>
            </a:avLst>
          </a:prstGeom>
          <a:solidFill>
            <a:srgbClr val="92D050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1086;p28">
            <a:extLst>
              <a:ext uri="{FF2B5EF4-FFF2-40B4-BE49-F238E27FC236}">
                <a16:creationId xmlns:a16="http://schemas.microsoft.com/office/drawing/2014/main" id="{ACB8AEDF-DFBD-8FC9-86F3-F9342160EB67}"/>
              </a:ext>
            </a:extLst>
          </p:cNvPr>
          <p:cNvGrpSpPr/>
          <p:nvPr/>
        </p:nvGrpSpPr>
        <p:grpSpPr>
          <a:xfrm>
            <a:off x="3505366" y="1263571"/>
            <a:ext cx="2167692" cy="1130779"/>
            <a:chOff x="5961998" y="594266"/>
            <a:chExt cx="2167692" cy="1130779"/>
          </a:xfrm>
        </p:grpSpPr>
        <p:sp>
          <p:nvSpPr>
            <p:cNvPr id="6" name="Google Shape;1087;p28">
              <a:extLst>
                <a:ext uri="{FF2B5EF4-FFF2-40B4-BE49-F238E27FC236}">
                  <a16:creationId xmlns:a16="http://schemas.microsoft.com/office/drawing/2014/main" id="{184B607E-29C8-63A1-93F3-27A0207EFED8}"/>
                </a:ext>
              </a:extLst>
            </p:cNvPr>
            <p:cNvSpPr txBox="1"/>
            <p:nvPr/>
          </p:nvSpPr>
          <p:spPr>
            <a:xfrm>
              <a:off x="6056310" y="594266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800" b="1" dirty="0" err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Random</a:t>
              </a:r>
              <a:r>
                <a:rPr lang="fr-FR" sz="1800" b="1" dirty="0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 Forest</a:t>
              </a:r>
              <a:endParaRPr sz="1800" b="1" dirty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7" name="Google Shape;1088;p28">
              <a:extLst>
                <a:ext uri="{FF2B5EF4-FFF2-40B4-BE49-F238E27FC236}">
                  <a16:creationId xmlns:a16="http://schemas.microsoft.com/office/drawing/2014/main" id="{F65D9DE7-F30A-BA43-40C8-7E0CCB4CE0DC}"/>
                </a:ext>
              </a:extLst>
            </p:cNvPr>
            <p:cNvSpPr txBox="1"/>
            <p:nvPr/>
          </p:nvSpPr>
          <p:spPr>
            <a:xfrm>
              <a:off x="5961998" y="995577"/>
              <a:ext cx="2167692" cy="7294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Roboto"/>
                  <a:ea typeface="Roboto"/>
                  <a:cs typeface="Roboto"/>
                  <a:sym typeface="Roboto"/>
                </a:rPr>
                <a:t>ensemble model that builds multiple decision trees and merges them together</a:t>
              </a:r>
              <a:endParaRPr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2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Random</a:t>
            </a:r>
            <a:r>
              <a:rPr lang="fr-FR" dirty="0"/>
              <a:t> Forest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234485-A52D-B09A-0303-E11EA8946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313" y="1118734"/>
            <a:ext cx="5641374" cy="3999231"/>
          </a:xfrm>
          <a:prstGeom prst="rect">
            <a:avLst/>
          </a:prstGeom>
        </p:spPr>
      </p:pic>
      <p:sp>
        <p:nvSpPr>
          <p:cNvPr id="6" name="Google Shape;1528;p32">
            <a:extLst>
              <a:ext uri="{FF2B5EF4-FFF2-40B4-BE49-F238E27FC236}">
                <a16:creationId xmlns:a16="http://schemas.microsoft.com/office/drawing/2014/main" id="{70382BD1-2BE4-103E-7E43-98BBE43E269C}"/>
              </a:ext>
            </a:extLst>
          </p:cNvPr>
          <p:cNvSpPr txBox="1"/>
          <p:nvPr/>
        </p:nvSpPr>
        <p:spPr>
          <a:xfrm>
            <a:off x="6707221" y="270183"/>
            <a:ext cx="2290528" cy="169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 aggregates multiple decision trees trained on different subsets of the data to improve generalization</a:t>
            </a:r>
            <a:endParaRPr lang="en-US" sz="16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" name="Google Shape;1528;p32">
            <a:extLst>
              <a:ext uri="{FF2B5EF4-FFF2-40B4-BE49-F238E27FC236}">
                <a16:creationId xmlns:a16="http://schemas.microsoft.com/office/drawing/2014/main" id="{1F6C323E-95C5-0AEB-41C2-B1B731EB3BEA}"/>
              </a:ext>
            </a:extLst>
          </p:cNvPr>
          <p:cNvSpPr txBox="1"/>
          <p:nvPr/>
        </p:nvSpPr>
        <p:spPr>
          <a:xfrm>
            <a:off x="249675" y="3598798"/>
            <a:ext cx="2320047" cy="169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Ensemble learning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Bagging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Reduces variance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Handles non-linear relationships</a:t>
            </a:r>
            <a:endParaRPr lang="en-US" sz="16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B9EACD-8493-EC58-4430-8C9E29CDC82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464A5A-E8A3-F6BB-5A5F-1FA2E1C5E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798" y="782875"/>
            <a:ext cx="5314404" cy="4329454"/>
          </a:xfrm>
          <a:prstGeom prst="rect">
            <a:avLst/>
          </a:prstGeom>
        </p:spPr>
      </p:pic>
      <p:sp>
        <p:nvSpPr>
          <p:cNvPr id="1005" name="Google Shape;1005;p27"/>
          <p:cNvSpPr txBox="1">
            <a:spLocks noGrp="1"/>
          </p:cNvSpPr>
          <p:nvPr>
            <p:ph type="title"/>
          </p:nvPr>
        </p:nvSpPr>
        <p:spPr>
          <a:xfrm>
            <a:off x="457200" y="340829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XGBoost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(Final Model)</a:t>
            </a:r>
            <a:endParaRPr dirty="0"/>
          </a:p>
        </p:txBody>
      </p:sp>
      <p:sp>
        <p:nvSpPr>
          <p:cNvPr id="6" name="Google Shape;1528;p32">
            <a:extLst>
              <a:ext uri="{FF2B5EF4-FFF2-40B4-BE49-F238E27FC236}">
                <a16:creationId xmlns:a16="http://schemas.microsoft.com/office/drawing/2014/main" id="{70382BD1-2BE4-103E-7E43-98BBE43E269C}"/>
              </a:ext>
            </a:extLst>
          </p:cNvPr>
          <p:cNvSpPr txBox="1"/>
          <p:nvPr/>
        </p:nvSpPr>
        <p:spPr>
          <a:xfrm>
            <a:off x="6707221" y="270183"/>
            <a:ext cx="2290528" cy="169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1600" b="1" dirty="0" err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XGBoost</a:t>
            </a:r>
            <a:r>
              <a:rPr lang="en-US" sz="1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builds trees sequentially, correcting previous errors using gradient descent optimization, which makes it extremely powerful for structured datasets.</a:t>
            </a:r>
            <a:endParaRPr lang="en-US" sz="16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" name="Google Shape;1528;p32">
            <a:extLst>
              <a:ext uri="{FF2B5EF4-FFF2-40B4-BE49-F238E27FC236}">
                <a16:creationId xmlns:a16="http://schemas.microsoft.com/office/drawing/2014/main" id="{1F6C323E-95C5-0AEB-41C2-B1B731EB3BEA}"/>
              </a:ext>
            </a:extLst>
          </p:cNvPr>
          <p:cNvSpPr txBox="1"/>
          <p:nvPr/>
        </p:nvSpPr>
        <p:spPr>
          <a:xfrm>
            <a:off x="249675" y="3598798"/>
            <a:ext cx="2320047" cy="169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Gradient boosting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Sequential learning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Built-in regularization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High performance on tabular data</a:t>
            </a:r>
            <a:endParaRPr lang="en-US" sz="16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999727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Core of The Project </a:t>
            </a:r>
            <a:endParaRPr dirty="0"/>
          </a:p>
        </p:txBody>
      </p:sp>
      <p:graphicFrame>
        <p:nvGraphicFramePr>
          <p:cNvPr id="1185" name="Google Shape;1185;p29"/>
          <p:cNvGraphicFramePr/>
          <p:nvPr>
            <p:extLst>
              <p:ext uri="{D42A27DB-BD31-4B8C-83A1-F6EECF244321}">
                <p14:modId xmlns:p14="http://schemas.microsoft.com/office/powerpoint/2010/main" val="3254719512"/>
              </p:ext>
            </p:extLst>
          </p:nvPr>
        </p:nvGraphicFramePr>
        <p:xfrm>
          <a:off x="457200" y="922263"/>
          <a:ext cx="4529200" cy="4084020"/>
        </p:xfrm>
        <a:graphic>
          <a:graphicData uri="http://schemas.openxmlformats.org/drawingml/2006/table">
            <a:tbl>
              <a:tblPr>
                <a:noFill/>
                <a:tableStyleId>{61408BE2-8FAD-47BE-AED7-521956A0378C}</a:tableStyleId>
              </a:tblPr>
              <a:tblGrid>
                <a:gridCol w="3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01</a:t>
                      </a:r>
                      <a:endParaRPr b="1" dirty="0">
                        <a:solidFill>
                          <a:schemeClr val="accen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dirty="0" err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DataSet</a:t>
                      </a:r>
                      <a:r>
                        <a:rPr lang="fr-FR" sz="16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 Cleaner</a:t>
                      </a:r>
                      <a:endParaRPr sz="16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02</a:t>
                      </a:r>
                      <a:endParaRPr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Model Training with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XGBoost</a:t>
                      </a:r>
                      <a:endParaRPr sz="16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03</a:t>
                      </a:r>
                      <a:endParaRPr b="1">
                        <a:solidFill>
                          <a:schemeClr val="accent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Apply Target Encoding for Categorical Variables</a:t>
                      </a:r>
                      <a:endParaRPr sz="16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6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04</a:t>
                      </a:r>
                      <a:endParaRPr b="1">
                        <a:solidFill>
                          <a:schemeClr val="accent6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Overview and testing </a:t>
                      </a:r>
                      <a:endParaRPr sz="16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accent3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05</a:t>
                      </a:r>
                      <a:endParaRPr b="1">
                        <a:solidFill>
                          <a:schemeClr val="accent3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Conclusion</a:t>
                      </a:r>
                      <a:endParaRPr sz="1600" b="1" dirty="0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186" name="Google Shape;1186;p29"/>
          <p:cNvGrpSpPr/>
          <p:nvPr/>
        </p:nvGrpSpPr>
        <p:grpSpPr>
          <a:xfrm>
            <a:off x="4572000" y="997018"/>
            <a:ext cx="4114785" cy="3734967"/>
            <a:chOff x="457200" y="997005"/>
            <a:chExt cx="4114785" cy="3734967"/>
          </a:xfrm>
        </p:grpSpPr>
        <p:sp>
          <p:nvSpPr>
            <p:cNvPr id="1187" name="Google Shape;1187;p29"/>
            <p:cNvSpPr/>
            <p:nvPr/>
          </p:nvSpPr>
          <p:spPr>
            <a:xfrm>
              <a:off x="457200" y="4475703"/>
              <a:ext cx="3036451" cy="256268"/>
            </a:xfrm>
            <a:custGeom>
              <a:avLst/>
              <a:gdLst/>
              <a:ahLst/>
              <a:cxnLst/>
              <a:rect l="l" t="t" r="r" b="b"/>
              <a:pathLst>
                <a:path w="85915" h="7251" extrusionOk="0">
                  <a:moveTo>
                    <a:pt x="40754" y="1"/>
                  </a:moveTo>
                  <a:lnTo>
                    <a:pt x="38564" y="14"/>
                  </a:lnTo>
                  <a:lnTo>
                    <a:pt x="36414" y="42"/>
                  </a:lnTo>
                  <a:lnTo>
                    <a:pt x="34306" y="69"/>
                  </a:lnTo>
                  <a:lnTo>
                    <a:pt x="32225" y="110"/>
                  </a:lnTo>
                  <a:lnTo>
                    <a:pt x="30184" y="164"/>
                  </a:lnTo>
                  <a:lnTo>
                    <a:pt x="28185" y="219"/>
                  </a:lnTo>
                  <a:lnTo>
                    <a:pt x="26240" y="287"/>
                  </a:lnTo>
                  <a:lnTo>
                    <a:pt x="24335" y="355"/>
                  </a:lnTo>
                  <a:lnTo>
                    <a:pt x="22485" y="436"/>
                  </a:lnTo>
                  <a:lnTo>
                    <a:pt x="20690" y="518"/>
                  </a:lnTo>
                  <a:lnTo>
                    <a:pt x="18935" y="613"/>
                  </a:lnTo>
                  <a:lnTo>
                    <a:pt x="17262" y="722"/>
                  </a:lnTo>
                  <a:lnTo>
                    <a:pt x="15630" y="831"/>
                  </a:lnTo>
                  <a:lnTo>
                    <a:pt x="14079" y="939"/>
                  </a:lnTo>
                  <a:lnTo>
                    <a:pt x="12583" y="1062"/>
                  </a:lnTo>
                  <a:lnTo>
                    <a:pt x="11168" y="1184"/>
                  </a:lnTo>
                  <a:lnTo>
                    <a:pt x="9808" y="1320"/>
                  </a:lnTo>
                  <a:lnTo>
                    <a:pt x="8543" y="1456"/>
                  </a:lnTo>
                  <a:lnTo>
                    <a:pt x="7332" y="1592"/>
                  </a:lnTo>
                  <a:lnTo>
                    <a:pt x="6217" y="1742"/>
                  </a:lnTo>
                  <a:lnTo>
                    <a:pt x="5183" y="1892"/>
                  </a:lnTo>
                  <a:lnTo>
                    <a:pt x="4244" y="2055"/>
                  </a:lnTo>
                  <a:lnTo>
                    <a:pt x="3374" y="2218"/>
                  </a:lnTo>
                  <a:lnTo>
                    <a:pt x="2612" y="2381"/>
                  </a:lnTo>
                  <a:lnTo>
                    <a:pt x="1932" y="2545"/>
                  </a:lnTo>
                  <a:lnTo>
                    <a:pt x="1361" y="2721"/>
                  </a:lnTo>
                  <a:lnTo>
                    <a:pt x="1102" y="2803"/>
                  </a:lnTo>
                  <a:lnTo>
                    <a:pt x="871" y="2898"/>
                  </a:lnTo>
                  <a:lnTo>
                    <a:pt x="667" y="2980"/>
                  </a:lnTo>
                  <a:lnTo>
                    <a:pt x="504" y="3075"/>
                  </a:lnTo>
                  <a:lnTo>
                    <a:pt x="354" y="3157"/>
                  </a:lnTo>
                  <a:lnTo>
                    <a:pt x="218" y="3252"/>
                  </a:lnTo>
                  <a:lnTo>
                    <a:pt x="123" y="3347"/>
                  </a:lnTo>
                  <a:lnTo>
                    <a:pt x="55" y="3442"/>
                  </a:lnTo>
                  <a:lnTo>
                    <a:pt x="14" y="3538"/>
                  </a:lnTo>
                  <a:lnTo>
                    <a:pt x="0" y="3619"/>
                  </a:lnTo>
                  <a:lnTo>
                    <a:pt x="14" y="3714"/>
                  </a:lnTo>
                  <a:lnTo>
                    <a:pt x="55" y="3810"/>
                  </a:lnTo>
                  <a:lnTo>
                    <a:pt x="123" y="3905"/>
                  </a:lnTo>
                  <a:lnTo>
                    <a:pt x="218" y="4000"/>
                  </a:lnTo>
                  <a:lnTo>
                    <a:pt x="354" y="4082"/>
                  </a:lnTo>
                  <a:lnTo>
                    <a:pt x="504" y="4177"/>
                  </a:lnTo>
                  <a:lnTo>
                    <a:pt x="667" y="4272"/>
                  </a:lnTo>
                  <a:lnTo>
                    <a:pt x="871" y="4354"/>
                  </a:lnTo>
                  <a:lnTo>
                    <a:pt x="1102" y="4449"/>
                  </a:lnTo>
                  <a:lnTo>
                    <a:pt x="1361" y="4531"/>
                  </a:lnTo>
                  <a:lnTo>
                    <a:pt x="1932" y="4707"/>
                  </a:lnTo>
                  <a:lnTo>
                    <a:pt x="2612" y="4871"/>
                  </a:lnTo>
                  <a:lnTo>
                    <a:pt x="3374" y="5034"/>
                  </a:lnTo>
                  <a:lnTo>
                    <a:pt x="4244" y="5197"/>
                  </a:lnTo>
                  <a:lnTo>
                    <a:pt x="5183" y="5360"/>
                  </a:lnTo>
                  <a:lnTo>
                    <a:pt x="6217" y="5510"/>
                  </a:lnTo>
                  <a:lnTo>
                    <a:pt x="7332" y="5646"/>
                  </a:lnTo>
                  <a:lnTo>
                    <a:pt x="8543" y="5796"/>
                  </a:lnTo>
                  <a:lnTo>
                    <a:pt x="9808" y="5932"/>
                  </a:lnTo>
                  <a:lnTo>
                    <a:pt x="11168" y="6068"/>
                  </a:lnTo>
                  <a:lnTo>
                    <a:pt x="12583" y="6190"/>
                  </a:lnTo>
                  <a:lnTo>
                    <a:pt x="14079" y="6312"/>
                  </a:lnTo>
                  <a:lnTo>
                    <a:pt x="15630" y="6421"/>
                  </a:lnTo>
                  <a:lnTo>
                    <a:pt x="17262" y="6530"/>
                  </a:lnTo>
                  <a:lnTo>
                    <a:pt x="18935" y="6639"/>
                  </a:lnTo>
                  <a:lnTo>
                    <a:pt x="20690" y="6721"/>
                  </a:lnTo>
                  <a:lnTo>
                    <a:pt x="22485" y="6816"/>
                  </a:lnTo>
                  <a:lnTo>
                    <a:pt x="24335" y="6897"/>
                  </a:lnTo>
                  <a:lnTo>
                    <a:pt x="26240" y="6965"/>
                  </a:lnTo>
                  <a:lnTo>
                    <a:pt x="28185" y="7033"/>
                  </a:lnTo>
                  <a:lnTo>
                    <a:pt x="30184" y="7088"/>
                  </a:lnTo>
                  <a:lnTo>
                    <a:pt x="32225" y="7142"/>
                  </a:lnTo>
                  <a:lnTo>
                    <a:pt x="34306" y="7183"/>
                  </a:lnTo>
                  <a:lnTo>
                    <a:pt x="36414" y="7210"/>
                  </a:lnTo>
                  <a:lnTo>
                    <a:pt x="38564" y="7237"/>
                  </a:lnTo>
                  <a:lnTo>
                    <a:pt x="40754" y="7251"/>
                  </a:lnTo>
                  <a:lnTo>
                    <a:pt x="45175" y="7251"/>
                  </a:lnTo>
                  <a:lnTo>
                    <a:pt x="47351" y="7237"/>
                  </a:lnTo>
                  <a:lnTo>
                    <a:pt x="49500" y="7210"/>
                  </a:lnTo>
                  <a:lnTo>
                    <a:pt x="51622" y="7183"/>
                  </a:lnTo>
                  <a:lnTo>
                    <a:pt x="53690" y="7142"/>
                  </a:lnTo>
                  <a:lnTo>
                    <a:pt x="55730" y="7088"/>
                  </a:lnTo>
                  <a:lnTo>
                    <a:pt x="57730" y="7033"/>
                  </a:lnTo>
                  <a:lnTo>
                    <a:pt x="59675" y="6965"/>
                  </a:lnTo>
                  <a:lnTo>
                    <a:pt x="61579" y="6897"/>
                  </a:lnTo>
                  <a:lnTo>
                    <a:pt x="63429" y="6816"/>
                  </a:lnTo>
                  <a:lnTo>
                    <a:pt x="65238" y="6721"/>
                  </a:lnTo>
                  <a:lnTo>
                    <a:pt x="66980" y="6639"/>
                  </a:lnTo>
                  <a:lnTo>
                    <a:pt x="68666" y="6530"/>
                  </a:lnTo>
                  <a:lnTo>
                    <a:pt x="70285" y="6421"/>
                  </a:lnTo>
                  <a:lnTo>
                    <a:pt x="71836" y="6312"/>
                  </a:lnTo>
                  <a:lnTo>
                    <a:pt x="73332" y="6190"/>
                  </a:lnTo>
                  <a:lnTo>
                    <a:pt x="74760" y="6068"/>
                  </a:lnTo>
                  <a:lnTo>
                    <a:pt x="76107" y="5932"/>
                  </a:lnTo>
                  <a:lnTo>
                    <a:pt x="77386" y="5796"/>
                  </a:lnTo>
                  <a:lnTo>
                    <a:pt x="78583" y="5646"/>
                  </a:lnTo>
                  <a:lnTo>
                    <a:pt x="79698" y="5510"/>
                  </a:lnTo>
                  <a:lnTo>
                    <a:pt x="80732" y="5360"/>
                  </a:lnTo>
                  <a:lnTo>
                    <a:pt x="81684" y="5197"/>
                  </a:lnTo>
                  <a:lnTo>
                    <a:pt x="82541" y="5034"/>
                  </a:lnTo>
                  <a:lnTo>
                    <a:pt x="83303" y="4871"/>
                  </a:lnTo>
                  <a:lnTo>
                    <a:pt x="83983" y="4707"/>
                  </a:lnTo>
                  <a:lnTo>
                    <a:pt x="84568" y="4531"/>
                  </a:lnTo>
                  <a:lnTo>
                    <a:pt x="84813" y="4449"/>
                  </a:lnTo>
                  <a:lnTo>
                    <a:pt x="85044" y="4354"/>
                  </a:lnTo>
                  <a:lnTo>
                    <a:pt x="85248" y="4272"/>
                  </a:lnTo>
                  <a:lnTo>
                    <a:pt x="85425" y="4177"/>
                  </a:lnTo>
                  <a:lnTo>
                    <a:pt x="85574" y="4082"/>
                  </a:lnTo>
                  <a:lnTo>
                    <a:pt x="85697" y="4000"/>
                  </a:lnTo>
                  <a:lnTo>
                    <a:pt x="85792" y="3905"/>
                  </a:lnTo>
                  <a:lnTo>
                    <a:pt x="85860" y="3810"/>
                  </a:lnTo>
                  <a:lnTo>
                    <a:pt x="85901" y="3714"/>
                  </a:lnTo>
                  <a:lnTo>
                    <a:pt x="85914" y="3619"/>
                  </a:lnTo>
                  <a:lnTo>
                    <a:pt x="85901" y="3538"/>
                  </a:lnTo>
                  <a:lnTo>
                    <a:pt x="85860" y="3442"/>
                  </a:lnTo>
                  <a:lnTo>
                    <a:pt x="85792" y="3347"/>
                  </a:lnTo>
                  <a:lnTo>
                    <a:pt x="85697" y="3252"/>
                  </a:lnTo>
                  <a:lnTo>
                    <a:pt x="85574" y="3157"/>
                  </a:lnTo>
                  <a:lnTo>
                    <a:pt x="85425" y="3075"/>
                  </a:lnTo>
                  <a:lnTo>
                    <a:pt x="85248" y="2980"/>
                  </a:lnTo>
                  <a:lnTo>
                    <a:pt x="85044" y="2898"/>
                  </a:lnTo>
                  <a:lnTo>
                    <a:pt x="84813" y="2803"/>
                  </a:lnTo>
                  <a:lnTo>
                    <a:pt x="84568" y="2721"/>
                  </a:lnTo>
                  <a:lnTo>
                    <a:pt x="83983" y="2545"/>
                  </a:lnTo>
                  <a:lnTo>
                    <a:pt x="83303" y="2381"/>
                  </a:lnTo>
                  <a:lnTo>
                    <a:pt x="82541" y="2218"/>
                  </a:lnTo>
                  <a:lnTo>
                    <a:pt x="81684" y="2055"/>
                  </a:lnTo>
                  <a:lnTo>
                    <a:pt x="80732" y="1892"/>
                  </a:lnTo>
                  <a:lnTo>
                    <a:pt x="79698" y="1742"/>
                  </a:lnTo>
                  <a:lnTo>
                    <a:pt x="78583" y="1592"/>
                  </a:lnTo>
                  <a:lnTo>
                    <a:pt x="77386" y="1456"/>
                  </a:lnTo>
                  <a:lnTo>
                    <a:pt x="76107" y="1320"/>
                  </a:lnTo>
                  <a:lnTo>
                    <a:pt x="74760" y="1184"/>
                  </a:lnTo>
                  <a:lnTo>
                    <a:pt x="73332" y="1062"/>
                  </a:lnTo>
                  <a:lnTo>
                    <a:pt x="71836" y="939"/>
                  </a:lnTo>
                  <a:lnTo>
                    <a:pt x="70285" y="831"/>
                  </a:lnTo>
                  <a:lnTo>
                    <a:pt x="68666" y="722"/>
                  </a:lnTo>
                  <a:lnTo>
                    <a:pt x="66980" y="613"/>
                  </a:lnTo>
                  <a:lnTo>
                    <a:pt x="65238" y="518"/>
                  </a:lnTo>
                  <a:lnTo>
                    <a:pt x="63429" y="436"/>
                  </a:lnTo>
                  <a:lnTo>
                    <a:pt x="61579" y="355"/>
                  </a:lnTo>
                  <a:lnTo>
                    <a:pt x="59675" y="287"/>
                  </a:lnTo>
                  <a:lnTo>
                    <a:pt x="57730" y="219"/>
                  </a:lnTo>
                  <a:lnTo>
                    <a:pt x="55730" y="164"/>
                  </a:lnTo>
                  <a:lnTo>
                    <a:pt x="53690" y="110"/>
                  </a:lnTo>
                  <a:lnTo>
                    <a:pt x="51622" y="69"/>
                  </a:lnTo>
                  <a:lnTo>
                    <a:pt x="49500" y="42"/>
                  </a:lnTo>
                  <a:lnTo>
                    <a:pt x="47351" y="14"/>
                  </a:lnTo>
                  <a:lnTo>
                    <a:pt x="45175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1125429" y="3092593"/>
              <a:ext cx="204386" cy="1191325"/>
            </a:xfrm>
            <a:custGeom>
              <a:avLst/>
              <a:gdLst/>
              <a:ahLst/>
              <a:cxnLst/>
              <a:rect l="l" t="t" r="r" b="b"/>
              <a:pathLst>
                <a:path w="5783" h="33708" extrusionOk="0">
                  <a:moveTo>
                    <a:pt x="531" y="0"/>
                  </a:moveTo>
                  <a:lnTo>
                    <a:pt x="423" y="14"/>
                  </a:lnTo>
                  <a:lnTo>
                    <a:pt x="327" y="41"/>
                  </a:lnTo>
                  <a:lnTo>
                    <a:pt x="232" y="96"/>
                  </a:lnTo>
                  <a:lnTo>
                    <a:pt x="151" y="164"/>
                  </a:lnTo>
                  <a:lnTo>
                    <a:pt x="96" y="245"/>
                  </a:lnTo>
                  <a:lnTo>
                    <a:pt x="42" y="327"/>
                  </a:lnTo>
                  <a:lnTo>
                    <a:pt x="15" y="422"/>
                  </a:lnTo>
                  <a:lnTo>
                    <a:pt x="1" y="531"/>
                  </a:lnTo>
                  <a:lnTo>
                    <a:pt x="1" y="10420"/>
                  </a:lnTo>
                  <a:lnTo>
                    <a:pt x="15" y="10529"/>
                  </a:lnTo>
                  <a:lnTo>
                    <a:pt x="42" y="10624"/>
                  </a:lnTo>
                  <a:lnTo>
                    <a:pt x="83" y="10719"/>
                  </a:lnTo>
                  <a:lnTo>
                    <a:pt x="151" y="10801"/>
                  </a:lnTo>
                  <a:lnTo>
                    <a:pt x="4721" y="15371"/>
                  </a:lnTo>
                  <a:lnTo>
                    <a:pt x="4721" y="19983"/>
                  </a:lnTo>
                  <a:lnTo>
                    <a:pt x="341" y="24376"/>
                  </a:lnTo>
                  <a:lnTo>
                    <a:pt x="273" y="24444"/>
                  </a:lnTo>
                  <a:lnTo>
                    <a:pt x="219" y="24539"/>
                  </a:lnTo>
                  <a:lnTo>
                    <a:pt x="191" y="24635"/>
                  </a:lnTo>
                  <a:lnTo>
                    <a:pt x="178" y="24743"/>
                  </a:lnTo>
                  <a:lnTo>
                    <a:pt x="178" y="33177"/>
                  </a:lnTo>
                  <a:lnTo>
                    <a:pt x="191" y="33286"/>
                  </a:lnTo>
                  <a:lnTo>
                    <a:pt x="219" y="33395"/>
                  </a:lnTo>
                  <a:lnTo>
                    <a:pt x="273" y="33476"/>
                  </a:lnTo>
                  <a:lnTo>
                    <a:pt x="341" y="33558"/>
                  </a:lnTo>
                  <a:lnTo>
                    <a:pt x="409" y="33626"/>
                  </a:lnTo>
                  <a:lnTo>
                    <a:pt x="504" y="33667"/>
                  </a:lnTo>
                  <a:lnTo>
                    <a:pt x="599" y="33707"/>
                  </a:lnTo>
                  <a:lnTo>
                    <a:pt x="817" y="33707"/>
                  </a:lnTo>
                  <a:lnTo>
                    <a:pt x="912" y="33667"/>
                  </a:lnTo>
                  <a:lnTo>
                    <a:pt x="1007" y="33626"/>
                  </a:lnTo>
                  <a:lnTo>
                    <a:pt x="1089" y="33558"/>
                  </a:lnTo>
                  <a:lnTo>
                    <a:pt x="1144" y="33476"/>
                  </a:lnTo>
                  <a:lnTo>
                    <a:pt x="1198" y="33395"/>
                  </a:lnTo>
                  <a:lnTo>
                    <a:pt x="1225" y="33286"/>
                  </a:lnTo>
                  <a:lnTo>
                    <a:pt x="1239" y="33177"/>
                  </a:lnTo>
                  <a:lnTo>
                    <a:pt x="1239" y="24961"/>
                  </a:lnTo>
                  <a:lnTo>
                    <a:pt x="5632" y="20581"/>
                  </a:lnTo>
                  <a:lnTo>
                    <a:pt x="5700" y="20499"/>
                  </a:lnTo>
                  <a:lnTo>
                    <a:pt x="5741" y="20404"/>
                  </a:lnTo>
                  <a:lnTo>
                    <a:pt x="5768" y="20309"/>
                  </a:lnTo>
                  <a:lnTo>
                    <a:pt x="5782" y="20200"/>
                  </a:lnTo>
                  <a:lnTo>
                    <a:pt x="5782" y="15154"/>
                  </a:lnTo>
                  <a:lnTo>
                    <a:pt x="5768" y="15045"/>
                  </a:lnTo>
                  <a:lnTo>
                    <a:pt x="5741" y="14950"/>
                  </a:lnTo>
                  <a:lnTo>
                    <a:pt x="5700" y="14854"/>
                  </a:lnTo>
                  <a:lnTo>
                    <a:pt x="5632" y="14773"/>
                  </a:lnTo>
                  <a:lnTo>
                    <a:pt x="1062" y="10202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45"/>
                  </a:lnTo>
                  <a:lnTo>
                    <a:pt x="899" y="164"/>
                  </a:lnTo>
                  <a:lnTo>
                    <a:pt x="831" y="96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1484583" y="3638253"/>
              <a:ext cx="111541" cy="667302"/>
            </a:xfrm>
            <a:custGeom>
              <a:avLst/>
              <a:gdLst/>
              <a:ahLst/>
              <a:cxnLst/>
              <a:rect l="l" t="t" r="r" b="b"/>
              <a:pathLst>
                <a:path w="3156" h="18881" extrusionOk="0">
                  <a:moveTo>
                    <a:pt x="2517" y="0"/>
                  </a:moveTo>
                  <a:lnTo>
                    <a:pt x="2421" y="41"/>
                  </a:lnTo>
                  <a:lnTo>
                    <a:pt x="2326" y="82"/>
                  </a:lnTo>
                  <a:lnTo>
                    <a:pt x="2244" y="150"/>
                  </a:lnTo>
                  <a:lnTo>
                    <a:pt x="2176" y="232"/>
                  </a:lnTo>
                  <a:lnTo>
                    <a:pt x="2136" y="313"/>
                  </a:lnTo>
                  <a:lnTo>
                    <a:pt x="2108" y="422"/>
                  </a:lnTo>
                  <a:lnTo>
                    <a:pt x="2095" y="531"/>
                  </a:lnTo>
                  <a:lnTo>
                    <a:pt x="2095" y="6489"/>
                  </a:lnTo>
                  <a:lnTo>
                    <a:pt x="163" y="8420"/>
                  </a:lnTo>
                  <a:lnTo>
                    <a:pt x="95" y="8502"/>
                  </a:lnTo>
                  <a:lnTo>
                    <a:pt x="41" y="8583"/>
                  </a:lnTo>
                  <a:lnTo>
                    <a:pt x="14" y="8692"/>
                  </a:lnTo>
                  <a:lnTo>
                    <a:pt x="0" y="8787"/>
                  </a:lnTo>
                  <a:lnTo>
                    <a:pt x="0" y="18350"/>
                  </a:lnTo>
                  <a:lnTo>
                    <a:pt x="14" y="18459"/>
                  </a:lnTo>
                  <a:lnTo>
                    <a:pt x="41" y="18568"/>
                  </a:lnTo>
                  <a:lnTo>
                    <a:pt x="95" y="18649"/>
                  </a:lnTo>
                  <a:lnTo>
                    <a:pt x="163" y="18731"/>
                  </a:lnTo>
                  <a:lnTo>
                    <a:pt x="245" y="18799"/>
                  </a:lnTo>
                  <a:lnTo>
                    <a:pt x="327" y="18840"/>
                  </a:lnTo>
                  <a:lnTo>
                    <a:pt x="422" y="18881"/>
                  </a:lnTo>
                  <a:lnTo>
                    <a:pt x="639" y="18881"/>
                  </a:lnTo>
                  <a:lnTo>
                    <a:pt x="735" y="18840"/>
                  </a:lnTo>
                  <a:lnTo>
                    <a:pt x="830" y="18799"/>
                  </a:lnTo>
                  <a:lnTo>
                    <a:pt x="911" y="18731"/>
                  </a:lnTo>
                  <a:lnTo>
                    <a:pt x="979" y="18649"/>
                  </a:lnTo>
                  <a:lnTo>
                    <a:pt x="1020" y="18568"/>
                  </a:lnTo>
                  <a:lnTo>
                    <a:pt x="1047" y="18459"/>
                  </a:lnTo>
                  <a:lnTo>
                    <a:pt x="1061" y="18350"/>
                  </a:lnTo>
                  <a:lnTo>
                    <a:pt x="1061" y="9005"/>
                  </a:lnTo>
                  <a:lnTo>
                    <a:pt x="2993" y="7074"/>
                  </a:lnTo>
                  <a:lnTo>
                    <a:pt x="3061" y="6992"/>
                  </a:lnTo>
                  <a:lnTo>
                    <a:pt x="3115" y="6910"/>
                  </a:lnTo>
                  <a:lnTo>
                    <a:pt x="3142" y="6802"/>
                  </a:lnTo>
                  <a:lnTo>
                    <a:pt x="3156" y="6706"/>
                  </a:lnTo>
                  <a:lnTo>
                    <a:pt x="3156" y="531"/>
                  </a:lnTo>
                  <a:lnTo>
                    <a:pt x="3142" y="422"/>
                  </a:lnTo>
                  <a:lnTo>
                    <a:pt x="3115" y="313"/>
                  </a:lnTo>
                  <a:lnTo>
                    <a:pt x="3061" y="232"/>
                  </a:lnTo>
                  <a:lnTo>
                    <a:pt x="2993" y="150"/>
                  </a:lnTo>
                  <a:lnTo>
                    <a:pt x="2925" y="82"/>
                  </a:lnTo>
                  <a:lnTo>
                    <a:pt x="2829" y="41"/>
                  </a:lnTo>
                  <a:lnTo>
                    <a:pt x="273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1689360" y="3070009"/>
              <a:ext cx="205799" cy="1235538"/>
            </a:xfrm>
            <a:custGeom>
              <a:avLst/>
              <a:gdLst/>
              <a:ahLst/>
              <a:cxnLst/>
              <a:rect l="l" t="t" r="r" b="b"/>
              <a:pathLst>
                <a:path w="5823" h="34959" extrusionOk="0">
                  <a:moveTo>
                    <a:pt x="531" y="0"/>
                  </a:moveTo>
                  <a:lnTo>
                    <a:pt x="422" y="14"/>
                  </a:lnTo>
                  <a:lnTo>
                    <a:pt x="327" y="41"/>
                  </a:lnTo>
                  <a:lnTo>
                    <a:pt x="232" y="95"/>
                  </a:lnTo>
                  <a:lnTo>
                    <a:pt x="164" y="150"/>
                  </a:lnTo>
                  <a:lnTo>
                    <a:pt x="96" y="231"/>
                  </a:lnTo>
                  <a:lnTo>
                    <a:pt x="42" y="327"/>
                  </a:lnTo>
                  <a:lnTo>
                    <a:pt x="14" y="422"/>
                  </a:lnTo>
                  <a:lnTo>
                    <a:pt x="1" y="531"/>
                  </a:lnTo>
                  <a:lnTo>
                    <a:pt x="1" y="7726"/>
                  </a:lnTo>
                  <a:lnTo>
                    <a:pt x="14" y="7835"/>
                  </a:lnTo>
                  <a:lnTo>
                    <a:pt x="42" y="7930"/>
                  </a:lnTo>
                  <a:lnTo>
                    <a:pt x="96" y="8026"/>
                  </a:lnTo>
                  <a:lnTo>
                    <a:pt x="164" y="8107"/>
                  </a:lnTo>
                  <a:lnTo>
                    <a:pt x="4762" y="12705"/>
                  </a:lnTo>
                  <a:lnTo>
                    <a:pt x="4762" y="34428"/>
                  </a:lnTo>
                  <a:lnTo>
                    <a:pt x="4775" y="34537"/>
                  </a:lnTo>
                  <a:lnTo>
                    <a:pt x="4802" y="34646"/>
                  </a:lnTo>
                  <a:lnTo>
                    <a:pt x="4857" y="34727"/>
                  </a:lnTo>
                  <a:lnTo>
                    <a:pt x="4911" y="34809"/>
                  </a:lnTo>
                  <a:lnTo>
                    <a:pt x="4993" y="34877"/>
                  </a:lnTo>
                  <a:lnTo>
                    <a:pt x="5088" y="34918"/>
                  </a:lnTo>
                  <a:lnTo>
                    <a:pt x="5183" y="34959"/>
                  </a:lnTo>
                  <a:lnTo>
                    <a:pt x="5401" y="34959"/>
                  </a:lnTo>
                  <a:lnTo>
                    <a:pt x="5496" y="34918"/>
                  </a:lnTo>
                  <a:lnTo>
                    <a:pt x="5591" y="34877"/>
                  </a:lnTo>
                  <a:lnTo>
                    <a:pt x="5673" y="34809"/>
                  </a:lnTo>
                  <a:lnTo>
                    <a:pt x="5727" y="34727"/>
                  </a:lnTo>
                  <a:lnTo>
                    <a:pt x="5782" y="34646"/>
                  </a:lnTo>
                  <a:lnTo>
                    <a:pt x="5809" y="34537"/>
                  </a:lnTo>
                  <a:lnTo>
                    <a:pt x="5823" y="34428"/>
                  </a:lnTo>
                  <a:lnTo>
                    <a:pt x="5823" y="12487"/>
                  </a:lnTo>
                  <a:lnTo>
                    <a:pt x="5809" y="12392"/>
                  </a:lnTo>
                  <a:lnTo>
                    <a:pt x="5782" y="12283"/>
                  </a:lnTo>
                  <a:lnTo>
                    <a:pt x="5727" y="12202"/>
                  </a:lnTo>
                  <a:lnTo>
                    <a:pt x="5673" y="12120"/>
                  </a:lnTo>
                  <a:lnTo>
                    <a:pt x="1062" y="7509"/>
                  </a:lnTo>
                  <a:lnTo>
                    <a:pt x="1062" y="531"/>
                  </a:lnTo>
                  <a:lnTo>
                    <a:pt x="1048" y="422"/>
                  </a:lnTo>
                  <a:lnTo>
                    <a:pt x="1021" y="327"/>
                  </a:lnTo>
                  <a:lnTo>
                    <a:pt x="967" y="231"/>
                  </a:lnTo>
                  <a:lnTo>
                    <a:pt x="912" y="150"/>
                  </a:lnTo>
                  <a:lnTo>
                    <a:pt x="831" y="95"/>
                  </a:lnTo>
                  <a:lnTo>
                    <a:pt x="735" y="41"/>
                  </a:lnTo>
                  <a:lnTo>
                    <a:pt x="640" y="14"/>
                  </a:lnTo>
                  <a:lnTo>
                    <a:pt x="5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2097995" y="3230077"/>
              <a:ext cx="167842" cy="1103852"/>
            </a:xfrm>
            <a:custGeom>
              <a:avLst/>
              <a:gdLst/>
              <a:ahLst/>
              <a:cxnLst/>
              <a:rect l="l" t="t" r="r" b="b"/>
              <a:pathLst>
                <a:path w="4749" h="31233" extrusionOk="0">
                  <a:moveTo>
                    <a:pt x="4041" y="1"/>
                  </a:moveTo>
                  <a:lnTo>
                    <a:pt x="3932" y="14"/>
                  </a:lnTo>
                  <a:lnTo>
                    <a:pt x="3823" y="42"/>
                  </a:lnTo>
                  <a:lnTo>
                    <a:pt x="3742" y="96"/>
                  </a:lnTo>
                  <a:lnTo>
                    <a:pt x="3660" y="150"/>
                  </a:lnTo>
                  <a:lnTo>
                    <a:pt x="3592" y="232"/>
                  </a:lnTo>
                  <a:lnTo>
                    <a:pt x="3551" y="327"/>
                  </a:lnTo>
                  <a:lnTo>
                    <a:pt x="3510" y="422"/>
                  </a:lnTo>
                  <a:lnTo>
                    <a:pt x="3510" y="531"/>
                  </a:lnTo>
                  <a:lnTo>
                    <a:pt x="3510" y="6856"/>
                  </a:lnTo>
                  <a:lnTo>
                    <a:pt x="151" y="10203"/>
                  </a:lnTo>
                  <a:lnTo>
                    <a:pt x="96" y="10284"/>
                  </a:lnTo>
                  <a:lnTo>
                    <a:pt x="42" y="10379"/>
                  </a:lnTo>
                  <a:lnTo>
                    <a:pt x="15" y="10475"/>
                  </a:lnTo>
                  <a:lnTo>
                    <a:pt x="1" y="10570"/>
                  </a:lnTo>
                  <a:lnTo>
                    <a:pt x="1" y="20731"/>
                  </a:lnTo>
                  <a:lnTo>
                    <a:pt x="15" y="20826"/>
                  </a:lnTo>
                  <a:lnTo>
                    <a:pt x="42" y="20921"/>
                  </a:lnTo>
                  <a:lnTo>
                    <a:pt x="96" y="21017"/>
                  </a:lnTo>
                  <a:lnTo>
                    <a:pt x="151" y="21098"/>
                  </a:lnTo>
                  <a:lnTo>
                    <a:pt x="3701" y="24635"/>
                  </a:lnTo>
                  <a:lnTo>
                    <a:pt x="3701" y="30702"/>
                  </a:lnTo>
                  <a:lnTo>
                    <a:pt x="3701" y="30810"/>
                  </a:lnTo>
                  <a:lnTo>
                    <a:pt x="3742" y="30919"/>
                  </a:lnTo>
                  <a:lnTo>
                    <a:pt x="3783" y="31001"/>
                  </a:lnTo>
                  <a:lnTo>
                    <a:pt x="3851" y="31082"/>
                  </a:lnTo>
                  <a:lnTo>
                    <a:pt x="3932" y="31151"/>
                  </a:lnTo>
                  <a:lnTo>
                    <a:pt x="4014" y="31191"/>
                  </a:lnTo>
                  <a:lnTo>
                    <a:pt x="4123" y="31232"/>
                  </a:lnTo>
                  <a:lnTo>
                    <a:pt x="4327" y="31232"/>
                  </a:lnTo>
                  <a:lnTo>
                    <a:pt x="4435" y="31191"/>
                  </a:lnTo>
                  <a:lnTo>
                    <a:pt x="4517" y="31151"/>
                  </a:lnTo>
                  <a:lnTo>
                    <a:pt x="4599" y="31082"/>
                  </a:lnTo>
                  <a:lnTo>
                    <a:pt x="4667" y="31001"/>
                  </a:lnTo>
                  <a:lnTo>
                    <a:pt x="4707" y="30919"/>
                  </a:lnTo>
                  <a:lnTo>
                    <a:pt x="4748" y="30810"/>
                  </a:lnTo>
                  <a:lnTo>
                    <a:pt x="4748" y="30702"/>
                  </a:lnTo>
                  <a:lnTo>
                    <a:pt x="4748" y="24417"/>
                  </a:lnTo>
                  <a:lnTo>
                    <a:pt x="4748" y="24308"/>
                  </a:lnTo>
                  <a:lnTo>
                    <a:pt x="4721" y="24213"/>
                  </a:lnTo>
                  <a:lnTo>
                    <a:pt x="4667" y="24118"/>
                  </a:lnTo>
                  <a:lnTo>
                    <a:pt x="4599" y="24050"/>
                  </a:lnTo>
                  <a:lnTo>
                    <a:pt x="1062" y="20500"/>
                  </a:lnTo>
                  <a:lnTo>
                    <a:pt x="1062" y="10801"/>
                  </a:lnTo>
                  <a:lnTo>
                    <a:pt x="4408" y="7441"/>
                  </a:lnTo>
                  <a:lnTo>
                    <a:pt x="4476" y="7360"/>
                  </a:lnTo>
                  <a:lnTo>
                    <a:pt x="4531" y="7278"/>
                  </a:lnTo>
                  <a:lnTo>
                    <a:pt x="4558" y="7183"/>
                  </a:lnTo>
                  <a:lnTo>
                    <a:pt x="4558" y="7074"/>
                  </a:lnTo>
                  <a:lnTo>
                    <a:pt x="4558" y="531"/>
                  </a:lnTo>
                  <a:lnTo>
                    <a:pt x="4558" y="422"/>
                  </a:lnTo>
                  <a:lnTo>
                    <a:pt x="4517" y="327"/>
                  </a:lnTo>
                  <a:lnTo>
                    <a:pt x="4476" y="232"/>
                  </a:lnTo>
                  <a:lnTo>
                    <a:pt x="4408" y="150"/>
                  </a:lnTo>
                  <a:lnTo>
                    <a:pt x="4327" y="96"/>
                  </a:lnTo>
                  <a:lnTo>
                    <a:pt x="4245" y="42"/>
                  </a:lnTo>
                  <a:lnTo>
                    <a:pt x="4136" y="14"/>
                  </a:lnTo>
                  <a:lnTo>
                    <a:pt x="40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2493659" y="3432946"/>
              <a:ext cx="163989" cy="913003"/>
            </a:xfrm>
            <a:custGeom>
              <a:avLst/>
              <a:gdLst/>
              <a:ahLst/>
              <a:cxnLst/>
              <a:rect l="l" t="t" r="r" b="b"/>
              <a:pathLst>
                <a:path w="4640" h="25833" extrusionOk="0">
                  <a:moveTo>
                    <a:pt x="599" y="1"/>
                  </a:moveTo>
                  <a:lnTo>
                    <a:pt x="504" y="42"/>
                  </a:lnTo>
                  <a:lnTo>
                    <a:pt x="423" y="83"/>
                  </a:lnTo>
                  <a:lnTo>
                    <a:pt x="341" y="151"/>
                  </a:lnTo>
                  <a:lnTo>
                    <a:pt x="273" y="232"/>
                  </a:lnTo>
                  <a:lnTo>
                    <a:pt x="219" y="314"/>
                  </a:lnTo>
                  <a:lnTo>
                    <a:pt x="191" y="423"/>
                  </a:lnTo>
                  <a:lnTo>
                    <a:pt x="178" y="531"/>
                  </a:lnTo>
                  <a:lnTo>
                    <a:pt x="178" y="9577"/>
                  </a:lnTo>
                  <a:lnTo>
                    <a:pt x="191" y="9672"/>
                  </a:lnTo>
                  <a:lnTo>
                    <a:pt x="219" y="9768"/>
                  </a:lnTo>
                  <a:lnTo>
                    <a:pt x="273" y="9863"/>
                  </a:lnTo>
                  <a:lnTo>
                    <a:pt x="341" y="9944"/>
                  </a:lnTo>
                  <a:lnTo>
                    <a:pt x="3578" y="13182"/>
                  </a:lnTo>
                  <a:lnTo>
                    <a:pt x="3578" y="18473"/>
                  </a:lnTo>
                  <a:lnTo>
                    <a:pt x="151" y="21901"/>
                  </a:lnTo>
                  <a:lnTo>
                    <a:pt x="83" y="21983"/>
                  </a:lnTo>
                  <a:lnTo>
                    <a:pt x="42" y="22064"/>
                  </a:lnTo>
                  <a:lnTo>
                    <a:pt x="1" y="22173"/>
                  </a:lnTo>
                  <a:lnTo>
                    <a:pt x="1" y="22268"/>
                  </a:lnTo>
                  <a:lnTo>
                    <a:pt x="1" y="25302"/>
                  </a:lnTo>
                  <a:lnTo>
                    <a:pt x="1" y="25411"/>
                  </a:lnTo>
                  <a:lnTo>
                    <a:pt x="42" y="25506"/>
                  </a:lnTo>
                  <a:lnTo>
                    <a:pt x="83" y="25601"/>
                  </a:lnTo>
                  <a:lnTo>
                    <a:pt x="151" y="25669"/>
                  </a:lnTo>
                  <a:lnTo>
                    <a:pt x="232" y="25737"/>
                  </a:lnTo>
                  <a:lnTo>
                    <a:pt x="314" y="25791"/>
                  </a:lnTo>
                  <a:lnTo>
                    <a:pt x="423" y="25819"/>
                  </a:lnTo>
                  <a:lnTo>
                    <a:pt x="531" y="25832"/>
                  </a:lnTo>
                  <a:lnTo>
                    <a:pt x="627" y="25819"/>
                  </a:lnTo>
                  <a:lnTo>
                    <a:pt x="735" y="25791"/>
                  </a:lnTo>
                  <a:lnTo>
                    <a:pt x="817" y="25737"/>
                  </a:lnTo>
                  <a:lnTo>
                    <a:pt x="899" y="25669"/>
                  </a:lnTo>
                  <a:lnTo>
                    <a:pt x="967" y="25601"/>
                  </a:lnTo>
                  <a:lnTo>
                    <a:pt x="1021" y="25506"/>
                  </a:lnTo>
                  <a:lnTo>
                    <a:pt x="1048" y="25411"/>
                  </a:lnTo>
                  <a:lnTo>
                    <a:pt x="1062" y="25302"/>
                  </a:lnTo>
                  <a:lnTo>
                    <a:pt x="1062" y="22486"/>
                  </a:lnTo>
                  <a:lnTo>
                    <a:pt x="4476" y="19072"/>
                  </a:lnTo>
                  <a:lnTo>
                    <a:pt x="4544" y="18990"/>
                  </a:lnTo>
                  <a:lnTo>
                    <a:pt x="4599" y="18895"/>
                  </a:lnTo>
                  <a:lnTo>
                    <a:pt x="4626" y="18800"/>
                  </a:lnTo>
                  <a:lnTo>
                    <a:pt x="4639" y="18691"/>
                  </a:lnTo>
                  <a:lnTo>
                    <a:pt x="4639" y="12964"/>
                  </a:lnTo>
                  <a:lnTo>
                    <a:pt x="4626" y="12855"/>
                  </a:lnTo>
                  <a:lnTo>
                    <a:pt x="4599" y="12760"/>
                  </a:lnTo>
                  <a:lnTo>
                    <a:pt x="4544" y="12665"/>
                  </a:lnTo>
                  <a:lnTo>
                    <a:pt x="4476" y="12597"/>
                  </a:lnTo>
                  <a:lnTo>
                    <a:pt x="1239" y="9346"/>
                  </a:lnTo>
                  <a:lnTo>
                    <a:pt x="1239" y="531"/>
                  </a:lnTo>
                  <a:lnTo>
                    <a:pt x="1225" y="423"/>
                  </a:lnTo>
                  <a:lnTo>
                    <a:pt x="1198" y="314"/>
                  </a:lnTo>
                  <a:lnTo>
                    <a:pt x="1157" y="232"/>
                  </a:lnTo>
                  <a:lnTo>
                    <a:pt x="1089" y="151"/>
                  </a:lnTo>
                  <a:lnTo>
                    <a:pt x="1008" y="83"/>
                  </a:lnTo>
                  <a:lnTo>
                    <a:pt x="912" y="42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2641251" y="3274786"/>
              <a:ext cx="118786" cy="1009134"/>
            </a:xfrm>
            <a:custGeom>
              <a:avLst/>
              <a:gdLst/>
              <a:ahLst/>
              <a:cxnLst/>
              <a:rect l="l" t="t" r="r" b="b"/>
              <a:pathLst>
                <a:path w="3361" h="28553" extrusionOk="0">
                  <a:moveTo>
                    <a:pt x="2545" y="1"/>
                  </a:moveTo>
                  <a:lnTo>
                    <a:pt x="2449" y="14"/>
                  </a:lnTo>
                  <a:lnTo>
                    <a:pt x="2341" y="42"/>
                  </a:lnTo>
                  <a:lnTo>
                    <a:pt x="2259" y="96"/>
                  </a:lnTo>
                  <a:lnTo>
                    <a:pt x="2177" y="150"/>
                  </a:lnTo>
                  <a:lnTo>
                    <a:pt x="2109" y="232"/>
                  </a:lnTo>
                  <a:lnTo>
                    <a:pt x="2069" y="327"/>
                  </a:lnTo>
                  <a:lnTo>
                    <a:pt x="2028" y="422"/>
                  </a:lnTo>
                  <a:lnTo>
                    <a:pt x="2028" y="531"/>
                  </a:lnTo>
                  <a:lnTo>
                    <a:pt x="2028" y="7441"/>
                  </a:lnTo>
                  <a:lnTo>
                    <a:pt x="151" y="9318"/>
                  </a:lnTo>
                  <a:lnTo>
                    <a:pt x="83" y="9400"/>
                  </a:lnTo>
                  <a:lnTo>
                    <a:pt x="42" y="9482"/>
                  </a:lnTo>
                  <a:lnTo>
                    <a:pt x="15" y="9591"/>
                  </a:lnTo>
                  <a:lnTo>
                    <a:pt x="1" y="9686"/>
                  </a:lnTo>
                  <a:lnTo>
                    <a:pt x="1" y="12284"/>
                  </a:lnTo>
                  <a:lnTo>
                    <a:pt x="15" y="12379"/>
                  </a:lnTo>
                  <a:lnTo>
                    <a:pt x="42" y="12488"/>
                  </a:lnTo>
                  <a:lnTo>
                    <a:pt x="83" y="12569"/>
                  </a:lnTo>
                  <a:lnTo>
                    <a:pt x="151" y="12651"/>
                  </a:lnTo>
                  <a:lnTo>
                    <a:pt x="2300" y="14800"/>
                  </a:lnTo>
                  <a:lnTo>
                    <a:pt x="2300" y="28022"/>
                  </a:lnTo>
                  <a:lnTo>
                    <a:pt x="2313" y="28131"/>
                  </a:lnTo>
                  <a:lnTo>
                    <a:pt x="2341" y="28240"/>
                  </a:lnTo>
                  <a:lnTo>
                    <a:pt x="2395" y="28321"/>
                  </a:lnTo>
                  <a:lnTo>
                    <a:pt x="2463" y="28403"/>
                  </a:lnTo>
                  <a:lnTo>
                    <a:pt x="2545" y="28471"/>
                  </a:lnTo>
                  <a:lnTo>
                    <a:pt x="2626" y="28512"/>
                  </a:lnTo>
                  <a:lnTo>
                    <a:pt x="2721" y="28552"/>
                  </a:lnTo>
                  <a:lnTo>
                    <a:pt x="2939" y="28552"/>
                  </a:lnTo>
                  <a:lnTo>
                    <a:pt x="3034" y="28512"/>
                  </a:lnTo>
                  <a:lnTo>
                    <a:pt x="3130" y="28471"/>
                  </a:lnTo>
                  <a:lnTo>
                    <a:pt x="3211" y="28403"/>
                  </a:lnTo>
                  <a:lnTo>
                    <a:pt x="3279" y="28321"/>
                  </a:lnTo>
                  <a:lnTo>
                    <a:pt x="3320" y="28240"/>
                  </a:lnTo>
                  <a:lnTo>
                    <a:pt x="3347" y="28131"/>
                  </a:lnTo>
                  <a:lnTo>
                    <a:pt x="3361" y="28022"/>
                  </a:lnTo>
                  <a:lnTo>
                    <a:pt x="3361" y="14583"/>
                  </a:lnTo>
                  <a:lnTo>
                    <a:pt x="3361" y="14487"/>
                  </a:lnTo>
                  <a:lnTo>
                    <a:pt x="3320" y="14379"/>
                  </a:lnTo>
                  <a:lnTo>
                    <a:pt x="3279" y="14297"/>
                  </a:lnTo>
                  <a:lnTo>
                    <a:pt x="3211" y="14215"/>
                  </a:lnTo>
                  <a:lnTo>
                    <a:pt x="1062" y="12066"/>
                  </a:lnTo>
                  <a:lnTo>
                    <a:pt x="1062" y="9903"/>
                  </a:lnTo>
                  <a:lnTo>
                    <a:pt x="2925" y="8040"/>
                  </a:lnTo>
                  <a:lnTo>
                    <a:pt x="2994" y="7958"/>
                  </a:lnTo>
                  <a:lnTo>
                    <a:pt x="3034" y="7877"/>
                  </a:lnTo>
                  <a:lnTo>
                    <a:pt x="3075" y="7768"/>
                  </a:lnTo>
                  <a:lnTo>
                    <a:pt x="3075" y="7673"/>
                  </a:lnTo>
                  <a:lnTo>
                    <a:pt x="3075" y="531"/>
                  </a:lnTo>
                  <a:lnTo>
                    <a:pt x="3075" y="422"/>
                  </a:lnTo>
                  <a:lnTo>
                    <a:pt x="3034" y="327"/>
                  </a:lnTo>
                  <a:lnTo>
                    <a:pt x="2994" y="232"/>
                  </a:lnTo>
                  <a:lnTo>
                    <a:pt x="2925" y="150"/>
                  </a:lnTo>
                  <a:lnTo>
                    <a:pt x="2844" y="96"/>
                  </a:lnTo>
                  <a:lnTo>
                    <a:pt x="2762" y="42"/>
                  </a:lnTo>
                  <a:lnTo>
                    <a:pt x="2653" y="14"/>
                  </a:lnTo>
                  <a:lnTo>
                    <a:pt x="25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1060539" y="3002222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41"/>
                  </a:lnTo>
                  <a:lnTo>
                    <a:pt x="1660" y="109"/>
                  </a:lnTo>
                  <a:lnTo>
                    <a:pt x="1442" y="177"/>
                  </a:lnTo>
                  <a:lnTo>
                    <a:pt x="1238" y="286"/>
                  </a:lnTo>
                  <a:lnTo>
                    <a:pt x="1048" y="395"/>
                  </a:lnTo>
                  <a:lnTo>
                    <a:pt x="858" y="531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34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77"/>
                  </a:lnTo>
                  <a:lnTo>
                    <a:pt x="14" y="2122"/>
                  </a:lnTo>
                  <a:lnTo>
                    <a:pt x="1" y="2353"/>
                  </a:lnTo>
                  <a:lnTo>
                    <a:pt x="14" y="2598"/>
                  </a:lnTo>
                  <a:lnTo>
                    <a:pt x="55" y="2829"/>
                  </a:lnTo>
                  <a:lnTo>
                    <a:pt x="109" y="3061"/>
                  </a:lnTo>
                  <a:lnTo>
                    <a:pt x="191" y="3278"/>
                  </a:lnTo>
                  <a:lnTo>
                    <a:pt x="286" y="3482"/>
                  </a:lnTo>
                  <a:lnTo>
                    <a:pt x="409" y="3673"/>
                  </a:lnTo>
                  <a:lnTo>
                    <a:pt x="545" y="3863"/>
                  </a:lnTo>
                  <a:lnTo>
                    <a:pt x="694" y="4026"/>
                  </a:lnTo>
                  <a:lnTo>
                    <a:pt x="858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1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0"/>
                  </a:lnTo>
                  <a:lnTo>
                    <a:pt x="2612" y="4707"/>
                  </a:lnTo>
                  <a:lnTo>
                    <a:pt x="2843" y="4666"/>
                  </a:lnTo>
                  <a:lnTo>
                    <a:pt x="3061" y="4611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6"/>
                  </a:lnTo>
                  <a:lnTo>
                    <a:pt x="4190" y="3863"/>
                  </a:lnTo>
                  <a:lnTo>
                    <a:pt x="4326" y="3673"/>
                  </a:lnTo>
                  <a:lnTo>
                    <a:pt x="4435" y="3482"/>
                  </a:lnTo>
                  <a:lnTo>
                    <a:pt x="4544" y="3278"/>
                  </a:lnTo>
                  <a:lnTo>
                    <a:pt x="4612" y="3061"/>
                  </a:lnTo>
                  <a:lnTo>
                    <a:pt x="4680" y="2829"/>
                  </a:lnTo>
                  <a:lnTo>
                    <a:pt x="4707" y="2598"/>
                  </a:lnTo>
                  <a:lnTo>
                    <a:pt x="4721" y="2353"/>
                  </a:lnTo>
                  <a:lnTo>
                    <a:pt x="4707" y="2122"/>
                  </a:lnTo>
                  <a:lnTo>
                    <a:pt x="4680" y="1877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34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31"/>
                  </a:lnTo>
                  <a:lnTo>
                    <a:pt x="3687" y="395"/>
                  </a:lnTo>
                  <a:lnTo>
                    <a:pt x="3483" y="286"/>
                  </a:lnTo>
                  <a:lnTo>
                    <a:pt x="3279" y="177"/>
                  </a:lnTo>
                  <a:lnTo>
                    <a:pt x="3061" y="109"/>
                  </a:lnTo>
                  <a:lnTo>
                    <a:pt x="2843" y="41"/>
                  </a:lnTo>
                  <a:lnTo>
                    <a:pt x="2612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1493702" y="3526711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0"/>
                  </a:moveTo>
                  <a:lnTo>
                    <a:pt x="2123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5" y="857"/>
                  </a:lnTo>
                  <a:lnTo>
                    <a:pt x="409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1" y="2354"/>
                  </a:lnTo>
                  <a:lnTo>
                    <a:pt x="14" y="2599"/>
                  </a:lnTo>
                  <a:lnTo>
                    <a:pt x="55" y="2830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9" y="3673"/>
                  </a:lnTo>
                  <a:lnTo>
                    <a:pt x="545" y="3864"/>
                  </a:lnTo>
                  <a:lnTo>
                    <a:pt x="694" y="4027"/>
                  </a:lnTo>
                  <a:lnTo>
                    <a:pt x="857" y="4176"/>
                  </a:lnTo>
                  <a:lnTo>
                    <a:pt x="1048" y="4312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66"/>
                  </a:lnTo>
                  <a:lnTo>
                    <a:pt x="2123" y="4707"/>
                  </a:lnTo>
                  <a:lnTo>
                    <a:pt x="2367" y="4721"/>
                  </a:lnTo>
                  <a:lnTo>
                    <a:pt x="2599" y="4707"/>
                  </a:lnTo>
                  <a:lnTo>
                    <a:pt x="2843" y="4666"/>
                  </a:lnTo>
                  <a:lnTo>
                    <a:pt x="3061" y="4612"/>
                  </a:lnTo>
                  <a:lnTo>
                    <a:pt x="3279" y="4530"/>
                  </a:lnTo>
                  <a:lnTo>
                    <a:pt x="3483" y="4435"/>
                  </a:lnTo>
                  <a:lnTo>
                    <a:pt x="3687" y="4312"/>
                  </a:lnTo>
                  <a:lnTo>
                    <a:pt x="3864" y="4176"/>
                  </a:lnTo>
                  <a:lnTo>
                    <a:pt x="4027" y="4027"/>
                  </a:lnTo>
                  <a:lnTo>
                    <a:pt x="4190" y="3864"/>
                  </a:lnTo>
                  <a:lnTo>
                    <a:pt x="4326" y="3673"/>
                  </a:lnTo>
                  <a:lnTo>
                    <a:pt x="4435" y="3483"/>
                  </a:lnTo>
                  <a:lnTo>
                    <a:pt x="4544" y="3279"/>
                  </a:lnTo>
                  <a:lnTo>
                    <a:pt x="4612" y="3061"/>
                  </a:lnTo>
                  <a:lnTo>
                    <a:pt x="4680" y="2830"/>
                  </a:lnTo>
                  <a:lnTo>
                    <a:pt x="4707" y="2599"/>
                  </a:lnTo>
                  <a:lnTo>
                    <a:pt x="4721" y="2354"/>
                  </a:lnTo>
                  <a:lnTo>
                    <a:pt x="4707" y="2122"/>
                  </a:lnTo>
                  <a:lnTo>
                    <a:pt x="4680" y="1891"/>
                  </a:lnTo>
                  <a:lnTo>
                    <a:pt x="4612" y="1660"/>
                  </a:lnTo>
                  <a:lnTo>
                    <a:pt x="4544" y="1442"/>
                  </a:lnTo>
                  <a:lnTo>
                    <a:pt x="4435" y="1238"/>
                  </a:lnTo>
                  <a:lnTo>
                    <a:pt x="4326" y="1048"/>
                  </a:lnTo>
                  <a:lnTo>
                    <a:pt x="4190" y="857"/>
                  </a:lnTo>
                  <a:lnTo>
                    <a:pt x="4027" y="694"/>
                  </a:lnTo>
                  <a:lnTo>
                    <a:pt x="3864" y="545"/>
                  </a:lnTo>
                  <a:lnTo>
                    <a:pt x="3687" y="409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9" y="14"/>
                  </a:lnTo>
                  <a:lnTo>
                    <a:pt x="236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1624966" y="2976245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1"/>
                  </a:moveTo>
                  <a:lnTo>
                    <a:pt x="2108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24" y="286"/>
                  </a:lnTo>
                  <a:lnTo>
                    <a:pt x="1034" y="409"/>
                  </a:lnTo>
                  <a:lnTo>
                    <a:pt x="857" y="545"/>
                  </a:lnTo>
                  <a:lnTo>
                    <a:pt x="680" y="694"/>
                  </a:lnTo>
                  <a:lnTo>
                    <a:pt x="531" y="858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95" y="1660"/>
                  </a:lnTo>
                  <a:lnTo>
                    <a:pt x="41" y="1891"/>
                  </a:lnTo>
                  <a:lnTo>
                    <a:pt x="14" y="2123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4"/>
                  </a:lnTo>
                  <a:lnTo>
                    <a:pt x="95" y="3061"/>
                  </a:lnTo>
                  <a:lnTo>
                    <a:pt x="177" y="3279"/>
                  </a:lnTo>
                  <a:lnTo>
                    <a:pt x="286" y="3483"/>
                  </a:lnTo>
                  <a:lnTo>
                    <a:pt x="394" y="3687"/>
                  </a:lnTo>
                  <a:lnTo>
                    <a:pt x="531" y="3864"/>
                  </a:lnTo>
                  <a:lnTo>
                    <a:pt x="680" y="4027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24" y="4435"/>
                  </a:lnTo>
                  <a:lnTo>
                    <a:pt x="1442" y="4544"/>
                  </a:lnTo>
                  <a:lnTo>
                    <a:pt x="1660" y="4612"/>
                  </a:lnTo>
                  <a:lnTo>
                    <a:pt x="1877" y="4680"/>
                  </a:lnTo>
                  <a:lnTo>
                    <a:pt x="2108" y="4707"/>
                  </a:lnTo>
                  <a:lnTo>
                    <a:pt x="2353" y="4721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12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50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4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50" y="545"/>
                  </a:lnTo>
                  <a:lnTo>
                    <a:pt x="3673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2157159" y="3143063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67" y="1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48" y="409"/>
                  </a:lnTo>
                  <a:lnTo>
                    <a:pt x="857" y="545"/>
                  </a:lnTo>
                  <a:lnTo>
                    <a:pt x="694" y="694"/>
                  </a:lnTo>
                  <a:lnTo>
                    <a:pt x="544" y="858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3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3"/>
                  </a:lnTo>
                  <a:lnTo>
                    <a:pt x="0" y="2368"/>
                  </a:lnTo>
                  <a:lnTo>
                    <a:pt x="14" y="2599"/>
                  </a:lnTo>
                  <a:lnTo>
                    <a:pt x="55" y="2844"/>
                  </a:lnTo>
                  <a:lnTo>
                    <a:pt x="109" y="3061"/>
                  </a:lnTo>
                  <a:lnTo>
                    <a:pt x="191" y="3279"/>
                  </a:lnTo>
                  <a:lnTo>
                    <a:pt x="286" y="3483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27"/>
                  </a:lnTo>
                  <a:lnTo>
                    <a:pt x="857" y="4190"/>
                  </a:lnTo>
                  <a:lnTo>
                    <a:pt x="1048" y="4326"/>
                  </a:lnTo>
                  <a:lnTo>
                    <a:pt x="1238" y="4435"/>
                  </a:lnTo>
                  <a:lnTo>
                    <a:pt x="1442" y="4530"/>
                  </a:lnTo>
                  <a:lnTo>
                    <a:pt x="1660" y="4612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67" y="4721"/>
                  </a:lnTo>
                  <a:lnTo>
                    <a:pt x="2598" y="4707"/>
                  </a:lnTo>
                  <a:lnTo>
                    <a:pt x="2843" y="4680"/>
                  </a:lnTo>
                  <a:lnTo>
                    <a:pt x="3061" y="4612"/>
                  </a:lnTo>
                  <a:lnTo>
                    <a:pt x="3278" y="4530"/>
                  </a:lnTo>
                  <a:lnTo>
                    <a:pt x="3482" y="4435"/>
                  </a:lnTo>
                  <a:lnTo>
                    <a:pt x="3686" y="4326"/>
                  </a:lnTo>
                  <a:lnTo>
                    <a:pt x="3863" y="4190"/>
                  </a:lnTo>
                  <a:lnTo>
                    <a:pt x="4026" y="4027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83"/>
                  </a:lnTo>
                  <a:lnTo>
                    <a:pt x="4530" y="3279"/>
                  </a:lnTo>
                  <a:lnTo>
                    <a:pt x="4611" y="3061"/>
                  </a:lnTo>
                  <a:lnTo>
                    <a:pt x="4666" y="2844"/>
                  </a:lnTo>
                  <a:lnTo>
                    <a:pt x="4707" y="2599"/>
                  </a:lnTo>
                  <a:lnTo>
                    <a:pt x="4720" y="2368"/>
                  </a:lnTo>
                  <a:lnTo>
                    <a:pt x="4707" y="2123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3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58"/>
                  </a:lnTo>
                  <a:lnTo>
                    <a:pt x="4026" y="694"/>
                  </a:lnTo>
                  <a:lnTo>
                    <a:pt x="3863" y="545"/>
                  </a:lnTo>
                  <a:lnTo>
                    <a:pt x="3686" y="409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43" y="55"/>
                  </a:lnTo>
                  <a:lnTo>
                    <a:pt x="2598" y="14"/>
                  </a:lnTo>
                  <a:lnTo>
                    <a:pt x="236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2435520" y="3343069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3" y="0"/>
                  </a:moveTo>
                  <a:lnTo>
                    <a:pt x="2122" y="14"/>
                  </a:lnTo>
                  <a:lnTo>
                    <a:pt x="1877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31" y="871"/>
                  </a:lnTo>
                  <a:lnTo>
                    <a:pt x="394" y="1048"/>
                  </a:lnTo>
                  <a:lnTo>
                    <a:pt x="286" y="1238"/>
                  </a:lnTo>
                  <a:lnTo>
                    <a:pt x="177" y="1442"/>
                  </a:lnTo>
                  <a:lnTo>
                    <a:pt x="109" y="1660"/>
                  </a:lnTo>
                  <a:lnTo>
                    <a:pt x="41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41" y="2843"/>
                  </a:lnTo>
                  <a:lnTo>
                    <a:pt x="109" y="3074"/>
                  </a:lnTo>
                  <a:lnTo>
                    <a:pt x="177" y="3279"/>
                  </a:lnTo>
                  <a:lnTo>
                    <a:pt x="286" y="3496"/>
                  </a:lnTo>
                  <a:lnTo>
                    <a:pt x="394" y="3687"/>
                  </a:lnTo>
                  <a:lnTo>
                    <a:pt x="531" y="3863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77" y="4680"/>
                  </a:lnTo>
                  <a:lnTo>
                    <a:pt x="2122" y="4707"/>
                  </a:lnTo>
                  <a:lnTo>
                    <a:pt x="2353" y="4720"/>
                  </a:lnTo>
                  <a:lnTo>
                    <a:pt x="2598" y="4707"/>
                  </a:lnTo>
                  <a:lnTo>
                    <a:pt x="2829" y="4680"/>
                  </a:lnTo>
                  <a:lnTo>
                    <a:pt x="3061" y="4625"/>
                  </a:lnTo>
                  <a:lnTo>
                    <a:pt x="3278" y="4544"/>
                  </a:lnTo>
                  <a:lnTo>
                    <a:pt x="3482" y="4435"/>
                  </a:lnTo>
                  <a:lnTo>
                    <a:pt x="3673" y="4326"/>
                  </a:lnTo>
                  <a:lnTo>
                    <a:pt x="3863" y="4190"/>
                  </a:lnTo>
                  <a:lnTo>
                    <a:pt x="4026" y="4040"/>
                  </a:lnTo>
                  <a:lnTo>
                    <a:pt x="4176" y="3863"/>
                  </a:lnTo>
                  <a:lnTo>
                    <a:pt x="4312" y="3687"/>
                  </a:lnTo>
                  <a:lnTo>
                    <a:pt x="4434" y="3496"/>
                  </a:lnTo>
                  <a:lnTo>
                    <a:pt x="4530" y="3279"/>
                  </a:lnTo>
                  <a:lnTo>
                    <a:pt x="4611" y="3074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1" y="1660"/>
                  </a:lnTo>
                  <a:lnTo>
                    <a:pt x="4530" y="1442"/>
                  </a:lnTo>
                  <a:lnTo>
                    <a:pt x="4434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6" y="694"/>
                  </a:lnTo>
                  <a:lnTo>
                    <a:pt x="3863" y="544"/>
                  </a:lnTo>
                  <a:lnTo>
                    <a:pt x="3673" y="408"/>
                  </a:lnTo>
                  <a:lnTo>
                    <a:pt x="3482" y="286"/>
                  </a:lnTo>
                  <a:lnTo>
                    <a:pt x="3278" y="191"/>
                  </a:lnTo>
                  <a:lnTo>
                    <a:pt x="3061" y="109"/>
                  </a:lnTo>
                  <a:lnTo>
                    <a:pt x="2829" y="55"/>
                  </a:lnTo>
                  <a:lnTo>
                    <a:pt x="2598" y="14"/>
                  </a:lnTo>
                  <a:lnTo>
                    <a:pt x="235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2648002" y="3165188"/>
              <a:ext cx="166852" cy="166852"/>
            </a:xfrm>
            <a:custGeom>
              <a:avLst/>
              <a:gdLst/>
              <a:ahLst/>
              <a:cxnLst/>
              <a:rect l="l" t="t" r="r" b="b"/>
              <a:pathLst>
                <a:path w="4721" h="4721" extrusionOk="0">
                  <a:moveTo>
                    <a:pt x="2354" y="0"/>
                  </a:moveTo>
                  <a:lnTo>
                    <a:pt x="2122" y="14"/>
                  </a:lnTo>
                  <a:lnTo>
                    <a:pt x="1891" y="55"/>
                  </a:lnTo>
                  <a:lnTo>
                    <a:pt x="1660" y="109"/>
                  </a:lnTo>
                  <a:lnTo>
                    <a:pt x="1442" y="191"/>
                  </a:lnTo>
                  <a:lnTo>
                    <a:pt x="1238" y="286"/>
                  </a:lnTo>
                  <a:lnTo>
                    <a:pt x="1034" y="408"/>
                  </a:lnTo>
                  <a:lnTo>
                    <a:pt x="857" y="544"/>
                  </a:lnTo>
                  <a:lnTo>
                    <a:pt x="694" y="694"/>
                  </a:lnTo>
                  <a:lnTo>
                    <a:pt x="544" y="871"/>
                  </a:lnTo>
                  <a:lnTo>
                    <a:pt x="408" y="1048"/>
                  </a:lnTo>
                  <a:lnTo>
                    <a:pt x="286" y="1238"/>
                  </a:lnTo>
                  <a:lnTo>
                    <a:pt x="191" y="1442"/>
                  </a:lnTo>
                  <a:lnTo>
                    <a:pt x="109" y="1660"/>
                  </a:lnTo>
                  <a:lnTo>
                    <a:pt x="55" y="1891"/>
                  </a:lnTo>
                  <a:lnTo>
                    <a:pt x="14" y="2122"/>
                  </a:lnTo>
                  <a:lnTo>
                    <a:pt x="0" y="2367"/>
                  </a:lnTo>
                  <a:lnTo>
                    <a:pt x="14" y="2612"/>
                  </a:lnTo>
                  <a:lnTo>
                    <a:pt x="55" y="2843"/>
                  </a:lnTo>
                  <a:lnTo>
                    <a:pt x="109" y="3075"/>
                  </a:lnTo>
                  <a:lnTo>
                    <a:pt x="191" y="3279"/>
                  </a:lnTo>
                  <a:lnTo>
                    <a:pt x="286" y="3496"/>
                  </a:lnTo>
                  <a:lnTo>
                    <a:pt x="408" y="3687"/>
                  </a:lnTo>
                  <a:lnTo>
                    <a:pt x="544" y="3864"/>
                  </a:lnTo>
                  <a:lnTo>
                    <a:pt x="694" y="4040"/>
                  </a:lnTo>
                  <a:lnTo>
                    <a:pt x="857" y="4190"/>
                  </a:lnTo>
                  <a:lnTo>
                    <a:pt x="1034" y="4326"/>
                  </a:lnTo>
                  <a:lnTo>
                    <a:pt x="1238" y="4435"/>
                  </a:lnTo>
                  <a:lnTo>
                    <a:pt x="1442" y="4544"/>
                  </a:lnTo>
                  <a:lnTo>
                    <a:pt x="1660" y="4625"/>
                  </a:lnTo>
                  <a:lnTo>
                    <a:pt x="1891" y="4680"/>
                  </a:lnTo>
                  <a:lnTo>
                    <a:pt x="2122" y="4707"/>
                  </a:lnTo>
                  <a:lnTo>
                    <a:pt x="2354" y="4720"/>
                  </a:lnTo>
                  <a:lnTo>
                    <a:pt x="2598" y="4707"/>
                  </a:lnTo>
                  <a:lnTo>
                    <a:pt x="2830" y="4680"/>
                  </a:lnTo>
                  <a:lnTo>
                    <a:pt x="3061" y="4625"/>
                  </a:lnTo>
                  <a:lnTo>
                    <a:pt x="3279" y="4544"/>
                  </a:lnTo>
                  <a:lnTo>
                    <a:pt x="3483" y="4435"/>
                  </a:lnTo>
                  <a:lnTo>
                    <a:pt x="3673" y="4326"/>
                  </a:lnTo>
                  <a:lnTo>
                    <a:pt x="3864" y="4190"/>
                  </a:lnTo>
                  <a:lnTo>
                    <a:pt x="4027" y="4040"/>
                  </a:lnTo>
                  <a:lnTo>
                    <a:pt x="4176" y="3864"/>
                  </a:lnTo>
                  <a:lnTo>
                    <a:pt x="4312" y="3687"/>
                  </a:lnTo>
                  <a:lnTo>
                    <a:pt x="4435" y="3496"/>
                  </a:lnTo>
                  <a:lnTo>
                    <a:pt x="4530" y="3279"/>
                  </a:lnTo>
                  <a:lnTo>
                    <a:pt x="4612" y="3075"/>
                  </a:lnTo>
                  <a:lnTo>
                    <a:pt x="4666" y="2843"/>
                  </a:lnTo>
                  <a:lnTo>
                    <a:pt x="4707" y="2612"/>
                  </a:lnTo>
                  <a:lnTo>
                    <a:pt x="4720" y="2367"/>
                  </a:lnTo>
                  <a:lnTo>
                    <a:pt x="4707" y="2122"/>
                  </a:lnTo>
                  <a:lnTo>
                    <a:pt x="4666" y="1891"/>
                  </a:lnTo>
                  <a:lnTo>
                    <a:pt x="4612" y="1660"/>
                  </a:lnTo>
                  <a:lnTo>
                    <a:pt x="4530" y="1442"/>
                  </a:lnTo>
                  <a:lnTo>
                    <a:pt x="4435" y="1238"/>
                  </a:lnTo>
                  <a:lnTo>
                    <a:pt x="4312" y="1048"/>
                  </a:lnTo>
                  <a:lnTo>
                    <a:pt x="4176" y="871"/>
                  </a:lnTo>
                  <a:lnTo>
                    <a:pt x="4027" y="694"/>
                  </a:lnTo>
                  <a:lnTo>
                    <a:pt x="3864" y="544"/>
                  </a:lnTo>
                  <a:lnTo>
                    <a:pt x="3673" y="408"/>
                  </a:lnTo>
                  <a:lnTo>
                    <a:pt x="3483" y="286"/>
                  </a:lnTo>
                  <a:lnTo>
                    <a:pt x="3279" y="191"/>
                  </a:lnTo>
                  <a:lnTo>
                    <a:pt x="3061" y="109"/>
                  </a:lnTo>
                  <a:lnTo>
                    <a:pt x="2830" y="55"/>
                  </a:lnTo>
                  <a:lnTo>
                    <a:pt x="2598" y="14"/>
                  </a:lnTo>
                  <a:lnTo>
                    <a:pt x="235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658160" y="4315141"/>
              <a:ext cx="2634536" cy="317340"/>
            </a:xfrm>
            <a:custGeom>
              <a:avLst/>
              <a:gdLst/>
              <a:ahLst/>
              <a:cxnLst/>
              <a:rect l="l" t="t" r="r" b="b"/>
              <a:pathLst>
                <a:path w="74543" h="8979" extrusionOk="0">
                  <a:moveTo>
                    <a:pt x="2830" y="1"/>
                  </a:moveTo>
                  <a:lnTo>
                    <a:pt x="2544" y="28"/>
                  </a:lnTo>
                  <a:lnTo>
                    <a:pt x="2258" y="69"/>
                  </a:lnTo>
                  <a:lnTo>
                    <a:pt x="1986" y="137"/>
                  </a:lnTo>
                  <a:lnTo>
                    <a:pt x="1728" y="232"/>
                  </a:lnTo>
                  <a:lnTo>
                    <a:pt x="1483" y="354"/>
                  </a:lnTo>
                  <a:lnTo>
                    <a:pt x="1252" y="490"/>
                  </a:lnTo>
                  <a:lnTo>
                    <a:pt x="1034" y="654"/>
                  </a:lnTo>
                  <a:lnTo>
                    <a:pt x="830" y="844"/>
                  </a:lnTo>
                  <a:lnTo>
                    <a:pt x="639" y="1034"/>
                  </a:lnTo>
                  <a:lnTo>
                    <a:pt x="476" y="1252"/>
                  </a:lnTo>
                  <a:lnTo>
                    <a:pt x="340" y="1497"/>
                  </a:lnTo>
                  <a:lnTo>
                    <a:pt x="218" y="1742"/>
                  </a:lnTo>
                  <a:lnTo>
                    <a:pt x="123" y="2000"/>
                  </a:lnTo>
                  <a:lnTo>
                    <a:pt x="55" y="2272"/>
                  </a:lnTo>
                  <a:lnTo>
                    <a:pt x="14" y="2544"/>
                  </a:lnTo>
                  <a:lnTo>
                    <a:pt x="0" y="2844"/>
                  </a:lnTo>
                  <a:lnTo>
                    <a:pt x="0" y="6135"/>
                  </a:lnTo>
                  <a:lnTo>
                    <a:pt x="14" y="6435"/>
                  </a:lnTo>
                  <a:lnTo>
                    <a:pt x="55" y="6707"/>
                  </a:lnTo>
                  <a:lnTo>
                    <a:pt x="123" y="6979"/>
                  </a:lnTo>
                  <a:lnTo>
                    <a:pt x="218" y="7237"/>
                  </a:lnTo>
                  <a:lnTo>
                    <a:pt x="340" y="7482"/>
                  </a:lnTo>
                  <a:lnTo>
                    <a:pt x="476" y="7727"/>
                  </a:lnTo>
                  <a:lnTo>
                    <a:pt x="639" y="7944"/>
                  </a:lnTo>
                  <a:lnTo>
                    <a:pt x="830" y="8135"/>
                  </a:lnTo>
                  <a:lnTo>
                    <a:pt x="1034" y="8325"/>
                  </a:lnTo>
                  <a:lnTo>
                    <a:pt x="1252" y="8489"/>
                  </a:lnTo>
                  <a:lnTo>
                    <a:pt x="1483" y="8625"/>
                  </a:lnTo>
                  <a:lnTo>
                    <a:pt x="1728" y="8747"/>
                  </a:lnTo>
                  <a:lnTo>
                    <a:pt x="1986" y="8842"/>
                  </a:lnTo>
                  <a:lnTo>
                    <a:pt x="2258" y="8910"/>
                  </a:lnTo>
                  <a:lnTo>
                    <a:pt x="2544" y="8951"/>
                  </a:lnTo>
                  <a:lnTo>
                    <a:pt x="2830" y="8978"/>
                  </a:lnTo>
                  <a:lnTo>
                    <a:pt x="71713" y="8978"/>
                  </a:lnTo>
                  <a:lnTo>
                    <a:pt x="72012" y="8951"/>
                  </a:lnTo>
                  <a:lnTo>
                    <a:pt x="72284" y="8910"/>
                  </a:lnTo>
                  <a:lnTo>
                    <a:pt x="72556" y="8842"/>
                  </a:lnTo>
                  <a:lnTo>
                    <a:pt x="72815" y="8747"/>
                  </a:lnTo>
                  <a:lnTo>
                    <a:pt x="73060" y="8625"/>
                  </a:lnTo>
                  <a:lnTo>
                    <a:pt x="73291" y="8489"/>
                  </a:lnTo>
                  <a:lnTo>
                    <a:pt x="73509" y="8325"/>
                  </a:lnTo>
                  <a:lnTo>
                    <a:pt x="73713" y="8135"/>
                  </a:lnTo>
                  <a:lnTo>
                    <a:pt x="73903" y="7944"/>
                  </a:lnTo>
                  <a:lnTo>
                    <a:pt x="74066" y="7727"/>
                  </a:lnTo>
                  <a:lnTo>
                    <a:pt x="74202" y="7482"/>
                  </a:lnTo>
                  <a:lnTo>
                    <a:pt x="74325" y="7237"/>
                  </a:lnTo>
                  <a:lnTo>
                    <a:pt x="74420" y="6979"/>
                  </a:lnTo>
                  <a:lnTo>
                    <a:pt x="74488" y="6707"/>
                  </a:lnTo>
                  <a:lnTo>
                    <a:pt x="74529" y="6435"/>
                  </a:lnTo>
                  <a:lnTo>
                    <a:pt x="74542" y="6135"/>
                  </a:lnTo>
                  <a:lnTo>
                    <a:pt x="74542" y="2844"/>
                  </a:lnTo>
                  <a:lnTo>
                    <a:pt x="74529" y="2544"/>
                  </a:lnTo>
                  <a:lnTo>
                    <a:pt x="74488" y="2272"/>
                  </a:lnTo>
                  <a:lnTo>
                    <a:pt x="74420" y="2000"/>
                  </a:lnTo>
                  <a:lnTo>
                    <a:pt x="74325" y="1742"/>
                  </a:lnTo>
                  <a:lnTo>
                    <a:pt x="74202" y="1497"/>
                  </a:lnTo>
                  <a:lnTo>
                    <a:pt x="74066" y="1252"/>
                  </a:lnTo>
                  <a:lnTo>
                    <a:pt x="73903" y="1034"/>
                  </a:lnTo>
                  <a:lnTo>
                    <a:pt x="73713" y="844"/>
                  </a:lnTo>
                  <a:lnTo>
                    <a:pt x="73509" y="654"/>
                  </a:lnTo>
                  <a:lnTo>
                    <a:pt x="73291" y="490"/>
                  </a:lnTo>
                  <a:lnTo>
                    <a:pt x="73060" y="354"/>
                  </a:lnTo>
                  <a:lnTo>
                    <a:pt x="72815" y="232"/>
                  </a:lnTo>
                  <a:lnTo>
                    <a:pt x="72556" y="137"/>
                  </a:lnTo>
                  <a:lnTo>
                    <a:pt x="72284" y="69"/>
                  </a:lnTo>
                  <a:lnTo>
                    <a:pt x="72012" y="28"/>
                  </a:lnTo>
                  <a:lnTo>
                    <a:pt x="717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658160" y="4469483"/>
              <a:ext cx="2634536" cy="163000"/>
            </a:xfrm>
            <a:custGeom>
              <a:avLst/>
              <a:gdLst/>
              <a:ahLst/>
              <a:cxnLst/>
              <a:rect l="l" t="t" r="r" b="b"/>
              <a:pathLst>
                <a:path w="74543" h="4612" extrusionOk="0">
                  <a:moveTo>
                    <a:pt x="0" y="0"/>
                  </a:moveTo>
                  <a:lnTo>
                    <a:pt x="0" y="1768"/>
                  </a:lnTo>
                  <a:lnTo>
                    <a:pt x="14" y="2068"/>
                  </a:lnTo>
                  <a:lnTo>
                    <a:pt x="55" y="2340"/>
                  </a:lnTo>
                  <a:lnTo>
                    <a:pt x="123" y="2612"/>
                  </a:lnTo>
                  <a:lnTo>
                    <a:pt x="218" y="2870"/>
                  </a:lnTo>
                  <a:lnTo>
                    <a:pt x="340" y="3115"/>
                  </a:lnTo>
                  <a:lnTo>
                    <a:pt x="476" y="3360"/>
                  </a:lnTo>
                  <a:lnTo>
                    <a:pt x="639" y="3577"/>
                  </a:lnTo>
                  <a:lnTo>
                    <a:pt x="830" y="3768"/>
                  </a:lnTo>
                  <a:lnTo>
                    <a:pt x="1034" y="3958"/>
                  </a:lnTo>
                  <a:lnTo>
                    <a:pt x="1252" y="4122"/>
                  </a:lnTo>
                  <a:lnTo>
                    <a:pt x="1483" y="4258"/>
                  </a:lnTo>
                  <a:lnTo>
                    <a:pt x="1728" y="4380"/>
                  </a:lnTo>
                  <a:lnTo>
                    <a:pt x="1986" y="4475"/>
                  </a:lnTo>
                  <a:lnTo>
                    <a:pt x="2258" y="4543"/>
                  </a:lnTo>
                  <a:lnTo>
                    <a:pt x="2544" y="4584"/>
                  </a:lnTo>
                  <a:lnTo>
                    <a:pt x="2830" y="4611"/>
                  </a:lnTo>
                  <a:lnTo>
                    <a:pt x="71713" y="4611"/>
                  </a:lnTo>
                  <a:lnTo>
                    <a:pt x="72012" y="4584"/>
                  </a:lnTo>
                  <a:lnTo>
                    <a:pt x="72284" y="4543"/>
                  </a:lnTo>
                  <a:lnTo>
                    <a:pt x="72556" y="4475"/>
                  </a:lnTo>
                  <a:lnTo>
                    <a:pt x="72815" y="4380"/>
                  </a:lnTo>
                  <a:lnTo>
                    <a:pt x="73060" y="4258"/>
                  </a:lnTo>
                  <a:lnTo>
                    <a:pt x="73291" y="4122"/>
                  </a:lnTo>
                  <a:lnTo>
                    <a:pt x="73509" y="3958"/>
                  </a:lnTo>
                  <a:lnTo>
                    <a:pt x="73713" y="3768"/>
                  </a:lnTo>
                  <a:lnTo>
                    <a:pt x="73903" y="3577"/>
                  </a:lnTo>
                  <a:lnTo>
                    <a:pt x="74066" y="3360"/>
                  </a:lnTo>
                  <a:lnTo>
                    <a:pt x="74202" y="3115"/>
                  </a:lnTo>
                  <a:lnTo>
                    <a:pt x="74325" y="2870"/>
                  </a:lnTo>
                  <a:lnTo>
                    <a:pt x="74420" y="2612"/>
                  </a:lnTo>
                  <a:lnTo>
                    <a:pt x="74488" y="2340"/>
                  </a:lnTo>
                  <a:lnTo>
                    <a:pt x="74529" y="2068"/>
                  </a:lnTo>
                  <a:lnTo>
                    <a:pt x="74542" y="1768"/>
                  </a:lnTo>
                  <a:lnTo>
                    <a:pt x="7454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883153" y="997005"/>
              <a:ext cx="2198975" cy="3376799"/>
            </a:xfrm>
            <a:custGeom>
              <a:avLst/>
              <a:gdLst/>
              <a:ahLst/>
              <a:cxnLst/>
              <a:rect l="l" t="t" r="r" b="b"/>
              <a:pathLst>
                <a:path w="62219" h="95545" extrusionOk="0">
                  <a:moveTo>
                    <a:pt x="31273" y="3061"/>
                  </a:moveTo>
                  <a:lnTo>
                    <a:pt x="31994" y="3074"/>
                  </a:lnTo>
                  <a:lnTo>
                    <a:pt x="32714" y="3101"/>
                  </a:lnTo>
                  <a:lnTo>
                    <a:pt x="33435" y="3156"/>
                  </a:lnTo>
                  <a:lnTo>
                    <a:pt x="34143" y="3224"/>
                  </a:lnTo>
                  <a:lnTo>
                    <a:pt x="34836" y="3305"/>
                  </a:lnTo>
                  <a:lnTo>
                    <a:pt x="35544" y="3414"/>
                  </a:lnTo>
                  <a:lnTo>
                    <a:pt x="36238" y="3537"/>
                  </a:lnTo>
                  <a:lnTo>
                    <a:pt x="36918" y="3673"/>
                  </a:lnTo>
                  <a:lnTo>
                    <a:pt x="37598" y="3822"/>
                  </a:lnTo>
                  <a:lnTo>
                    <a:pt x="38264" y="3999"/>
                  </a:lnTo>
                  <a:lnTo>
                    <a:pt x="38931" y="4190"/>
                  </a:lnTo>
                  <a:lnTo>
                    <a:pt x="39597" y="4380"/>
                  </a:lnTo>
                  <a:lnTo>
                    <a:pt x="40250" y="4611"/>
                  </a:lnTo>
                  <a:lnTo>
                    <a:pt x="40890" y="4842"/>
                  </a:lnTo>
                  <a:lnTo>
                    <a:pt x="41529" y="5087"/>
                  </a:lnTo>
                  <a:lnTo>
                    <a:pt x="42155" y="5359"/>
                  </a:lnTo>
                  <a:lnTo>
                    <a:pt x="42780" y="5631"/>
                  </a:lnTo>
                  <a:lnTo>
                    <a:pt x="43393" y="5931"/>
                  </a:lnTo>
                  <a:lnTo>
                    <a:pt x="44005" y="6244"/>
                  </a:lnTo>
                  <a:lnTo>
                    <a:pt x="44603" y="6556"/>
                  </a:lnTo>
                  <a:lnTo>
                    <a:pt x="45188" y="6896"/>
                  </a:lnTo>
                  <a:lnTo>
                    <a:pt x="45773" y="7250"/>
                  </a:lnTo>
                  <a:lnTo>
                    <a:pt x="46331" y="7617"/>
                  </a:lnTo>
                  <a:lnTo>
                    <a:pt x="46902" y="7998"/>
                  </a:lnTo>
                  <a:lnTo>
                    <a:pt x="47446" y="8379"/>
                  </a:lnTo>
                  <a:lnTo>
                    <a:pt x="47990" y="8787"/>
                  </a:lnTo>
                  <a:lnTo>
                    <a:pt x="48521" y="9209"/>
                  </a:lnTo>
                  <a:lnTo>
                    <a:pt x="49038" y="9631"/>
                  </a:lnTo>
                  <a:lnTo>
                    <a:pt x="49554" y="10079"/>
                  </a:lnTo>
                  <a:lnTo>
                    <a:pt x="50058" y="10528"/>
                  </a:lnTo>
                  <a:lnTo>
                    <a:pt x="50547" y="10991"/>
                  </a:lnTo>
                  <a:lnTo>
                    <a:pt x="51024" y="11467"/>
                  </a:lnTo>
                  <a:lnTo>
                    <a:pt x="51486" y="11957"/>
                  </a:lnTo>
                  <a:lnTo>
                    <a:pt x="51935" y="12460"/>
                  </a:lnTo>
                  <a:lnTo>
                    <a:pt x="52384" y="12963"/>
                  </a:lnTo>
                  <a:lnTo>
                    <a:pt x="52819" y="13480"/>
                  </a:lnTo>
                  <a:lnTo>
                    <a:pt x="53227" y="14011"/>
                  </a:lnTo>
                  <a:lnTo>
                    <a:pt x="53635" y="14555"/>
                  </a:lnTo>
                  <a:lnTo>
                    <a:pt x="54030" y="15112"/>
                  </a:lnTo>
                  <a:lnTo>
                    <a:pt x="54411" y="15670"/>
                  </a:lnTo>
                  <a:lnTo>
                    <a:pt x="54778" y="16241"/>
                  </a:lnTo>
                  <a:lnTo>
                    <a:pt x="55132" y="16813"/>
                  </a:lnTo>
                  <a:lnTo>
                    <a:pt x="55485" y="17398"/>
                  </a:lnTo>
                  <a:lnTo>
                    <a:pt x="55812" y="17996"/>
                  </a:lnTo>
                  <a:lnTo>
                    <a:pt x="56125" y="18608"/>
                  </a:lnTo>
                  <a:lnTo>
                    <a:pt x="56424" y="19220"/>
                  </a:lnTo>
                  <a:lnTo>
                    <a:pt x="56709" y="19832"/>
                  </a:lnTo>
                  <a:lnTo>
                    <a:pt x="56982" y="20472"/>
                  </a:lnTo>
                  <a:lnTo>
                    <a:pt x="57226" y="21111"/>
                  </a:lnTo>
                  <a:lnTo>
                    <a:pt x="57471" y="21750"/>
                  </a:lnTo>
                  <a:lnTo>
                    <a:pt x="57702" y="22403"/>
                  </a:lnTo>
                  <a:lnTo>
                    <a:pt x="57906" y="23056"/>
                  </a:lnTo>
                  <a:lnTo>
                    <a:pt x="58097" y="23723"/>
                  </a:lnTo>
                  <a:lnTo>
                    <a:pt x="58287" y="24389"/>
                  </a:lnTo>
                  <a:lnTo>
                    <a:pt x="58451" y="25069"/>
                  </a:lnTo>
                  <a:lnTo>
                    <a:pt x="58587" y="25763"/>
                  </a:lnTo>
                  <a:lnTo>
                    <a:pt x="58723" y="26443"/>
                  </a:lnTo>
                  <a:lnTo>
                    <a:pt x="58831" y="27137"/>
                  </a:lnTo>
                  <a:lnTo>
                    <a:pt x="58927" y="27844"/>
                  </a:lnTo>
                  <a:lnTo>
                    <a:pt x="59008" y="28552"/>
                  </a:lnTo>
                  <a:lnTo>
                    <a:pt x="59076" y="29259"/>
                  </a:lnTo>
                  <a:lnTo>
                    <a:pt x="59117" y="29966"/>
                  </a:lnTo>
                  <a:lnTo>
                    <a:pt x="59144" y="30687"/>
                  </a:lnTo>
                  <a:lnTo>
                    <a:pt x="59158" y="31408"/>
                  </a:lnTo>
                  <a:lnTo>
                    <a:pt x="59158" y="90634"/>
                  </a:lnTo>
                  <a:lnTo>
                    <a:pt x="59144" y="90810"/>
                  </a:lnTo>
                  <a:lnTo>
                    <a:pt x="59117" y="91001"/>
                  </a:lnTo>
                  <a:lnTo>
                    <a:pt x="59076" y="91178"/>
                  </a:lnTo>
                  <a:lnTo>
                    <a:pt x="59008" y="91341"/>
                  </a:lnTo>
                  <a:lnTo>
                    <a:pt x="58927" y="91504"/>
                  </a:lnTo>
                  <a:lnTo>
                    <a:pt x="58845" y="91667"/>
                  </a:lnTo>
                  <a:lnTo>
                    <a:pt x="58736" y="91803"/>
                  </a:lnTo>
                  <a:lnTo>
                    <a:pt x="58614" y="91939"/>
                  </a:lnTo>
                  <a:lnTo>
                    <a:pt x="58478" y="92048"/>
                  </a:lnTo>
                  <a:lnTo>
                    <a:pt x="58342" y="92157"/>
                  </a:lnTo>
                  <a:lnTo>
                    <a:pt x="58192" y="92252"/>
                  </a:lnTo>
                  <a:lnTo>
                    <a:pt x="58029" y="92334"/>
                  </a:lnTo>
                  <a:lnTo>
                    <a:pt x="57852" y="92388"/>
                  </a:lnTo>
                  <a:lnTo>
                    <a:pt x="57675" y="92443"/>
                  </a:lnTo>
                  <a:lnTo>
                    <a:pt x="57498" y="92470"/>
                  </a:lnTo>
                  <a:lnTo>
                    <a:pt x="4720" y="92470"/>
                  </a:lnTo>
                  <a:lnTo>
                    <a:pt x="4543" y="92443"/>
                  </a:lnTo>
                  <a:lnTo>
                    <a:pt x="4367" y="92388"/>
                  </a:lnTo>
                  <a:lnTo>
                    <a:pt x="4203" y="92334"/>
                  </a:lnTo>
                  <a:lnTo>
                    <a:pt x="4040" y="92252"/>
                  </a:lnTo>
                  <a:lnTo>
                    <a:pt x="3877" y="92157"/>
                  </a:lnTo>
                  <a:lnTo>
                    <a:pt x="3741" y="92048"/>
                  </a:lnTo>
                  <a:lnTo>
                    <a:pt x="3605" y="91939"/>
                  </a:lnTo>
                  <a:lnTo>
                    <a:pt x="3496" y="91803"/>
                  </a:lnTo>
                  <a:lnTo>
                    <a:pt x="3387" y="91667"/>
                  </a:lnTo>
                  <a:lnTo>
                    <a:pt x="3292" y="91504"/>
                  </a:lnTo>
                  <a:lnTo>
                    <a:pt x="3210" y="91341"/>
                  </a:lnTo>
                  <a:lnTo>
                    <a:pt x="3156" y="91178"/>
                  </a:lnTo>
                  <a:lnTo>
                    <a:pt x="3102" y="91001"/>
                  </a:lnTo>
                  <a:lnTo>
                    <a:pt x="3074" y="90810"/>
                  </a:lnTo>
                  <a:lnTo>
                    <a:pt x="3074" y="90634"/>
                  </a:lnTo>
                  <a:lnTo>
                    <a:pt x="3074" y="31109"/>
                  </a:lnTo>
                  <a:lnTo>
                    <a:pt x="3074" y="30374"/>
                  </a:lnTo>
                  <a:lnTo>
                    <a:pt x="3102" y="29654"/>
                  </a:lnTo>
                  <a:lnTo>
                    <a:pt x="3156" y="28946"/>
                  </a:lnTo>
                  <a:lnTo>
                    <a:pt x="3210" y="28239"/>
                  </a:lnTo>
                  <a:lnTo>
                    <a:pt x="3292" y="27532"/>
                  </a:lnTo>
                  <a:lnTo>
                    <a:pt x="3387" y="26824"/>
                  </a:lnTo>
                  <a:lnTo>
                    <a:pt x="3510" y="26130"/>
                  </a:lnTo>
                  <a:lnTo>
                    <a:pt x="3646" y="25437"/>
                  </a:lnTo>
                  <a:lnTo>
                    <a:pt x="3795" y="24757"/>
                  </a:lnTo>
                  <a:lnTo>
                    <a:pt x="3959" y="24076"/>
                  </a:lnTo>
                  <a:lnTo>
                    <a:pt x="4135" y="23410"/>
                  </a:lnTo>
                  <a:lnTo>
                    <a:pt x="4339" y="22743"/>
                  </a:lnTo>
                  <a:lnTo>
                    <a:pt x="4557" y="22090"/>
                  </a:lnTo>
                  <a:lnTo>
                    <a:pt x="4788" y="21438"/>
                  </a:lnTo>
                  <a:lnTo>
                    <a:pt x="5033" y="20798"/>
                  </a:lnTo>
                  <a:lnTo>
                    <a:pt x="5292" y="20159"/>
                  </a:lnTo>
                  <a:lnTo>
                    <a:pt x="5564" y="19533"/>
                  </a:lnTo>
                  <a:lnTo>
                    <a:pt x="5863" y="18921"/>
                  </a:lnTo>
                  <a:lnTo>
                    <a:pt x="6162" y="18309"/>
                  </a:lnTo>
                  <a:lnTo>
                    <a:pt x="6475" y="17710"/>
                  </a:lnTo>
                  <a:lnTo>
                    <a:pt x="6815" y="17112"/>
                  </a:lnTo>
                  <a:lnTo>
                    <a:pt x="7155" y="16527"/>
                  </a:lnTo>
                  <a:lnTo>
                    <a:pt x="7522" y="15956"/>
                  </a:lnTo>
                  <a:lnTo>
                    <a:pt x="7890" y="15384"/>
                  </a:lnTo>
                  <a:lnTo>
                    <a:pt x="8284" y="14840"/>
                  </a:lnTo>
                  <a:lnTo>
                    <a:pt x="8679" y="14283"/>
                  </a:lnTo>
                  <a:lnTo>
                    <a:pt x="9100" y="13752"/>
                  </a:lnTo>
                  <a:lnTo>
                    <a:pt x="9522" y="13222"/>
                  </a:lnTo>
                  <a:lnTo>
                    <a:pt x="9957" y="12705"/>
                  </a:lnTo>
                  <a:lnTo>
                    <a:pt x="10406" y="12201"/>
                  </a:lnTo>
                  <a:lnTo>
                    <a:pt x="10869" y="11712"/>
                  </a:lnTo>
                  <a:lnTo>
                    <a:pt x="11345" y="11236"/>
                  </a:lnTo>
                  <a:lnTo>
                    <a:pt x="11834" y="10760"/>
                  </a:lnTo>
                  <a:lnTo>
                    <a:pt x="12324" y="10297"/>
                  </a:lnTo>
                  <a:lnTo>
                    <a:pt x="12827" y="9848"/>
                  </a:lnTo>
                  <a:lnTo>
                    <a:pt x="13344" y="9413"/>
                  </a:lnTo>
                  <a:lnTo>
                    <a:pt x="13875" y="8991"/>
                  </a:lnTo>
                  <a:lnTo>
                    <a:pt x="14419" y="8583"/>
                  </a:lnTo>
                  <a:lnTo>
                    <a:pt x="14963" y="8189"/>
                  </a:lnTo>
                  <a:lnTo>
                    <a:pt x="15521" y="7808"/>
                  </a:lnTo>
                  <a:lnTo>
                    <a:pt x="16092" y="7427"/>
                  </a:lnTo>
                  <a:lnTo>
                    <a:pt x="16663" y="7073"/>
                  </a:lnTo>
                  <a:lnTo>
                    <a:pt x="17248" y="6733"/>
                  </a:lnTo>
                  <a:lnTo>
                    <a:pt x="17847" y="6407"/>
                  </a:lnTo>
                  <a:lnTo>
                    <a:pt x="18445" y="6080"/>
                  </a:lnTo>
                  <a:lnTo>
                    <a:pt x="19057" y="5781"/>
                  </a:lnTo>
                  <a:lnTo>
                    <a:pt x="19683" y="5495"/>
                  </a:lnTo>
                  <a:lnTo>
                    <a:pt x="20309" y="5223"/>
                  </a:lnTo>
                  <a:lnTo>
                    <a:pt x="20948" y="4965"/>
                  </a:lnTo>
                  <a:lnTo>
                    <a:pt x="21588" y="4720"/>
                  </a:lnTo>
                  <a:lnTo>
                    <a:pt x="22240" y="4502"/>
                  </a:lnTo>
                  <a:lnTo>
                    <a:pt x="22907" y="4285"/>
                  </a:lnTo>
                  <a:lnTo>
                    <a:pt x="23574" y="4094"/>
                  </a:lnTo>
                  <a:lnTo>
                    <a:pt x="24240" y="3918"/>
                  </a:lnTo>
                  <a:lnTo>
                    <a:pt x="24920" y="3754"/>
                  </a:lnTo>
                  <a:lnTo>
                    <a:pt x="25600" y="3605"/>
                  </a:lnTo>
                  <a:lnTo>
                    <a:pt x="26294" y="3482"/>
                  </a:lnTo>
                  <a:lnTo>
                    <a:pt x="26988" y="3360"/>
                  </a:lnTo>
                  <a:lnTo>
                    <a:pt x="27695" y="3265"/>
                  </a:lnTo>
                  <a:lnTo>
                    <a:pt x="28402" y="3197"/>
                  </a:lnTo>
                  <a:lnTo>
                    <a:pt x="29110" y="3129"/>
                  </a:lnTo>
                  <a:lnTo>
                    <a:pt x="29831" y="3088"/>
                  </a:lnTo>
                  <a:lnTo>
                    <a:pt x="30552" y="3074"/>
                  </a:lnTo>
                  <a:lnTo>
                    <a:pt x="31273" y="3061"/>
                  </a:lnTo>
                  <a:close/>
                  <a:moveTo>
                    <a:pt x="30933" y="0"/>
                  </a:moveTo>
                  <a:lnTo>
                    <a:pt x="30130" y="14"/>
                  </a:lnTo>
                  <a:lnTo>
                    <a:pt x="29327" y="41"/>
                  </a:lnTo>
                  <a:lnTo>
                    <a:pt x="28538" y="95"/>
                  </a:lnTo>
                  <a:lnTo>
                    <a:pt x="27750" y="177"/>
                  </a:lnTo>
                  <a:lnTo>
                    <a:pt x="26974" y="272"/>
                  </a:lnTo>
                  <a:lnTo>
                    <a:pt x="26199" y="381"/>
                  </a:lnTo>
                  <a:lnTo>
                    <a:pt x="25437" y="517"/>
                  </a:lnTo>
                  <a:lnTo>
                    <a:pt x="24675" y="667"/>
                  </a:lnTo>
                  <a:lnTo>
                    <a:pt x="23914" y="843"/>
                  </a:lnTo>
                  <a:lnTo>
                    <a:pt x="23165" y="1034"/>
                  </a:lnTo>
                  <a:lnTo>
                    <a:pt x="22431" y="1238"/>
                  </a:lnTo>
                  <a:lnTo>
                    <a:pt x="21696" y="1469"/>
                  </a:lnTo>
                  <a:lnTo>
                    <a:pt x="20975" y="1700"/>
                  </a:lnTo>
                  <a:lnTo>
                    <a:pt x="20268" y="1972"/>
                  </a:lnTo>
                  <a:lnTo>
                    <a:pt x="19547" y="2244"/>
                  </a:lnTo>
                  <a:lnTo>
                    <a:pt x="18853" y="2544"/>
                  </a:lnTo>
                  <a:lnTo>
                    <a:pt x="18160" y="2843"/>
                  </a:lnTo>
                  <a:lnTo>
                    <a:pt x="17480" y="3169"/>
                  </a:lnTo>
                  <a:lnTo>
                    <a:pt x="16813" y="3523"/>
                  </a:lnTo>
                  <a:lnTo>
                    <a:pt x="16146" y="3877"/>
                  </a:lnTo>
                  <a:lnTo>
                    <a:pt x="15494" y="4258"/>
                  </a:lnTo>
                  <a:lnTo>
                    <a:pt x="14854" y="4638"/>
                  </a:lnTo>
                  <a:lnTo>
                    <a:pt x="14229" y="5047"/>
                  </a:lnTo>
                  <a:lnTo>
                    <a:pt x="13603" y="5468"/>
                  </a:lnTo>
                  <a:lnTo>
                    <a:pt x="12991" y="5903"/>
                  </a:lnTo>
                  <a:lnTo>
                    <a:pt x="12392" y="6352"/>
                  </a:lnTo>
                  <a:lnTo>
                    <a:pt x="11794" y="6815"/>
                  </a:lnTo>
                  <a:lnTo>
                    <a:pt x="11222" y="7291"/>
                  </a:lnTo>
                  <a:lnTo>
                    <a:pt x="10651" y="7781"/>
                  </a:lnTo>
                  <a:lnTo>
                    <a:pt x="10107" y="8270"/>
                  </a:lnTo>
                  <a:lnTo>
                    <a:pt x="9563" y="8787"/>
                  </a:lnTo>
                  <a:lnTo>
                    <a:pt x="9032" y="9318"/>
                  </a:lnTo>
                  <a:lnTo>
                    <a:pt x="8515" y="9862"/>
                  </a:lnTo>
                  <a:lnTo>
                    <a:pt x="8012" y="10420"/>
                  </a:lnTo>
                  <a:lnTo>
                    <a:pt x="7509" y="10977"/>
                  </a:lnTo>
                  <a:lnTo>
                    <a:pt x="7033" y="11562"/>
                  </a:lnTo>
                  <a:lnTo>
                    <a:pt x="6570" y="12147"/>
                  </a:lnTo>
                  <a:lnTo>
                    <a:pt x="6121" y="12746"/>
                  </a:lnTo>
                  <a:lnTo>
                    <a:pt x="5686" y="13358"/>
                  </a:lnTo>
                  <a:lnTo>
                    <a:pt x="5264" y="13983"/>
                  </a:lnTo>
                  <a:lnTo>
                    <a:pt x="4856" y="14609"/>
                  </a:lnTo>
                  <a:lnTo>
                    <a:pt x="4462" y="15248"/>
                  </a:lnTo>
                  <a:lnTo>
                    <a:pt x="4081" y="15901"/>
                  </a:lnTo>
                  <a:lnTo>
                    <a:pt x="3714" y="16568"/>
                  </a:lnTo>
                  <a:lnTo>
                    <a:pt x="3374" y="17234"/>
                  </a:lnTo>
                  <a:lnTo>
                    <a:pt x="3034" y="17915"/>
                  </a:lnTo>
                  <a:lnTo>
                    <a:pt x="2721" y="18608"/>
                  </a:lnTo>
                  <a:lnTo>
                    <a:pt x="2421" y="19302"/>
                  </a:lnTo>
                  <a:lnTo>
                    <a:pt x="2136" y="20009"/>
                  </a:lnTo>
                  <a:lnTo>
                    <a:pt x="1864" y="20730"/>
                  </a:lnTo>
                  <a:lnTo>
                    <a:pt x="1619" y="21451"/>
                  </a:lnTo>
                  <a:lnTo>
                    <a:pt x="1388" y="22186"/>
                  </a:lnTo>
                  <a:lnTo>
                    <a:pt x="1170" y="22920"/>
                  </a:lnTo>
                  <a:lnTo>
                    <a:pt x="966" y="23668"/>
                  </a:lnTo>
                  <a:lnTo>
                    <a:pt x="789" y="24417"/>
                  </a:lnTo>
                  <a:lnTo>
                    <a:pt x="626" y="25178"/>
                  </a:lnTo>
                  <a:lnTo>
                    <a:pt x="476" y="25940"/>
                  </a:lnTo>
                  <a:lnTo>
                    <a:pt x="354" y="26702"/>
                  </a:lnTo>
                  <a:lnTo>
                    <a:pt x="245" y="27491"/>
                  </a:lnTo>
                  <a:lnTo>
                    <a:pt x="163" y="28266"/>
                  </a:lnTo>
                  <a:lnTo>
                    <a:pt x="95" y="29055"/>
                  </a:lnTo>
                  <a:lnTo>
                    <a:pt x="41" y="29844"/>
                  </a:lnTo>
                  <a:lnTo>
                    <a:pt x="14" y="30646"/>
                  </a:lnTo>
                  <a:lnTo>
                    <a:pt x="0" y="31449"/>
                  </a:lnTo>
                  <a:lnTo>
                    <a:pt x="0" y="92048"/>
                  </a:lnTo>
                  <a:lnTo>
                    <a:pt x="0" y="92225"/>
                  </a:lnTo>
                  <a:lnTo>
                    <a:pt x="14" y="92402"/>
                  </a:lnTo>
                  <a:lnTo>
                    <a:pt x="41" y="92579"/>
                  </a:lnTo>
                  <a:lnTo>
                    <a:pt x="68" y="92742"/>
                  </a:lnTo>
                  <a:lnTo>
                    <a:pt x="109" y="92919"/>
                  </a:lnTo>
                  <a:lnTo>
                    <a:pt x="163" y="93082"/>
                  </a:lnTo>
                  <a:lnTo>
                    <a:pt x="218" y="93245"/>
                  </a:lnTo>
                  <a:lnTo>
                    <a:pt x="272" y="93409"/>
                  </a:lnTo>
                  <a:lnTo>
                    <a:pt x="340" y="93558"/>
                  </a:lnTo>
                  <a:lnTo>
                    <a:pt x="422" y="93708"/>
                  </a:lnTo>
                  <a:lnTo>
                    <a:pt x="503" y="93857"/>
                  </a:lnTo>
                  <a:lnTo>
                    <a:pt x="599" y="93993"/>
                  </a:lnTo>
                  <a:lnTo>
                    <a:pt x="803" y="94265"/>
                  </a:lnTo>
                  <a:lnTo>
                    <a:pt x="1020" y="94524"/>
                  </a:lnTo>
                  <a:lnTo>
                    <a:pt x="1279" y="94742"/>
                  </a:lnTo>
                  <a:lnTo>
                    <a:pt x="1537" y="94946"/>
                  </a:lnTo>
                  <a:lnTo>
                    <a:pt x="1687" y="95041"/>
                  </a:lnTo>
                  <a:lnTo>
                    <a:pt x="1837" y="95122"/>
                  </a:lnTo>
                  <a:lnTo>
                    <a:pt x="1986" y="95204"/>
                  </a:lnTo>
                  <a:lnTo>
                    <a:pt x="2136" y="95272"/>
                  </a:lnTo>
                  <a:lnTo>
                    <a:pt x="2299" y="95326"/>
                  </a:lnTo>
                  <a:lnTo>
                    <a:pt x="2462" y="95381"/>
                  </a:lnTo>
                  <a:lnTo>
                    <a:pt x="2625" y="95435"/>
                  </a:lnTo>
                  <a:lnTo>
                    <a:pt x="2789" y="95476"/>
                  </a:lnTo>
                  <a:lnTo>
                    <a:pt x="2966" y="95503"/>
                  </a:lnTo>
                  <a:lnTo>
                    <a:pt x="3142" y="95531"/>
                  </a:lnTo>
                  <a:lnTo>
                    <a:pt x="3319" y="95544"/>
                  </a:lnTo>
                  <a:lnTo>
                    <a:pt x="58899" y="95544"/>
                  </a:lnTo>
                  <a:lnTo>
                    <a:pt x="59076" y="95531"/>
                  </a:lnTo>
                  <a:lnTo>
                    <a:pt x="59253" y="95503"/>
                  </a:lnTo>
                  <a:lnTo>
                    <a:pt x="59430" y="95476"/>
                  </a:lnTo>
                  <a:lnTo>
                    <a:pt x="59593" y="95435"/>
                  </a:lnTo>
                  <a:lnTo>
                    <a:pt x="59770" y="95381"/>
                  </a:lnTo>
                  <a:lnTo>
                    <a:pt x="59920" y="95326"/>
                  </a:lnTo>
                  <a:lnTo>
                    <a:pt x="60083" y="95272"/>
                  </a:lnTo>
                  <a:lnTo>
                    <a:pt x="60246" y="95204"/>
                  </a:lnTo>
                  <a:lnTo>
                    <a:pt x="60396" y="95122"/>
                  </a:lnTo>
                  <a:lnTo>
                    <a:pt x="60532" y="95041"/>
                  </a:lnTo>
                  <a:lnTo>
                    <a:pt x="60681" y="94946"/>
                  </a:lnTo>
                  <a:lnTo>
                    <a:pt x="60953" y="94742"/>
                  </a:lnTo>
                  <a:lnTo>
                    <a:pt x="61198" y="94524"/>
                  </a:lnTo>
                  <a:lnTo>
                    <a:pt x="61430" y="94265"/>
                  </a:lnTo>
                  <a:lnTo>
                    <a:pt x="61620" y="93993"/>
                  </a:lnTo>
                  <a:lnTo>
                    <a:pt x="61715" y="93857"/>
                  </a:lnTo>
                  <a:lnTo>
                    <a:pt x="61797" y="93708"/>
                  </a:lnTo>
                  <a:lnTo>
                    <a:pt x="61878" y="93558"/>
                  </a:lnTo>
                  <a:lnTo>
                    <a:pt x="61946" y="93409"/>
                  </a:lnTo>
                  <a:lnTo>
                    <a:pt x="62014" y="93245"/>
                  </a:lnTo>
                  <a:lnTo>
                    <a:pt x="62069" y="93082"/>
                  </a:lnTo>
                  <a:lnTo>
                    <a:pt x="62110" y="92919"/>
                  </a:lnTo>
                  <a:lnTo>
                    <a:pt x="62151" y="92742"/>
                  </a:lnTo>
                  <a:lnTo>
                    <a:pt x="62178" y="92579"/>
                  </a:lnTo>
                  <a:lnTo>
                    <a:pt x="62205" y="92402"/>
                  </a:lnTo>
                  <a:lnTo>
                    <a:pt x="62219" y="92225"/>
                  </a:lnTo>
                  <a:lnTo>
                    <a:pt x="62219" y="92048"/>
                  </a:lnTo>
                  <a:lnTo>
                    <a:pt x="62219" y="31109"/>
                  </a:lnTo>
                  <a:lnTo>
                    <a:pt x="62219" y="30306"/>
                  </a:lnTo>
                  <a:lnTo>
                    <a:pt x="62178" y="29504"/>
                  </a:lnTo>
                  <a:lnTo>
                    <a:pt x="62137" y="28701"/>
                  </a:lnTo>
                  <a:lnTo>
                    <a:pt x="62055" y="27912"/>
                  </a:lnTo>
                  <a:lnTo>
                    <a:pt x="61974" y="27137"/>
                  </a:lnTo>
                  <a:lnTo>
                    <a:pt x="61865" y="26362"/>
                  </a:lnTo>
                  <a:lnTo>
                    <a:pt x="61729" y="25586"/>
                  </a:lnTo>
                  <a:lnTo>
                    <a:pt x="61579" y="24825"/>
                  </a:lnTo>
                  <a:lnTo>
                    <a:pt x="61416" y="24063"/>
                  </a:lnTo>
                  <a:lnTo>
                    <a:pt x="61239" y="23315"/>
                  </a:lnTo>
                  <a:lnTo>
                    <a:pt x="61035" y="22567"/>
                  </a:lnTo>
                  <a:lnTo>
                    <a:pt x="60817" y="21832"/>
                  </a:lnTo>
                  <a:lnTo>
                    <a:pt x="60573" y="21111"/>
                  </a:lnTo>
                  <a:lnTo>
                    <a:pt x="60314" y="20390"/>
                  </a:lnTo>
                  <a:lnTo>
                    <a:pt x="60042" y="19669"/>
                  </a:lnTo>
                  <a:lnTo>
                    <a:pt x="59756" y="18962"/>
                  </a:lnTo>
                  <a:lnTo>
                    <a:pt x="59457" y="18268"/>
                  </a:lnTo>
                  <a:lnTo>
                    <a:pt x="59131" y="17588"/>
                  </a:lnTo>
                  <a:lnTo>
                    <a:pt x="58791" y="16908"/>
                  </a:lnTo>
                  <a:lnTo>
                    <a:pt x="58437" y="16241"/>
                  </a:lnTo>
                  <a:lnTo>
                    <a:pt x="58070" y="15588"/>
                  </a:lnTo>
                  <a:lnTo>
                    <a:pt x="57675" y="14936"/>
                  </a:lnTo>
                  <a:lnTo>
                    <a:pt x="57281" y="14296"/>
                  </a:lnTo>
                  <a:lnTo>
                    <a:pt x="56873" y="13671"/>
                  </a:lnTo>
                  <a:lnTo>
                    <a:pt x="56437" y="13058"/>
                  </a:lnTo>
                  <a:lnTo>
                    <a:pt x="55989" y="12446"/>
                  </a:lnTo>
                  <a:lnTo>
                    <a:pt x="55540" y="11848"/>
                  </a:lnTo>
                  <a:lnTo>
                    <a:pt x="55064" y="11276"/>
                  </a:lnTo>
                  <a:lnTo>
                    <a:pt x="54574" y="10705"/>
                  </a:lnTo>
                  <a:lnTo>
                    <a:pt x="54084" y="10134"/>
                  </a:lnTo>
                  <a:lnTo>
                    <a:pt x="53567" y="9590"/>
                  </a:lnTo>
                  <a:lnTo>
                    <a:pt x="53037" y="9059"/>
                  </a:lnTo>
                  <a:lnTo>
                    <a:pt x="52506" y="8542"/>
                  </a:lnTo>
                  <a:lnTo>
                    <a:pt x="51949" y="8025"/>
                  </a:lnTo>
                  <a:lnTo>
                    <a:pt x="51391" y="7536"/>
                  </a:lnTo>
                  <a:lnTo>
                    <a:pt x="50820" y="7046"/>
                  </a:lnTo>
                  <a:lnTo>
                    <a:pt x="50235" y="6584"/>
                  </a:lnTo>
                  <a:lnTo>
                    <a:pt x="49636" y="6121"/>
                  </a:lnTo>
                  <a:lnTo>
                    <a:pt x="49024" y="5686"/>
                  </a:lnTo>
                  <a:lnTo>
                    <a:pt x="48412" y="5251"/>
                  </a:lnTo>
                  <a:lnTo>
                    <a:pt x="47773" y="4842"/>
                  </a:lnTo>
                  <a:lnTo>
                    <a:pt x="47133" y="4448"/>
                  </a:lnTo>
                  <a:lnTo>
                    <a:pt x="46480" y="4067"/>
                  </a:lnTo>
                  <a:lnTo>
                    <a:pt x="45827" y="3700"/>
                  </a:lnTo>
                  <a:lnTo>
                    <a:pt x="45161" y="3346"/>
                  </a:lnTo>
                  <a:lnTo>
                    <a:pt x="44481" y="3020"/>
                  </a:lnTo>
                  <a:lnTo>
                    <a:pt x="43787" y="2693"/>
                  </a:lnTo>
                  <a:lnTo>
                    <a:pt x="43093" y="2394"/>
                  </a:lnTo>
                  <a:lnTo>
                    <a:pt x="42386" y="2108"/>
                  </a:lnTo>
                  <a:lnTo>
                    <a:pt x="41665" y="1836"/>
                  </a:lnTo>
                  <a:lnTo>
                    <a:pt x="40944" y="1591"/>
                  </a:lnTo>
                  <a:lnTo>
                    <a:pt x="40223" y="1360"/>
                  </a:lnTo>
                  <a:lnTo>
                    <a:pt x="39475" y="1143"/>
                  </a:lnTo>
                  <a:lnTo>
                    <a:pt x="38740" y="939"/>
                  </a:lnTo>
                  <a:lnTo>
                    <a:pt x="37979" y="762"/>
                  </a:lnTo>
                  <a:lnTo>
                    <a:pt x="37217" y="599"/>
                  </a:lnTo>
                  <a:lnTo>
                    <a:pt x="36455" y="449"/>
                  </a:lnTo>
                  <a:lnTo>
                    <a:pt x="35680" y="326"/>
                  </a:lnTo>
                  <a:lnTo>
                    <a:pt x="34904" y="231"/>
                  </a:lnTo>
                  <a:lnTo>
                    <a:pt x="34116" y="136"/>
                  </a:lnTo>
                  <a:lnTo>
                    <a:pt x="33327" y="68"/>
                  </a:lnTo>
                  <a:lnTo>
                    <a:pt x="32538" y="27"/>
                  </a:lnTo>
                  <a:lnTo>
                    <a:pt x="317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1217285" y="1476291"/>
              <a:ext cx="1552843" cy="922581"/>
            </a:xfrm>
            <a:custGeom>
              <a:avLst/>
              <a:gdLst/>
              <a:ahLst/>
              <a:cxnLst/>
              <a:rect l="l" t="t" r="r" b="b"/>
              <a:pathLst>
                <a:path w="43937" h="26104" extrusionOk="0">
                  <a:moveTo>
                    <a:pt x="19778" y="1"/>
                  </a:moveTo>
                  <a:lnTo>
                    <a:pt x="19207" y="28"/>
                  </a:lnTo>
                  <a:lnTo>
                    <a:pt x="18636" y="69"/>
                  </a:lnTo>
                  <a:lnTo>
                    <a:pt x="18078" y="123"/>
                  </a:lnTo>
                  <a:lnTo>
                    <a:pt x="17507" y="191"/>
                  </a:lnTo>
                  <a:lnTo>
                    <a:pt x="16935" y="273"/>
                  </a:lnTo>
                  <a:lnTo>
                    <a:pt x="16214" y="409"/>
                  </a:lnTo>
                  <a:lnTo>
                    <a:pt x="15507" y="572"/>
                  </a:lnTo>
                  <a:lnTo>
                    <a:pt x="14800" y="762"/>
                  </a:lnTo>
                  <a:lnTo>
                    <a:pt x="14120" y="966"/>
                  </a:lnTo>
                  <a:lnTo>
                    <a:pt x="13439" y="1198"/>
                  </a:lnTo>
                  <a:lnTo>
                    <a:pt x="12759" y="1456"/>
                  </a:lnTo>
                  <a:lnTo>
                    <a:pt x="12106" y="1728"/>
                  </a:lnTo>
                  <a:lnTo>
                    <a:pt x="11467" y="2027"/>
                  </a:lnTo>
                  <a:lnTo>
                    <a:pt x="10937" y="2300"/>
                  </a:lnTo>
                  <a:lnTo>
                    <a:pt x="10433" y="2572"/>
                  </a:lnTo>
                  <a:lnTo>
                    <a:pt x="9930" y="2871"/>
                  </a:lnTo>
                  <a:lnTo>
                    <a:pt x="9427" y="3170"/>
                  </a:lnTo>
                  <a:lnTo>
                    <a:pt x="8991" y="3456"/>
                  </a:lnTo>
                  <a:lnTo>
                    <a:pt x="8556" y="3755"/>
                  </a:lnTo>
                  <a:lnTo>
                    <a:pt x="8121" y="4068"/>
                  </a:lnTo>
                  <a:lnTo>
                    <a:pt x="7713" y="4394"/>
                  </a:lnTo>
                  <a:lnTo>
                    <a:pt x="7209" y="4802"/>
                  </a:lnTo>
                  <a:lnTo>
                    <a:pt x="6720" y="5238"/>
                  </a:lnTo>
                  <a:lnTo>
                    <a:pt x="6257" y="5673"/>
                  </a:lnTo>
                  <a:lnTo>
                    <a:pt x="5795" y="6135"/>
                  </a:lnTo>
                  <a:lnTo>
                    <a:pt x="5523" y="6408"/>
                  </a:lnTo>
                  <a:lnTo>
                    <a:pt x="5264" y="6693"/>
                  </a:lnTo>
                  <a:lnTo>
                    <a:pt x="4761" y="7264"/>
                  </a:lnTo>
                  <a:lnTo>
                    <a:pt x="4394" y="7713"/>
                  </a:lnTo>
                  <a:lnTo>
                    <a:pt x="4040" y="8176"/>
                  </a:lnTo>
                  <a:lnTo>
                    <a:pt x="3700" y="8638"/>
                  </a:lnTo>
                  <a:lnTo>
                    <a:pt x="3373" y="9114"/>
                  </a:lnTo>
                  <a:lnTo>
                    <a:pt x="3061" y="9604"/>
                  </a:lnTo>
                  <a:lnTo>
                    <a:pt x="2761" y="10107"/>
                  </a:lnTo>
                  <a:lnTo>
                    <a:pt x="2476" y="10611"/>
                  </a:lnTo>
                  <a:lnTo>
                    <a:pt x="2217" y="11128"/>
                  </a:lnTo>
                  <a:lnTo>
                    <a:pt x="1932" y="11685"/>
                  </a:lnTo>
                  <a:lnTo>
                    <a:pt x="1673" y="12257"/>
                  </a:lnTo>
                  <a:lnTo>
                    <a:pt x="1510" y="12665"/>
                  </a:lnTo>
                  <a:lnTo>
                    <a:pt x="1347" y="13059"/>
                  </a:lnTo>
                  <a:lnTo>
                    <a:pt x="1197" y="13467"/>
                  </a:lnTo>
                  <a:lnTo>
                    <a:pt x="1047" y="13889"/>
                  </a:lnTo>
                  <a:lnTo>
                    <a:pt x="911" y="14297"/>
                  </a:lnTo>
                  <a:lnTo>
                    <a:pt x="789" y="14719"/>
                  </a:lnTo>
                  <a:lnTo>
                    <a:pt x="680" y="15140"/>
                  </a:lnTo>
                  <a:lnTo>
                    <a:pt x="571" y="15576"/>
                  </a:lnTo>
                  <a:lnTo>
                    <a:pt x="435" y="16133"/>
                  </a:lnTo>
                  <a:lnTo>
                    <a:pt x="326" y="16705"/>
                  </a:lnTo>
                  <a:lnTo>
                    <a:pt x="245" y="17222"/>
                  </a:lnTo>
                  <a:lnTo>
                    <a:pt x="163" y="17752"/>
                  </a:lnTo>
                  <a:lnTo>
                    <a:pt x="109" y="18269"/>
                  </a:lnTo>
                  <a:lnTo>
                    <a:pt x="68" y="18799"/>
                  </a:lnTo>
                  <a:lnTo>
                    <a:pt x="27" y="19357"/>
                  </a:lnTo>
                  <a:lnTo>
                    <a:pt x="14" y="19928"/>
                  </a:lnTo>
                  <a:lnTo>
                    <a:pt x="0" y="20336"/>
                  </a:lnTo>
                  <a:lnTo>
                    <a:pt x="0" y="22690"/>
                  </a:lnTo>
                  <a:lnTo>
                    <a:pt x="14" y="22867"/>
                  </a:lnTo>
                  <a:lnTo>
                    <a:pt x="27" y="23043"/>
                  </a:lnTo>
                  <a:lnTo>
                    <a:pt x="41" y="23207"/>
                  </a:lnTo>
                  <a:lnTo>
                    <a:pt x="82" y="23383"/>
                  </a:lnTo>
                  <a:lnTo>
                    <a:pt x="109" y="23547"/>
                  </a:lnTo>
                  <a:lnTo>
                    <a:pt x="163" y="23710"/>
                  </a:lnTo>
                  <a:lnTo>
                    <a:pt x="218" y="23860"/>
                  </a:lnTo>
                  <a:lnTo>
                    <a:pt x="272" y="24023"/>
                  </a:lnTo>
                  <a:lnTo>
                    <a:pt x="422" y="24322"/>
                  </a:lnTo>
                  <a:lnTo>
                    <a:pt x="585" y="24594"/>
                  </a:lnTo>
                  <a:lnTo>
                    <a:pt x="789" y="24866"/>
                  </a:lnTo>
                  <a:lnTo>
                    <a:pt x="1007" y="25097"/>
                  </a:lnTo>
                  <a:lnTo>
                    <a:pt x="1251" y="25329"/>
                  </a:lnTo>
                  <a:lnTo>
                    <a:pt x="1510" y="25519"/>
                  </a:lnTo>
                  <a:lnTo>
                    <a:pt x="1796" y="25696"/>
                  </a:lnTo>
                  <a:lnTo>
                    <a:pt x="2095" y="25832"/>
                  </a:lnTo>
                  <a:lnTo>
                    <a:pt x="2244" y="25900"/>
                  </a:lnTo>
                  <a:lnTo>
                    <a:pt x="2408" y="25954"/>
                  </a:lnTo>
                  <a:lnTo>
                    <a:pt x="2571" y="25995"/>
                  </a:lnTo>
                  <a:lnTo>
                    <a:pt x="2734" y="26036"/>
                  </a:lnTo>
                  <a:lnTo>
                    <a:pt x="2897" y="26063"/>
                  </a:lnTo>
                  <a:lnTo>
                    <a:pt x="3074" y="26090"/>
                  </a:lnTo>
                  <a:lnTo>
                    <a:pt x="3237" y="26104"/>
                  </a:lnTo>
                  <a:lnTo>
                    <a:pt x="43936" y="26104"/>
                  </a:lnTo>
                  <a:lnTo>
                    <a:pt x="43936" y="18772"/>
                  </a:lnTo>
                  <a:lnTo>
                    <a:pt x="43936" y="18459"/>
                  </a:lnTo>
                  <a:lnTo>
                    <a:pt x="43909" y="17888"/>
                  </a:lnTo>
                  <a:lnTo>
                    <a:pt x="43882" y="17317"/>
                  </a:lnTo>
                  <a:lnTo>
                    <a:pt x="43841" y="16922"/>
                  </a:lnTo>
                  <a:lnTo>
                    <a:pt x="43800" y="16528"/>
                  </a:lnTo>
                  <a:lnTo>
                    <a:pt x="43760" y="16133"/>
                  </a:lnTo>
                  <a:lnTo>
                    <a:pt x="43692" y="15752"/>
                  </a:lnTo>
                  <a:lnTo>
                    <a:pt x="43624" y="15358"/>
                  </a:lnTo>
                  <a:lnTo>
                    <a:pt x="43556" y="14977"/>
                  </a:lnTo>
                  <a:lnTo>
                    <a:pt x="43474" y="14596"/>
                  </a:lnTo>
                  <a:lnTo>
                    <a:pt x="43379" y="14215"/>
                  </a:lnTo>
                  <a:lnTo>
                    <a:pt x="43175" y="13467"/>
                  </a:lnTo>
                  <a:lnTo>
                    <a:pt x="42943" y="12733"/>
                  </a:lnTo>
                  <a:lnTo>
                    <a:pt x="42685" y="12012"/>
                  </a:lnTo>
                  <a:lnTo>
                    <a:pt x="42399" y="11318"/>
                  </a:lnTo>
                  <a:lnTo>
                    <a:pt x="42141" y="10733"/>
                  </a:lnTo>
                  <a:lnTo>
                    <a:pt x="41855" y="10175"/>
                  </a:lnTo>
                  <a:lnTo>
                    <a:pt x="41651" y="9795"/>
                  </a:lnTo>
                  <a:lnTo>
                    <a:pt x="41447" y="9414"/>
                  </a:lnTo>
                  <a:lnTo>
                    <a:pt x="41230" y="9046"/>
                  </a:lnTo>
                  <a:lnTo>
                    <a:pt x="40998" y="8679"/>
                  </a:lnTo>
                  <a:lnTo>
                    <a:pt x="40753" y="8312"/>
                  </a:lnTo>
                  <a:lnTo>
                    <a:pt x="40509" y="7958"/>
                  </a:lnTo>
                  <a:lnTo>
                    <a:pt x="40264" y="7605"/>
                  </a:lnTo>
                  <a:lnTo>
                    <a:pt x="40005" y="7264"/>
                  </a:lnTo>
                  <a:lnTo>
                    <a:pt x="39774" y="6979"/>
                  </a:lnTo>
                  <a:lnTo>
                    <a:pt x="39529" y="6693"/>
                  </a:lnTo>
                  <a:lnTo>
                    <a:pt x="39298" y="6408"/>
                  </a:lnTo>
                  <a:lnTo>
                    <a:pt x="39039" y="6135"/>
                  </a:lnTo>
                  <a:lnTo>
                    <a:pt x="38767" y="5836"/>
                  </a:lnTo>
                  <a:lnTo>
                    <a:pt x="38495" y="5551"/>
                  </a:lnTo>
                  <a:lnTo>
                    <a:pt x="38210" y="5278"/>
                  </a:lnTo>
                  <a:lnTo>
                    <a:pt x="37924" y="5006"/>
                  </a:lnTo>
                  <a:lnTo>
                    <a:pt x="37638" y="4734"/>
                  </a:lnTo>
                  <a:lnTo>
                    <a:pt x="37339" y="4476"/>
                  </a:lnTo>
                  <a:lnTo>
                    <a:pt x="37026" y="4217"/>
                  </a:lnTo>
                  <a:lnTo>
                    <a:pt x="36713" y="3973"/>
                  </a:lnTo>
                  <a:lnTo>
                    <a:pt x="36401" y="3728"/>
                  </a:lnTo>
                  <a:lnTo>
                    <a:pt x="36088" y="3497"/>
                  </a:lnTo>
                  <a:lnTo>
                    <a:pt x="35761" y="3265"/>
                  </a:lnTo>
                  <a:lnTo>
                    <a:pt x="35421" y="3048"/>
                  </a:lnTo>
                  <a:lnTo>
                    <a:pt x="35095" y="2830"/>
                  </a:lnTo>
                  <a:lnTo>
                    <a:pt x="34755" y="2626"/>
                  </a:lnTo>
                  <a:lnTo>
                    <a:pt x="34401" y="2422"/>
                  </a:lnTo>
                  <a:lnTo>
                    <a:pt x="34061" y="2232"/>
                  </a:lnTo>
                  <a:lnTo>
                    <a:pt x="33707" y="2041"/>
                  </a:lnTo>
                  <a:lnTo>
                    <a:pt x="33340" y="1864"/>
                  </a:lnTo>
                  <a:lnTo>
                    <a:pt x="32986" y="1687"/>
                  </a:lnTo>
                  <a:lnTo>
                    <a:pt x="32619" y="1524"/>
                  </a:lnTo>
                  <a:lnTo>
                    <a:pt x="32238" y="1375"/>
                  </a:lnTo>
                  <a:lnTo>
                    <a:pt x="31871" y="1225"/>
                  </a:lnTo>
                  <a:lnTo>
                    <a:pt x="31490" y="1089"/>
                  </a:lnTo>
                  <a:lnTo>
                    <a:pt x="31109" y="953"/>
                  </a:lnTo>
                  <a:lnTo>
                    <a:pt x="30715" y="830"/>
                  </a:lnTo>
                  <a:lnTo>
                    <a:pt x="30334" y="708"/>
                  </a:lnTo>
                  <a:lnTo>
                    <a:pt x="29939" y="599"/>
                  </a:lnTo>
                  <a:lnTo>
                    <a:pt x="29531" y="504"/>
                  </a:lnTo>
                  <a:lnTo>
                    <a:pt x="29137" y="409"/>
                  </a:lnTo>
                  <a:lnTo>
                    <a:pt x="28729" y="327"/>
                  </a:lnTo>
                  <a:lnTo>
                    <a:pt x="28321" y="259"/>
                  </a:lnTo>
                  <a:lnTo>
                    <a:pt x="27913" y="191"/>
                  </a:lnTo>
                  <a:lnTo>
                    <a:pt x="27355" y="123"/>
                  </a:lnTo>
                  <a:lnTo>
                    <a:pt x="26784" y="69"/>
                  </a:lnTo>
                  <a:lnTo>
                    <a:pt x="26389" y="42"/>
                  </a:lnTo>
                  <a:lnTo>
                    <a:pt x="25981" y="14"/>
                  </a:lnTo>
                  <a:lnTo>
                    <a:pt x="25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FF53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1751882" y="2398847"/>
              <a:ext cx="1018253" cy="340914"/>
            </a:xfrm>
            <a:custGeom>
              <a:avLst/>
              <a:gdLst/>
              <a:ahLst/>
              <a:cxnLst/>
              <a:rect l="l" t="t" r="r" b="b"/>
              <a:pathLst>
                <a:path w="28811" h="9646" extrusionOk="0">
                  <a:moveTo>
                    <a:pt x="0" y="1"/>
                  </a:moveTo>
                  <a:lnTo>
                    <a:pt x="14" y="395"/>
                  </a:lnTo>
                  <a:lnTo>
                    <a:pt x="68" y="790"/>
                  </a:lnTo>
                  <a:lnTo>
                    <a:pt x="136" y="1171"/>
                  </a:lnTo>
                  <a:lnTo>
                    <a:pt x="231" y="1538"/>
                  </a:lnTo>
                  <a:lnTo>
                    <a:pt x="367" y="1905"/>
                  </a:lnTo>
                  <a:lnTo>
                    <a:pt x="517" y="2245"/>
                  </a:lnTo>
                  <a:lnTo>
                    <a:pt x="694" y="2585"/>
                  </a:lnTo>
                  <a:lnTo>
                    <a:pt x="884" y="2912"/>
                  </a:lnTo>
                  <a:lnTo>
                    <a:pt x="1075" y="3157"/>
                  </a:lnTo>
                  <a:lnTo>
                    <a:pt x="1265" y="3415"/>
                  </a:lnTo>
                  <a:lnTo>
                    <a:pt x="1483" y="3646"/>
                  </a:lnTo>
                  <a:lnTo>
                    <a:pt x="1714" y="3864"/>
                  </a:lnTo>
                  <a:lnTo>
                    <a:pt x="1945" y="4068"/>
                  </a:lnTo>
                  <a:lnTo>
                    <a:pt x="2204" y="4259"/>
                  </a:lnTo>
                  <a:lnTo>
                    <a:pt x="2462" y="4435"/>
                  </a:lnTo>
                  <a:lnTo>
                    <a:pt x="2734" y="4599"/>
                  </a:lnTo>
                  <a:lnTo>
                    <a:pt x="3020" y="4735"/>
                  </a:lnTo>
                  <a:lnTo>
                    <a:pt x="3319" y="4871"/>
                  </a:lnTo>
                  <a:lnTo>
                    <a:pt x="3618" y="4979"/>
                  </a:lnTo>
                  <a:lnTo>
                    <a:pt x="3931" y="5061"/>
                  </a:lnTo>
                  <a:lnTo>
                    <a:pt x="4244" y="5143"/>
                  </a:lnTo>
                  <a:lnTo>
                    <a:pt x="4571" y="5184"/>
                  </a:lnTo>
                  <a:lnTo>
                    <a:pt x="4897" y="5224"/>
                  </a:lnTo>
                  <a:lnTo>
                    <a:pt x="5237" y="5238"/>
                  </a:lnTo>
                  <a:lnTo>
                    <a:pt x="9155" y="5238"/>
                  </a:lnTo>
                  <a:lnTo>
                    <a:pt x="9345" y="5428"/>
                  </a:lnTo>
                  <a:lnTo>
                    <a:pt x="10120" y="6217"/>
                  </a:lnTo>
                  <a:lnTo>
                    <a:pt x="10501" y="6598"/>
                  </a:lnTo>
                  <a:lnTo>
                    <a:pt x="10882" y="6979"/>
                  </a:lnTo>
                  <a:lnTo>
                    <a:pt x="11263" y="7333"/>
                  </a:lnTo>
                  <a:lnTo>
                    <a:pt x="11658" y="7686"/>
                  </a:lnTo>
                  <a:lnTo>
                    <a:pt x="12066" y="8013"/>
                  </a:lnTo>
                  <a:lnTo>
                    <a:pt x="12501" y="8326"/>
                  </a:lnTo>
                  <a:lnTo>
                    <a:pt x="12719" y="8475"/>
                  </a:lnTo>
                  <a:lnTo>
                    <a:pt x="12936" y="8611"/>
                  </a:lnTo>
                  <a:lnTo>
                    <a:pt x="13167" y="8734"/>
                  </a:lnTo>
                  <a:lnTo>
                    <a:pt x="13412" y="8870"/>
                  </a:lnTo>
                  <a:lnTo>
                    <a:pt x="13657" y="8979"/>
                  </a:lnTo>
                  <a:lnTo>
                    <a:pt x="13902" y="9087"/>
                  </a:lnTo>
                  <a:lnTo>
                    <a:pt x="14174" y="9183"/>
                  </a:lnTo>
                  <a:lnTo>
                    <a:pt x="14432" y="9278"/>
                  </a:lnTo>
                  <a:lnTo>
                    <a:pt x="14718" y="9359"/>
                  </a:lnTo>
                  <a:lnTo>
                    <a:pt x="15004" y="9428"/>
                  </a:lnTo>
                  <a:lnTo>
                    <a:pt x="15303" y="9496"/>
                  </a:lnTo>
                  <a:lnTo>
                    <a:pt x="15602" y="9550"/>
                  </a:lnTo>
                  <a:lnTo>
                    <a:pt x="15929" y="9591"/>
                  </a:lnTo>
                  <a:lnTo>
                    <a:pt x="16255" y="9618"/>
                  </a:lnTo>
                  <a:lnTo>
                    <a:pt x="16595" y="9632"/>
                  </a:lnTo>
                  <a:lnTo>
                    <a:pt x="16949" y="9645"/>
                  </a:lnTo>
                  <a:lnTo>
                    <a:pt x="17425" y="9632"/>
                  </a:lnTo>
                  <a:lnTo>
                    <a:pt x="17901" y="9591"/>
                  </a:lnTo>
                  <a:lnTo>
                    <a:pt x="18377" y="9536"/>
                  </a:lnTo>
                  <a:lnTo>
                    <a:pt x="18840" y="9455"/>
                  </a:lnTo>
                  <a:lnTo>
                    <a:pt x="19302" y="9346"/>
                  </a:lnTo>
                  <a:lnTo>
                    <a:pt x="19765" y="9223"/>
                  </a:lnTo>
                  <a:lnTo>
                    <a:pt x="20214" y="9074"/>
                  </a:lnTo>
                  <a:lnTo>
                    <a:pt x="20649" y="8897"/>
                  </a:lnTo>
                  <a:lnTo>
                    <a:pt x="21084" y="8707"/>
                  </a:lnTo>
                  <a:lnTo>
                    <a:pt x="21506" y="8503"/>
                  </a:lnTo>
                  <a:lnTo>
                    <a:pt x="21914" y="8271"/>
                  </a:lnTo>
                  <a:lnTo>
                    <a:pt x="22322" y="8013"/>
                  </a:lnTo>
                  <a:lnTo>
                    <a:pt x="22703" y="7741"/>
                  </a:lnTo>
                  <a:lnTo>
                    <a:pt x="23084" y="7442"/>
                  </a:lnTo>
                  <a:lnTo>
                    <a:pt x="23437" y="7142"/>
                  </a:lnTo>
                  <a:lnTo>
                    <a:pt x="23791" y="6802"/>
                  </a:lnTo>
                  <a:lnTo>
                    <a:pt x="27545" y="3048"/>
                  </a:lnTo>
                  <a:lnTo>
                    <a:pt x="27654" y="2912"/>
                  </a:lnTo>
                  <a:lnTo>
                    <a:pt x="27913" y="2531"/>
                  </a:lnTo>
                  <a:lnTo>
                    <a:pt x="28130" y="2177"/>
                  </a:lnTo>
                  <a:lnTo>
                    <a:pt x="28334" y="1837"/>
                  </a:lnTo>
                  <a:lnTo>
                    <a:pt x="28498" y="1484"/>
                  </a:lnTo>
                  <a:lnTo>
                    <a:pt x="28579" y="1307"/>
                  </a:lnTo>
                  <a:lnTo>
                    <a:pt x="28634" y="1130"/>
                  </a:lnTo>
                  <a:lnTo>
                    <a:pt x="28688" y="953"/>
                  </a:lnTo>
                  <a:lnTo>
                    <a:pt x="28729" y="776"/>
                  </a:lnTo>
                  <a:lnTo>
                    <a:pt x="28770" y="586"/>
                  </a:lnTo>
                  <a:lnTo>
                    <a:pt x="28797" y="395"/>
                  </a:lnTo>
                  <a:lnTo>
                    <a:pt x="28810" y="205"/>
                  </a:lnTo>
                  <a:lnTo>
                    <a:pt x="28810" y="1"/>
                  </a:lnTo>
                  <a:close/>
                </a:path>
              </a:pathLst>
            </a:custGeom>
            <a:solidFill>
              <a:srgbClr val="E339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2075411" y="2583938"/>
              <a:ext cx="573079" cy="155825"/>
            </a:xfrm>
            <a:custGeom>
              <a:avLst/>
              <a:gdLst/>
              <a:ahLst/>
              <a:cxnLst/>
              <a:rect l="l" t="t" r="r" b="b"/>
              <a:pathLst>
                <a:path w="16215" h="4409" extrusionOk="0">
                  <a:moveTo>
                    <a:pt x="1" y="1"/>
                  </a:moveTo>
                  <a:lnTo>
                    <a:pt x="191" y="191"/>
                  </a:lnTo>
                  <a:lnTo>
                    <a:pt x="966" y="980"/>
                  </a:lnTo>
                  <a:lnTo>
                    <a:pt x="1347" y="1361"/>
                  </a:lnTo>
                  <a:lnTo>
                    <a:pt x="1728" y="1742"/>
                  </a:lnTo>
                  <a:lnTo>
                    <a:pt x="2109" y="2096"/>
                  </a:lnTo>
                  <a:lnTo>
                    <a:pt x="2504" y="2449"/>
                  </a:lnTo>
                  <a:lnTo>
                    <a:pt x="2912" y="2776"/>
                  </a:lnTo>
                  <a:lnTo>
                    <a:pt x="3347" y="3089"/>
                  </a:lnTo>
                  <a:lnTo>
                    <a:pt x="3565" y="3238"/>
                  </a:lnTo>
                  <a:lnTo>
                    <a:pt x="3782" y="3374"/>
                  </a:lnTo>
                  <a:lnTo>
                    <a:pt x="4013" y="3497"/>
                  </a:lnTo>
                  <a:lnTo>
                    <a:pt x="4258" y="3633"/>
                  </a:lnTo>
                  <a:lnTo>
                    <a:pt x="4503" y="3742"/>
                  </a:lnTo>
                  <a:lnTo>
                    <a:pt x="4748" y="3850"/>
                  </a:lnTo>
                  <a:lnTo>
                    <a:pt x="5020" y="3946"/>
                  </a:lnTo>
                  <a:lnTo>
                    <a:pt x="5278" y="4041"/>
                  </a:lnTo>
                  <a:lnTo>
                    <a:pt x="5564" y="4122"/>
                  </a:lnTo>
                  <a:lnTo>
                    <a:pt x="5850" y="4191"/>
                  </a:lnTo>
                  <a:lnTo>
                    <a:pt x="6149" y="4259"/>
                  </a:lnTo>
                  <a:lnTo>
                    <a:pt x="6448" y="4313"/>
                  </a:lnTo>
                  <a:lnTo>
                    <a:pt x="6775" y="4354"/>
                  </a:lnTo>
                  <a:lnTo>
                    <a:pt x="7101" y="4381"/>
                  </a:lnTo>
                  <a:lnTo>
                    <a:pt x="7441" y="4395"/>
                  </a:lnTo>
                  <a:lnTo>
                    <a:pt x="7795" y="4408"/>
                  </a:lnTo>
                  <a:lnTo>
                    <a:pt x="8271" y="4395"/>
                  </a:lnTo>
                  <a:lnTo>
                    <a:pt x="8747" y="4354"/>
                  </a:lnTo>
                  <a:lnTo>
                    <a:pt x="9223" y="4299"/>
                  </a:lnTo>
                  <a:lnTo>
                    <a:pt x="9686" y="4218"/>
                  </a:lnTo>
                  <a:lnTo>
                    <a:pt x="10148" y="4109"/>
                  </a:lnTo>
                  <a:lnTo>
                    <a:pt x="10611" y="3986"/>
                  </a:lnTo>
                  <a:lnTo>
                    <a:pt x="11060" y="3837"/>
                  </a:lnTo>
                  <a:lnTo>
                    <a:pt x="11495" y="3660"/>
                  </a:lnTo>
                  <a:lnTo>
                    <a:pt x="11930" y="3470"/>
                  </a:lnTo>
                  <a:lnTo>
                    <a:pt x="12352" y="3266"/>
                  </a:lnTo>
                  <a:lnTo>
                    <a:pt x="12760" y="3034"/>
                  </a:lnTo>
                  <a:lnTo>
                    <a:pt x="13168" y="2776"/>
                  </a:lnTo>
                  <a:lnTo>
                    <a:pt x="13549" y="2504"/>
                  </a:lnTo>
                  <a:lnTo>
                    <a:pt x="13930" y="2205"/>
                  </a:lnTo>
                  <a:lnTo>
                    <a:pt x="14283" y="1905"/>
                  </a:lnTo>
                  <a:lnTo>
                    <a:pt x="14637" y="1565"/>
                  </a:lnTo>
                  <a:lnTo>
                    <a:pt x="1621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9"/>
            <p:cNvSpPr/>
            <p:nvPr/>
          </p:nvSpPr>
          <p:spPr>
            <a:xfrm>
              <a:off x="1217744" y="2140702"/>
              <a:ext cx="235593" cy="133665"/>
            </a:xfrm>
            <a:custGeom>
              <a:avLst/>
              <a:gdLst/>
              <a:ahLst/>
              <a:cxnLst/>
              <a:rect l="l" t="t" r="r" b="b"/>
              <a:pathLst>
                <a:path w="6666" h="3782" extrusionOk="0">
                  <a:moveTo>
                    <a:pt x="55" y="0"/>
                  </a:moveTo>
                  <a:lnTo>
                    <a:pt x="14" y="558"/>
                  </a:lnTo>
                  <a:lnTo>
                    <a:pt x="1" y="1129"/>
                  </a:lnTo>
                  <a:lnTo>
                    <a:pt x="2884" y="1129"/>
                  </a:lnTo>
                  <a:lnTo>
                    <a:pt x="3156" y="1143"/>
                  </a:lnTo>
                  <a:lnTo>
                    <a:pt x="3415" y="1184"/>
                  </a:lnTo>
                  <a:lnTo>
                    <a:pt x="3673" y="1252"/>
                  </a:lnTo>
                  <a:lnTo>
                    <a:pt x="3918" y="1347"/>
                  </a:lnTo>
                  <a:lnTo>
                    <a:pt x="4149" y="1456"/>
                  </a:lnTo>
                  <a:lnTo>
                    <a:pt x="4367" y="1592"/>
                  </a:lnTo>
                  <a:lnTo>
                    <a:pt x="4571" y="1742"/>
                  </a:lnTo>
                  <a:lnTo>
                    <a:pt x="4762" y="1905"/>
                  </a:lnTo>
                  <a:lnTo>
                    <a:pt x="4925" y="2095"/>
                  </a:lnTo>
                  <a:lnTo>
                    <a:pt x="5074" y="2299"/>
                  </a:lnTo>
                  <a:lnTo>
                    <a:pt x="5210" y="2517"/>
                  </a:lnTo>
                  <a:lnTo>
                    <a:pt x="5319" y="2748"/>
                  </a:lnTo>
                  <a:lnTo>
                    <a:pt x="5414" y="2993"/>
                  </a:lnTo>
                  <a:lnTo>
                    <a:pt x="5482" y="3251"/>
                  </a:lnTo>
                  <a:lnTo>
                    <a:pt x="5523" y="3510"/>
                  </a:lnTo>
                  <a:lnTo>
                    <a:pt x="5537" y="3782"/>
                  </a:lnTo>
                  <a:lnTo>
                    <a:pt x="6666" y="3782"/>
                  </a:lnTo>
                  <a:lnTo>
                    <a:pt x="6666" y="3591"/>
                  </a:lnTo>
                  <a:lnTo>
                    <a:pt x="6652" y="3387"/>
                  </a:lnTo>
                  <a:lnTo>
                    <a:pt x="6625" y="3211"/>
                  </a:lnTo>
                  <a:lnTo>
                    <a:pt x="6598" y="3020"/>
                  </a:lnTo>
                  <a:lnTo>
                    <a:pt x="6543" y="2830"/>
                  </a:lnTo>
                  <a:lnTo>
                    <a:pt x="6503" y="2653"/>
                  </a:lnTo>
                  <a:lnTo>
                    <a:pt x="6435" y="2476"/>
                  </a:lnTo>
                  <a:lnTo>
                    <a:pt x="6367" y="2313"/>
                  </a:lnTo>
                  <a:lnTo>
                    <a:pt x="6299" y="2136"/>
                  </a:lnTo>
                  <a:lnTo>
                    <a:pt x="6217" y="1973"/>
                  </a:lnTo>
                  <a:lnTo>
                    <a:pt x="6122" y="1823"/>
                  </a:lnTo>
                  <a:lnTo>
                    <a:pt x="6027" y="1660"/>
                  </a:lnTo>
                  <a:lnTo>
                    <a:pt x="5918" y="1524"/>
                  </a:lnTo>
                  <a:lnTo>
                    <a:pt x="5809" y="1374"/>
                  </a:lnTo>
                  <a:lnTo>
                    <a:pt x="5686" y="1238"/>
                  </a:lnTo>
                  <a:lnTo>
                    <a:pt x="5564" y="1102"/>
                  </a:lnTo>
                  <a:lnTo>
                    <a:pt x="5428" y="980"/>
                  </a:lnTo>
                  <a:lnTo>
                    <a:pt x="5292" y="857"/>
                  </a:lnTo>
                  <a:lnTo>
                    <a:pt x="5142" y="749"/>
                  </a:lnTo>
                  <a:lnTo>
                    <a:pt x="4993" y="640"/>
                  </a:lnTo>
                  <a:lnTo>
                    <a:pt x="4843" y="545"/>
                  </a:lnTo>
                  <a:lnTo>
                    <a:pt x="4694" y="449"/>
                  </a:lnTo>
                  <a:lnTo>
                    <a:pt x="4530" y="368"/>
                  </a:lnTo>
                  <a:lnTo>
                    <a:pt x="4353" y="300"/>
                  </a:lnTo>
                  <a:lnTo>
                    <a:pt x="4190" y="232"/>
                  </a:lnTo>
                  <a:lnTo>
                    <a:pt x="4013" y="164"/>
                  </a:lnTo>
                  <a:lnTo>
                    <a:pt x="3823" y="109"/>
                  </a:lnTo>
                  <a:lnTo>
                    <a:pt x="3646" y="68"/>
                  </a:lnTo>
                  <a:lnTo>
                    <a:pt x="3456" y="41"/>
                  </a:lnTo>
                  <a:lnTo>
                    <a:pt x="3265" y="1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29"/>
            <p:cNvSpPr/>
            <p:nvPr/>
          </p:nvSpPr>
          <p:spPr>
            <a:xfrm>
              <a:off x="1228807" y="1835905"/>
              <a:ext cx="411069" cy="230787"/>
            </a:xfrm>
            <a:custGeom>
              <a:avLst/>
              <a:gdLst/>
              <a:ahLst/>
              <a:cxnLst/>
              <a:rect l="l" t="t" r="r" b="b"/>
              <a:pathLst>
                <a:path w="11631" h="6530" extrusionOk="0">
                  <a:moveTo>
                    <a:pt x="10502" y="0"/>
                  </a:moveTo>
                  <a:lnTo>
                    <a:pt x="10488" y="272"/>
                  </a:lnTo>
                  <a:lnTo>
                    <a:pt x="10474" y="558"/>
                  </a:lnTo>
                  <a:lnTo>
                    <a:pt x="10434" y="817"/>
                  </a:lnTo>
                  <a:lnTo>
                    <a:pt x="10393" y="1089"/>
                  </a:lnTo>
                  <a:lnTo>
                    <a:pt x="10325" y="1347"/>
                  </a:lnTo>
                  <a:lnTo>
                    <a:pt x="10257" y="1606"/>
                  </a:lnTo>
                  <a:lnTo>
                    <a:pt x="10175" y="1850"/>
                  </a:lnTo>
                  <a:lnTo>
                    <a:pt x="10080" y="2095"/>
                  </a:lnTo>
                  <a:lnTo>
                    <a:pt x="9971" y="2340"/>
                  </a:lnTo>
                  <a:lnTo>
                    <a:pt x="9849" y="2571"/>
                  </a:lnTo>
                  <a:lnTo>
                    <a:pt x="9713" y="2803"/>
                  </a:lnTo>
                  <a:lnTo>
                    <a:pt x="9577" y="3020"/>
                  </a:lnTo>
                  <a:lnTo>
                    <a:pt x="9427" y="3224"/>
                  </a:lnTo>
                  <a:lnTo>
                    <a:pt x="9264" y="3428"/>
                  </a:lnTo>
                  <a:lnTo>
                    <a:pt x="9101" y="3632"/>
                  </a:lnTo>
                  <a:lnTo>
                    <a:pt x="8910" y="3823"/>
                  </a:lnTo>
                  <a:lnTo>
                    <a:pt x="8733" y="4000"/>
                  </a:lnTo>
                  <a:lnTo>
                    <a:pt x="8529" y="4163"/>
                  </a:lnTo>
                  <a:lnTo>
                    <a:pt x="8325" y="4326"/>
                  </a:lnTo>
                  <a:lnTo>
                    <a:pt x="8121" y="4476"/>
                  </a:lnTo>
                  <a:lnTo>
                    <a:pt x="7904" y="4612"/>
                  </a:lnTo>
                  <a:lnTo>
                    <a:pt x="7672" y="4748"/>
                  </a:lnTo>
                  <a:lnTo>
                    <a:pt x="7441" y="4870"/>
                  </a:lnTo>
                  <a:lnTo>
                    <a:pt x="7196" y="4979"/>
                  </a:lnTo>
                  <a:lnTo>
                    <a:pt x="6951" y="5074"/>
                  </a:lnTo>
                  <a:lnTo>
                    <a:pt x="6707" y="5156"/>
                  </a:lnTo>
                  <a:lnTo>
                    <a:pt x="6448" y="5224"/>
                  </a:lnTo>
                  <a:lnTo>
                    <a:pt x="6190" y="5292"/>
                  </a:lnTo>
                  <a:lnTo>
                    <a:pt x="5918" y="5333"/>
                  </a:lnTo>
                  <a:lnTo>
                    <a:pt x="5646" y="5373"/>
                  </a:lnTo>
                  <a:lnTo>
                    <a:pt x="5373" y="5387"/>
                  </a:lnTo>
                  <a:lnTo>
                    <a:pt x="5101" y="5401"/>
                  </a:lnTo>
                  <a:lnTo>
                    <a:pt x="245" y="5401"/>
                  </a:lnTo>
                  <a:lnTo>
                    <a:pt x="109" y="5958"/>
                  </a:lnTo>
                  <a:lnTo>
                    <a:pt x="0" y="6530"/>
                  </a:lnTo>
                  <a:lnTo>
                    <a:pt x="5101" y="6530"/>
                  </a:lnTo>
                  <a:lnTo>
                    <a:pt x="5523" y="6516"/>
                  </a:lnTo>
                  <a:lnTo>
                    <a:pt x="5945" y="6475"/>
                  </a:lnTo>
                  <a:lnTo>
                    <a:pt x="6353" y="6407"/>
                  </a:lnTo>
                  <a:lnTo>
                    <a:pt x="6761" y="6326"/>
                  </a:lnTo>
                  <a:lnTo>
                    <a:pt x="7155" y="6203"/>
                  </a:lnTo>
                  <a:lnTo>
                    <a:pt x="7536" y="6067"/>
                  </a:lnTo>
                  <a:lnTo>
                    <a:pt x="7904" y="5904"/>
                  </a:lnTo>
                  <a:lnTo>
                    <a:pt x="8271" y="5713"/>
                  </a:lnTo>
                  <a:lnTo>
                    <a:pt x="8611" y="5509"/>
                  </a:lnTo>
                  <a:lnTo>
                    <a:pt x="8937" y="5278"/>
                  </a:lnTo>
                  <a:lnTo>
                    <a:pt x="9250" y="5033"/>
                  </a:lnTo>
                  <a:lnTo>
                    <a:pt x="9549" y="4775"/>
                  </a:lnTo>
                  <a:lnTo>
                    <a:pt x="9835" y="4489"/>
                  </a:lnTo>
                  <a:lnTo>
                    <a:pt x="10107" y="4190"/>
                  </a:lnTo>
                  <a:lnTo>
                    <a:pt x="10352" y="3877"/>
                  </a:lnTo>
                  <a:lnTo>
                    <a:pt x="10583" y="3551"/>
                  </a:lnTo>
                  <a:lnTo>
                    <a:pt x="10747" y="3279"/>
                  </a:lnTo>
                  <a:lnTo>
                    <a:pt x="10910" y="2993"/>
                  </a:lnTo>
                  <a:lnTo>
                    <a:pt x="11046" y="2707"/>
                  </a:lnTo>
                  <a:lnTo>
                    <a:pt x="11168" y="2422"/>
                  </a:lnTo>
                  <a:lnTo>
                    <a:pt x="11277" y="2136"/>
                  </a:lnTo>
                  <a:lnTo>
                    <a:pt x="11372" y="1850"/>
                  </a:lnTo>
                  <a:lnTo>
                    <a:pt x="11454" y="1551"/>
                  </a:lnTo>
                  <a:lnTo>
                    <a:pt x="11508" y="1252"/>
                  </a:lnTo>
                  <a:lnTo>
                    <a:pt x="11563" y="939"/>
                  </a:lnTo>
                  <a:lnTo>
                    <a:pt x="11603" y="640"/>
                  </a:lnTo>
                  <a:lnTo>
                    <a:pt x="11631" y="313"/>
                  </a:lnTo>
                  <a:lnTo>
                    <a:pt x="116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29"/>
            <p:cNvSpPr/>
            <p:nvPr/>
          </p:nvSpPr>
          <p:spPr>
            <a:xfrm>
              <a:off x="2330234" y="2121935"/>
              <a:ext cx="439908" cy="172648"/>
            </a:xfrm>
            <a:custGeom>
              <a:avLst/>
              <a:gdLst/>
              <a:ahLst/>
              <a:cxnLst/>
              <a:rect l="l" t="t" r="r" b="b"/>
              <a:pathLst>
                <a:path w="12447" h="4885" extrusionOk="0">
                  <a:moveTo>
                    <a:pt x="0" y="1"/>
                  </a:moveTo>
                  <a:lnTo>
                    <a:pt x="14" y="246"/>
                  </a:lnTo>
                  <a:lnTo>
                    <a:pt x="27" y="491"/>
                  </a:lnTo>
                  <a:lnTo>
                    <a:pt x="54" y="735"/>
                  </a:lnTo>
                  <a:lnTo>
                    <a:pt x="109" y="980"/>
                  </a:lnTo>
                  <a:lnTo>
                    <a:pt x="150" y="1212"/>
                  </a:lnTo>
                  <a:lnTo>
                    <a:pt x="218" y="1443"/>
                  </a:lnTo>
                  <a:lnTo>
                    <a:pt x="299" y="1660"/>
                  </a:lnTo>
                  <a:lnTo>
                    <a:pt x="381" y="1878"/>
                  </a:lnTo>
                  <a:lnTo>
                    <a:pt x="476" y="2096"/>
                  </a:lnTo>
                  <a:lnTo>
                    <a:pt x="585" y="2300"/>
                  </a:lnTo>
                  <a:lnTo>
                    <a:pt x="694" y="2504"/>
                  </a:lnTo>
                  <a:lnTo>
                    <a:pt x="816" y="2708"/>
                  </a:lnTo>
                  <a:lnTo>
                    <a:pt x="952" y="2898"/>
                  </a:lnTo>
                  <a:lnTo>
                    <a:pt x="1102" y="3075"/>
                  </a:lnTo>
                  <a:lnTo>
                    <a:pt x="1251" y="3252"/>
                  </a:lnTo>
                  <a:lnTo>
                    <a:pt x="1401" y="3415"/>
                  </a:lnTo>
                  <a:lnTo>
                    <a:pt x="1564" y="3578"/>
                  </a:lnTo>
                  <a:lnTo>
                    <a:pt x="1741" y="3728"/>
                  </a:lnTo>
                  <a:lnTo>
                    <a:pt x="1918" y="3878"/>
                  </a:lnTo>
                  <a:lnTo>
                    <a:pt x="2108" y="4014"/>
                  </a:lnTo>
                  <a:lnTo>
                    <a:pt x="2312" y="4150"/>
                  </a:lnTo>
                  <a:lnTo>
                    <a:pt x="2503" y="4258"/>
                  </a:lnTo>
                  <a:lnTo>
                    <a:pt x="2707" y="4367"/>
                  </a:lnTo>
                  <a:lnTo>
                    <a:pt x="2925" y="4476"/>
                  </a:lnTo>
                  <a:lnTo>
                    <a:pt x="3142" y="4558"/>
                  </a:lnTo>
                  <a:lnTo>
                    <a:pt x="3360" y="4639"/>
                  </a:lnTo>
                  <a:lnTo>
                    <a:pt x="3591" y="4707"/>
                  </a:lnTo>
                  <a:lnTo>
                    <a:pt x="3822" y="4762"/>
                  </a:lnTo>
                  <a:lnTo>
                    <a:pt x="4054" y="4816"/>
                  </a:lnTo>
                  <a:lnTo>
                    <a:pt x="4298" y="4843"/>
                  </a:lnTo>
                  <a:lnTo>
                    <a:pt x="4543" y="4871"/>
                  </a:lnTo>
                  <a:lnTo>
                    <a:pt x="4788" y="4884"/>
                  </a:lnTo>
                  <a:lnTo>
                    <a:pt x="12446" y="4884"/>
                  </a:lnTo>
                  <a:lnTo>
                    <a:pt x="12446" y="3742"/>
                  </a:lnTo>
                  <a:lnTo>
                    <a:pt x="4693" y="3742"/>
                  </a:lnTo>
                  <a:lnTo>
                    <a:pt x="4503" y="3728"/>
                  </a:lnTo>
                  <a:lnTo>
                    <a:pt x="4312" y="3701"/>
                  </a:lnTo>
                  <a:lnTo>
                    <a:pt x="4122" y="3674"/>
                  </a:lnTo>
                  <a:lnTo>
                    <a:pt x="3945" y="3619"/>
                  </a:lnTo>
                  <a:lnTo>
                    <a:pt x="3768" y="3578"/>
                  </a:lnTo>
                  <a:lnTo>
                    <a:pt x="3591" y="3510"/>
                  </a:lnTo>
                  <a:lnTo>
                    <a:pt x="3428" y="3442"/>
                  </a:lnTo>
                  <a:lnTo>
                    <a:pt x="3265" y="3374"/>
                  </a:lnTo>
                  <a:lnTo>
                    <a:pt x="3101" y="3293"/>
                  </a:lnTo>
                  <a:lnTo>
                    <a:pt x="2938" y="3197"/>
                  </a:lnTo>
                  <a:lnTo>
                    <a:pt x="2789" y="3102"/>
                  </a:lnTo>
                  <a:lnTo>
                    <a:pt x="2639" y="2993"/>
                  </a:lnTo>
                  <a:lnTo>
                    <a:pt x="2503" y="2885"/>
                  </a:lnTo>
                  <a:lnTo>
                    <a:pt x="2367" y="2776"/>
                  </a:lnTo>
                  <a:lnTo>
                    <a:pt x="2231" y="2653"/>
                  </a:lnTo>
                  <a:lnTo>
                    <a:pt x="2108" y="2517"/>
                  </a:lnTo>
                  <a:lnTo>
                    <a:pt x="2000" y="2381"/>
                  </a:lnTo>
                  <a:lnTo>
                    <a:pt x="1891" y="2245"/>
                  </a:lnTo>
                  <a:lnTo>
                    <a:pt x="1782" y="2096"/>
                  </a:lnTo>
                  <a:lnTo>
                    <a:pt x="1687" y="1946"/>
                  </a:lnTo>
                  <a:lnTo>
                    <a:pt x="1592" y="1783"/>
                  </a:lnTo>
                  <a:lnTo>
                    <a:pt x="1510" y="1620"/>
                  </a:lnTo>
                  <a:lnTo>
                    <a:pt x="1442" y="1456"/>
                  </a:lnTo>
                  <a:lnTo>
                    <a:pt x="1374" y="1293"/>
                  </a:lnTo>
                  <a:lnTo>
                    <a:pt x="1306" y="1116"/>
                  </a:lnTo>
                  <a:lnTo>
                    <a:pt x="1265" y="939"/>
                  </a:lnTo>
                  <a:lnTo>
                    <a:pt x="1224" y="763"/>
                  </a:lnTo>
                  <a:lnTo>
                    <a:pt x="1183" y="572"/>
                  </a:lnTo>
                  <a:lnTo>
                    <a:pt x="1156" y="382"/>
                  </a:lnTo>
                  <a:lnTo>
                    <a:pt x="1143" y="191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9"/>
            <p:cNvSpPr/>
            <p:nvPr/>
          </p:nvSpPr>
          <p:spPr>
            <a:xfrm>
              <a:off x="1276414" y="1869552"/>
              <a:ext cx="189931" cy="39937"/>
            </a:xfrm>
            <a:custGeom>
              <a:avLst/>
              <a:gdLst/>
              <a:ahLst/>
              <a:cxnLst/>
              <a:rect l="l" t="t" r="r" b="b"/>
              <a:pathLst>
                <a:path w="5374" h="1130" extrusionOk="0">
                  <a:moveTo>
                    <a:pt x="544" y="1"/>
                  </a:moveTo>
                  <a:lnTo>
                    <a:pt x="259" y="558"/>
                  </a:lnTo>
                  <a:lnTo>
                    <a:pt x="0" y="1130"/>
                  </a:lnTo>
                  <a:lnTo>
                    <a:pt x="5373" y="1130"/>
                  </a:lnTo>
                  <a:lnTo>
                    <a:pt x="53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9"/>
            <p:cNvSpPr/>
            <p:nvPr/>
          </p:nvSpPr>
          <p:spPr>
            <a:xfrm>
              <a:off x="2151858" y="1693120"/>
              <a:ext cx="479350" cy="223117"/>
            </a:xfrm>
            <a:custGeom>
              <a:avLst/>
              <a:gdLst/>
              <a:ahLst/>
              <a:cxnLst/>
              <a:rect l="l" t="t" r="r" b="b"/>
              <a:pathLst>
                <a:path w="13563" h="6313" extrusionOk="0">
                  <a:moveTo>
                    <a:pt x="5972" y="0"/>
                  </a:moveTo>
                  <a:lnTo>
                    <a:pt x="5618" y="41"/>
                  </a:lnTo>
                  <a:lnTo>
                    <a:pt x="5265" y="82"/>
                  </a:lnTo>
                  <a:lnTo>
                    <a:pt x="4925" y="150"/>
                  </a:lnTo>
                  <a:lnTo>
                    <a:pt x="4598" y="232"/>
                  </a:lnTo>
                  <a:lnTo>
                    <a:pt x="4272" y="341"/>
                  </a:lnTo>
                  <a:lnTo>
                    <a:pt x="3945" y="463"/>
                  </a:lnTo>
                  <a:lnTo>
                    <a:pt x="3632" y="599"/>
                  </a:lnTo>
                  <a:lnTo>
                    <a:pt x="3333" y="749"/>
                  </a:lnTo>
                  <a:lnTo>
                    <a:pt x="3047" y="925"/>
                  </a:lnTo>
                  <a:lnTo>
                    <a:pt x="2762" y="1102"/>
                  </a:lnTo>
                  <a:lnTo>
                    <a:pt x="2490" y="1293"/>
                  </a:lnTo>
                  <a:lnTo>
                    <a:pt x="2231" y="1510"/>
                  </a:lnTo>
                  <a:lnTo>
                    <a:pt x="1986" y="1742"/>
                  </a:lnTo>
                  <a:lnTo>
                    <a:pt x="1742" y="1973"/>
                  </a:lnTo>
                  <a:lnTo>
                    <a:pt x="1524" y="2218"/>
                  </a:lnTo>
                  <a:lnTo>
                    <a:pt x="1320" y="2463"/>
                  </a:lnTo>
                  <a:lnTo>
                    <a:pt x="1129" y="2721"/>
                  </a:lnTo>
                  <a:lnTo>
                    <a:pt x="966" y="2979"/>
                  </a:lnTo>
                  <a:lnTo>
                    <a:pt x="803" y="3251"/>
                  </a:lnTo>
                  <a:lnTo>
                    <a:pt x="626" y="3605"/>
                  </a:lnTo>
                  <a:lnTo>
                    <a:pt x="463" y="3959"/>
                  </a:lnTo>
                  <a:lnTo>
                    <a:pt x="327" y="4326"/>
                  </a:lnTo>
                  <a:lnTo>
                    <a:pt x="218" y="4707"/>
                  </a:lnTo>
                  <a:lnTo>
                    <a:pt x="123" y="5101"/>
                  </a:lnTo>
                  <a:lnTo>
                    <a:pt x="55" y="5496"/>
                  </a:lnTo>
                  <a:lnTo>
                    <a:pt x="14" y="5904"/>
                  </a:lnTo>
                  <a:lnTo>
                    <a:pt x="0" y="6312"/>
                  </a:lnTo>
                  <a:lnTo>
                    <a:pt x="1143" y="6312"/>
                  </a:lnTo>
                  <a:lnTo>
                    <a:pt x="1157" y="6054"/>
                  </a:lnTo>
                  <a:lnTo>
                    <a:pt x="1170" y="5782"/>
                  </a:lnTo>
                  <a:lnTo>
                    <a:pt x="1198" y="5523"/>
                  </a:lnTo>
                  <a:lnTo>
                    <a:pt x="1252" y="5265"/>
                  </a:lnTo>
                  <a:lnTo>
                    <a:pt x="1306" y="5020"/>
                  </a:lnTo>
                  <a:lnTo>
                    <a:pt x="1374" y="4775"/>
                  </a:lnTo>
                  <a:lnTo>
                    <a:pt x="1456" y="4530"/>
                  </a:lnTo>
                  <a:lnTo>
                    <a:pt x="1551" y="4299"/>
                  </a:lnTo>
                  <a:lnTo>
                    <a:pt x="1660" y="4068"/>
                  </a:lnTo>
                  <a:lnTo>
                    <a:pt x="1769" y="3850"/>
                  </a:lnTo>
                  <a:lnTo>
                    <a:pt x="1891" y="3632"/>
                  </a:lnTo>
                  <a:lnTo>
                    <a:pt x="2027" y="3415"/>
                  </a:lnTo>
                  <a:lnTo>
                    <a:pt x="2177" y="3211"/>
                  </a:lnTo>
                  <a:lnTo>
                    <a:pt x="2327" y="3020"/>
                  </a:lnTo>
                  <a:lnTo>
                    <a:pt x="2490" y="2830"/>
                  </a:lnTo>
                  <a:lnTo>
                    <a:pt x="2667" y="2653"/>
                  </a:lnTo>
                  <a:lnTo>
                    <a:pt x="2843" y="2476"/>
                  </a:lnTo>
                  <a:lnTo>
                    <a:pt x="3034" y="2313"/>
                  </a:lnTo>
                  <a:lnTo>
                    <a:pt x="3224" y="2163"/>
                  </a:lnTo>
                  <a:lnTo>
                    <a:pt x="3428" y="2014"/>
                  </a:lnTo>
                  <a:lnTo>
                    <a:pt x="3646" y="1878"/>
                  </a:lnTo>
                  <a:lnTo>
                    <a:pt x="3864" y="1755"/>
                  </a:lnTo>
                  <a:lnTo>
                    <a:pt x="4081" y="1646"/>
                  </a:lnTo>
                  <a:lnTo>
                    <a:pt x="4313" y="1538"/>
                  </a:lnTo>
                  <a:lnTo>
                    <a:pt x="4544" y="1442"/>
                  </a:lnTo>
                  <a:lnTo>
                    <a:pt x="4789" y="1361"/>
                  </a:lnTo>
                  <a:lnTo>
                    <a:pt x="5033" y="1293"/>
                  </a:lnTo>
                  <a:lnTo>
                    <a:pt x="5292" y="1238"/>
                  </a:lnTo>
                  <a:lnTo>
                    <a:pt x="5537" y="1197"/>
                  </a:lnTo>
                  <a:lnTo>
                    <a:pt x="5795" y="1157"/>
                  </a:lnTo>
                  <a:lnTo>
                    <a:pt x="6067" y="1143"/>
                  </a:lnTo>
                  <a:lnTo>
                    <a:pt x="6326" y="1129"/>
                  </a:lnTo>
                  <a:lnTo>
                    <a:pt x="13562" y="1129"/>
                  </a:lnTo>
                  <a:lnTo>
                    <a:pt x="13331" y="844"/>
                  </a:lnTo>
                  <a:lnTo>
                    <a:pt x="13086" y="558"/>
                  </a:lnTo>
                  <a:lnTo>
                    <a:pt x="12855" y="273"/>
                  </a:lnTo>
                  <a:lnTo>
                    <a:pt x="1259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9"/>
            <p:cNvSpPr/>
            <p:nvPr/>
          </p:nvSpPr>
          <p:spPr>
            <a:xfrm>
              <a:off x="2424458" y="1835905"/>
              <a:ext cx="291364" cy="40432"/>
            </a:xfrm>
            <a:custGeom>
              <a:avLst/>
              <a:gdLst/>
              <a:ahLst/>
              <a:cxnLst/>
              <a:rect l="l" t="t" r="r" b="b"/>
              <a:pathLst>
                <a:path w="8244" h="1144" extrusionOk="0">
                  <a:moveTo>
                    <a:pt x="0" y="0"/>
                  </a:moveTo>
                  <a:lnTo>
                    <a:pt x="0" y="1143"/>
                  </a:lnTo>
                  <a:lnTo>
                    <a:pt x="8243" y="1143"/>
                  </a:lnTo>
                  <a:lnTo>
                    <a:pt x="7985" y="558"/>
                  </a:lnTo>
                  <a:lnTo>
                    <a:pt x="769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29"/>
            <p:cNvSpPr/>
            <p:nvPr/>
          </p:nvSpPr>
          <p:spPr>
            <a:xfrm>
              <a:off x="1711485" y="2101755"/>
              <a:ext cx="144728" cy="297124"/>
            </a:xfrm>
            <a:custGeom>
              <a:avLst/>
              <a:gdLst/>
              <a:ahLst/>
              <a:cxnLst/>
              <a:rect l="l" t="t" r="r" b="b"/>
              <a:pathLst>
                <a:path w="4095" h="8407" extrusionOk="0">
                  <a:moveTo>
                    <a:pt x="4095" y="1"/>
                  </a:moveTo>
                  <a:lnTo>
                    <a:pt x="3755" y="28"/>
                  </a:lnTo>
                  <a:lnTo>
                    <a:pt x="3428" y="69"/>
                  </a:lnTo>
                  <a:lnTo>
                    <a:pt x="3102" y="123"/>
                  </a:lnTo>
                  <a:lnTo>
                    <a:pt x="2789" y="218"/>
                  </a:lnTo>
                  <a:lnTo>
                    <a:pt x="2490" y="341"/>
                  </a:lnTo>
                  <a:lnTo>
                    <a:pt x="2204" y="477"/>
                  </a:lnTo>
                  <a:lnTo>
                    <a:pt x="1932" y="626"/>
                  </a:lnTo>
                  <a:lnTo>
                    <a:pt x="1660" y="817"/>
                  </a:lnTo>
                  <a:lnTo>
                    <a:pt x="1415" y="1007"/>
                  </a:lnTo>
                  <a:lnTo>
                    <a:pt x="1184" y="1225"/>
                  </a:lnTo>
                  <a:lnTo>
                    <a:pt x="966" y="1470"/>
                  </a:lnTo>
                  <a:lnTo>
                    <a:pt x="776" y="1715"/>
                  </a:lnTo>
                  <a:lnTo>
                    <a:pt x="599" y="1973"/>
                  </a:lnTo>
                  <a:lnTo>
                    <a:pt x="449" y="2259"/>
                  </a:lnTo>
                  <a:lnTo>
                    <a:pt x="313" y="2544"/>
                  </a:lnTo>
                  <a:lnTo>
                    <a:pt x="205" y="2857"/>
                  </a:lnTo>
                  <a:lnTo>
                    <a:pt x="123" y="3116"/>
                  </a:lnTo>
                  <a:lnTo>
                    <a:pt x="68" y="3401"/>
                  </a:lnTo>
                  <a:lnTo>
                    <a:pt x="28" y="3687"/>
                  </a:lnTo>
                  <a:lnTo>
                    <a:pt x="14" y="3973"/>
                  </a:lnTo>
                  <a:lnTo>
                    <a:pt x="0" y="4095"/>
                  </a:lnTo>
                  <a:lnTo>
                    <a:pt x="0" y="8407"/>
                  </a:lnTo>
                  <a:lnTo>
                    <a:pt x="1143" y="8407"/>
                  </a:lnTo>
                  <a:lnTo>
                    <a:pt x="1143" y="4095"/>
                  </a:lnTo>
                  <a:lnTo>
                    <a:pt x="1157" y="3796"/>
                  </a:lnTo>
                  <a:lnTo>
                    <a:pt x="1198" y="3496"/>
                  </a:lnTo>
                  <a:lnTo>
                    <a:pt x="1279" y="3224"/>
                  </a:lnTo>
                  <a:lnTo>
                    <a:pt x="1374" y="2952"/>
                  </a:lnTo>
                  <a:lnTo>
                    <a:pt x="1497" y="2694"/>
                  </a:lnTo>
                  <a:lnTo>
                    <a:pt x="1646" y="2449"/>
                  </a:lnTo>
                  <a:lnTo>
                    <a:pt x="1823" y="2218"/>
                  </a:lnTo>
                  <a:lnTo>
                    <a:pt x="2014" y="2014"/>
                  </a:lnTo>
                  <a:lnTo>
                    <a:pt x="2218" y="1823"/>
                  </a:lnTo>
                  <a:lnTo>
                    <a:pt x="2449" y="1647"/>
                  </a:lnTo>
                  <a:lnTo>
                    <a:pt x="2694" y="1497"/>
                  </a:lnTo>
                  <a:lnTo>
                    <a:pt x="2952" y="1374"/>
                  </a:lnTo>
                  <a:lnTo>
                    <a:pt x="3224" y="1279"/>
                  </a:lnTo>
                  <a:lnTo>
                    <a:pt x="3496" y="1198"/>
                  </a:lnTo>
                  <a:lnTo>
                    <a:pt x="3796" y="1157"/>
                  </a:lnTo>
                  <a:lnTo>
                    <a:pt x="4095" y="1143"/>
                  </a:lnTo>
                  <a:lnTo>
                    <a:pt x="4095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29"/>
            <p:cNvSpPr/>
            <p:nvPr/>
          </p:nvSpPr>
          <p:spPr>
            <a:xfrm>
              <a:off x="1815817" y="1480638"/>
              <a:ext cx="163000" cy="267331"/>
            </a:xfrm>
            <a:custGeom>
              <a:avLst/>
              <a:gdLst/>
              <a:ahLst/>
              <a:cxnLst/>
              <a:rect l="l" t="t" r="r" b="b"/>
              <a:pathLst>
                <a:path w="4612" h="7564" extrusionOk="0">
                  <a:moveTo>
                    <a:pt x="1143" y="0"/>
                  </a:moveTo>
                  <a:lnTo>
                    <a:pt x="572" y="68"/>
                  </a:lnTo>
                  <a:lnTo>
                    <a:pt x="0" y="150"/>
                  </a:lnTo>
                  <a:lnTo>
                    <a:pt x="0" y="2952"/>
                  </a:lnTo>
                  <a:lnTo>
                    <a:pt x="14" y="3183"/>
                  </a:lnTo>
                  <a:lnTo>
                    <a:pt x="27" y="3428"/>
                  </a:lnTo>
                  <a:lnTo>
                    <a:pt x="55" y="3659"/>
                  </a:lnTo>
                  <a:lnTo>
                    <a:pt x="95" y="3877"/>
                  </a:lnTo>
                  <a:lnTo>
                    <a:pt x="150" y="4108"/>
                  </a:lnTo>
                  <a:lnTo>
                    <a:pt x="204" y="4326"/>
                  </a:lnTo>
                  <a:lnTo>
                    <a:pt x="286" y="4530"/>
                  </a:lnTo>
                  <a:lnTo>
                    <a:pt x="368" y="4747"/>
                  </a:lnTo>
                  <a:lnTo>
                    <a:pt x="463" y="4951"/>
                  </a:lnTo>
                  <a:lnTo>
                    <a:pt x="558" y="5142"/>
                  </a:lnTo>
                  <a:lnTo>
                    <a:pt x="667" y="5346"/>
                  </a:lnTo>
                  <a:lnTo>
                    <a:pt x="789" y="5523"/>
                  </a:lnTo>
                  <a:lnTo>
                    <a:pt x="925" y="5713"/>
                  </a:lnTo>
                  <a:lnTo>
                    <a:pt x="1061" y="5890"/>
                  </a:lnTo>
                  <a:lnTo>
                    <a:pt x="1197" y="6053"/>
                  </a:lnTo>
                  <a:lnTo>
                    <a:pt x="1361" y="6216"/>
                  </a:lnTo>
                  <a:lnTo>
                    <a:pt x="1510" y="6366"/>
                  </a:lnTo>
                  <a:lnTo>
                    <a:pt x="1687" y="6516"/>
                  </a:lnTo>
                  <a:lnTo>
                    <a:pt x="1864" y="6652"/>
                  </a:lnTo>
                  <a:lnTo>
                    <a:pt x="2041" y="6774"/>
                  </a:lnTo>
                  <a:lnTo>
                    <a:pt x="2231" y="6897"/>
                  </a:lnTo>
                  <a:lnTo>
                    <a:pt x="2422" y="7005"/>
                  </a:lnTo>
                  <a:lnTo>
                    <a:pt x="2612" y="7114"/>
                  </a:lnTo>
                  <a:lnTo>
                    <a:pt x="2816" y="7196"/>
                  </a:lnTo>
                  <a:lnTo>
                    <a:pt x="3034" y="7277"/>
                  </a:lnTo>
                  <a:lnTo>
                    <a:pt x="3251" y="7359"/>
                  </a:lnTo>
                  <a:lnTo>
                    <a:pt x="3469" y="7414"/>
                  </a:lnTo>
                  <a:lnTo>
                    <a:pt x="3687" y="7468"/>
                  </a:lnTo>
                  <a:lnTo>
                    <a:pt x="3918" y="7509"/>
                  </a:lnTo>
                  <a:lnTo>
                    <a:pt x="4149" y="7536"/>
                  </a:lnTo>
                  <a:lnTo>
                    <a:pt x="4380" y="7563"/>
                  </a:lnTo>
                  <a:lnTo>
                    <a:pt x="4612" y="7563"/>
                  </a:lnTo>
                  <a:lnTo>
                    <a:pt x="4612" y="6434"/>
                  </a:lnTo>
                  <a:lnTo>
                    <a:pt x="4435" y="6421"/>
                  </a:lnTo>
                  <a:lnTo>
                    <a:pt x="4258" y="6407"/>
                  </a:lnTo>
                  <a:lnTo>
                    <a:pt x="4081" y="6393"/>
                  </a:lnTo>
                  <a:lnTo>
                    <a:pt x="3918" y="6353"/>
                  </a:lnTo>
                  <a:lnTo>
                    <a:pt x="3755" y="6312"/>
                  </a:lnTo>
                  <a:lnTo>
                    <a:pt x="3578" y="6271"/>
                  </a:lnTo>
                  <a:lnTo>
                    <a:pt x="3428" y="6216"/>
                  </a:lnTo>
                  <a:lnTo>
                    <a:pt x="3265" y="6148"/>
                  </a:lnTo>
                  <a:lnTo>
                    <a:pt x="3115" y="6080"/>
                  </a:lnTo>
                  <a:lnTo>
                    <a:pt x="2966" y="6012"/>
                  </a:lnTo>
                  <a:lnTo>
                    <a:pt x="2666" y="5836"/>
                  </a:lnTo>
                  <a:lnTo>
                    <a:pt x="2408" y="5632"/>
                  </a:lnTo>
                  <a:lnTo>
                    <a:pt x="2163" y="5414"/>
                  </a:lnTo>
                  <a:lnTo>
                    <a:pt x="1932" y="5169"/>
                  </a:lnTo>
                  <a:lnTo>
                    <a:pt x="1728" y="4897"/>
                  </a:lnTo>
                  <a:lnTo>
                    <a:pt x="1565" y="4611"/>
                  </a:lnTo>
                  <a:lnTo>
                    <a:pt x="1483" y="4462"/>
                  </a:lnTo>
                  <a:lnTo>
                    <a:pt x="1415" y="4299"/>
                  </a:lnTo>
                  <a:lnTo>
                    <a:pt x="1347" y="4149"/>
                  </a:lnTo>
                  <a:lnTo>
                    <a:pt x="1293" y="3986"/>
                  </a:lnTo>
                  <a:lnTo>
                    <a:pt x="1252" y="3822"/>
                  </a:lnTo>
                  <a:lnTo>
                    <a:pt x="1211" y="3646"/>
                  </a:lnTo>
                  <a:lnTo>
                    <a:pt x="1184" y="3482"/>
                  </a:lnTo>
                  <a:lnTo>
                    <a:pt x="1156" y="3306"/>
                  </a:lnTo>
                  <a:lnTo>
                    <a:pt x="1143" y="3129"/>
                  </a:lnTo>
                  <a:lnTo>
                    <a:pt x="1143" y="295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9"/>
            <p:cNvSpPr/>
            <p:nvPr/>
          </p:nvSpPr>
          <p:spPr>
            <a:xfrm>
              <a:off x="2041765" y="1478694"/>
              <a:ext cx="162045" cy="151973"/>
            </a:xfrm>
            <a:custGeom>
              <a:avLst/>
              <a:gdLst/>
              <a:ahLst/>
              <a:cxnLst/>
              <a:rect l="l" t="t" r="r" b="b"/>
              <a:pathLst>
                <a:path w="4585" h="4300" extrusionOk="0">
                  <a:moveTo>
                    <a:pt x="3456" y="1"/>
                  </a:moveTo>
                  <a:lnTo>
                    <a:pt x="3415" y="327"/>
                  </a:lnTo>
                  <a:lnTo>
                    <a:pt x="3333" y="640"/>
                  </a:lnTo>
                  <a:lnTo>
                    <a:pt x="3238" y="953"/>
                  </a:lnTo>
                  <a:lnTo>
                    <a:pt x="3102" y="1239"/>
                  </a:lnTo>
                  <a:lnTo>
                    <a:pt x="2952" y="1511"/>
                  </a:lnTo>
                  <a:lnTo>
                    <a:pt x="2775" y="1783"/>
                  </a:lnTo>
                  <a:lnTo>
                    <a:pt x="2571" y="2014"/>
                  </a:lnTo>
                  <a:lnTo>
                    <a:pt x="2340" y="2245"/>
                  </a:lnTo>
                  <a:lnTo>
                    <a:pt x="2109" y="2449"/>
                  </a:lnTo>
                  <a:lnTo>
                    <a:pt x="1850" y="2626"/>
                  </a:lnTo>
                  <a:lnTo>
                    <a:pt x="1565" y="2776"/>
                  </a:lnTo>
                  <a:lnTo>
                    <a:pt x="1279" y="2912"/>
                  </a:lnTo>
                  <a:lnTo>
                    <a:pt x="980" y="3020"/>
                  </a:lnTo>
                  <a:lnTo>
                    <a:pt x="653" y="3102"/>
                  </a:lnTo>
                  <a:lnTo>
                    <a:pt x="327" y="3143"/>
                  </a:lnTo>
                  <a:lnTo>
                    <a:pt x="0" y="3157"/>
                  </a:lnTo>
                  <a:lnTo>
                    <a:pt x="0" y="4299"/>
                  </a:lnTo>
                  <a:lnTo>
                    <a:pt x="218" y="4286"/>
                  </a:lnTo>
                  <a:lnTo>
                    <a:pt x="436" y="4272"/>
                  </a:lnTo>
                  <a:lnTo>
                    <a:pt x="653" y="4245"/>
                  </a:lnTo>
                  <a:lnTo>
                    <a:pt x="871" y="4218"/>
                  </a:lnTo>
                  <a:lnTo>
                    <a:pt x="1089" y="4163"/>
                  </a:lnTo>
                  <a:lnTo>
                    <a:pt x="1293" y="4109"/>
                  </a:lnTo>
                  <a:lnTo>
                    <a:pt x="1497" y="4041"/>
                  </a:lnTo>
                  <a:lnTo>
                    <a:pt x="1701" y="3973"/>
                  </a:lnTo>
                  <a:lnTo>
                    <a:pt x="1891" y="3891"/>
                  </a:lnTo>
                  <a:lnTo>
                    <a:pt x="2082" y="3796"/>
                  </a:lnTo>
                  <a:lnTo>
                    <a:pt x="2259" y="3701"/>
                  </a:lnTo>
                  <a:lnTo>
                    <a:pt x="2449" y="3592"/>
                  </a:lnTo>
                  <a:lnTo>
                    <a:pt x="2626" y="3483"/>
                  </a:lnTo>
                  <a:lnTo>
                    <a:pt x="2789" y="3347"/>
                  </a:lnTo>
                  <a:lnTo>
                    <a:pt x="2952" y="3225"/>
                  </a:lnTo>
                  <a:lnTo>
                    <a:pt x="3102" y="3089"/>
                  </a:lnTo>
                  <a:lnTo>
                    <a:pt x="3265" y="2939"/>
                  </a:lnTo>
                  <a:lnTo>
                    <a:pt x="3401" y="2789"/>
                  </a:lnTo>
                  <a:lnTo>
                    <a:pt x="3537" y="2640"/>
                  </a:lnTo>
                  <a:lnTo>
                    <a:pt x="3673" y="2476"/>
                  </a:lnTo>
                  <a:lnTo>
                    <a:pt x="3796" y="2300"/>
                  </a:lnTo>
                  <a:lnTo>
                    <a:pt x="3904" y="2123"/>
                  </a:lnTo>
                  <a:lnTo>
                    <a:pt x="4013" y="1946"/>
                  </a:lnTo>
                  <a:lnTo>
                    <a:pt x="4108" y="1755"/>
                  </a:lnTo>
                  <a:lnTo>
                    <a:pt x="4204" y="1565"/>
                  </a:lnTo>
                  <a:lnTo>
                    <a:pt x="4285" y="1375"/>
                  </a:lnTo>
                  <a:lnTo>
                    <a:pt x="4367" y="1184"/>
                  </a:lnTo>
                  <a:lnTo>
                    <a:pt x="4421" y="980"/>
                  </a:lnTo>
                  <a:lnTo>
                    <a:pt x="4476" y="762"/>
                  </a:lnTo>
                  <a:lnTo>
                    <a:pt x="4530" y="558"/>
                  </a:lnTo>
                  <a:lnTo>
                    <a:pt x="4557" y="341"/>
                  </a:lnTo>
                  <a:lnTo>
                    <a:pt x="4585" y="123"/>
                  </a:lnTo>
                  <a:lnTo>
                    <a:pt x="4027" y="55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9"/>
            <p:cNvSpPr/>
            <p:nvPr/>
          </p:nvSpPr>
          <p:spPr>
            <a:xfrm>
              <a:off x="1385517" y="1693120"/>
              <a:ext cx="410114" cy="177914"/>
            </a:xfrm>
            <a:custGeom>
              <a:avLst/>
              <a:gdLst/>
              <a:ahLst/>
              <a:cxnLst/>
              <a:rect l="l" t="t" r="r" b="b"/>
              <a:pathLst>
                <a:path w="11604" h="5034" extrusionOk="0">
                  <a:moveTo>
                    <a:pt x="1035" y="0"/>
                  </a:moveTo>
                  <a:lnTo>
                    <a:pt x="763" y="273"/>
                  </a:lnTo>
                  <a:lnTo>
                    <a:pt x="504" y="558"/>
                  </a:lnTo>
                  <a:lnTo>
                    <a:pt x="1" y="1129"/>
                  </a:lnTo>
                  <a:lnTo>
                    <a:pt x="6571" y="1129"/>
                  </a:lnTo>
                  <a:lnTo>
                    <a:pt x="6761" y="1143"/>
                  </a:lnTo>
                  <a:lnTo>
                    <a:pt x="6965" y="1157"/>
                  </a:lnTo>
                  <a:lnTo>
                    <a:pt x="7156" y="1170"/>
                  </a:lnTo>
                  <a:lnTo>
                    <a:pt x="7346" y="1211"/>
                  </a:lnTo>
                  <a:lnTo>
                    <a:pt x="7537" y="1252"/>
                  </a:lnTo>
                  <a:lnTo>
                    <a:pt x="7727" y="1306"/>
                  </a:lnTo>
                  <a:lnTo>
                    <a:pt x="7904" y="1374"/>
                  </a:lnTo>
                  <a:lnTo>
                    <a:pt x="8081" y="1442"/>
                  </a:lnTo>
                  <a:lnTo>
                    <a:pt x="8258" y="1510"/>
                  </a:lnTo>
                  <a:lnTo>
                    <a:pt x="8421" y="1606"/>
                  </a:lnTo>
                  <a:lnTo>
                    <a:pt x="8584" y="1701"/>
                  </a:lnTo>
                  <a:lnTo>
                    <a:pt x="8747" y="1796"/>
                  </a:lnTo>
                  <a:lnTo>
                    <a:pt x="8897" y="1905"/>
                  </a:lnTo>
                  <a:lnTo>
                    <a:pt x="9047" y="2027"/>
                  </a:lnTo>
                  <a:lnTo>
                    <a:pt x="9196" y="2150"/>
                  </a:lnTo>
                  <a:lnTo>
                    <a:pt x="9332" y="2272"/>
                  </a:lnTo>
                  <a:lnTo>
                    <a:pt x="9455" y="2408"/>
                  </a:lnTo>
                  <a:lnTo>
                    <a:pt x="9577" y="2558"/>
                  </a:lnTo>
                  <a:lnTo>
                    <a:pt x="9700" y="2707"/>
                  </a:lnTo>
                  <a:lnTo>
                    <a:pt x="9808" y="2857"/>
                  </a:lnTo>
                  <a:lnTo>
                    <a:pt x="9904" y="3007"/>
                  </a:lnTo>
                  <a:lnTo>
                    <a:pt x="9999" y="3170"/>
                  </a:lnTo>
                  <a:lnTo>
                    <a:pt x="10094" y="3347"/>
                  </a:lnTo>
                  <a:lnTo>
                    <a:pt x="10162" y="3524"/>
                  </a:lnTo>
                  <a:lnTo>
                    <a:pt x="10230" y="3700"/>
                  </a:lnTo>
                  <a:lnTo>
                    <a:pt x="10298" y="3877"/>
                  </a:lnTo>
                  <a:lnTo>
                    <a:pt x="10353" y="4054"/>
                  </a:lnTo>
                  <a:lnTo>
                    <a:pt x="10393" y="4244"/>
                  </a:lnTo>
                  <a:lnTo>
                    <a:pt x="10434" y="4435"/>
                  </a:lnTo>
                  <a:lnTo>
                    <a:pt x="10448" y="4639"/>
                  </a:lnTo>
                  <a:lnTo>
                    <a:pt x="10475" y="4829"/>
                  </a:lnTo>
                  <a:lnTo>
                    <a:pt x="10475" y="5033"/>
                  </a:lnTo>
                  <a:lnTo>
                    <a:pt x="11604" y="5033"/>
                  </a:lnTo>
                  <a:lnTo>
                    <a:pt x="11604" y="4775"/>
                  </a:lnTo>
                  <a:lnTo>
                    <a:pt x="11590" y="4516"/>
                  </a:lnTo>
                  <a:lnTo>
                    <a:pt x="11550" y="4272"/>
                  </a:lnTo>
                  <a:lnTo>
                    <a:pt x="11509" y="4027"/>
                  </a:lnTo>
                  <a:lnTo>
                    <a:pt x="11454" y="3782"/>
                  </a:lnTo>
                  <a:lnTo>
                    <a:pt x="11386" y="3537"/>
                  </a:lnTo>
                  <a:lnTo>
                    <a:pt x="11305" y="3306"/>
                  </a:lnTo>
                  <a:lnTo>
                    <a:pt x="11209" y="3075"/>
                  </a:lnTo>
                  <a:lnTo>
                    <a:pt x="11114" y="2857"/>
                  </a:lnTo>
                  <a:lnTo>
                    <a:pt x="11005" y="2639"/>
                  </a:lnTo>
                  <a:lnTo>
                    <a:pt x="10883" y="2422"/>
                  </a:lnTo>
                  <a:lnTo>
                    <a:pt x="10747" y="2218"/>
                  </a:lnTo>
                  <a:lnTo>
                    <a:pt x="10611" y="2027"/>
                  </a:lnTo>
                  <a:lnTo>
                    <a:pt x="10461" y="1837"/>
                  </a:lnTo>
                  <a:lnTo>
                    <a:pt x="10298" y="1646"/>
                  </a:lnTo>
                  <a:lnTo>
                    <a:pt x="10135" y="1470"/>
                  </a:lnTo>
                  <a:lnTo>
                    <a:pt x="9958" y="1306"/>
                  </a:lnTo>
                  <a:lnTo>
                    <a:pt x="9768" y="1143"/>
                  </a:lnTo>
                  <a:lnTo>
                    <a:pt x="9577" y="993"/>
                  </a:lnTo>
                  <a:lnTo>
                    <a:pt x="9387" y="857"/>
                  </a:lnTo>
                  <a:lnTo>
                    <a:pt x="9183" y="721"/>
                  </a:lnTo>
                  <a:lnTo>
                    <a:pt x="8965" y="599"/>
                  </a:lnTo>
                  <a:lnTo>
                    <a:pt x="8747" y="490"/>
                  </a:lnTo>
                  <a:lnTo>
                    <a:pt x="8530" y="395"/>
                  </a:lnTo>
                  <a:lnTo>
                    <a:pt x="8299" y="300"/>
                  </a:lnTo>
                  <a:lnTo>
                    <a:pt x="8067" y="218"/>
                  </a:lnTo>
                  <a:lnTo>
                    <a:pt x="7822" y="150"/>
                  </a:lnTo>
                  <a:lnTo>
                    <a:pt x="7578" y="96"/>
                  </a:lnTo>
                  <a:lnTo>
                    <a:pt x="7333" y="55"/>
                  </a:lnTo>
                  <a:lnTo>
                    <a:pt x="7074" y="28"/>
                  </a:lnTo>
                  <a:lnTo>
                    <a:pt x="682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9"/>
            <p:cNvSpPr/>
            <p:nvPr/>
          </p:nvSpPr>
          <p:spPr>
            <a:xfrm>
              <a:off x="2079264" y="1680149"/>
              <a:ext cx="135609" cy="131757"/>
            </a:xfrm>
            <a:custGeom>
              <a:avLst/>
              <a:gdLst/>
              <a:ahLst/>
              <a:cxnLst/>
              <a:rect l="l" t="t" r="r" b="b"/>
              <a:pathLst>
                <a:path w="3837" h="3728" extrusionOk="0">
                  <a:moveTo>
                    <a:pt x="0" y="0"/>
                  </a:moveTo>
                  <a:lnTo>
                    <a:pt x="14" y="191"/>
                  </a:lnTo>
                  <a:lnTo>
                    <a:pt x="28" y="381"/>
                  </a:lnTo>
                  <a:lnTo>
                    <a:pt x="41" y="571"/>
                  </a:lnTo>
                  <a:lnTo>
                    <a:pt x="82" y="748"/>
                  </a:lnTo>
                  <a:lnTo>
                    <a:pt x="123" y="939"/>
                  </a:lnTo>
                  <a:lnTo>
                    <a:pt x="177" y="1116"/>
                  </a:lnTo>
                  <a:lnTo>
                    <a:pt x="232" y="1279"/>
                  </a:lnTo>
                  <a:lnTo>
                    <a:pt x="300" y="1456"/>
                  </a:lnTo>
                  <a:lnTo>
                    <a:pt x="368" y="1619"/>
                  </a:lnTo>
                  <a:lnTo>
                    <a:pt x="449" y="1782"/>
                  </a:lnTo>
                  <a:lnTo>
                    <a:pt x="545" y="1932"/>
                  </a:lnTo>
                  <a:lnTo>
                    <a:pt x="640" y="2081"/>
                  </a:lnTo>
                  <a:lnTo>
                    <a:pt x="749" y="2231"/>
                  </a:lnTo>
                  <a:lnTo>
                    <a:pt x="857" y="2381"/>
                  </a:lnTo>
                  <a:lnTo>
                    <a:pt x="980" y="2517"/>
                  </a:lnTo>
                  <a:lnTo>
                    <a:pt x="1102" y="2639"/>
                  </a:lnTo>
                  <a:lnTo>
                    <a:pt x="1225" y="2761"/>
                  </a:lnTo>
                  <a:lnTo>
                    <a:pt x="1361" y="2884"/>
                  </a:lnTo>
                  <a:lnTo>
                    <a:pt x="1497" y="2993"/>
                  </a:lnTo>
                  <a:lnTo>
                    <a:pt x="1646" y="3102"/>
                  </a:lnTo>
                  <a:lnTo>
                    <a:pt x="1796" y="3197"/>
                  </a:lnTo>
                  <a:lnTo>
                    <a:pt x="1959" y="3278"/>
                  </a:lnTo>
                  <a:lnTo>
                    <a:pt x="2122" y="3360"/>
                  </a:lnTo>
                  <a:lnTo>
                    <a:pt x="2286" y="3442"/>
                  </a:lnTo>
                  <a:lnTo>
                    <a:pt x="2449" y="3510"/>
                  </a:lnTo>
                  <a:lnTo>
                    <a:pt x="2626" y="3564"/>
                  </a:lnTo>
                  <a:lnTo>
                    <a:pt x="2803" y="3618"/>
                  </a:lnTo>
                  <a:lnTo>
                    <a:pt x="2979" y="3659"/>
                  </a:lnTo>
                  <a:lnTo>
                    <a:pt x="3170" y="3686"/>
                  </a:lnTo>
                  <a:lnTo>
                    <a:pt x="3347" y="3714"/>
                  </a:lnTo>
                  <a:lnTo>
                    <a:pt x="3537" y="3727"/>
                  </a:lnTo>
                  <a:lnTo>
                    <a:pt x="3836" y="3727"/>
                  </a:lnTo>
                  <a:lnTo>
                    <a:pt x="3836" y="2598"/>
                  </a:lnTo>
                  <a:lnTo>
                    <a:pt x="3728" y="2598"/>
                  </a:lnTo>
                  <a:lnTo>
                    <a:pt x="3469" y="2585"/>
                  </a:lnTo>
                  <a:lnTo>
                    <a:pt x="3211" y="2544"/>
                  </a:lnTo>
                  <a:lnTo>
                    <a:pt x="2966" y="2476"/>
                  </a:lnTo>
                  <a:lnTo>
                    <a:pt x="2721" y="2394"/>
                  </a:lnTo>
                  <a:lnTo>
                    <a:pt x="2503" y="2285"/>
                  </a:lnTo>
                  <a:lnTo>
                    <a:pt x="2286" y="2149"/>
                  </a:lnTo>
                  <a:lnTo>
                    <a:pt x="2082" y="2000"/>
                  </a:lnTo>
                  <a:lnTo>
                    <a:pt x="1905" y="1837"/>
                  </a:lnTo>
                  <a:lnTo>
                    <a:pt x="1728" y="1646"/>
                  </a:lnTo>
                  <a:lnTo>
                    <a:pt x="1578" y="1456"/>
                  </a:lnTo>
                  <a:lnTo>
                    <a:pt x="1456" y="1238"/>
                  </a:lnTo>
                  <a:lnTo>
                    <a:pt x="1347" y="1007"/>
                  </a:lnTo>
                  <a:lnTo>
                    <a:pt x="1252" y="776"/>
                  </a:lnTo>
                  <a:lnTo>
                    <a:pt x="1198" y="531"/>
                  </a:lnTo>
                  <a:lnTo>
                    <a:pt x="1157" y="272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29"/>
            <p:cNvSpPr/>
            <p:nvPr/>
          </p:nvSpPr>
          <p:spPr>
            <a:xfrm>
              <a:off x="1620124" y="2059944"/>
              <a:ext cx="113980" cy="184134"/>
            </a:xfrm>
            <a:custGeom>
              <a:avLst/>
              <a:gdLst/>
              <a:ahLst/>
              <a:cxnLst/>
              <a:rect l="l" t="t" r="r" b="b"/>
              <a:pathLst>
                <a:path w="3225" h="5210" extrusionOk="0">
                  <a:moveTo>
                    <a:pt x="1" y="0"/>
                  </a:moveTo>
                  <a:lnTo>
                    <a:pt x="1" y="2000"/>
                  </a:lnTo>
                  <a:lnTo>
                    <a:pt x="15" y="2163"/>
                  </a:lnTo>
                  <a:lnTo>
                    <a:pt x="28" y="2326"/>
                  </a:lnTo>
                  <a:lnTo>
                    <a:pt x="42" y="2489"/>
                  </a:lnTo>
                  <a:lnTo>
                    <a:pt x="69" y="2653"/>
                  </a:lnTo>
                  <a:lnTo>
                    <a:pt x="151" y="2952"/>
                  </a:lnTo>
                  <a:lnTo>
                    <a:pt x="259" y="3251"/>
                  </a:lnTo>
                  <a:lnTo>
                    <a:pt x="395" y="3537"/>
                  </a:lnTo>
                  <a:lnTo>
                    <a:pt x="559" y="3795"/>
                  </a:lnTo>
                  <a:lnTo>
                    <a:pt x="736" y="4040"/>
                  </a:lnTo>
                  <a:lnTo>
                    <a:pt x="953" y="4271"/>
                  </a:lnTo>
                  <a:lnTo>
                    <a:pt x="1171" y="4475"/>
                  </a:lnTo>
                  <a:lnTo>
                    <a:pt x="1429" y="4666"/>
                  </a:lnTo>
                  <a:lnTo>
                    <a:pt x="1688" y="4829"/>
                  </a:lnTo>
                  <a:lnTo>
                    <a:pt x="1973" y="4965"/>
                  </a:lnTo>
                  <a:lnTo>
                    <a:pt x="2259" y="5074"/>
                  </a:lnTo>
                  <a:lnTo>
                    <a:pt x="2572" y="5142"/>
                  </a:lnTo>
                  <a:lnTo>
                    <a:pt x="2735" y="5183"/>
                  </a:lnTo>
                  <a:lnTo>
                    <a:pt x="2885" y="5196"/>
                  </a:lnTo>
                  <a:lnTo>
                    <a:pt x="3048" y="5210"/>
                  </a:lnTo>
                  <a:lnTo>
                    <a:pt x="3225" y="5210"/>
                  </a:lnTo>
                  <a:lnTo>
                    <a:pt x="3225" y="4081"/>
                  </a:lnTo>
                  <a:lnTo>
                    <a:pt x="3007" y="4067"/>
                  </a:lnTo>
                  <a:lnTo>
                    <a:pt x="2803" y="4040"/>
                  </a:lnTo>
                  <a:lnTo>
                    <a:pt x="2599" y="3986"/>
                  </a:lnTo>
                  <a:lnTo>
                    <a:pt x="2409" y="3918"/>
                  </a:lnTo>
                  <a:lnTo>
                    <a:pt x="2232" y="3822"/>
                  </a:lnTo>
                  <a:lnTo>
                    <a:pt x="2055" y="3727"/>
                  </a:lnTo>
                  <a:lnTo>
                    <a:pt x="1892" y="3605"/>
                  </a:lnTo>
                  <a:lnTo>
                    <a:pt x="1756" y="3469"/>
                  </a:lnTo>
                  <a:lnTo>
                    <a:pt x="1620" y="3319"/>
                  </a:lnTo>
                  <a:lnTo>
                    <a:pt x="1497" y="3156"/>
                  </a:lnTo>
                  <a:lnTo>
                    <a:pt x="1388" y="2993"/>
                  </a:lnTo>
                  <a:lnTo>
                    <a:pt x="1307" y="2802"/>
                  </a:lnTo>
                  <a:lnTo>
                    <a:pt x="1239" y="2612"/>
                  </a:lnTo>
                  <a:lnTo>
                    <a:pt x="1184" y="2421"/>
                  </a:lnTo>
                  <a:lnTo>
                    <a:pt x="1157" y="2217"/>
                  </a:lnTo>
                  <a:lnTo>
                    <a:pt x="1144" y="2000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29"/>
            <p:cNvSpPr/>
            <p:nvPr/>
          </p:nvSpPr>
          <p:spPr>
            <a:xfrm>
              <a:off x="1973977" y="2142152"/>
              <a:ext cx="185619" cy="441817"/>
            </a:xfrm>
            <a:custGeom>
              <a:avLst/>
              <a:gdLst/>
              <a:ahLst/>
              <a:cxnLst/>
              <a:rect l="l" t="t" r="r" b="b"/>
              <a:pathLst>
                <a:path w="5252" h="12501" extrusionOk="0">
                  <a:moveTo>
                    <a:pt x="1" y="0"/>
                  </a:moveTo>
                  <a:lnTo>
                    <a:pt x="1" y="2245"/>
                  </a:lnTo>
                  <a:lnTo>
                    <a:pt x="14" y="2517"/>
                  </a:lnTo>
                  <a:lnTo>
                    <a:pt x="55" y="2775"/>
                  </a:lnTo>
                  <a:lnTo>
                    <a:pt x="109" y="3034"/>
                  </a:lnTo>
                  <a:lnTo>
                    <a:pt x="205" y="3265"/>
                  </a:lnTo>
                  <a:lnTo>
                    <a:pt x="313" y="3496"/>
                  </a:lnTo>
                  <a:lnTo>
                    <a:pt x="449" y="3714"/>
                  </a:lnTo>
                  <a:lnTo>
                    <a:pt x="599" y="3918"/>
                  </a:lnTo>
                  <a:lnTo>
                    <a:pt x="762" y="4108"/>
                  </a:lnTo>
                  <a:lnTo>
                    <a:pt x="953" y="4271"/>
                  </a:lnTo>
                  <a:lnTo>
                    <a:pt x="1157" y="4435"/>
                  </a:lnTo>
                  <a:lnTo>
                    <a:pt x="1374" y="4557"/>
                  </a:lnTo>
                  <a:lnTo>
                    <a:pt x="1606" y="4666"/>
                  </a:lnTo>
                  <a:lnTo>
                    <a:pt x="1850" y="4761"/>
                  </a:lnTo>
                  <a:lnTo>
                    <a:pt x="2095" y="4829"/>
                  </a:lnTo>
                  <a:lnTo>
                    <a:pt x="2354" y="4870"/>
                  </a:lnTo>
                  <a:lnTo>
                    <a:pt x="2626" y="4884"/>
                  </a:lnTo>
                  <a:lnTo>
                    <a:pt x="2775" y="4884"/>
                  </a:lnTo>
                  <a:lnTo>
                    <a:pt x="2925" y="4911"/>
                  </a:lnTo>
                  <a:lnTo>
                    <a:pt x="3075" y="4952"/>
                  </a:lnTo>
                  <a:lnTo>
                    <a:pt x="3211" y="4992"/>
                  </a:lnTo>
                  <a:lnTo>
                    <a:pt x="3333" y="5060"/>
                  </a:lnTo>
                  <a:lnTo>
                    <a:pt x="3456" y="5128"/>
                  </a:lnTo>
                  <a:lnTo>
                    <a:pt x="3578" y="5224"/>
                  </a:lnTo>
                  <a:lnTo>
                    <a:pt x="3687" y="5319"/>
                  </a:lnTo>
                  <a:lnTo>
                    <a:pt x="3782" y="5428"/>
                  </a:lnTo>
                  <a:lnTo>
                    <a:pt x="3864" y="5536"/>
                  </a:lnTo>
                  <a:lnTo>
                    <a:pt x="3945" y="5659"/>
                  </a:lnTo>
                  <a:lnTo>
                    <a:pt x="4000" y="5795"/>
                  </a:lnTo>
                  <a:lnTo>
                    <a:pt x="4054" y="5931"/>
                  </a:lnTo>
                  <a:lnTo>
                    <a:pt x="4095" y="6067"/>
                  </a:lnTo>
                  <a:lnTo>
                    <a:pt x="4109" y="6217"/>
                  </a:lnTo>
                  <a:lnTo>
                    <a:pt x="4122" y="6366"/>
                  </a:lnTo>
                  <a:lnTo>
                    <a:pt x="4122" y="12501"/>
                  </a:lnTo>
                  <a:lnTo>
                    <a:pt x="5251" y="12501"/>
                  </a:lnTo>
                  <a:lnTo>
                    <a:pt x="5251" y="6366"/>
                  </a:lnTo>
                  <a:lnTo>
                    <a:pt x="5238" y="6108"/>
                  </a:lnTo>
                  <a:lnTo>
                    <a:pt x="5197" y="5836"/>
                  </a:lnTo>
                  <a:lnTo>
                    <a:pt x="5142" y="5591"/>
                  </a:lnTo>
                  <a:lnTo>
                    <a:pt x="5047" y="5346"/>
                  </a:lnTo>
                  <a:lnTo>
                    <a:pt x="4938" y="5115"/>
                  </a:lnTo>
                  <a:lnTo>
                    <a:pt x="4802" y="4897"/>
                  </a:lnTo>
                  <a:lnTo>
                    <a:pt x="4653" y="4693"/>
                  </a:lnTo>
                  <a:lnTo>
                    <a:pt x="4489" y="4516"/>
                  </a:lnTo>
                  <a:lnTo>
                    <a:pt x="4299" y="4339"/>
                  </a:lnTo>
                  <a:lnTo>
                    <a:pt x="4095" y="4190"/>
                  </a:lnTo>
                  <a:lnTo>
                    <a:pt x="3877" y="4054"/>
                  </a:lnTo>
                  <a:lnTo>
                    <a:pt x="3646" y="3945"/>
                  </a:lnTo>
                  <a:lnTo>
                    <a:pt x="3401" y="3863"/>
                  </a:lnTo>
                  <a:lnTo>
                    <a:pt x="3156" y="3795"/>
                  </a:lnTo>
                  <a:lnTo>
                    <a:pt x="2898" y="3755"/>
                  </a:lnTo>
                  <a:lnTo>
                    <a:pt x="2626" y="3741"/>
                  </a:lnTo>
                  <a:lnTo>
                    <a:pt x="2476" y="3727"/>
                  </a:lnTo>
                  <a:lnTo>
                    <a:pt x="2327" y="3714"/>
                  </a:lnTo>
                  <a:lnTo>
                    <a:pt x="2177" y="3673"/>
                  </a:lnTo>
                  <a:lnTo>
                    <a:pt x="2041" y="3618"/>
                  </a:lnTo>
                  <a:lnTo>
                    <a:pt x="1918" y="3564"/>
                  </a:lnTo>
                  <a:lnTo>
                    <a:pt x="1796" y="3482"/>
                  </a:lnTo>
                  <a:lnTo>
                    <a:pt x="1674" y="3401"/>
                  </a:lnTo>
                  <a:lnTo>
                    <a:pt x="1565" y="3306"/>
                  </a:lnTo>
                  <a:lnTo>
                    <a:pt x="1470" y="3197"/>
                  </a:lnTo>
                  <a:lnTo>
                    <a:pt x="1388" y="3088"/>
                  </a:lnTo>
                  <a:lnTo>
                    <a:pt x="1306" y="2966"/>
                  </a:lnTo>
                  <a:lnTo>
                    <a:pt x="1252" y="2830"/>
                  </a:lnTo>
                  <a:lnTo>
                    <a:pt x="1198" y="2694"/>
                  </a:lnTo>
                  <a:lnTo>
                    <a:pt x="1157" y="2544"/>
                  </a:lnTo>
                  <a:lnTo>
                    <a:pt x="1143" y="2394"/>
                  </a:lnTo>
                  <a:lnTo>
                    <a:pt x="1130" y="2245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9"/>
            <p:cNvSpPr/>
            <p:nvPr/>
          </p:nvSpPr>
          <p:spPr>
            <a:xfrm>
              <a:off x="2139841" y="2327702"/>
              <a:ext cx="133665" cy="155790"/>
            </a:xfrm>
            <a:custGeom>
              <a:avLst/>
              <a:gdLst/>
              <a:ahLst/>
              <a:cxnLst/>
              <a:rect l="l" t="t" r="r" b="b"/>
              <a:pathLst>
                <a:path w="3782" h="4408" extrusionOk="0">
                  <a:moveTo>
                    <a:pt x="2639" y="1"/>
                  </a:moveTo>
                  <a:lnTo>
                    <a:pt x="2639" y="627"/>
                  </a:lnTo>
                  <a:lnTo>
                    <a:pt x="2626" y="899"/>
                  </a:lnTo>
                  <a:lnTo>
                    <a:pt x="2599" y="1157"/>
                  </a:lnTo>
                  <a:lnTo>
                    <a:pt x="2530" y="1415"/>
                  </a:lnTo>
                  <a:lnTo>
                    <a:pt x="2435" y="1647"/>
                  </a:lnTo>
                  <a:lnTo>
                    <a:pt x="2326" y="1892"/>
                  </a:lnTo>
                  <a:lnTo>
                    <a:pt x="2190" y="2109"/>
                  </a:lnTo>
                  <a:lnTo>
                    <a:pt x="2041" y="2313"/>
                  </a:lnTo>
                  <a:lnTo>
                    <a:pt x="1864" y="2490"/>
                  </a:lnTo>
                  <a:lnTo>
                    <a:pt x="1674" y="2667"/>
                  </a:lnTo>
                  <a:lnTo>
                    <a:pt x="1469" y="2817"/>
                  </a:lnTo>
                  <a:lnTo>
                    <a:pt x="1252" y="2953"/>
                  </a:lnTo>
                  <a:lnTo>
                    <a:pt x="1021" y="3061"/>
                  </a:lnTo>
                  <a:lnTo>
                    <a:pt x="776" y="3157"/>
                  </a:lnTo>
                  <a:lnTo>
                    <a:pt x="531" y="3225"/>
                  </a:lnTo>
                  <a:lnTo>
                    <a:pt x="259" y="3265"/>
                  </a:lnTo>
                  <a:lnTo>
                    <a:pt x="0" y="3279"/>
                  </a:lnTo>
                  <a:lnTo>
                    <a:pt x="0" y="4408"/>
                  </a:lnTo>
                  <a:lnTo>
                    <a:pt x="191" y="4408"/>
                  </a:lnTo>
                  <a:lnTo>
                    <a:pt x="381" y="4394"/>
                  </a:lnTo>
                  <a:lnTo>
                    <a:pt x="572" y="4367"/>
                  </a:lnTo>
                  <a:lnTo>
                    <a:pt x="762" y="4326"/>
                  </a:lnTo>
                  <a:lnTo>
                    <a:pt x="939" y="4286"/>
                  </a:lnTo>
                  <a:lnTo>
                    <a:pt x="1116" y="4245"/>
                  </a:lnTo>
                  <a:lnTo>
                    <a:pt x="1293" y="4177"/>
                  </a:lnTo>
                  <a:lnTo>
                    <a:pt x="1469" y="4109"/>
                  </a:lnTo>
                  <a:lnTo>
                    <a:pt x="1633" y="4041"/>
                  </a:lnTo>
                  <a:lnTo>
                    <a:pt x="1796" y="3946"/>
                  </a:lnTo>
                  <a:lnTo>
                    <a:pt x="1959" y="3864"/>
                  </a:lnTo>
                  <a:lnTo>
                    <a:pt x="2109" y="3769"/>
                  </a:lnTo>
                  <a:lnTo>
                    <a:pt x="2258" y="3660"/>
                  </a:lnTo>
                  <a:lnTo>
                    <a:pt x="2408" y="3537"/>
                  </a:lnTo>
                  <a:lnTo>
                    <a:pt x="2544" y="3429"/>
                  </a:lnTo>
                  <a:lnTo>
                    <a:pt x="2667" y="3293"/>
                  </a:lnTo>
                  <a:lnTo>
                    <a:pt x="2803" y="3170"/>
                  </a:lnTo>
                  <a:lnTo>
                    <a:pt x="2911" y="3034"/>
                  </a:lnTo>
                  <a:lnTo>
                    <a:pt x="3034" y="2885"/>
                  </a:lnTo>
                  <a:lnTo>
                    <a:pt x="3129" y="2735"/>
                  </a:lnTo>
                  <a:lnTo>
                    <a:pt x="3238" y="2585"/>
                  </a:lnTo>
                  <a:lnTo>
                    <a:pt x="3319" y="2422"/>
                  </a:lnTo>
                  <a:lnTo>
                    <a:pt x="3415" y="2259"/>
                  </a:lnTo>
                  <a:lnTo>
                    <a:pt x="3483" y="2096"/>
                  </a:lnTo>
                  <a:lnTo>
                    <a:pt x="3551" y="1919"/>
                  </a:lnTo>
                  <a:lnTo>
                    <a:pt x="3605" y="1742"/>
                  </a:lnTo>
                  <a:lnTo>
                    <a:pt x="3660" y="1565"/>
                  </a:lnTo>
                  <a:lnTo>
                    <a:pt x="3700" y="1388"/>
                  </a:lnTo>
                  <a:lnTo>
                    <a:pt x="3741" y="1198"/>
                  </a:lnTo>
                  <a:lnTo>
                    <a:pt x="3768" y="1007"/>
                  </a:lnTo>
                  <a:lnTo>
                    <a:pt x="3782" y="817"/>
                  </a:lnTo>
                  <a:lnTo>
                    <a:pt x="3782" y="627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9"/>
            <p:cNvSpPr/>
            <p:nvPr/>
          </p:nvSpPr>
          <p:spPr>
            <a:xfrm>
              <a:off x="1591779" y="1921470"/>
              <a:ext cx="503383" cy="187068"/>
            </a:xfrm>
            <a:custGeom>
              <a:avLst/>
              <a:gdLst/>
              <a:ahLst/>
              <a:cxnLst/>
              <a:rect l="l" t="t" r="r" b="b"/>
              <a:pathLst>
                <a:path w="14243" h="5293" extrusionOk="0">
                  <a:moveTo>
                    <a:pt x="0" y="1"/>
                  </a:moveTo>
                  <a:lnTo>
                    <a:pt x="0" y="1130"/>
                  </a:lnTo>
                  <a:lnTo>
                    <a:pt x="8937" y="1130"/>
                  </a:lnTo>
                  <a:lnTo>
                    <a:pt x="9155" y="1143"/>
                  </a:lnTo>
                  <a:lnTo>
                    <a:pt x="9373" y="1157"/>
                  </a:lnTo>
                  <a:lnTo>
                    <a:pt x="9577" y="1184"/>
                  </a:lnTo>
                  <a:lnTo>
                    <a:pt x="9781" y="1211"/>
                  </a:lnTo>
                  <a:lnTo>
                    <a:pt x="9985" y="1266"/>
                  </a:lnTo>
                  <a:lnTo>
                    <a:pt x="10175" y="1320"/>
                  </a:lnTo>
                  <a:lnTo>
                    <a:pt x="10379" y="1388"/>
                  </a:lnTo>
                  <a:lnTo>
                    <a:pt x="10570" y="1456"/>
                  </a:lnTo>
                  <a:lnTo>
                    <a:pt x="10746" y="1538"/>
                  </a:lnTo>
                  <a:lnTo>
                    <a:pt x="10923" y="1633"/>
                  </a:lnTo>
                  <a:lnTo>
                    <a:pt x="11100" y="1742"/>
                  </a:lnTo>
                  <a:lnTo>
                    <a:pt x="11277" y="1837"/>
                  </a:lnTo>
                  <a:lnTo>
                    <a:pt x="11440" y="1959"/>
                  </a:lnTo>
                  <a:lnTo>
                    <a:pt x="11590" y="2082"/>
                  </a:lnTo>
                  <a:lnTo>
                    <a:pt x="11739" y="2218"/>
                  </a:lnTo>
                  <a:lnTo>
                    <a:pt x="11889" y="2354"/>
                  </a:lnTo>
                  <a:lnTo>
                    <a:pt x="12025" y="2504"/>
                  </a:lnTo>
                  <a:lnTo>
                    <a:pt x="12161" y="2653"/>
                  </a:lnTo>
                  <a:lnTo>
                    <a:pt x="12284" y="2803"/>
                  </a:lnTo>
                  <a:lnTo>
                    <a:pt x="12392" y="2966"/>
                  </a:lnTo>
                  <a:lnTo>
                    <a:pt x="12501" y="3143"/>
                  </a:lnTo>
                  <a:lnTo>
                    <a:pt x="12610" y="3320"/>
                  </a:lnTo>
                  <a:lnTo>
                    <a:pt x="12705" y="3497"/>
                  </a:lnTo>
                  <a:lnTo>
                    <a:pt x="12787" y="3673"/>
                  </a:lnTo>
                  <a:lnTo>
                    <a:pt x="12855" y="3864"/>
                  </a:lnTo>
                  <a:lnTo>
                    <a:pt x="12923" y="4054"/>
                  </a:lnTo>
                  <a:lnTo>
                    <a:pt x="12977" y="4258"/>
                  </a:lnTo>
                  <a:lnTo>
                    <a:pt x="13032" y="4462"/>
                  </a:lnTo>
                  <a:lnTo>
                    <a:pt x="13059" y="4666"/>
                  </a:lnTo>
                  <a:lnTo>
                    <a:pt x="13086" y="4870"/>
                  </a:lnTo>
                  <a:lnTo>
                    <a:pt x="13100" y="5088"/>
                  </a:lnTo>
                  <a:lnTo>
                    <a:pt x="13113" y="5292"/>
                  </a:lnTo>
                  <a:lnTo>
                    <a:pt x="14242" y="5292"/>
                  </a:lnTo>
                  <a:lnTo>
                    <a:pt x="14242" y="5020"/>
                  </a:lnTo>
                  <a:lnTo>
                    <a:pt x="14215" y="4762"/>
                  </a:lnTo>
                  <a:lnTo>
                    <a:pt x="14188" y="4489"/>
                  </a:lnTo>
                  <a:lnTo>
                    <a:pt x="14134" y="4231"/>
                  </a:lnTo>
                  <a:lnTo>
                    <a:pt x="14079" y="3973"/>
                  </a:lnTo>
                  <a:lnTo>
                    <a:pt x="14011" y="3728"/>
                  </a:lnTo>
                  <a:lnTo>
                    <a:pt x="13930" y="3483"/>
                  </a:lnTo>
                  <a:lnTo>
                    <a:pt x="13834" y="3238"/>
                  </a:lnTo>
                  <a:lnTo>
                    <a:pt x="13725" y="3007"/>
                  </a:lnTo>
                  <a:lnTo>
                    <a:pt x="13603" y="2776"/>
                  </a:lnTo>
                  <a:lnTo>
                    <a:pt x="13481" y="2544"/>
                  </a:lnTo>
                  <a:lnTo>
                    <a:pt x="13345" y="2340"/>
                  </a:lnTo>
                  <a:lnTo>
                    <a:pt x="13195" y="2123"/>
                  </a:lnTo>
                  <a:lnTo>
                    <a:pt x="13032" y="1932"/>
                  </a:lnTo>
                  <a:lnTo>
                    <a:pt x="12869" y="1728"/>
                  </a:lnTo>
                  <a:lnTo>
                    <a:pt x="12692" y="1551"/>
                  </a:lnTo>
                  <a:lnTo>
                    <a:pt x="12501" y="1375"/>
                  </a:lnTo>
                  <a:lnTo>
                    <a:pt x="12311" y="1211"/>
                  </a:lnTo>
                  <a:lnTo>
                    <a:pt x="12120" y="1048"/>
                  </a:lnTo>
                  <a:lnTo>
                    <a:pt x="11903" y="898"/>
                  </a:lnTo>
                  <a:lnTo>
                    <a:pt x="11685" y="762"/>
                  </a:lnTo>
                  <a:lnTo>
                    <a:pt x="11467" y="640"/>
                  </a:lnTo>
                  <a:lnTo>
                    <a:pt x="11236" y="518"/>
                  </a:lnTo>
                  <a:lnTo>
                    <a:pt x="11005" y="409"/>
                  </a:lnTo>
                  <a:lnTo>
                    <a:pt x="10760" y="314"/>
                  </a:lnTo>
                  <a:lnTo>
                    <a:pt x="10515" y="232"/>
                  </a:lnTo>
                  <a:lnTo>
                    <a:pt x="10270" y="164"/>
                  </a:lnTo>
                  <a:lnTo>
                    <a:pt x="10012" y="96"/>
                  </a:lnTo>
                  <a:lnTo>
                    <a:pt x="9754" y="55"/>
                  </a:lnTo>
                  <a:lnTo>
                    <a:pt x="9481" y="28"/>
                  </a:lnTo>
                  <a:lnTo>
                    <a:pt x="920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29"/>
            <p:cNvSpPr/>
            <p:nvPr/>
          </p:nvSpPr>
          <p:spPr>
            <a:xfrm>
              <a:off x="2041765" y="1881109"/>
              <a:ext cx="298573" cy="147131"/>
            </a:xfrm>
            <a:custGeom>
              <a:avLst/>
              <a:gdLst/>
              <a:ahLst/>
              <a:cxnLst/>
              <a:rect l="l" t="t" r="r" b="b"/>
              <a:pathLst>
                <a:path w="8448" h="4163" extrusionOk="0">
                  <a:moveTo>
                    <a:pt x="7319" y="0"/>
                  </a:moveTo>
                  <a:lnTo>
                    <a:pt x="7305" y="313"/>
                  </a:lnTo>
                  <a:lnTo>
                    <a:pt x="7251" y="612"/>
                  </a:lnTo>
                  <a:lnTo>
                    <a:pt x="7183" y="898"/>
                  </a:lnTo>
                  <a:lnTo>
                    <a:pt x="7074" y="1183"/>
                  </a:lnTo>
                  <a:lnTo>
                    <a:pt x="6951" y="1442"/>
                  </a:lnTo>
                  <a:lnTo>
                    <a:pt x="6802" y="1687"/>
                  </a:lnTo>
                  <a:lnTo>
                    <a:pt x="6625" y="1932"/>
                  </a:lnTo>
                  <a:lnTo>
                    <a:pt x="6421" y="2136"/>
                  </a:lnTo>
                  <a:lnTo>
                    <a:pt x="6217" y="2340"/>
                  </a:lnTo>
                  <a:lnTo>
                    <a:pt x="5986" y="2517"/>
                  </a:lnTo>
                  <a:lnTo>
                    <a:pt x="5727" y="2666"/>
                  </a:lnTo>
                  <a:lnTo>
                    <a:pt x="5469" y="2789"/>
                  </a:lnTo>
                  <a:lnTo>
                    <a:pt x="5183" y="2897"/>
                  </a:lnTo>
                  <a:lnTo>
                    <a:pt x="4897" y="2965"/>
                  </a:lnTo>
                  <a:lnTo>
                    <a:pt x="4598" y="3006"/>
                  </a:lnTo>
                  <a:lnTo>
                    <a:pt x="4285" y="3033"/>
                  </a:lnTo>
                  <a:lnTo>
                    <a:pt x="0" y="3033"/>
                  </a:lnTo>
                  <a:lnTo>
                    <a:pt x="0" y="4162"/>
                  </a:lnTo>
                  <a:lnTo>
                    <a:pt x="4503" y="4162"/>
                  </a:lnTo>
                  <a:lnTo>
                    <a:pt x="4707" y="4149"/>
                  </a:lnTo>
                  <a:lnTo>
                    <a:pt x="4925" y="4122"/>
                  </a:lnTo>
                  <a:lnTo>
                    <a:pt x="5129" y="4081"/>
                  </a:lnTo>
                  <a:lnTo>
                    <a:pt x="5333" y="4026"/>
                  </a:lnTo>
                  <a:lnTo>
                    <a:pt x="5523" y="3972"/>
                  </a:lnTo>
                  <a:lnTo>
                    <a:pt x="5714" y="3918"/>
                  </a:lnTo>
                  <a:lnTo>
                    <a:pt x="5904" y="3836"/>
                  </a:lnTo>
                  <a:lnTo>
                    <a:pt x="6094" y="3754"/>
                  </a:lnTo>
                  <a:lnTo>
                    <a:pt x="6271" y="3659"/>
                  </a:lnTo>
                  <a:lnTo>
                    <a:pt x="6448" y="3564"/>
                  </a:lnTo>
                  <a:lnTo>
                    <a:pt x="6611" y="3455"/>
                  </a:lnTo>
                  <a:lnTo>
                    <a:pt x="6775" y="3333"/>
                  </a:lnTo>
                  <a:lnTo>
                    <a:pt x="6938" y="3210"/>
                  </a:lnTo>
                  <a:lnTo>
                    <a:pt x="7087" y="3088"/>
                  </a:lnTo>
                  <a:lnTo>
                    <a:pt x="7237" y="2938"/>
                  </a:lnTo>
                  <a:lnTo>
                    <a:pt x="7373" y="2802"/>
                  </a:lnTo>
                  <a:lnTo>
                    <a:pt x="7496" y="2653"/>
                  </a:lnTo>
                  <a:lnTo>
                    <a:pt x="7618" y="2489"/>
                  </a:lnTo>
                  <a:lnTo>
                    <a:pt x="7740" y="2326"/>
                  </a:lnTo>
                  <a:lnTo>
                    <a:pt x="7849" y="2163"/>
                  </a:lnTo>
                  <a:lnTo>
                    <a:pt x="7944" y="1986"/>
                  </a:lnTo>
                  <a:lnTo>
                    <a:pt x="8040" y="1809"/>
                  </a:lnTo>
                  <a:lnTo>
                    <a:pt x="8121" y="1619"/>
                  </a:lnTo>
                  <a:lnTo>
                    <a:pt x="8203" y="1428"/>
                  </a:lnTo>
                  <a:lnTo>
                    <a:pt x="8257" y="1238"/>
                  </a:lnTo>
                  <a:lnTo>
                    <a:pt x="8325" y="1034"/>
                  </a:lnTo>
                  <a:lnTo>
                    <a:pt x="8366" y="843"/>
                  </a:lnTo>
                  <a:lnTo>
                    <a:pt x="8407" y="639"/>
                  </a:lnTo>
                  <a:lnTo>
                    <a:pt x="8434" y="422"/>
                  </a:lnTo>
                  <a:lnTo>
                    <a:pt x="8448" y="218"/>
                  </a:lnTo>
                  <a:lnTo>
                    <a:pt x="844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29"/>
            <p:cNvSpPr/>
            <p:nvPr/>
          </p:nvSpPr>
          <p:spPr>
            <a:xfrm>
              <a:off x="2499456" y="2274334"/>
              <a:ext cx="140416" cy="163989"/>
            </a:xfrm>
            <a:custGeom>
              <a:avLst/>
              <a:gdLst/>
              <a:ahLst/>
              <a:cxnLst/>
              <a:rect l="l" t="t" r="r" b="b"/>
              <a:pathLst>
                <a:path w="3973" h="4640" extrusionOk="0">
                  <a:moveTo>
                    <a:pt x="0" y="1"/>
                  </a:moveTo>
                  <a:lnTo>
                    <a:pt x="0" y="667"/>
                  </a:lnTo>
                  <a:lnTo>
                    <a:pt x="0" y="871"/>
                  </a:lnTo>
                  <a:lnTo>
                    <a:pt x="14" y="1076"/>
                  </a:lnTo>
                  <a:lnTo>
                    <a:pt x="41" y="1266"/>
                  </a:lnTo>
                  <a:lnTo>
                    <a:pt x="82" y="1470"/>
                  </a:lnTo>
                  <a:lnTo>
                    <a:pt x="123" y="1660"/>
                  </a:lnTo>
                  <a:lnTo>
                    <a:pt x="177" y="1851"/>
                  </a:lnTo>
                  <a:lnTo>
                    <a:pt x="245" y="2028"/>
                  </a:lnTo>
                  <a:lnTo>
                    <a:pt x="313" y="2205"/>
                  </a:lnTo>
                  <a:lnTo>
                    <a:pt x="395" y="2381"/>
                  </a:lnTo>
                  <a:lnTo>
                    <a:pt x="476" y="2558"/>
                  </a:lnTo>
                  <a:lnTo>
                    <a:pt x="571" y="2721"/>
                  </a:lnTo>
                  <a:lnTo>
                    <a:pt x="680" y="2885"/>
                  </a:lnTo>
                  <a:lnTo>
                    <a:pt x="789" y="3048"/>
                  </a:lnTo>
                  <a:lnTo>
                    <a:pt x="912" y="3197"/>
                  </a:lnTo>
                  <a:lnTo>
                    <a:pt x="1034" y="3334"/>
                  </a:lnTo>
                  <a:lnTo>
                    <a:pt x="1170" y="3470"/>
                  </a:lnTo>
                  <a:lnTo>
                    <a:pt x="1306" y="3606"/>
                  </a:lnTo>
                  <a:lnTo>
                    <a:pt x="1442" y="3728"/>
                  </a:lnTo>
                  <a:lnTo>
                    <a:pt x="1605" y="3850"/>
                  </a:lnTo>
                  <a:lnTo>
                    <a:pt x="1755" y="3959"/>
                  </a:lnTo>
                  <a:lnTo>
                    <a:pt x="1918" y="4068"/>
                  </a:lnTo>
                  <a:lnTo>
                    <a:pt x="2081" y="4163"/>
                  </a:lnTo>
                  <a:lnTo>
                    <a:pt x="2258" y="4245"/>
                  </a:lnTo>
                  <a:lnTo>
                    <a:pt x="2435" y="4327"/>
                  </a:lnTo>
                  <a:lnTo>
                    <a:pt x="2612" y="4395"/>
                  </a:lnTo>
                  <a:lnTo>
                    <a:pt x="2789" y="4463"/>
                  </a:lnTo>
                  <a:lnTo>
                    <a:pt x="2979" y="4517"/>
                  </a:lnTo>
                  <a:lnTo>
                    <a:pt x="3170" y="4558"/>
                  </a:lnTo>
                  <a:lnTo>
                    <a:pt x="3374" y="4599"/>
                  </a:lnTo>
                  <a:lnTo>
                    <a:pt x="3564" y="4626"/>
                  </a:lnTo>
                  <a:lnTo>
                    <a:pt x="3768" y="4639"/>
                  </a:lnTo>
                  <a:lnTo>
                    <a:pt x="3972" y="4639"/>
                  </a:lnTo>
                  <a:lnTo>
                    <a:pt x="3972" y="3510"/>
                  </a:lnTo>
                  <a:lnTo>
                    <a:pt x="3686" y="3497"/>
                  </a:lnTo>
                  <a:lnTo>
                    <a:pt x="3401" y="3442"/>
                  </a:lnTo>
                  <a:lnTo>
                    <a:pt x="3129" y="3374"/>
                  </a:lnTo>
                  <a:lnTo>
                    <a:pt x="2870" y="3279"/>
                  </a:lnTo>
                  <a:lnTo>
                    <a:pt x="2625" y="3157"/>
                  </a:lnTo>
                  <a:lnTo>
                    <a:pt x="2394" y="3021"/>
                  </a:lnTo>
                  <a:lnTo>
                    <a:pt x="2177" y="2857"/>
                  </a:lnTo>
                  <a:lnTo>
                    <a:pt x="1973" y="2667"/>
                  </a:lnTo>
                  <a:lnTo>
                    <a:pt x="1782" y="2477"/>
                  </a:lnTo>
                  <a:lnTo>
                    <a:pt x="1619" y="2245"/>
                  </a:lnTo>
                  <a:lnTo>
                    <a:pt x="1483" y="2014"/>
                  </a:lnTo>
                  <a:lnTo>
                    <a:pt x="1360" y="1769"/>
                  </a:lnTo>
                  <a:lnTo>
                    <a:pt x="1265" y="1511"/>
                  </a:lnTo>
                  <a:lnTo>
                    <a:pt x="1197" y="1239"/>
                  </a:lnTo>
                  <a:lnTo>
                    <a:pt x="1156" y="953"/>
                  </a:lnTo>
                  <a:lnTo>
                    <a:pt x="1129" y="667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9"/>
            <p:cNvSpPr/>
            <p:nvPr/>
          </p:nvSpPr>
          <p:spPr>
            <a:xfrm>
              <a:off x="2457610" y="1856086"/>
              <a:ext cx="175511" cy="140416"/>
            </a:xfrm>
            <a:custGeom>
              <a:avLst/>
              <a:gdLst/>
              <a:ahLst/>
              <a:cxnLst/>
              <a:rect l="l" t="t" r="r" b="b"/>
              <a:pathLst>
                <a:path w="4966" h="3973" extrusionOk="0">
                  <a:moveTo>
                    <a:pt x="3837" y="1"/>
                  </a:moveTo>
                  <a:lnTo>
                    <a:pt x="3823" y="286"/>
                  </a:lnTo>
                  <a:lnTo>
                    <a:pt x="3782" y="572"/>
                  </a:lnTo>
                  <a:lnTo>
                    <a:pt x="3701" y="844"/>
                  </a:lnTo>
                  <a:lnTo>
                    <a:pt x="3605" y="1103"/>
                  </a:lnTo>
                  <a:lnTo>
                    <a:pt x="3497" y="1347"/>
                  </a:lnTo>
                  <a:lnTo>
                    <a:pt x="3347" y="1579"/>
                  </a:lnTo>
                  <a:lnTo>
                    <a:pt x="3184" y="1810"/>
                  </a:lnTo>
                  <a:lnTo>
                    <a:pt x="3007" y="2000"/>
                  </a:lnTo>
                  <a:lnTo>
                    <a:pt x="2803" y="2191"/>
                  </a:lnTo>
                  <a:lnTo>
                    <a:pt x="2585" y="2354"/>
                  </a:lnTo>
                  <a:lnTo>
                    <a:pt x="2340" y="2490"/>
                  </a:lnTo>
                  <a:lnTo>
                    <a:pt x="2096" y="2612"/>
                  </a:lnTo>
                  <a:lnTo>
                    <a:pt x="1837" y="2708"/>
                  </a:lnTo>
                  <a:lnTo>
                    <a:pt x="1565" y="2776"/>
                  </a:lnTo>
                  <a:lnTo>
                    <a:pt x="1279" y="2830"/>
                  </a:lnTo>
                  <a:lnTo>
                    <a:pt x="994" y="2844"/>
                  </a:lnTo>
                  <a:lnTo>
                    <a:pt x="1" y="2844"/>
                  </a:lnTo>
                  <a:lnTo>
                    <a:pt x="1" y="3973"/>
                  </a:lnTo>
                  <a:lnTo>
                    <a:pt x="1198" y="3973"/>
                  </a:lnTo>
                  <a:lnTo>
                    <a:pt x="1402" y="3959"/>
                  </a:lnTo>
                  <a:lnTo>
                    <a:pt x="1606" y="3932"/>
                  </a:lnTo>
                  <a:lnTo>
                    <a:pt x="1796" y="3891"/>
                  </a:lnTo>
                  <a:lnTo>
                    <a:pt x="1987" y="3850"/>
                  </a:lnTo>
                  <a:lnTo>
                    <a:pt x="2177" y="3796"/>
                  </a:lnTo>
                  <a:lnTo>
                    <a:pt x="2354" y="3728"/>
                  </a:lnTo>
                  <a:lnTo>
                    <a:pt x="2544" y="3660"/>
                  </a:lnTo>
                  <a:lnTo>
                    <a:pt x="2721" y="3578"/>
                  </a:lnTo>
                  <a:lnTo>
                    <a:pt x="2884" y="3497"/>
                  </a:lnTo>
                  <a:lnTo>
                    <a:pt x="3061" y="3401"/>
                  </a:lnTo>
                  <a:lnTo>
                    <a:pt x="3211" y="3293"/>
                  </a:lnTo>
                  <a:lnTo>
                    <a:pt x="3374" y="3184"/>
                  </a:lnTo>
                  <a:lnTo>
                    <a:pt x="3524" y="3061"/>
                  </a:lnTo>
                  <a:lnTo>
                    <a:pt x="3673" y="2939"/>
                  </a:lnTo>
                  <a:lnTo>
                    <a:pt x="3809" y="2803"/>
                  </a:lnTo>
                  <a:lnTo>
                    <a:pt x="3932" y="2667"/>
                  </a:lnTo>
                  <a:lnTo>
                    <a:pt x="4068" y="2531"/>
                  </a:lnTo>
                  <a:lnTo>
                    <a:pt x="4177" y="2381"/>
                  </a:lnTo>
                  <a:lnTo>
                    <a:pt x="4286" y="2218"/>
                  </a:lnTo>
                  <a:lnTo>
                    <a:pt x="4394" y="2055"/>
                  </a:lnTo>
                  <a:lnTo>
                    <a:pt x="4490" y="1891"/>
                  </a:lnTo>
                  <a:lnTo>
                    <a:pt x="4585" y="1715"/>
                  </a:lnTo>
                  <a:lnTo>
                    <a:pt x="4653" y="1551"/>
                  </a:lnTo>
                  <a:lnTo>
                    <a:pt x="4734" y="1361"/>
                  </a:lnTo>
                  <a:lnTo>
                    <a:pt x="4789" y="1184"/>
                  </a:lnTo>
                  <a:lnTo>
                    <a:pt x="4843" y="994"/>
                  </a:lnTo>
                  <a:lnTo>
                    <a:pt x="4884" y="803"/>
                  </a:lnTo>
                  <a:lnTo>
                    <a:pt x="4925" y="599"/>
                  </a:lnTo>
                  <a:lnTo>
                    <a:pt x="4952" y="409"/>
                  </a:lnTo>
                  <a:lnTo>
                    <a:pt x="4966" y="205"/>
                  </a:lnTo>
                  <a:lnTo>
                    <a:pt x="4966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9"/>
            <p:cNvSpPr/>
            <p:nvPr/>
          </p:nvSpPr>
          <p:spPr>
            <a:xfrm>
              <a:off x="2566254" y="2088784"/>
              <a:ext cx="203891" cy="39937"/>
            </a:xfrm>
            <a:custGeom>
              <a:avLst/>
              <a:gdLst/>
              <a:ahLst/>
              <a:cxnLst/>
              <a:rect l="l" t="t" r="r" b="b"/>
              <a:pathLst>
                <a:path w="5769" h="1130" extrusionOk="0">
                  <a:moveTo>
                    <a:pt x="1" y="0"/>
                  </a:moveTo>
                  <a:lnTo>
                    <a:pt x="1" y="1129"/>
                  </a:lnTo>
                  <a:lnTo>
                    <a:pt x="5768" y="1129"/>
                  </a:lnTo>
                  <a:lnTo>
                    <a:pt x="5741" y="558"/>
                  </a:lnTo>
                  <a:lnTo>
                    <a:pt x="571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29"/>
            <p:cNvSpPr/>
            <p:nvPr/>
          </p:nvSpPr>
          <p:spPr>
            <a:xfrm>
              <a:off x="1550427" y="1547931"/>
              <a:ext cx="197140" cy="102423"/>
            </a:xfrm>
            <a:custGeom>
              <a:avLst/>
              <a:gdLst/>
              <a:ahLst/>
              <a:cxnLst/>
              <a:rect l="l" t="t" r="r" b="b"/>
              <a:pathLst>
                <a:path w="5578" h="2898" extrusionOk="0">
                  <a:moveTo>
                    <a:pt x="2041" y="0"/>
                  </a:moveTo>
                  <a:lnTo>
                    <a:pt x="1511" y="273"/>
                  </a:lnTo>
                  <a:lnTo>
                    <a:pt x="1007" y="545"/>
                  </a:lnTo>
                  <a:lnTo>
                    <a:pt x="504" y="844"/>
                  </a:lnTo>
                  <a:lnTo>
                    <a:pt x="1" y="1143"/>
                  </a:lnTo>
                  <a:lnTo>
                    <a:pt x="2694" y="1143"/>
                  </a:lnTo>
                  <a:lnTo>
                    <a:pt x="2871" y="1157"/>
                  </a:lnTo>
                  <a:lnTo>
                    <a:pt x="3048" y="1184"/>
                  </a:lnTo>
                  <a:lnTo>
                    <a:pt x="3211" y="1225"/>
                  </a:lnTo>
                  <a:lnTo>
                    <a:pt x="3374" y="1279"/>
                  </a:lnTo>
                  <a:lnTo>
                    <a:pt x="3524" y="1361"/>
                  </a:lnTo>
                  <a:lnTo>
                    <a:pt x="3673" y="1442"/>
                  </a:lnTo>
                  <a:lnTo>
                    <a:pt x="3796" y="1538"/>
                  </a:lnTo>
                  <a:lnTo>
                    <a:pt x="3932" y="1660"/>
                  </a:lnTo>
                  <a:lnTo>
                    <a:pt x="4041" y="1782"/>
                  </a:lnTo>
                  <a:lnTo>
                    <a:pt x="4136" y="1918"/>
                  </a:lnTo>
                  <a:lnTo>
                    <a:pt x="4231" y="2054"/>
                  </a:lnTo>
                  <a:lnTo>
                    <a:pt x="4299" y="2218"/>
                  </a:lnTo>
                  <a:lnTo>
                    <a:pt x="4353" y="2367"/>
                  </a:lnTo>
                  <a:lnTo>
                    <a:pt x="4408" y="2544"/>
                  </a:lnTo>
                  <a:lnTo>
                    <a:pt x="4435" y="2721"/>
                  </a:lnTo>
                  <a:lnTo>
                    <a:pt x="4435" y="2898"/>
                  </a:lnTo>
                  <a:lnTo>
                    <a:pt x="5578" y="2898"/>
                  </a:lnTo>
                  <a:lnTo>
                    <a:pt x="5564" y="2599"/>
                  </a:lnTo>
                  <a:lnTo>
                    <a:pt x="5510" y="2313"/>
                  </a:lnTo>
                  <a:lnTo>
                    <a:pt x="5442" y="2041"/>
                  </a:lnTo>
                  <a:lnTo>
                    <a:pt x="5346" y="1769"/>
                  </a:lnTo>
                  <a:lnTo>
                    <a:pt x="5224" y="1524"/>
                  </a:lnTo>
                  <a:lnTo>
                    <a:pt x="5074" y="1279"/>
                  </a:lnTo>
                  <a:lnTo>
                    <a:pt x="4911" y="1061"/>
                  </a:lnTo>
                  <a:lnTo>
                    <a:pt x="4734" y="857"/>
                  </a:lnTo>
                  <a:lnTo>
                    <a:pt x="4517" y="667"/>
                  </a:lnTo>
                  <a:lnTo>
                    <a:pt x="4299" y="504"/>
                  </a:lnTo>
                  <a:lnTo>
                    <a:pt x="4068" y="354"/>
                  </a:lnTo>
                  <a:lnTo>
                    <a:pt x="3809" y="232"/>
                  </a:lnTo>
                  <a:lnTo>
                    <a:pt x="3551" y="137"/>
                  </a:lnTo>
                  <a:lnTo>
                    <a:pt x="3265" y="69"/>
                  </a:lnTo>
                  <a:lnTo>
                    <a:pt x="2980" y="2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29"/>
            <p:cNvSpPr/>
            <p:nvPr/>
          </p:nvSpPr>
          <p:spPr>
            <a:xfrm>
              <a:off x="1335542" y="2398847"/>
              <a:ext cx="40396" cy="136599"/>
            </a:xfrm>
            <a:custGeom>
              <a:avLst/>
              <a:gdLst/>
              <a:ahLst/>
              <a:cxnLst/>
              <a:rect l="l" t="t" r="r" b="b"/>
              <a:pathLst>
                <a:path w="1143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6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6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29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29"/>
            <p:cNvSpPr/>
            <p:nvPr/>
          </p:nvSpPr>
          <p:spPr>
            <a:xfrm>
              <a:off x="1412449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55" y="3524"/>
                  </a:lnTo>
                  <a:lnTo>
                    <a:pt x="109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68" y="3823"/>
                  </a:lnTo>
                  <a:lnTo>
                    <a:pt x="477" y="3850"/>
                  </a:lnTo>
                  <a:lnTo>
                    <a:pt x="586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17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102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29"/>
            <p:cNvSpPr/>
            <p:nvPr/>
          </p:nvSpPr>
          <p:spPr>
            <a:xfrm>
              <a:off x="1489850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64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6" y="3864"/>
                  </a:lnTo>
                  <a:lnTo>
                    <a:pt x="694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34" y="3606"/>
                  </a:lnTo>
                  <a:lnTo>
                    <a:pt x="1089" y="3510"/>
                  </a:lnTo>
                  <a:lnTo>
                    <a:pt x="1116" y="3415"/>
                  </a:lnTo>
                  <a:lnTo>
                    <a:pt x="1130" y="3306"/>
                  </a:lnTo>
                  <a:lnTo>
                    <a:pt x="1130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29"/>
            <p:cNvSpPr/>
            <p:nvPr/>
          </p:nvSpPr>
          <p:spPr>
            <a:xfrm>
              <a:off x="1566791" y="2398847"/>
              <a:ext cx="39937" cy="136599"/>
            </a:xfrm>
            <a:custGeom>
              <a:avLst/>
              <a:gdLst/>
              <a:ahLst/>
              <a:cxnLst/>
              <a:rect l="l" t="t" r="r" b="b"/>
              <a:pathLst>
                <a:path w="1130" h="3865" extrusionOk="0">
                  <a:moveTo>
                    <a:pt x="0" y="1"/>
                  </a:moveTo>
                  <a:lnTo>
                    <a:pt x="0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5" y="3619"/>
                  </a:lnTo>
                  <a:lnTo>
                    <a:pt x="163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7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79" y="3687"/>
                  </a:lnTo>
                  <a:lnTo>
                    <a:pt x="1048" y="3606"/>
                  </a:lnTo>
                  <a:lnTo>
                    <a:pt x="1088" y="3510"/>
                  </a:lnTo>
                  <a:lnTo>
                    <a:pt x="1129" y="3415"/>
                  </a:lnTo>
                  <a:lnTo>
                    <a:pt x="1129" y="3306"/>
                  </a:lnTo>
                  <a:lnTo>
                    <a:pt x="11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29"/>
            <p:cNvSpPr/>
            <p:nvPr/>
          </p:nvSpPr>
          <p:spPr>
            <a:xfrm>
              <a:off x="1643697" y="2398847"/>
              <a:ext cx="40432" cy="136599"/>
            </a:xfrm>
            <a:custGeom>
              <a:avLst/>
              <a:gdLst/>
              <a:ahLst/>
              <a:cxnLst/>
              <a:rect l="l" t="t" r="r" b="b"/>
              <a:pathLst>
                <a:path w="1144" h="3865" extrusionOk="0">
                  <a:moveTo>
                    <a:pt x="1" y="1"/>
                  </a:moveTo>
                  <a:lnTo>
                    <a:pt x="1" y="3306"/>
                  </a:lnTo>
                  <a:lnTo>
                    <a:pt x="14" y="3415"/>
                  </a:lnTo>
                  <a:lnTo>
                    <a:pt x="41" y="3524"/>
                  </a:lnTo>
                  <a:lnTo>
                    <a:pt x="96" y="3619"/>
                  </a:lnTo>
                  <a:lnTo>
                    <a:pt x="177" y="3714"/>
                  </a:lnTo>
                  <a:lnTo>
                    <a:pt x="259" y="3782"/>
                  </a:lnTo>
                  <a:lnTo>
                    <a:pt x="354" y="3823"/>
                  </a:lnTo>
                  <a:lnTo>
                    <a:pt x="463" y="3850"/>
                  </a:lnTo>
                  <a:lnTo>
                    <a:pt x="585" y="3864"/>
                  </a:lnTo>
                  <a:lnTo>
                    <a:pt x="599" y="3864"/>
                  </a:lnTo>
                  <a:lnTo>
                    <a:pt x="708" y="3850"/>
                  </a:lnTo>
                  <a:lnTo>
                    <a:pt x="803" y="3810"/>
                  </a:lnTo>
                  <a:lnTo>
                    <a:pt x="898" y="3755"/>
                  </a:lnTo>
                  <a:lnTo>
                    <a:pt x="980" y="3687"/>
                  </a:lnTo>
                  <a:lnTo>
                    <a:pt x="1048" y="3606"/>
                  </a:lnTo>
                  <a:lnTo>
                    <a:pt x="1089" y="3510"/>
                  </a:lnTo>
                  <a:lnTo>
                    <a:pt x="1130" y="3415"/>
                  </a:lnTo>
                  <a:lnTo>
                    <a:pt x="1143" y="3306"/>
                  </a:lnTo>
                  <a:lnTo>
                    <a:pt x="114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29"/>
            <p:cNvSpPr/>
            <p:nvPr/>
          </p:nvSpPr>
          <p:spPr>
            <a:xfrm>
              <a:off x="3336447" y="4559360"/>
              <a:ext cx="1235538" cy="146671"/>
            </a:xfrm>
            <a:custGeom>
              <a:avLst/>
              <a:gdLst/>
              <a:ahLst/>
              <a:cxnLst/>
              <a:rect l="l" t="t" r="r" b="b"/>
              <a:pathLst>
                <a:path w="34959" h="4150" extrusionOk="0">
                  <a:moveTo>
                    <a:pt x="17480" y="1"/>
                  </a:moveTo>
                  <a:lnTo>
                    <a:pt x="15698" y="14"/>
                  </a:lnTo>
                  <a:lnTo>
                    <a:pt x="13957" y="42"/>
                  </a:lnTo>
                  <a:lnTo>
                    <a:pt x="12283" y="96"/>
                  </a:lnTo>
                  <a:lnTo>
                    <a:pt x="10678" y="164"/>
                  </a:lnTo>
                  <a:lnTo>
                    <a:pt x="9155" y="246"/>
                  </a:lnTo>
                  <a:lnTo>
                    <a:pt x="7713" y="354"/>
                  </a:lnTo>
                  <a:lnTo>
                    <a:pt x="6366" y="477"/>
                  </a:lnTo>
                  <a:lnTo>
                    <a:pt x="5128" y="613"/>
                  </a:lnTo>
                  <a:lnTo>
                    <a:pt x="3999" y="762"/>
                  </a:lnTo>
                  <a:lnTo>
                    <a:pt x="2993" y="912"/>
                  </a:lnTo>
                  <a:lnTo>
                    <a:pt x="2530" y="994"/>
                  </a:lnTo>
                  <a:lnTo>
                    <a:pt x="2109" y="1089"/>
                  </a:lnTo>
                  <a:lnTo>
                    <a:pt x="1728" y="1171"/>
                  </a:lnTo>
                  <a:lnTo>
                    <a:pt x="1374" y="1266"/>
                  </a:lnTo>
                  <a:lnTo>
                    <a:pt x="1061" y="1361"/>
                  </a:lnTo>
                  <a:lnTo>
                    <a:pt x="789" y="1456"/>
                  </a:lnTo>
                  <a:lnTo>
                    <a:pt x="558" y="1551"/>
                  </a:lnTo>
                  <a:lnTo>
                    <a:pt x="354" y="1660"/>
                  </a:lnTo>
                  <a:lnTo>
                    <a:pt x="204" y="1755"/>
                  </a:lnTo>
                  <a:lnTo>
                    <a:pt x="96" y="1864"/>
                  </a:lnTo>
                  <a:lnTo>
                    <a:pt x="55" y="1919"/>
                  </a:lnTo>
                  <a:lnTo>
                    <a:pt x="28" y="1973"/>
                  </a:lnTo>
                  <a:lnTo>
                    <a:pt x="14" y="2027"/>
                  </a:lnTo>
                  <a:lnTo>
                    <a:pt x="0" y="2082"/>
                  </a:lnTo>
                  <a:lnTo>
                    <a:pt x="14" y="2123"/>
                  </a:lnTo>
                  <a:lnTo>
                    <a:pt x="28" y="2177"/>
                  </a:lnTo>
                  <a:lnTo>
                    <a:pt x="55" y="2232"/>
                  </a:lnTo>
                  <a:lnTo>
                    <a:pt x="96" y="2286"/>
                  </a:lnTo>
                  <a:lnTo>
                    <a:pt x="204" y="2395"/>
                  </a:lnTo>
                  <a:lnTo>
                    <a:pt x="354" y="2490"/>
                  </a:lnTo>
                  <a:lnTo>
                    <a:pt x="558" y="2599"/>
                  </a:lnTo>
                  <a:lnTo>
                    <a:pt x="789" y="2694"/>
                  </a:lnTo>
                  <a:lnTo>
                    <a:pt x="1061" y="2789"/>
                  </a:lnTo>
                  <a:lnTo>
                    <a:pt x="1374" y="2884"/>
                  </a:lnTo>
                  <a:lnTo>
                    <a:pt x="1728" y="2980"/>
                  </a:lnTo>
                  <a:lnTo>
                    <a:pt x="2109" y="3061"/>
                  </a:lnTo>
                  <a:lnTo>
                    <a:pt x="2530" y="3156"/>
                  </a:lnTo>
                  <a:lnTo>
                    <a:pt x="2993" y="3238"/>
                  </a:lnTo>
                  <a:lnTo>
                    <a:pt x="3999" y="3401"/>
                  </a:lnTo>
                  <a:lnTo>
                    <a:pt x="5128" y="3537"/>
                  </a:lnTo>
                  <a:lnTo>
                    <a:pt x="6366" y="3673"/>
                  </a:lnTo>
                  <a:lnTo>
                    <a:pt x="7713" y="3796"/>
                  </a:lnTo>
                  <a:lnTo>
                    <a:pt x="9155" y="3905"/>
                  </a:lnTo>
                  <a:lnTo>
                    <a:pt x="10678" y="3986"/>
                  </a:lnTo>
                  <a:lnTo>
                    <a:pt x="12283" y="4054"/>
                  </a:lnTo>
                  <a:lnTo>
                    <a:pt x="13957" y="4109"/>
                  </a:lnTo>
                  <a:lnTo>
                    <a:pt x="15698" y="4136"/>
                  </a:lnTo>
                  <a:lnTo>
                    <a:pt x="17480" y="4149"/>
                  </a:lnTo>
                  <a:lnTo>
                    <a:pt x="19262" y="4136"/>
                  </a:lnTo>
                  <a:lnTo>
                    <a:pt x="21003" y="4109"/>
                  </a:lnTo>
                  <a:lnTo>
                    <a:pt x="22676" y="4054"/>
                  </a:lnTo>
                  <a:lnTo>
                    <a:pt x="24281" y="3986"/>
                  </a:lnTo>
                  <a:lnTo>
                    <a:pt x="25804" y="3905"/>
                  </a:lnTo>
                  <a:lnTo>
                    <a:pt x="27246" y="3796"/>
                  </a:lnTo>
                  <a:lnTo>
                    <a:pt x="28593" y="3673"/>
                  </a:lnTo>
                  <a:lnTo>
                    <a:pt x="29831" y="3537"/>
                  </a:lnTo>
                  <a:lnTo>
                    <a:pt x="30960" y="3401"/>
                  </a:lnTo>
                  <a:lnTo>
                    <a:pt x="31966" y="3238"/>
                  </a:lnTo>
                  <a:lnTo>
                    <a:pt x="32429" y="3156"/>
                  </a:lnTo>
                  <a:lnTo>
                    <a:pt x="32851" y="3061"/>
                  </a:lnTo>
                  <a:lnTo>
                    <a:pt x="33231" y="2980"/>
                  </a:lnTo>
                  <a:lnTo>
                    <a:pt x="33585" y="2884"/>
                  </a:lnTo>
                  <a:lnTo>
                    <a:pt x="33898" y="2789"/>
                  </a:lnTo>
                  <a:lnTo>
                    <a:pt x="34170" y="2694"/>
                  </a:lnTo>
                  <a:lnTo>
                    <a:pt x="34401" y="2599"/>
                  </a:lnTo>
                  <a:lnTo>
                    <a:pt x="34605" y="2490"/>
                  </a:lnTo>
                  <a:lnTo>
                    <a:pt x="34755" y="2395"/>
                  </a:lnTo>
                  <a:lnTo>
                    <a:pt x="34864" y="2286"/>
                  </a:lnTo>
                  <a:lnTo>
                    <a:pt x="34905" y="2232"/>
                  </a:lnTo>
                  <a:lnTo>
                    <a:pt x="34932" y="2177"/>
                  </a:lnTo>
                  <a:lnTo>
                    <a:pt x="34945" y="2123"/>
                  </a:lnTo>
                  <a:lnTo>
                    <a:pt x="34959" y="2082"/>
                  </a:lnTo>
                  <a:lnTo>
                    <a:pt x="34945" y="2027"/>
                  </a:lnTo>
                  <a:lnTo>
                    <a:pt x="34932" y="1973"/>
                  </a:lnTo>
                  <a:lnTo>
                    <a:pt x="34905" y="1919"/>
                  </a:lnTo>
                  <a:lnTo>
                    <a:pt x="34864" y="1864"/>
                  </a:lnTo>
                  <a:lnTo>
                    <a:pt x="34755" y="1755"/>
                  </a:lnTo>
                  <a:lnTo>
                    <a:pt x="34605" y="1660"/>
                  </a:lnTo>
                  <a:lnTo>
                    <a:pt x="34401" y="1551"/>
                  </a:lnTo>
                  <a:lnTo>
                    <a:pt x="34170" y="1456"/>
                  </a:lnTo>
                  <a:lnTo>
                    <a:pt x="33898" y="1361"/>
                  </a:lnTo>
                  <a:lnTo>
                    <a:pt x="33585" y="1266"/>
                  </a:lnTo>
                  <a:lnTo>
                    <a:pt x="33231" y="1171"/>
                  </a:lnTo>
                  <a:lnTo>
                    <a:pt x="32851" y="1089"/>
                  </a:lnTo>
                  <a:lnTo>
                    <a:pt x="32429" y="994"/>
                  </a:lnTo>
                  <a:lnTo>
                    <a:pt x="31966" y="912"/>
                  </a:lnTo>
                  <a:lnTo>
                    <a:pt x="30960" y="762"/>
                  </a:lnTo>
                  <a:lnTo>
                    <a:pt x="29831" y="613"/>
                  </a:lnTo>
                  <a:lnTo>
                    <a:pt x="28593" y="477"/>
                  </a:lnTo>
                  <a:lnTo>
                    <a:pt x="27246" y="354"/>
                  </a:lnTo>
                  <a:lnTo>
                    <a:pt x="25804" y="246"/>
                  </a:lnTo>
                  <a:lnTo>
                    <a:pt x="24281" y="164"/>
                  </a:lnTo>
                  <a:lnTo>
                    <a:pt x="22676" y="96"/>
                  </a:lnTo>
                  <a:lnTo>
                    <a:pt x="21003" y="42"/>
                  </a:lnTo>
                  <a:lnTo>
                    <a:pt x="19262" y="14"/>
                  </a:lnTo>
                  <a:lnTo>
                    <a:pt x="17480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9"/>
            <p:cNvSpPr/>
            <p:nvPr/>
          </p:nvSpPr>
          <p:spPr>
            <a:xfrm>
              <a:off x="3168638" y="3276730"/>
              <a:ext cx="788491" cy="663944"/>
            </a:xfrm>
            <a:custGeom>
              <a:avLst/>
              <a:gdLst/>
              <a:ahLst/>
              <a:cxnLst/>
              <a:rect l="l" t="t" r="r" b="b"/>
              <a:pathLst>
                <a:path w="22310" h="18786" extrusionOk="0">
                  <a:moveTo>
                    <a:pt x="5864" y="0"/>
                  </a:moveTo>
                  <a:lnTo>
                    <a:pt x="5782" y="14"/>
                  </a:lnTo>
                  <a:lnTo>
                    <a:pt x="5700" y="41"/>
                  </a:lnTo>
                  <a:lnTo>
                    <a:pt x="5619" y="82"/>
                  </a:lnTo>
                  <a:lnTo>
                    <a:pt x="5551" y="136"/>
                  </a:lnTo>
                  <a:lnTo>
                    <a:pt x="5496" y="191"/>
                  </a:lnTo>
                  <a:lnTo>
                    <a:pt x="5456" y="272"/>
                  </a:lnTo>
                  <a:lnTo>
                    <a:pt x="5428" y="354"/>
                  </a:lnTo>
                  <a:lnTo>
                    <a:pt x="5428" y="449"/>
                  </a:lnTo>
                  <a:lnTo>
                    <a:pt x="5428" y="17901"/>
                  </a:lnTo>
                  <a:lnTo>
                    <a:pt x="450" y="17901"/>
                  </a:lnTo>
                  <a:lnTo>
                    <a:pt x="355" y="17915"/>
                  </a:lnTo>
                  <a:lnTo>
                    <a:pt x="273" y="17928"/>
                  </a:lnTo>
                  <a:lnTo>
                    <a:pt x="191" y="17969"/>
                  </a:lnTo>
                  <a:lnTo>
                    <a:pt x="137" y="18024"/>
                  </a:lnTo>
                  <a:lnTo>
                    <a:pt x="83" y="18092"/>
                  </a:lnTo>
                  <a:lnTo>
                    <a:pt x="42" y="18173"/>
                  </a:lnTo>
                  <a:lnTo>
                    <a:pt x="15" y="18255"/>
                  </a:lnTo>
                  <a:lnTo>
                    <a:pt x="1" y="18336"/>
                  </a:lnTo>
                  <a:lnTo>
                    <a:pt x="15" y="18432"/>
                  </a:lnTo>
                  <a:lnTo>
                    <a:pt x="42" y="18513"/>
                  </a:lnTo>
                  <a:lnTo>
                    <a:pt x="83" y="18595"/>
                  </a:lnTo>
                  <a:lnTo>
                    <a:pt x="137" y="18649"/>
                  </a:lnTo>
                  <a:lnTo>
                    <a:pt x="191" y="18704"/>
                  </a:lnTo>
                  <a:lnTo>
                    <a:pt x="273" y="18744"/>
                  </a:lnTo>
                  <a:lnTo>
                    <a:pt x="355" y="18772"/>
                  </a:lnTo>
                  <a:lnTo>
                    <a:pt x="450" y="18785"/>
                  </a:lnTo>
                  <a:lnTo>
                    <a:pt x="5864" y="18785"/>
                  </a:lnTo>
                  <a:lnTo>
                    <a:pt x="5959" y="18772"/>
                  </a:lnTo>
                  <a:lnTo>
                    <a:pt x="6041" y="18744"/>
                  </a:lnTo>
                  <a:lnTo>
                    <a:pt x="6109" y="18704"/>
                  </a:lnTo>
                  <a:lnTo>
                    <a:pt x="6177" y="18649"/>
                  </a:lnTo>
                  <a:lnTo>
                    <a:pt x="6231" y="18595"/>
                  </a:lnTo>
                  <a:lnTo>
                    <a:pt x="6272" y="18513"/>
                  </a:lnTo>
                  <a:lnTo>
                    <a:pt x="6299" y="18432"/>
                  </a:lnTo>
                  <a:lnTo>
                    <a:pt x="6313" y="18336"/>
                  </a:lnTo>
                  <a:lnTo>
                    <a:pt x="6313" y="884"/>
                  </a:lnTo>
                  <a:lnTo>
                    <a:pt x="21425" y="884"/>
                  </a:lnTo>
                  <a:lnTo>
                    <a:pt x="21425" y="4217"/>
                  </a:lnTo>
                  <a:lnTo>
                    <a:pt x="21439" y="4312"/>
                  </a:lnTo>
                  <a:lnTo>
                    <a:pt x="21466" y="4394"/>
                  </a:lnTo>
                  <a:lnTo>
                    <a:pt x="21507" y="4462"/>
                  </a:lnTo>
                  <a:lnTo>
                    <a:pt x="21561" y="4530"/>
                  </a:lnTo>
                  <a:lnTo>
                    <a:pt x="21616" y="4584"/>
                  </a:lnTo>
                  <a:lnTo>
                    <a:pt x="21697" y="4625"/>
                  </a:lnTo>
                  <a:lnTo>
                    <a:pt x="21779" y="4652"/>
                  </a:lnTo>
                  <a:lnTo>
                    <a:pt x="21874" y="4666"/>
                  </a:lnTo>
                  <a:lnTo>
                    <a:pt x="21956" y="4652"/>
                  </a:lnTo>
                  <a:lnTo>
                    <a:pt x="22037" y="4625"/>
                  </a:lnTo>
                  <a:lnTo>
                    <a:pt x="22119" y="4584"/>
                  </a:lnTo>
                  <a:lnTo>
                    <a:pt x="22187" y="4530"/>
                  </a:lnTo>
                  <a:lnTo>
                    <a:pt x="22241" y="4462"/>
                  </a:lnTo>
                  <a:lnTo>
                    <a:pt x="22282" y="4394"/>
                  </a:lnTo>
                  <a:lnTo>
                    <a:pt x="22296" y="4312"/>
                  </a:lnTo>
                  <a:lnTo>
                    <a:pt x="22309" y="4217"/>
                  </a:lnTo>
                  <a:lnTo>
                    <a:pt x="22309" y="449"/>
                  </a:lnTo>
                  <a:lnTo>
                    <a:pt x="22296" y="354"/>
                  </a:lnTo>
                  <a:lnTo>
                    <a:pt x="22282" y="272"/>
                  </a:lnTo>
                  <a:lnTo>
                    <a:pt x="22241" y="191"/>
                  </a:lnTo>
                  <a:lnTo>
                    <a:pt x="22187" y="136"/>
                  </a:lnTo>
                  <a:lnTo>
                    <a:pt x="22119" y="82"/>
                  </a:lnTo>
                  <a:lnTo>
                    <a:pt x="22037" y="41"/>
                  </a:lnTo>
                  <a:lnTo>
                    <a:pt x="21956" y="14"/>
                  </a:lnTo>
                  <a:lnTo>
                    <a:pt x="218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9"/>
            <p:cNvSpPr/>
            <p:nvPr/>
          </p:nvSpPr>
          <p:spPr>
            <a:xfrm>
              <a:off x="3082119" y="3865649"/>
              <a:ext cx="118786" cy="118291"/>
            </a:xfrm>
            <a:custGeom>
              <a:avLst/>
              <a:gdLst/>
              <a:ahLst/>
              <a:cxnLst/>
              <a:rect l="l" t="t" r="r" b="b"/>
              <a:pathLst>
                <a:path w="3361" h="3347" extrusionOk="0">
                  <a:moveTo>
                    <a:pt x="1" y="0"/>
                  </a:moveTo>
                  <a:lnTo>
                    <a:pt x="1" y="3346"/>
                  </a:lnTo>
                  <a:lnTo>
                    <a:pt x="1905" y="3346"/>
                  </a:lnTo>
                  <a:lnTo>
                    <a:pt x="2055" y="3319"/>
                  </a:lnTo>
                  <a:lnTo>
                    <a:pt x="2218" y="3278"/>
                  </a:lnTo>
                  <a:lnTo>
                    <a:pt x="2367" y="3224"/>
                  </a:lnTo>
                  <a:lnTo>
                    <a:pt x="2503" y="3156"/>
                  </a:lnTo>
                  <a:lnTo>
                    <a:pt x="2639" y="3074"/>
                  </a:lnTo>
                  <a:lnTo>
                    <a:pt x="2762" y="2979"/>
                  </a:lnTo>
                  <a:lnTo>
                    <a:pt x="2884" y="2884"/>
                  </a:lnTo>
                  <a:lnTo>
                    <a:pt x="2979" y="2762"/>
                  </a:lnTo>
                  <a:lnTo>
                    <a:pt x="3075" y="2639"/>
                  </a:lnTo>
                  <a:lnTo>
                    <a:pt x="3156" y="2503"/>
                  </a:lnTo>
                  <a:lnTo>
                    <a:pt x="3224" y="2367"/>
                  </a:lnTo>
                  <a:lnTo>
                    <a:pt x="3279" y="2217"/>
                  </a:lnTo>
                  <a:lnTo>
                    <a:pt x="3320" y="2054"/>
                  </a:lnTo>
                  <a:lnTo>
                    <a:pt x="3347" y="1905"/>
                  </a:lnTo>
                  <a:lnTo>
                    <a:pt x="3360" y="1728"/>
                  </a:lnTo>
                  <a:lnTo>
                    <a:pt x="3360" y="1619"/>
                  </a:lnTo>
                  <a:lnTo>
                    <a:pt x="3347" y="1456"/>
                  </a:lnTo>
                  <a:lnTo>
                    <a:pt x="3320" y="1293"/>
                  </a:lnTo>
                  <a:lnTo>
                    <a:pt x="3279" y="1143"/>
                  </a:lnTo>
                  <a:lnTo>
                    <a:pt x="3224" y="993"/>
                  </a:lnTo>
                  <a:lnTo>
                    <a:pt x="3156" y="857"/>
                  </a:lnTo>
                  <a:lnTo>
                    <a:pt x="3075" y="721"/>
                  </a:lnTo>
                  <a:lnTo>
                    <a:pt x="2979" y="599"/>
                  </a:lnTo>
                  <a:lnTo>
                    <a:pt x="2884" y="476"/>
                  </a:lnTo>
                  <a:lnTo>
                    <a:pt x="2762" y="368"/>
                  </a:lnTo>
                  <a:lnTo>
                    <a:pt x="2639" y="286"/>
                  </a:lnTo>
                  <a:lnTo>
                    <a:pt x="2503" y="204"/>
                  </a:lnTo>
                  <a:lnTo>
                    <a:pt x="2367" y="136"/>
                  </a:lnTo>
                  <a:lnTo>
                    <a:pt x="2218" y="82"/>
                  </a:lnTo>
                  <a:lnTo>
                    <a:pt x="2055" y="41"/>
                  </a:lnTo>
                  <a:lnTo>
                    <a:pt x="1905" y="14"/>
                  </a:lnTo>
                  <a:lnTo>
                    <a:pt x="1728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9"/>
            <p:cNvSpPr/>
            <p:nvPr/>
          </p:nvSpPr>
          <p:spPr>
            <a:xfrm>
              <a:off x="3586922" y="3474297"/>
              <a:ext cx="709147" cy="1161036"/>
            </a:xfrm>
            <a:custGeom>
              <a:avLst/>
              <a:gdLst/>
              <a:ahLst/>
              <a:cxnLst/>
              <a:rect l="l" t="t" r="r" b="b"/>
              <a:pathLst>
                <a:path w="20065" h="32851" extrusionOk="0">
                  <a:moveTo>
                    <a:pt x="1211" y="1"/>
                  </a:moveTo>
                  <a:lnTo>
                    <a:pt x="1034" y="14"/>
                  </a:lnTo>
                  <a:lnTo>
                    <a:pt x="871" y="55"/>
                  </a:lnTo>
                  <a:lnTo>
                    <a:pt x="708" y="110"/>
                  </a:lnTo>
                  <a:lnTo>
                    <a:pt x="572" y="191"/>
                  </a:lnTo>
                  <a:lnTo>
                    <a:pt x="449" y="286"/>
                  </a:lnTo>
                  <a:lnTo>
                    <a:pt x="340" y="382"/>
                  </a:lnTo>
                  <a:lnTo>
                    <a:pt x="245" y="490"/>
                  </a:lnTo>
                  <a:lnTo>
                    <a:pt x="163" y="627"/>
                  </a:lnTo>
                  <a:lnTo>
                    <a:pt x="95" y="763"/>
                  </a:lnTo>
                  <a:lnTo>
                    <a:pt x="41" y="899"/>
                  </a:lnTo>
                  <a:lnTo>
                    <a:pt x="14" y="1062"/>
                  </a:lnTo>
                  <a:lnTo>
                    <a:pt x="0" y="1211"/>
                  </a:lnTo>
                  <a:lnTo>
                    <a:pt x="0" y="31640"/>
                  </a:lnTo>
                  <a:lnTo>
                    <a:pt x="14" y="31763"/>
                  </a:lnTo>
                  <a:lnTo>
                    <a:pt x="27" y="31885"/>
                  </a:lnTo>
                  <a:lnTo>
                    <a:pt x="55" y="32008"/>
                  </a:lnTo>
                  <a:lnTo>
                    <a:pt x="95" y="32116"/>
                  </a:lnTo>
                  <a:lnTo>
                    <a:pt x="150" y="32225"/>
                  </a:lnTo>
                  <a:lnTo>
                    <a:pt x="218" y="32320"/>
                  </a:lnTo>
                  <a:lnTo>
                    <a:pt x="286" y="32416"/>
                  </a:lnTo>
                  <a:lnTo>
                    <a:pt x="354" y="32497"/>
                  </a:lnTo>
                  <a:lnTo>
                    <a:pt x="449" y="32579"/>
                  </a:lnTo>
                  <a:lnTo>
                    <a:pt x="544" y="32647"/>
                  </a:lnTo>
                  <a:lnTo>
                    <a:pt x="640" y="32701"/>
                  </a:lnTo>
                  <a:lnTo>
                    <a:pt x="748" y="32756"/>
                  </a:lnTo>
                  <a:lnTo>
                    <a:pt x="857" y="32796"/>
                  </a:lnTo>
                  <a:lnTo>
                    <a:pt x="966" y="32824"/>
                  </a:lnTo>
                  <a:lnTo>
                    <a:pt x="1088" y="32851"/>
                  </a:lnTo>
                  <a:lnTo>
                    <a:pt x="18976" y="32851"/>
                  </a:lnTo>
                  <a:lnTo>
                    <a:pt x="19098" y="32824"/>
                  </a:lnTo>
                  <a:lnTo>
                    <a:pt x="19221" y="32796"/>
                  </a:lnTo>
                  <a:lnTo>
                    <a:pt x="19330" y="32756"/>
                  </a:lnTo>
                  <a:lnTo>
                    <a:pt x="19438" y="32701"/>
                  </a:lnTo>
                  <a:lnTo>
                    <a:pt x="19534" y="32647"/>
                  </a:lnTo>
                  <a:lnTo>
                    <a:pt x="19629" y="32579"/>
                  </a:lnTo>
                  <a:lnTo>
                    <a:pt x="19710" y="32497"/>
                  </a:lnTo>
                  <a:lnTo>
                    <a:pt x="19792" y="32402"/>
                  </a:lnTo>
                  <a:lnTo>
                    <a:pt x="19860" y="32320"/>
                  </a:lnTo>
                  <a:lnTo>
                    <a:pt x="19914" y="32212"/>
                  </a:lnTo>
                  <a:lnTo>
                    <a:pt x="19969" y="32116"/>
                  </a:lnTo>
                  <a:lnTo>
                    <a:pt x="20010" y="32008"/>
                  </a:lnTo>
                  <a:lnTo>
                    <a:pt x="20037" y="31885"/>
                  </a:lnTo>
                  <a:lnTo>
                    <a:pt x="20051" y="31763"/>
                  </a:lnTo>
                  <a:lnTo>
                    <a:pt x="20064" y="31640"/>
                  </a:lnTo>
                  <a:lnTo>
                    <a:pt x="20064" y="1211"/>
                  </a:lnTo>
                  <a:lnTo>
                    <a:pt x="20051" y="1089"/>
                  </a:lnTo>
                  <a:lnTo>
                    <a:pt x="20037" y="967"/>
                  </a:lnTo>
                  <a:lnTo>
                    <a:pt x="20010" y="858"/>
                  </a:lnTo>
                  <a:lnTo>
                    <a:pt x="19969" y="749"/>
                  </a:lnTo>
                  <a:lnTo>
                    <a:pt x="19914" y="640"/>
                  </a:lnTo>
                  <a:lnTo>
                    <a:pt x="19860" y="531"/>
                  </a:lnTo>
                  <a:lnTo>
                    <a:pt x="19792" y="450"/>
                  </a:lnTo>
                  <a:lnTo>
                    <a:pt x="19710" y="354"/>
                  </a:lnTo>
                  <a:lnTo>
                    <a:pt x="19615" y="286"/>
                  </a:lnTo>
                  <a:lnTo>
                    <a:pt x="19534" y="205"/>
                  </a:lnTo>
                  <a:lnTo>
                    <a:pt x="19425" y="150"/>
                  </a:lnTo>
                  <a:lnTo>
                    <a:pt x="19330" y="96"/>
                  </a:lnTo>
                  <a:lnTo>
                    <a:pt x="19207" y="55"/>
                  </a:lnTo>
                  <a:lnTo>
                    <a:pt x="19098" y="28"/>
                  </a:lnTo>
                  <a:lnTo>
                    <a:pt x="18976" y="14"/>
                  </a:lnTo>
                  <a:lnTo>
                    <a:pt x="188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9"/>
            <p:cNvSpPr/>
            <p:nvPr/>
          </p:nvSpPr>
          <p:spPr>
            <a:xfrm>
              <a:off x="3751797" y="3622843"/>
              <a:ext cx="475039" cy="59199"/>
            </a:xfrm>
            <a:custGeom>
              <a:avLst/>
              <a:gdLst/>
              <a:ahLst/>
              <a:cxnLst/>
              <a:rect l="l" t="t" r="r" b="b"/>
              <a:pathLst>
                <a:path w="13441" h="1675" extrusionOk="0">
                  <a:moveTo>
                    <a:pt x="749" y="1"/>
                  </a:moveTo>
                  <a:lnTo>
                    <a:pt x="667" y="15"/>
                  </a:lnTo>
                  <a:lnTo>
                    <a:pt x="586" y="42"/>
                  </a:lnTo>
                  <a:lnTo>
                    <a:pt x="518" y="69"/>
                  </a:lnTo>
                  <a:lnTo>
                    <a:pt x="368" y="151"/>
                  </a:lnTo>
                  <a:lnTo>
                    <a:pt x="246" y="246"/>
                  </a:lnTo>
                  <a:lnTo>
                    <a:pt x="151" y="368"/>
                  </a:lnTo>
                  <a:lnTo>
                    <a:pt x="69" y="504"/>
                  </a:lnTo>
                  <a:lnTo>
                    <a:pt x="42" y="586"/>
                  </a:lnTo>
                  <a:lnTo>
                    <a:pt x="15" y="668"/>
                  </a:lnTo>
                  <a:lnTo>
                    <a:pt x="1" y="749"/>
                  </a:lnTo>
                  <a:lnTo>
                    <a:pt x="1" y="831"/>
                  </a:lnTo>
                  <a:lnTo>
                    <a:pt x="1" y="926"/>
                  </a:lnTo>
                  <a:lnTo>
                    <a:pt x="15" y="1008"/>
                  </a:lnTo>
                  <a:lnTo>
                    <a:pt x="42" y="1089"/>
                  </a:lnTo>
                  <a:lnTo>
                    <a:pt x="69" y="1157"/>
                  </a:lnTo>
                  <a:lnTo>
                    <a:pt x="151" y="1307"/>
                  </a:lnTo>
                  <a:lnTo>
                    <a:pt x="246" y="1429"/>
                  </a:lnTo>
                  <a:lnTo>
                    <a:pt x="368" y="1524"/>
                  </a:lnTo>
                  <a:lnTo>
                    <a:pt x="518" y="1606"/>
                  </a:lnTo>
                  <a:lnTo>
                    <a:pt x="586" y="1633"/>
                  </a:lnTo>
                  <a:lnTo>
                    <a:pt x="667" y="1647"/>
                  </a:lnTo>
                  <a:lnTo>
                    <a:pt x="749" y="1660"/>
                  </a:lnTo>
                  <a:lnTo>
                    <a:pt x="831" y="1674"/>
                  </a:lnTo>
                  <a:lnTo>
                    <a:pt x="12611" y="1674"/>
                  </a:lnTo>
                  <a:lnTo>
                    <a:pt x="12692" y="1660"/>
                  </a:lnTo>
                  <a:lnTo>
                    <a:pt x="12774" y="1647"/>
                  </a:lnTo>
                  <a:lnTo>
                    <a:pt x="12855" y="1633"/>
                  </a:lnTo>
                  <a:lnTo>
                    <a:pt x="12937" y="1606"/>
                  </a:lnTo>
                  <a:lnTo>
                    <a:pt x="13073" y="1524"/>
                  </a:lnTo>
                  <a:lnTo>
                    <a:pt x="13195" y="1429"/>
                  </a:lnTo>
                  <a:lnTo>
                    <a:pt x="13304" y="1307"/>
                  </a:lnTo>
                  <a:lnTo>
                    <a:pt x="13386" y="1157"/>
                  </a:lnTo>
                  <a:lnTo>
                    <a:pt x="13413" y="1089"/>
                  </a:lnTo>
                  <a:lnTo>
                    <a:pt x="13427" y="1008"/>
                  </a:lnTo>
                  <a:lnTo>
                    <a:pt x="13440" y="926"/>
                  </a:lnTo>
                  <a:lnTo>
                    <a:pt x="13440" y="831"/>
                  </a:lnTo>
                  <a:lnTo>
                    <a:pt x="13440" y="749"/>
                  </a:lnTo>
                  <a:lnTo>
                    <a:pt x="13427" y="668"/>
                  </a:lnTo>
                  <a:lnTo>
                    <a:pt x="13413" y="586"/>
                  </a:lnTo>
                  <a:lnTo>
                    <a:pt x="13386" y="504"/>
                  </a:lnTo>
                  <a:lnTo>
                    <a:pt x="13304" y="368"/>
                  </a:lnTo>
                  <a:lnTo>
                    <a:pt x="13195" y="246"/>
                  </a:lnTo>
                  <a:lnTo>
                    <a:pt x="13073" y="151"/>
                  </a:lnTo>
                  <a:lnTo>
                    <a:pt x="12937" y="69"/>
                  </a:lnTo>
                  <a:lnTo>
                    <a:pt x="12855" y="42"/>
                  </a:lnTo>
                  <a:lnTo>
                    <a:pt x="12774" y="15"/>
                  </a:lnTo>
                  <a:lnTo>
                    <a:pt x="12692" y="1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9"/>
            <p:cNvSpPr/>
            <p:nvPr/>
          </p:nvSpPr>
          <p:spPr>
            <a:xfrm>
              <a:off x="3751797" y="3757005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831" y="1673"/>
                  </a:lnTo>
                  <a:lnTo>
                    <a:pt x="12611" y="1673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3751797" y="3891131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7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8"/>
                  </a:lnTo>
                  <a:lnTo>
                    <a:pt x="69" y="1156"/>
                  </a:lnTo>
                  <a:lnTo>
                    <a:pt x="151" y="1306"/>
                  </a:lnTo>
                  <a:lnTo>
                    <a:pt x="246" y="1428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2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2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28"/>
                  </a:lnTo>
                  <a:lnTo>
                    <a:pt x="13304" y="1306"/>
                  </a:lnTo>
                  <a:lnTo>
                    <a:pt x="13386" y="1156"/>
                  </a:lnTo>
                  <a:lnTo>
                    <a:pt x="13413" y="1088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7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9"/>
            <p:cNvSpPr/>
            <p:nvPr/>
          </p:nvSpPr>
          <p:spPr>
            <a:xfrm>
              <a:off x="3751797" y="4025258"/>
              <a:ext cx="475039" cy="59163"/>
            </a:xfrm>
            <a:custGeom>
              <a:avLst/>
              <a:gdLst/>
              <a:ahLst/>
              <a:cxnLst/>
              <a:rect l="l" t="t" r="r" b="b"/>
              <a:pathLst>
                <a:path w="13441" h="1674" extrusionOk="0">
                  <a:moveTo>
                    <a:pt x="831" y="0"/>
                  </a:moveTo>
                  <a:lnTo>
                    <a:pt x="749" y="14"/>
                  </a:lnTo>
                  <a:lnTo>
                    <a:pt x="667" y="28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50"/>
                  </a:lnTo>
                  <a:lnTo>
                    <a:pt x="246" y="245"/>
                  </a:lnTo>
                  <a:lnTo>
                    <a:pt x="151" y="368"/>
                  </a:lnTo>
                  <a:lnTo>
                    <a:pt x="69" y="517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44"/>
                  </a:lnTo>
                  <a:lnTo>
                    <a:pt x="1" y="925"/>
                  </a:lnTo>
                  <a:lnTo>
                    <a:pt x="15" y="1007"/>
                  </a:lnTo>
                  <a:lnTo>
                    <a:pt x="42" y="1089"/>
                  </a:lnTo>
                  <a:lnTo>
                    <a:pt x="69" y="1170"/>
                  </a:lnTo>
                  <a:lnTo>
                    <a:pt x="151" y="1306"/>
                  </a:lnTo>
                  <a:lnTo>
                    <a:pt x="246" y="1429"/>
                  </a:lnTo>
                  <a:lnTo>
                    <a:pt x="368" y="1537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60"/>
                  </a:lnTo>
                  <a:lnTo>
                    <a:pt x="749" y="1673"/>
                  </a:lnTo>
                  <a:lnTo>
                    <a:pt x="12692" y="1673"/>
                  </a:lnTo>
                  <a:lnTo>
                    <a:pt x="12774" y="1660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37"/>
                  </a:lnTo>
                  <a:lnTo>
                    <a:pt x="13195" y="1429"/>
                  </a:lnTo>
                  <a:lnTo>
                    <a:pt x="13304" y="1306"/>
                  </a:lnTo>
                  <a:lnTo>
                    <a:pt x="13386" y="1170"/>
                  </a:lnTo>
                  <a:lnTo>
                    <a:pt x="13413" y="1089"/>
                  </a:lnTo>
                  <a:lnTo>
                    <a:pt x="13427" y="1007"/>
                  </a:lnTo>
                  <a:lnTo>
                    <a:pt x="13440" y="925"/>
                  </a:lnTo>
                  <a:lnTo>
                    <a:pt x="13440" y="844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17"/>
                  </a:lnTo>
                  <a:lnTo>
                    <a:pt x="13304" y="368"/>
                  </a:lnTo>
                  <a:lnTo>
                    <a:pt x="13195" y="245"/>
                  </a:lnTo>
                  <a:lnTo>
                    <a:pt x="13073" y="150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28"/>
                  </a:lnTo>
                  <a:lnTo>
                    <a:pt x="12692" y="14"/>
                  </a:lnTo>
                  <a:lnTo>
                    <a:pt x="12611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9"/>
            <p:cNvSpPr/>
            <p:nvPr/>
          </p:nvSpPr>
          <p:spPr>
            <a:xfrm>
              <a:off x="3751797" y="4159879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54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53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3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3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53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54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9"/>
            <p:cNvSpPr/>
            <p:nvPr/>
          </p:nvSpPr>
          <p:spPr>
            <a:xfrm>
              <a:off x="3751797" y="4294005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27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3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1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592"/>
                  </a:lnTo>
                  <a:lnTo>
                    <a:pt x="586" y="1619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19"/>
                  </a:lnTo>
                  <a:lnTo>
                    <a:pt x="12937" y="1592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1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3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27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9"/>
            <p:cNvSpPr/>
            <p:nvPr/>
          </p:nvSpPr>
          <p:spPr>
            <a:xfrm>
              <a:off x="3751797" y="4428132"/>
              <a:ext cx="475039" cy="58669"/>
            </a:xfrm>
            <a:custGeom>
              <a:avLst/>
              <a:gdLst/>
              <a:ahLst/>
              <a:cxnLst/>
              <a:rect l="l" t="t" r="r" b="b"/>
              <a:pathLst>
                <a:path w="13441" h="1660" extrusionOk="0">
                  <a:moveTo>
                    <a:pt x="749" y="0"/>
                  </a:moveTo>
                  <a:lnTo>
                    <a:pt x="667" y="14"/>
                  </a:lnTo>
                  <a:lnTo>
                    <a:pt x="586" y="41"/>
                  </a:lnTo>
                  <a:lnTo>
                    <a:pt x="518" y="68"/>
                  </a:lnTo>
                  <a:lnTo>
                    <a:pt x="368" y="136"/>
                  </a:lnTo>
                  <a:lnTo>
                    <a:pt x="246" y="245"/>
                  </a:lnTo>
                  <a:lnTo>
                    <a:pt x="151" y="367"/>
                  </a:lnTo>
                  <a:lnTo>
                    <a:pt x="69" y="504"/>
                  </a:lnTo>
                  <a:lnTo>
                    <a:pt x="42" y="585"/>
                  </a:lnTo>
                  <a:lnTo>
                    <a:pt x="15" y="667"/>
                  </a:lnTo>
                  <a:lnTo>
                    <a:pt x="1" y="748"/>
                  </a:lnTo>
                  <a:lnTo>
                    <a:pt x="1" y="830"/>
                  </a:lnTo>
                  <a:lnTo>
                    <a:pt x="1" y="912"/>
                  </a:lnTo>
                  <a:lnTo>
                    <a:pt x="15" y="993"/>
                  </a:lnTo>
                  <a:lnTo>
                    <a:pt x="42" y="1075"/>
                  </a:lnTo>
                  <a:lnTo>
                    <a:pt x="69" y="1156"/>
                  </a:lnTo>
                  <a:lnTo>
                    <a:pt x="151" y="1292"/>
                  </a:lnTo>
                  <a:lnTo>
                    <a:pt x="246" y="1415"/>
                  </a:lnTo>
                  <a:lnTo>
                    <a:pt x="368" y="1524"/>
                  </a:lnTo>
                  <a:lnTo>
                    <a:pt x="518" y="1605"/>
                  </a:lnTo>
                  <a:lnTo>
                    <a:pt x="586" y="1633"/>
                  </a:lnTo>
                  <a:lnTo>
                    <a:pt x="667" y="1646"/>
                  </a:lnTo>
                  <a:lnTo>
                    <a:pt x="749" y="1660"/>
                  </a:lnTo>
                  <a:lnTo>
                    <a:pt x="12692" y="1660"/>
                  </a:lnTo>
                  <a:lnTo>
                    <a:pt x="12774" y="1646"/>
                  </a:lnTo>
                  <a:lnTo>
                    <a:pt x="12855" y="1633"/>
                  </a:lnTo>
                  <a:lnTo>
                    <a:pt x="12937" y="1605"/>
                  </a:lnTo>
                  <a:lnTo>
                    <a:pt x="13073" y="1524"/>
                  </a:lnTo>
                  <a:lnTo>
                    <a:pt x="13195" y="1415"/>
                  </a:lnTo>
                  <a:lnTo>
                    <a:pt x="13304" y="1292"/>
                  </a:lnTo>
                  <a:lnTo>
                    <a:pt x="13386" y="1156"/>
                  </a:lnTo>
                  <a:lnTo>
                    <a:pt x="13413" y="1075"/>
                  </a:lnTo>
                  <a:lnTo>
                    <a:pt x="13427" y="993"/>
                  </a:lnTo>
                  <a:lnTo>
                    <a:pt x="13440" y="912"/>
                  </a:lnTo>
                  <a:lnTo>
                    <a:pt x="13440" y="830"/>
                  </a:lnTo>
                  <a:lnTo>
                    <a:pt x="13440" y="748"/>
                  </a:lnTo>
                  <a:lnTo>
                    <a:pt x="13427" y="667"/>
                  </a:lnTo>
                  <a:lnTo>
                    <a:pt x="13413" y="585"/>
                  </a:lnTo>
                  <a:lnTo>
                    <a:pt x="13386" y="504"/>
                  </a:lnTo>
                  <a:lnTo>
                    <a:pt x="13304" y="367"/>
                  </a:lnTo>
                  <a:lnTo>
                    <a:pt x="13195" y="245"/>
                  </a:lnTo>
                  <a:lnTo>
                    <a:pt x="13073" y="136"/>
                  </a:lnTo>
                  <a:lnTo>
                    <a:pt x="12937" y="68"/>
                  </a:lnTo>
                  <a:lnTo>
                    <a:pt x="12855" y="41"/>
                  </a:lnTo>
                  <a:lnTo>
                    <a:pt x="12774" y="14"/>
                  </a:lnTo>
                  <a:lnTo>
                    <a:pt x="12692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9"/>
            <p:cNvSpPr/>
            <p:nvPr/>
          </p:nvSpPr>
          <p:spPr>
            <a:xfrm>
              <a:off x="3667681" y="3622843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1"/>
                  </a:moveTo>
                  <a:lnTo>
                    <a:pt x="286" y="15"/>
                  </a:lnTo>
                  <a:lnTo>
                    <a:pt x="218" y="28"/>
                  </a:lnTo>
                  <a:lnTo>
                    <a:pt x="164" y="69"/>
                  </a:lnTo>
                  <a:lnTo>
                    <a:pt x="109" y="110"/>
                  </a:lnTo>
                  <a:lnTo>
                    <a:pt x="69" y="164"/>
                  </a:lnTo>
                  <a:lnTo>
                    <a:pt x="28" y="219"/>
                  </a:lnTo>
                  <a:lnTo>
                    <a:pt x="14" y="287"/>
                  </a:lnTo>
                  <a:lnTo>
                    <a:pt x="1" y="355"/>
                  </a:lnTo>
                  <a:lnTo>
                    <a:pt x="14" y="436"/>
                  </a:lnTo>
                  <a:lnTo>
                    <a:pt x="28" y="491"/>
                  </a:lnTo>
                  <a:lnTo>
                    <a:pt x="69" y="559"/>
                  </a:lnTo>
                  <a:lnTo>
                    <a:pt x="109" y="613"/>
                  </a:lnTo>
                  <a:lnTo>
                    <a:pt x="164" y="654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354" y="722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4"/>
                  </a:lnTo>
                  <a:lnTo>
                    <a:pt x="613" y="613"/>
                  </a:lnTo>
                  <a:lnTo>
                    <a:pt x="653" y="559"/>
                  </a:lnTo>
                  <a:lnTo>
                    <a:pt x="681" y="491"/>
                  </a:lnTo>
                  <a:lnTo>
                    <a:pt x="708" y="436"/>
                  </a:lnTo>
                  <a:lnTo>
                    <a:pt x="721" y="355"/>
                  </a:lnTo>
                  <a:lnTo>
                    <a:pt x="708" y="287"/>
                  </a:lnTo>
                  <a:lnTo>
                    <a:pt x="681" y="219"/>
                  </a:lnTo>
                  <a:lnTo>
                    <a:pt x="653" y="164"/>
                  </a:lnTo>
                  <a:lnTo>
                    <a:pt x="613" y="110"/>
                  </a:lnTo>
                  <a:lnTo>
                    <a:pt x="558" y="69"/>
                  </a:lnTo>
                  <a:lnTo>
                    <a:pt x="504" y="28"/>
                  </a:lnTo>
                  <a:lnTo>
                    <a:pt x="436" y="15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9"/>
            <p:cNvSpPr/>
            <p:nvPr/>
          </p:nvSpPr>
          <p:spPr>
            <a:xfrm>
              <a:off x="3667681" y="365652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9"/>
            <p:cNvSpPr/>
            <p:nvPr/>
          </p:nvSpPr>
          <p:spPr>
            <a:xfrm>
              <a:off x="3667681" y="3757005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7"/>
                  </a:lnTo>
                  <a:lnTo>
                    <a:pt x="354" y="721"/>
                  </a:lnTo>
                  <a:lnTo>
                    <a:pt x="436" y="707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9"/>
            <p:cNvSpPr/>
            <p:nvPr/>
          </p:nvSpPr>
          <p:spPr>
            <a:xfrm>
              <a:off x="3667681" y="3790652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9"/>
            <p:cNvSpPr/>
            <p:nvPr/>
          </p:nvSpPr>
          <p:spPr>
            <a:xfrm>
              <a:off x="3667681" y="402525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41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41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3667681" y="405939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72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694"/>
                  </a:lnTo>
                  <a:lnTo>
                    <a:pt x="354" y="707"/>
                  </a:lnTo>
                  <a:lnTo>
                    <a:pt x="436" y="694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72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9"/>
            <p:cNvSpPr/>
            <p:nvPr/>
          </p:nvSpPr>
          <p:spPr>
            <a:xfrm>
              <a:off x="3667681" y="3891131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7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3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7"/>
                  </a:lnTo>
                  <a:lnTo>
                    <a:pt x="14" y="435"/>
                  </a:lnTo>
                  <a:lnTo>
                    <a:pt x="28" y="503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3"/>
                  </a:lnTo>
                  <a:lnTo>
                    <a:pt x="708" y="435"/>
                  </a:lnTo>
                  <a:lnTo>
                    <a:pt x="721" y="367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3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7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9"/>
            <p:cNvSpPr/>
            <p:nvPr/>
          </p:nvSpPr>
          <p:spPr>
            <a:xfrm>
              <a:off x="3667681" y="3924778"/>
              <a:ext cx="25517" cy="25517"/>
            </a:xfrm>
            <a:custGeom>
              <a:avLst/>
              <a:gdLst/>
              <a:ahLst/>
              <a:cxnLst/>
              <a:rect l="l" t="t" r="r" b="b"/>
              <a:pathLst>
                <a:path w="722" h="722" extrusionOk="0">
                  <a:moveTo>
                    <a:pt x="354" y="0"/>
                  </a:moveTo>
                  <a:lnTo>
                    <a:pt x="286" y="14"/>
                  </a:lnTo>
                  <a:lnTo>
                    <a:pt x="218" y="28"/>
                  </a:lnTo>
                  <a:lnTo>
                    <a:pt x="164" y="68"/>
                  </a:lnTo>
                  <a:lnTo>
                    <a:pt x="109" y="109"/>
                  </a:lnTo>
                  <a:lnTo>
                    <a:pt x="69" y="164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68"/>
                  </a:lnTo>
                  <a:lnTo>
                    <a:pt x="14" y="436"/>
                  </a:lnTo>
                  <a:lnTo>
                    <a:pt x="28" y="504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94"/>
                  </a:lnTo>
                  <a:lnTo>
                    <a:pt x="286" y="708"/>
                  </a:lnTo>
                  <a:lnTo>
                    <a:pt x="354" y="721"/>
                  </a:lnTo>
                  <a:lnTo>
                    <a:pt x="436" y="708"/>
                  </a:lnTo>
                  <a:lnTo>
                    <a:pt x="504" y="694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504"/>
                  </a:lnTo>
                  <a:lnTo>
                    <a:pt x="708" y="436"/>
                  </a:lnTo>
                  <a:lnTo>
                    <a:pt x="721" y="368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64"/>
                  </a:lnTo>
                  <a:lnTo>
                    <a:pt x="613" y="109"/>
                  </a:lnTo>
                  <a:lnTo>
                    <a:pt x="558" y="68"/>
                  </a:lnTo>
                  <a:lnTo>
                    <a:pt x="504" y="28"/>
                  </a:lnTo>
                  <a:lnTo>
                    <a:pt x="436" y="14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9"/>
            <p:cNvSpPr/>
            <p:nvPr/>
          </p:nvSpPr>
          <p:spPr>
            <a:xfrm>
              <a:off x="3667681" y="4159879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4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44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44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4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9"/>
            <p:cNvSpPr/>
            <p:nvPr/>
          </p:nvSpPr>
          <p:spPr>
            <a:xfrm>
              <a:off x="3667681" y="4193526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9"/>
            <p:cNvSpPr/>
            <p:nvPr/>
          </p:nvSpPr>
          <p:spPr>
            <a:xfrm>
              <a:off x="3667681" y="4294005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5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599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7"/>
                  </a:lnTo>
                  <a:lnTo>
                    <a:pt x="436" y="707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599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5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9"/>
            <p:cNvSpPr/>
            <p:nvPr/>
          </p:nvSpPr>
          <p:spPr>
            <a:xfrm>
              <a:off x="3667681" y="432765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96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96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9"/>
            <p:cNvSpPr/>
            <p:nvPr/>
          </p:nvSpPr>
          <p:spPr>
            <a:xfrm>
              <a:off x="3667681" y="4428132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7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2"/>
                  </a:lnTo>
                  <a:lnTo>
                    <a:pt x="164" y="653"/>
                  </a:lnTo>
                  <a:lnTo>
                    <a:pt x="218" y="680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0"/>
                  </a:lnTo>
                  <a:lnTo>
                    <a:pt x="558" y="653"/>
                  </a:lnTo>
                  <a:lnTo>
                    <a:pt x="613" y="612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7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1739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9"/>
            <p:cNvSpPr/>
            <p:nvPr/>
          </p:nvSpPr>
          <p:spPr>
            <a:xfrm>
              <a:off x="3667681" y="4461778"/>
              <a:ext cx="25517" cy="25022"/>
            </a:xfrm>
            <a:custGeom>
              <a:avLst/>
              <a:gdLst/>
              <a:ahLst/>
              <a:cxnLst/>
              <a:rect l="l" t="t" r="r" b="b"/>
              <a:pathLst>
                <a:path w="722" h="708" extrusionOk="0">
                  <a:moveTo>
                    <a:pt x="286" y="0"/>
                  </a:moveTo>
                  <a:lnTo>
                    <a:pt x="218" y="28"/>
                  </a:lnTo>
                  <a:lnTo>
                    <a:pt x="164" y="55"/>
                  </a:lnTo>
                  <a:lnTo>
                    <a:pt x="109" y="109"/>
                  </a:lnTo>
                  <a:lnTo>
                    <a:pt x="69" y="150"/>
                  </a:lnTo>
                  <a:lnTo>
                    <a:pt x="28" y="218"/>
                  </a:lnTo>
                  <a:lnTo>
                    <a:pt x="14" y="286"/>
                  </a:lnTo>
                  <a:lnTo>
                    <a:pt x="1" y="354"/>
                  </a:lnTo>
                  <a:lnTo>
                    <a:pt x="14" y="422"/>
                  </a:lnTo>
                  <a:lnTo>
                    <a:pt x="28" y="490"/>
                  </a:lnTo>
                  <a:lnTo>
                    <a:pt x="69" y="558"/>
                  </a:lnTo>
                  <a:lnTo>
                    <a:pt x="109" y="613"/>
                  </a:lnTo>
                  <a:lnTo>
                    <a:pt x="164" y="653"/>
                  </a:lnTo>
                  <a:lnTo>
                    <a:pt x="218" y="681"/>
                  </a:lnTo>
                  <a:lnTo>
                    <a:pt x="286" y="708"/>
                  </a:lnTo>
                  <a:lnTo>
                    <a:pt x="436" y="708"/>
                  </a:lnTo>
                  <a:lnTo>
                    <a:pt x="504" y="681"/>
                  </a:lnTo>
                  <a:lnTo>
                    <a:pt x="558" y="653"/>
                  </a:lnTo>
                  <a:lnTo>
                    <a:pt x="613" y="613"/>
                  </a:lnTo>
                  <a:lnTo>
                    <a:pt x="653" y="558"/>
                  </a:lnTo>
                  <a:lnTo>
                    <a:pt x="681" y="490"/>
                  </a:lnTo>
                  <a:lnTo>
                    <a:pt x="708" y="422"/>
                  </a:lnTo>
                  <a:lnTo>
                    <a:pt x="721" y="354"/>
                  </a:lnTo>
                  <a:lnTo>
                    <a:pt x="708" y="286"/>
                  </a:lnTo>
                  <a:lnTo>
                    <a:pt x="681" y="218"/>
                  </a:lnTo>
                  <a:lnTo>
                    <a:pt x="653" y="150"/>
                  </a:lnTo>
                  <a:lnTo>
                    <a:pt x="613" y="109"/>
                  </a:lnTo>
                  <a:lnTo>
                    <a:pt x="558" y="55"/>
                  </a:lnTo>
                  <a:lnTo>
                    <a:pt x="504" y="28"/>
                  </a:lnTo>
                  <a:lnTo>
                    <a:pt x="436" y="0"/>
                  </a:lnTo>
                  <a:close/>
                </a:path>
              </a:pathLst>
            </a:custGeom>
            <a:solidFill>
              <a:srgbClr val="FC80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9"/>
            <p:cNvSpPr/>
            <p:nvPr/>
          </p:nvSpPr>
          <p:spPr>
            <a:xfrm>
              <a:off x="3722497" y="3425736"/>
              <a:ext cx="438459" cy="48596"/>
            </a:xfrm>
            <a:custGeom>
              <a:avLst/>
              <a:gdLst/>
              <a:ahLst/>
              <a:cxnLst/>
              <a:rect l="l" t="t" r="r" b="b"/>
              <a:pathLst>
                <a:path w="12406" h="1375" extrusionOk="0">
                  <a:moveTo>
                    <a:pt x="1374" y="1"/>
                  </a:moveTo>
                  <a:lnTo>
                    <a:pt x="1224" y="15"/>
                  </a:lnTo>
                  <a:lnTo>
                    <a:pt x="1088" y="28"/>
                  </a:lnTo>
                  <a:lnTo>
                    <a:pt x="966" y="69"/>
                  </a:lnTo>
                  <a:lnTo>
                    <a:pt x="830" y="110"/>
                  </a:lnTo>
                  <a:lnTo>
                    <a:pt x="708" y="164"/>
                  </a:lnTo>
                  <a:lnTo>
                    <a:pt x="599" y="246"/>
                  </a:lnTo>
                  <a:lnTo>
                    <a:pt x="490" y="314"/>
                  </a:lnTo>
                  <a:lnTo>
                    <a:pt x="395" y="409"/>
                  </a:lnTo>
                  <a:lnTo>
                    <a:pt x="313" y="504"/>
                  </a:lnTo>
                  <a:lnTo>
                    <a:pt x="231" y="613"/>
                  </a:lnTo>
                  <a:lnTo>
                    <a:pt x="163" y="722"/>
                  </a:lnTo>
                  <a:lnTo>
                    <a:pt x="109" y="844"/>
                  </a:lnTo>
                  <a:lnTo>
                    <a:pt x="55" y="967"/>
                  </a:lnTo>
                  <a:lnTo>
                    <a:pt x="27" y="1103"/>
                  </a:lnTo>
                  <a:lnTo>
                    <a:pt x="0" y="1239"/>
                  </a:lnTo>
                  <a:lnTo>
                    <a:pt x="0" y="1375"/>
                  </a:lnTo>
                  <a:lnTo>
                    <a:pt x="12406" y="1375"/>
                  </a:lnTo>
                  <a:lnTo>
                    <a:pt x="12392" y="1239"/>
                  </a:lnTo>
                  <a:lnTo>
                    <a:pt x="12379" y="1103"/>
                  </a:lnTo>
                  <a:lnTo>
                    <a:pt x="12338" y="967"/>
                  </a:lnTo>
                  <a:lnTo>
                    <a:pt x="12297" y="844"/>
                  </a:lnTo>
                  <a:lnTo>
                    <a:pt x="12229" y="722"/>
                  </a:lnTo>
                  <a:lnTo>
                    <a:pt x="12161" y="613"/>
                  </a:lnTo>
                  <a:lnTo>
                    <a:pt x="12093" y="504"/>
                  </a:lnTo>
                  <a:lnTo>
                    <a:pt x="11998" y="409"/>
                  </a:lnTo>
                  <a:lnTo>
                    <a:pt x="11902" y="314"/>
                  </a:lnTo>
                  <a:lnTo>
                    <a:pt x="11794" y="246"/>
                  </a:lnTo>
                  <a:lnTo>
                    <a:pt x="11685" y="164"/>
                  </a:lnTo>
                  <a:lnTo>
                    <a:pt x="11562" y="110"/>
                  </a:lnTo>
                  <a:lnTo>
                    <a:pt x="11440" y="69"/>
                  </a:lnTo>
                  <a:lnTo>
                    <a:pt x="11304" y="28"/>
                  </a:lnTo>
                  <a:lnTo>
                    <a:pt x="11168" y="15"/>
                  </a:lnTo>
                  <a:lnTo>
                    <a:pt x="1103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32"/>
          <p:cNvSpPr/>
          <p:nvPr/>
        </p:nvSpPr>
        <p:spPr>
          <a:xfrm>
            <a:off x="5683350" y="3550875"/>
            <a:ext cx="3000000" cy="1181100"/>
          </a:xfrm>
          <a:prstGeom prst="roundRect">
            <a:avLst>
              <a:gd name="adj" fmla="val 8324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7" name="Google Shape;1437;p32"/>
          <p:cNvSpPr/>
          <p:nvPr/>
        </p:nvSpPr>
        <p:spPr>
          <a:xfrm>
            <a:off x="5683350" y="1219200"/>
            <a:ext cx="3000000" cy="1181100"/>
          </a:xfrm>
          <a:prstGeom prst="roundRect">
            <a:avLst>
              <a:gd name="adj" fmla="val 10110"/>
            </a:avLst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8" name="Google Shape;1438;p32"/>
          <p:cNvSpPr/>
          <p:nvPr/>
        </p:nvSpPr>
        <p:spPr>
          <a:xfrm>
            <a:off x="470349" y="2342517"/>
            <a:ext cx="4115100" cy="1285800"/>
          </a:xfrm>
          <a:prstGeom prst="roundRect">
            <a:avLst>
              <a:gd name="adj" fmla="val 707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440" name="Google Shape;1440;p32"/>
          <p:cNvGrpSpPr/>
          <p:nvPr/>
        </p:nvGrpSpPr>
        <p:grpSpPr>
          <a:xfrm>
            <a:off x="457126" y="1219157"/>
            <a:ext cx="1222740" cy="2516543"/>
            <a:chOff x="-2050539" y="1195241"/>
            <a:chExt cx="1087557" cy="2238519"/>
          </a:xfrm>
        </p:grpSpPr>
        <p:sp>
          <p:nvSpPr>
            <p:cNvPr id="1441" name="Google Shape;1441;p32"/>
            <p:cNvSpPr/>
            <p:nvPr/>
          </p:nvSpPr>
          <p:spPr>
            <a:xfrm>
              <a:off x="-2050539" y="1195241"/>
              <a:ext cx="1087557" cy="2238519"/>
            </a:xfrm>
            <a:custGeom>
              <a:avLst/>
              <a:gdLst/>
              <a:ahLst/>
              <a:cxnLst/>
              <a:rect l="l" t="t" r="r" b="b"/>
              <a:pathLst>
                <a:path w="38679" h="79613" extrusionOk="0">
                  <a:moveTo>
                    <a:pt x="1912" y="0"/>
                  </a:moveTo>
                  <a:lnTo>
                    <a:pt x="1718" y="15"/>
                  </a:lnTo>
                  <a:lnTo>
                    <a:pt x="1524" y="45"/>
                  </a:lnTo>
                  <a:lnTo>
                    <a:pt x="1345" y="90"/>
                  </a:lnTo>
                  <a:lnTo>
                    <a:pt x="1165" y="150"/>
                  </a:lnTo>
                  <a:lnTo>
                    <a:pt x="1001" y="239"/>
                  </a:lnTo>
                  <a:lnTo>
                    <a:pt x="837" y="329"/>
                  </a:lnTo>
                  <a:lnTo>
                    <a:pt x="702" y="448"/>
                  </a:lnTo>
                  <a:lnTo>
                    <a:pt x="568" y="568"/>
                  </a:lnTo>
                  <a:lnTo>
                    <a:pt x="433" y="702"/>
                  </a:lnTo>
                  <a:lnTo>
                    <a:pt x="329" y="852"/>
                  </a:lnTo>
                  <a:lnTo>
                    <a:pt x="239" y="1001"/>
                  </a:lnTo>
                  <a:lnTo>
                    <a:pt x="150" y="1165"/>
                  </a:lnTo>
                  <a:lnTo>
                    <a:pt x="90" y="1345"/>
                  </a:lnTo>
                  <a:lnTo>
                    <a:pt x="45" y="1524"/>
                  </a:lnTo>
                  <a:lnTo>
                    <a:pt x="15" y="1718"/>
                  </a:lnTo>
                  <a:lnTo>
                    <a:pt x="0" y="1912"/>
                  </a:lnTo>
                  <a:lnTo>
                    <a:pt x="0" y="77058"/>
                  </a:lnTo>
                  <a:lnTo>
                    <a:pt x="15" y="77312"/>
                  </a:lnTo>
                  <a:lnTo>
                    <a:pt x="60" y="77566"/>
                  </a:lnTo>
                  <a:lnTo>
                    <a:pt x="120" y="77820"/>
                  </a:lnTo>
                  <a:lnTo>
                    <a:pt x="209" y="78044"/>
                  </a:lnTo>
                  <a:lnTo>
                    <a:pt x="314" y="78268"/>
                  </a:lnTo>
                  <a:lnTo>
                    <a:pt x="433" y="78477"/>
                  </a:lnTo>
                  <a:lnTo>
                    <a:pt x="583" y="78687"/>
                  </a:lnTo>
                  <a:lnTo>
                    <a:pt x="747" y="78866"/>
                  </a:lnTo>
                  <a:lnTo>
                    <a:pt x="941" y="79030"/>
                  </a:lnTo>
                  <a:lnTo>
                    <a:pt x="1136" y="79180"/>
                  </a:lnTo>
                  <a:lnTo>
                    <a:pt x="1345" y="79299"/>
                  </a:lnTo>
                  <a:lnTo>
                    <a:pt x="1569" y="79419"/>
                  </a:lnTo>
                  <a:lnTo>
                    <a:pt x="1808" y="79493"/>
                  </a:lnTo>
                  <a:lnTo>
                    <a:pt x="2047" y="79553"/>
                  </a:lnTo>
                  <a:lnTo>
                    <a:pt x="2301" y="79598"/>
                  </a:lnTo>
                  <a:lnTo>
                    <a:pt x="2555" y="79613"/>
                  </a:lnTo>
                  <a:lnTo>
                    <a:pt x="36124" y="79613"/>
                  </a:lnTo>
                  <a:lnTo>
                    <a:pt x="36378" y="79598"/>
                  </a:lnTo>
                  <a:lnTo>
                    <a:pt x="36632" y="79553"/>
                  </a:lnTo>
                  <a:lnTo>
                    <a:pt x="36886" y="79493"/>
                  </a:lnTo>
                  <a:lnTo>
                    <a:pt x="37110" y="79419"/>
                  </a:lnTo>
                  <a:lnTo>
                    <a:pt x="37334" y="79299"/>
                  </a:lnTo>
                  <a:lnTo>
                    <a:pt x="37558" y="79180"/>
                  </a:lnTo>
                  <a:lnTo>
                    <a:pt x="37753" y="79030"/>
                  </a:lnTo>
                  <a:lnTo>
                    <a:pt x="37932" y="78866"/>
                  </a:lnTo>
                  <a:lnTo>
                    <a:pt x="38096" y="78687"/>
                  </a:lnTo>
                  <a:lnTo>
                    <a:pt x="38246" y="78477"/>
                  </a:lnTo>
                  <a:lnTo>
                    <a:pt x="38365" y="78268"/>
                  </a:lnTo>
                  <a:lnTo>
                    <a:pt x="38485" y="78044"/>
                  </a:lnTo>
                  <a:lnTo>
                    <a:pt x="38559" y="77820"/>
                  </a:lnTo>
                  <a:lnTo>
                    <a:pt x="38634" y="77566"/>
                  </a:lnTo>
                  <a:lnTo>
                    <a:pt x="38664" y="77312"/>
                  </a:lnTo>
                  <a:lnTo>
                    <a:pt x="38679" y="77058"/>
                  </a:lnTo>
                  <a:lnTo>
                    <a:pt x="38679" y="1912"/>
                  </a:lnTo>
                  <a:lnTo>
                    <a:pt x="38664" y="1718"/>
                  </a:lnTo>
                  <a:lnTo>
                    <a:pt x="38634" y="1524"/>
                  </a:lnTo>
                  <a:lnTo>
                    <a:pt x="38589" y="1345"/>
                  </a:lnTo>
                  <a:lnTo>
                    <a:pt x="38529" y="1165"/>
                  </a:lnTo>
                  <a:lnTo>
                    <a:pt x="38455" y="1001"/>
                  </a:lnTo>
                  <a:lnTo>
                    <a:pt x="38350" y="852"/>
                  </a:lnTo>
                  <a:lnTo>
                    <a:pt x="38246" y="702"/>
                  </a:lnTo>
                  <a:lnTo>
                    <a:pt x="38126" y="568"/>
                  </a:lnTo>
                  <a:lnTo>
                    <a:pt x="37992" y="448"/>
                  </a:lnTo>
                  <a:lnTo>
                    <a:pt x="37842" y="329"/>
                  </a:lnTo>
                  <a:lnTo>
                    <a:pt x="37678" y="239"/>
                  </a:lnTo>
                  <a:lnTo>
                    <a:pt x="37514" y="150"/>
                  </a:lnTo>
                  <a:lnTo>
                    <a:pt x="37334" y="90"/>
                  </a:lnTo>
                  <a:lnTo>
                    <a:pt x="37155" y="45"/>
                  </a:lnTo>
                  <a:lnTo>
                    <a:pt x="36961" y="15"/>
                  </a:lnTo>
                  <a:lnTo>
                    <a:pt x="367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-2050539" y="1195241"/>
              <a:ext cx="1087557" cy="2238519"/>
            </a:xfrm>
            <a:custGeom>
              <a:avLst/>
              <a:gdLst/>
              <a:ahLst/>
              <a:cxnLst/>
              <a:rect l="l" t="t" r="r" b="b"/>
              <a:pathLst>
                <a:path w="38679" h="79613" fill="none" extrusionOk="0">
                  <a:moveTo>
                    <a:pt x="38679" y="1912"/>
                  </a:moveTo>
                  <a:lnTo>
                    <a:pt x="38679" y="77058"/>
                  </a:lnTo>
                  <a:lnTo>
                    <a:pt x="38679" y="77058"/>
                  </a:lnTo>
                  <a:lnTo>
                    <a:pt x="38664" y="77312"/>
                  </a:lnTo>
                  <a:lnTo>
                    <a:pt x="38634" y="77566"/>
                  </a:lnTo>
                  <a:lnTo>
                    <a:pt x="38559" y="77820"/>
                  </a:lnTo>
                  <a:lnTo>
                    <a:pt x="38485" y="78044"/>
                  </a:lnTo>
                  <a:lnTo>
                    <a:pt x="38365" y="78268"/>
                  </a:lnTo>
                  <a:lnTo>
                    <a:pt x="38246" y="78477"/>
                  </a:lnTo>
                  <a:lnTo>
                    <a:pt x="38096" y="78687"/>
                  </a:lnTo>
                  <a:lnTo>
                    <a:pt x="37932" y="78866"/>
                  </a:lnTo>
                  <a:lnTo>
                    <a:pt x="37753" y="79030"/>
                  </a:lnTo>
                  <a:lnTo>
                    <a:pt x="37558" y="79180"/>
                  </a:lnTo>
                  <a:lnTo>
                    <a:pt x="37334" y="79299"/>
                  </a:lnTo>
                  <a:lnTo>
                    <a:pt x="37110" y="79419"/>
                  </a:lnTo>
                  <a:lnTo>
                    <a:pt x="36886" y="79493"/>
                  </a:lnTo>
                  <a:lnTo>
                    <a:pt x="36632" y="79553"/>
                  </a:lnTo>
                  <a:lnTo>
                    <a:pt x="36378" y="79598"/>
                  </a:lnTo>
                  <a:lnTo>
                    <a:pt x="36124" y="79613"/>
                  </a:lnTo>
                  <a:lnTo>
                    <a:pt x="2555" y="79613"/>
                  </a:lnTo>
                  <a:lnTo>
                    <a:pt x="2555" y="79613"/>
                  </a:lnTo>
                  <a:lnTo>
                    <a:pt x="2301" y="79598"/>
                  </a:lnTo>
                  <a:lnTo>
                    <a:pt x="2047" y="79553"/>
                  </a:lnTo>
                  <a:lnTo>
                    <a:pt x="1808" y="79493"/>
                  </a:lnTo>
                  <a:lnTo>
                    <a:pt x="1569" y="79419"/>
                  </a:lnTo>
                  <a:lnTo>
                    <a:pt x="1345" y="79299"/>
                  </a:lnTo>
                  <a:lnTo>
                    <a:pt x="1136" y="79180"/>
                  </a:lnTo>
                  <a:lnTo>
                    <a:pt x="941" y="79030"/>
                  </a:lnTo>
                  <a:lnTo>
                    <a:pt x="747" y="78866"/>
                  </a:lnTo>
                  <a:lnTo>
                    <a:pt x="583" y="78687"/>
                  </a:lnTo>
                  <a:lnTo>
                    <a:pt x="433" y="78477"/>
                  </a:lnTo>
                  <a:lnTo>
                    <a:pt x="314" y="78268"/>
                  </a:lnTo>
                  <a:lnTo>
                    <a:pt x="209" y="78044"/>
                  </a:lnTo>
                  <a:lnTo>
                    <a:pt x="120" y="77820"/>
                  </a:lnTo>
                  <a:lnTo>
                    <a:pt x="60" y="77566"/>
                  </a:lnTo>
                  <a:lnTo>
                    <a:pt x="15" y="77312"/>
                  </a:lnTo>
                  <a:lnTo>
                    <a:pt x="0" y="77058"/>
                  </a:lnTo>
                  <a:lnTo>
                    <a:pt x="0" y="1912"/>
                  </a:lnTo>
                  <a:lnTo>
                    <a:pt x="0" y="1912"/>
                  </a:lnTo>
                  <a:lnTo>
                    <a:pt x="15" y="1718"/>
                  </a:lnTo>
                  <a:lnTo>
                    <a:pt x="45" y="1524"/>
                  </a:lnTo>
                  <a:lnTo>
                    <a:pt x="90" y="1345"/>
                  </a:lnTo>
                  <a:lnTo>
                    <a:pt x="150" y="1165"/>
                  </a:lnTo>
                  <a:lnTo>
                    <a:pt x="239" y="1001"/>
                  </a:lnTo>
                  <a:lnTo>
                    <a:pt x="329" y="852"/>
                  </a:lnTo>
                  <a:lnTo>
                    <a:pt x="433" y="702"/>
                  </a:lnTo>
                  <a:lnTo>
                    <a:pt x="568" y="568"/>
                  </a:lnTo>
                  <a:lnTo>
                    <a:pt x="702" y="448"/>
                  </a:lnTo>
                  <a:lnTo>
                    <a:pt x="837" y="329"/>
                  </a:lnTo>
                  <a:lnTo>
                    <a:pt x="1001" y="239"/>
                  </a:lnTo>
                  <a:lnTo>
                    <a:pt x="1165" y="150"/>
                  </a:lnTo>
                  <a:lnTo>
                    <a:pt x="1345" y="90"/>
                  </a:lnTo>
                  <a:lnTo>
                    <a:pt x="1524" y="45"/>
                  </a:lnTo>
                  <a:lnTo>
                    <a:pt x="1718" y="15"/>
                  </a:lnTo>
                  <a:lnTo>
                    <a:pt x="1912" y="0"/>
                  </a:lnTo>
                  <a:lnTo>
                    <a:pt x="36767" y="0"/>
                  </a:lnTo>
                  <a:lnTo>
                    <a:pt x="36767" y="0"/>
                  </a:lnTo>
                  <a:lnTo>
                    <a:pt x="36961" y="15"/>
                  </a:lnTo>
                  <a:lnTo>
                    <a:pt x="37155" y="45"/>
                  </a:lnTo>
                  <a:lnTo>
                    <a:pt x="37334" y="90"/>
                  </a:lnTo>
                  <a:lnTo>
                    <a:pt x="37514" y="150"/>
                  </a:lnTo>
                  <a:lnTo>
                    <a:pt x="37678" y="239"/>
                  </a:lnTo>
                  <a:lnTo>
                    <a:pt x="37842" y="329"/>
                  </a:lnTo>
                  <a:lnTo>
                    <a:pt x="37992" y="448"/>
                  </a:lnTo>
                  <a:lnTo>
                    <a:pt x="38126" y="568"/>
                  </a:lnTo>
                  <a:lnTo>
                    <a:pt x="38246" y="702"/>
                  </a:lnTo>
                  <a:lnTo>
                    <a:pt x="38350" y="852"/>
                  </a:lnTo>
                  <a:lnTo>
                    <a:pt x="38455" y="1001"/>
                  </a:lnTo>
                  <a:lnTo>
                    <a:pt x="38529" y="1165"/>
                  </a:lnTo>
                  <a:lnTo>
                    <a:pt x="38589" y="1345"/>
                  </a:lnTo>
                  <a:lnTo>
                    <a:pt x="38634" y="1524"/>
                  </a:lnTo>
                  <a:lnTo>
                    <a:pt x="38664" y="1718"/>
                  </a:lnTo>
                  <a:lnTo>
                    <a:pt x="38679" y="191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-2050539" y="1195241"/>
              <a:ext cx="1087557" cy="202474"/>
            </a:xfrm>
            <a:custGeom>
              <a:avLst/>
              <a:gdLst/>
              <a:ahLst/>
              <a:cxnLst/>
              <a:rect l="l" t="t" r="r" b="b"/>
              <a:pathLst>
                <a:path w="38679" h="7201" extrusionOk="0">
                  <a:moveTo>
                    <a:pt x="1912" y="0"/>
                  </a:moveTo>
                  <a:lnTo>
                    <a:pt x="1718" y="15"/>
                  </a:lnTo>
                  <a:lnTo>
                    <a:pt x="1524" y="45"/>
                  </a:lnTo>
                  <a:lnTo>
                    <a:pt x="1345" y="90"/>
                  </a:lnTo>
                  <a:lnTo>
                    <a:pt x="1165" y="150"/>
                  </a:lnTo>
                  <a:lnTo>
                    <a:pt x="1001" y="239"/>
                  </a:lnTo>
                  <a:lnTo>
                    <a:pt x="837" y="329"/>
                  </a:lnTo>
                  <a:lnTo>
                    <a:pt x="702" y="448"/>
                  </a:lnTo>
                  <a:lnTo>
                    <a:pt x="568" y="568"/>
                  </a:lnTo>
                  <a:lnTo>
                    <a:pt x="433" y="702"/>
                  </a:lnTo>
                  <a:lnTo>
                    <a:pt x="329" y="852"/>
                  </a:lnTo>
                  <a:lnTo>
                    <a:pt x="239" y="1001"/>
                  </a:lnTo>
                  <a:lnTo>
                    <a:pt x="150" y="1165"/>
                  </a:lnTo>
                  <a:lnTo>
                    <a:pt x="90" y="1345"/>
                  </a:lnTo>
                  <a:lnTo>
                    <a:pt x="45" y="1524"/>
                  </a:lnTo>
                  <a:lnTo>
                    <a:pt x="15" y="1718"/>
                  </a:lnTo>
                  <a:lnTo>
                    <a:pt x="0" y="1912"/>
                  </a:lnTo>
                  <a:lnTo>
                    <a:pt x="0" y="7201"/>
                  </a:lnTo>
                  <a:lnTo>
                    <a:pt x="38679" y="7201"/>
                  </a:lnTo>
                  <a:lnTo>
                    <a:pt x="38679" y="1912"/>
                  </a:lnTo>
                  <a:lnTo>
                    <a:pt x="38664" y="1718"/>
                  </a:lnTo>
                  <a:lnTo>
                    <a:pt x="38634" y="1524"/>
                  </a:lnTo>
                  <a:lnTo>
                    <a:pt x="38589" y="1345"/>
                  </a:lnTo>
                  <a:lnTo>
                    <a:pt x="38529" y="1165"/>
                  </a:lnTo>
                  <a:lnTo>
                    <a:pt x="38455" y="1001"/>
                  </a:lnTo>
                  <a:lnTo>
                    <a:pt x="38350" y="852"/>
                  </a:lnTo>
                  <a:lnTo>
                    <a:pt x="38246" y="702"/>
                  </a:lnTo>
                  <a:lnTo>
                    <a:pt x="38126" y="568"/>
                  </a:lnTo>
                  <a:lnTo>
                    <a:pt x="37992" y="448"/>
                  </a:lnTo>
                  <a:lnTo>
                    <a:pt x="37842" y="329"/>
                  </a:lnTo>
                  <a:lnTo>
                    <a:pt x="37678" y="239"/>
                  </a:lnTo>
                  <a:lnTo>
                    <a:pt x="37514" y="150"/>
                  </a:lnTo>
                  <a:lnTo>
                    <a:pt x="37334" y="90"/>
                  </a:lnTo>
                  <a:lnTo>
                    <a:pt x="37155" y="45"/>
                  </a:lnTo>
                  <a:lnTo>
                    <a:pt x="36961" y="15"/>
                  </a:lnTo>
                  <a:lnTo>
                    <a:pt x="367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2"/>
            <p:cNvSpPr/>
            <p:nvPr/>
          </p:nvSpPr>
          <p:spPr>
            <a:xfrm>
              <a:off x="-1296958" y="1251533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2" y="30"/>
                  </a:lnTo>
                  <a:lnTo>
                    <a:pt x="882" y="60"/>
                  </a:lnTo>
                  <a:lnTo>
                    <a:pt x="763" y="105"/>
                  </a:lnTo>
                  <a:lnTo>
                    <a:pt x="658" y="149"/>
                  </a:lnTo>
                  <a:lnTo>
                    <a:pt x="554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5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1" y="762"/>
                  </a:lnTo>
                  <a:lnTo>
                    <a:pt x="61" y="881"/>
                  </a:lnTo>
                  <a:lnTo>
                    <a:pt x="31" y="1001"/>
                  </a:lnTo>
                  <a:lnTo>
                    <a:pt x="1" y="1120"/>
                  </a:lnTo>
                  <a:lnTo>
                    <a:pt x="1" y="1255"/>
                  </a:lnTo>
                  <a:lnTo>
                    <a:pt x="1" y="1389"/>
                  </a:lnTo>
                  <a:lnTo>
                    <a:pt x="31" y="1509"/>
                  </a:lnTo>
                  <a:lnTo>
                    <a:pt x="61" y="1628"/>
                  </a:lnTo>
                  <a:lnTo>
                    <a:pt x="91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5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4" y="2301"/>
                  </a:lnTo>
                  <a:lnTo>
                    <a:pt x="658" y="2360"/>
                  </a:lnTo>
                  <a:lnTo>
                    <a:pt x="763" y="2420"/>
                  </a:lnTo>
                  <a:lnTo>
                    <a:pt x="882" y="2450"/>
                  </a:lnTo>
                  <a:lnTo>
                    <a:pt x="1002" y="2495"/>
                  </a:lnTo>
                  <a:lnTo>
                    <a:pt x="1121" y="2510"/>
                  </a:lnTo>
                  <a:lnTo>
                    <a:pt x="1390" y="2510"/>
                  </a:lnTo>
                  <a:lnTo>
                    <a:pt x="1510" y="2495"/>
                  </a:lnTo>
                  <a:lnTo>
                    <a:pt x="1629" y="2450"/>
                  </a:lnTo>
                  <a:lnTo>
                    <a:pt x="1749" y="2420"/>
                  </a:lnTo>
                  <a:lnTo>
                    <a:pt x="1853" y="2360"/>
                  </a:lnTo>
                  <a:lnTo>
                    <a:pt x="1958" y="2301"/>
                  </a:lnTo>
                  <a:lnTo>
                    <a:pt x="2063" y="2226"/>
                  </a:lnTo>
                  <a:lnTo>
                    <a:pt x="2137" y="2151"/>
                  </a:lnTo>
                  <a:lnTo>
                    <a:pt x="2227" y="2062"/>
                  </a:lnTo>
                  <a:lnTo>
                    <a:pt x="2302" y="1957"/>
                  </a:lnTo>
                  <a:lnTo>
                    <a:pt x="2361" y="1853"/>
                  </a:lnTo>
                  <a:lnTo>
                    <a:pt x="2421" y="1748"/>
                  </a:lnTo>
                  <a:lnTo>
                    <a:pt x="2451" y="1628"/>
                  </a:lnTo>
                  <a:lnTo>
                    <a:pt x="2481" y="1509"/>
                  </a:lnTo>
                  <a:lnTo>
                    <a:pt x="2511" y="1389"/>
                  </a:lnTo>
                  <a:lnTo>
                    <a:pt x="2511" y="1255"/>
                  </a:lnTo>
                  <a:lnTo>
                    <a:pt x="2511" y="1120"/>
                  </a:lnTo>
                  <a:lnTo>
                    <a:pt x="2481" y="1001"/>
                  </a:lnTo>
                  <a:lnTo>
                    <a:pt x="2451" y="881"/>
                  </a:lnTo>
                  <a:lnTo>
                    <a:pt x="2421" y="762"/>
                  </a:lnTo>
                  <a:lnTo>
                    <a:pt x="2361" y="657"/>
                  </a:lnTo>
                  <a:lnTo>
                    <a:pt x="2302" y="553"/>
                  </a:lnTo>
                  <a:lnTo>
                    <a:pt x="2227" y="463"/>
                  </a:lnTo>
                  <a:lnTo>
                    <a:pt x="2137" y="374"/>
                  </a:lnTo>
                  <a:lnTo>
                    <a:pt x="2063" y="284"/>
                  </a:lnTo>
                  <a:lnTo>
                    <a:pt x="1958" y="209"/>
                  </a:lnTo>
                  <a:lnTo>
                    <a:pt x="1853" y="149"/>
                  </a:lnTo>
                  <a:lnTo>
                    <a:pt x="1749" y="105"/>
                  </a:lnTo>
                  <a:lnTo>
                    <a:pt x="1629" y="60"/>
                  </a:lnTo>
                  <a:lnTo>
                    <a:pt x="1510" y="30"/>
                  </a:lnTo>
                  <a:lnTo>
                    <a:pt x="13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2"/>
            <p:cNvSpPr/>
            <p:nvPr/>
          </p:nvSpPr>
          <p:spPr>
            <a:xfrm>
              <a:off x="-1182266" y="1251533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1" y="30"/>
                  </a:lnTo>
                  <a:lnTo>
                    <a:pt x="882" y="60"/>
                  </a:lnTo>
                  <a:lnTo>
                    <a:pt x="762" y="105"/>
                  </a:lnTo>
                  <a:lnTo>
                    <a:pt x="658" y="149"/>
                  </a:lnTo>
                  <a:lnTo>
                    <a:pt x="553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4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0" y="762"/>
                  </a:lnTo>
                  <a:lnTo>
                    <a:pt x="45" y="881"/>
                  </a:lnTo>
                  <a:lnTo>
                    <a:pt x="15" y="1001"/>
                  </a:lnTo>
                  <a:lnTo>
                    <a:pt x="0" y="1120"/>
                  </a:lnTo>
                  <a:lnTo>
                    <a:pt x="0" y="1255"/>
                  </a:lnTo>
                  <a:lnTo>
                    <a:pt x="0" y="1389"/>
                  </a:lnTo>
                  <a:lnTo>
                    <a:pt x="15" y="1509"/>
                  </a:lnTo>
                  <a:lnTo>
                    <a:pt x="45" y="1628"/>
                  </a:lnTo>
                  <a:lnTo>
                    <a:pt x="90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4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3" y="2301"/>
                  </a:lnTo>
                  <a:lnTo>
                    <a:pt x="658" y="2360"/>
                  </a:lnTo>
                  <a:lnTo>
                    <a:pt x="762" y="2420"/>
                  </a:lnTo>
                  <a:lnTo>
                    <a:pt x="882" y="2450"/>
                  </a:lnTo>
                  <a:lnTo>
                    <a:pt x="1001" y="2495"/>
                  </a:lnTo>
                  <a:lnTo>
                    <a:pt x="1121" y="2510"/>
                  </a:lnTo>
                  <a:lnTo>
                    <a:pt x="1375" y="2510"/>
                  </a:lnTo>
                  <a:lnTo>
                    <a:pt x="1509" y="2495"/>
                  </a:lnTo>
                  <a:lnTo>
                    <a:pt x="1629" y="2450"/>
                  </a:lnTo>
                  <a:lnTo>
                    <a:pt x="1748" y="2420"/>
                  </a:lnTo>
                  <a:lnTo>
                    <a:pt x="1853" y="2360"/>
                  </a:lnTo>
                  <a:lnTo>
                    <a:pt x="1957" y="2301"/>
                  </a:lnTo>
                  <a:lnTo>
                    <a:pt x="2047" y="2226"/>
                  </a:lnTo>
                  <a:lnTo>
                    <a:pt x="2137" y="2151"/>
                  </a:lnTo>
                  <a:lnTo>
                    <a:pt x="2226" y="2062"/>
                  </a:lnTo>
                  <a:lnTo>
                    <a:pt x="2301" y="1957"/>
                  </a:lnTo>
                  <a:lnTo>
                    <a:pt x="2361" y="1853"/>
                  </a:lnTo>
                  <a:lnTo>
                    <a:pt x="2406" y="1748"/>
                  </a:lnTo>
                  <a:lnTo>
                    <a:pt x="2450" y="1628"/>
                  </a:lnTo>
                  <a:lnTo>
                    <a:pt x="2480" y="1509"/>
                  </a:lnTo>
                  <a:lnTo>
                    <a:pt x="2510" y="1389"/>
                  </a:lnTo>
                  <a:lnTo>
                    <a:pt x="2510" y="1255"/>
                  </a:lnTo>
                  <a:lnTo>
                    <a:pt x="2510" y="1120"/>
                  </a:lnTo>
                  <a:lnTo>
                    <a:pt x="2480" y="1001"/>
                  </a:lnTo>
                  <a:lnTo>
                    <a:pt x="2450" y="881"/>
                  </a:lnTo>
                  <a:lnTo>
                    <a:pt x="2406" y="762"/>
                  </a:lnTo>
                  <a:lnTo>
                    <a:pt x="2361" y="657"/>
                  </a:lnTo>
                  <a:lnTo>
                    <a:pt x="2301" y="553"/>
                  </a:lnTo>
                  <a:lnTo>
                    <a:pt x="2226" y="463"/>
                  </a:lnTo>
                  <a:lnTo>
                    <a:pt x="2137" y="374"/>
                  </a:lnTo>
                  <a:lnTo>
                    <a:pt x="2047" y="284"/>
                  </a:lnTo>
                  <a:lnTo>
                    <a:pt x="1957" y="209"/>
                  </a:lnTo>
                  <a:lnTo>
                    <a:pt x="1853" y="149"/>
                  </a:lnTo>
                  <a:lnTo>
                    <a:pt x="1748" y="105"/>
                  </a:lnTo>
                  <a:lnTo>
                    <a:pt x="1629" y="60"/>
                  </a:lnTo>
                  <a:lnTo>
                    <a:pt x="1509" y="30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2"/>
            <p:cNvSpPr/>
            <p:nvPr/>
          </p:nvSpPr>
          <p:spPr>
            <a:xfrm>
              <a:off x="-1072636" y="1251533"/>
              <a:ext cx="70603" cy="70575"/>
            </a:xfrm>
            <a:custGeom>
              <a:avLst/>
              <a:gdLst/>
              <a:ahLst/>
              <a:cxnLst/>
              <a:rect l="l" t="t" r="r" b="b"/>
              <a:pathLst>
                <a:path w="2511" h="2510" extrusionOk="0">
                  <a:moveTo>
                    <a:pt x="1121" y="0"/>
                  </a:moveTo>
                  <a:lnTo>
                    <a:pt x="1002" y="30"/>
                  </a:lnTo>
                  <a:lnTo>
                    <a:pt x="882" y="60"/>
                  </a:lnTo>
                  <a:lnTo>
                    <a:pt x="763" y="105"/>
                  </a:lnTo>
                  <a:lnTo>
                    <a:pt x="658" y="149"/>
                  </a:lnTo>
                  <a:lnTo>
                    <a:pt x="553" y="209"/>
                  </a:lnTo>
                  <a:lnTo>
                    <a:pt x="449" y="284"/>
                  </a:lnTo>
                  <a:lnTo>
                    <a:pt x="359" y="374"/>
                  </a:lnTo>
                  <a:lnTo>
                    <a:pt x="284" y="463"/>
                  </a:lnTo>
                  <a:lnTo>
                    <a:pt x="210" y="553"/>
                  </a:lnTo>
                  <a:lnTo>
                    <a:pt x="150" y="657"/>
                  </a:lnTo>
                  <a:lnTo>
                    <a:pt x="90" y="762"/>
                  </a:lnTo>
                  <a:lnTo>
                    <a:pt x="60" y="881"/>
                  </a:lnTo>
                  <a:lnTo>
                    <a:pt x="30" y="1001"/>
                  </a:lnTo>
                  <a:lnTo>
                    <a:pt x="1" y="1120"/>
                  </a:lnTo>
                  <a:lnTo>
                    <a:pt x="1" y="1255"/>
                  </a:lnTo>
                  <a:lnTo>
                    <a:pt x="1" y="1389"/>
                  </a:lnTo>
                  <a:lnTo>
                    <a:pt x="30" y="1509"/>
                  </a:lnTo>
                  <a:lnTo>
                    <a:pt x="60" y="1628"/>
                  </a:lnTo>
                  <a:lnTo>
                    <a:pt x="90" y="1748"/>
                  </a:lnTo>
                  <a:lnTo>
                    <a:pt x="150" y="1853"/>
                  </a:lnTo>
                  <a:lnTo>
                    <a:pt x="210" y="1957"/>
                  </a:lnTo>
                  <a:lnTo>
                    <a:pt x="284" y="2062"/>
                  </a:lnTo>
                  <a:lnTo>
                    <a:pt x="359" y="2151"/>
                  </a:lnTo>
                  <a:lnTo>
                    <a:pt x="449" y="2226"/>
                  </a:lnTo>
                  <a:lnTo>
                    <a:pt x="553" y="2301"/>
                  </a:lnTo>
                  <a:lnTo>
                    <a:pt x="658" y="2360"/>
                  </a:lnTo>
                  <a:lnTo>
                    <a:pt x="763" y="2420"/>
                  </a:lnTo>
                  <a:lnTo>
                    <a:pt x="882" y="2450"/>
                  </a:lnTo>
                  <a:lnTo>
                    <a:pt x="1002" y="2495"/>
                  </a:lnTo>
                  <a:lnTo>
                    <a:pt x="1121" y="2510"/>
                  </a:lnTo>
                  <a:lnTo>
                    <a:pt x="1390" y="2510"/>
                  </a:lnTo>
                  <a:lnTo>
                    <a:pt x="1510" y="2495"/>
                  </a:lnTo>
                  <a:lnTo>
                    <a:pt x="1629" y="2450"/>
                  </a:lnTo>
                  <a:lnTo>
                    <a:pt x="1749" y="2420"/>
                  </a:lnTo>
                  <a:lnTo>
                    <a:pt x="1853" y="2360"/>
                  </a:lnTo>
                  <a:lnTo>
                    <a:pt x="1958" y="2301"/>
                  </a:lnTo>
                  <a:lnTo>
                    <a:pt x="2062" y="2226"/>
                  </a:lnTo>
                  <a:lnTo>
                    <a:pt x="2152" y="2151"/>
                  </a:lnTo>
                  <a:lnTo>
                    <a:pt x="2227" y="2062"/>
                  </a:lnTo>
                  <a:lnTo>
                    <a:pt x="2301" y="1957"/>
                  </a:lnTo>
                  <a:lnTo>
                    <a:pt x="2361" y="1853"/>
                  </a:lnTo>
                  <a:lnTo>
                    <a:pt x="2421" y="1748"/>
                  </a:lnTo>
                  <a:lnTo>
                    <a:pt x="2451" y="1628"/>
                  </a:lnTo>
                  <a:lnTo>
                    <a:pt x="2481" y="1509"/>
                  </a:lnTo>
                  <a:lnTo>
                    <a:pt x="2510" y="1389"/>
                  </a:lnTo>
                  <a:lnTo>
                    <a:pt x="2510" y="1255"/>
                  </a:lnTo>
                  <a:lnTo>
                    <a:pt x="2510" y="1120"/>
                  </a:lnTo>
                  <a:lnTo>
                    <a:pt x="2481" y="1001"/>
                  </a:lnTo>
                  <a:lnTo>
                    <a:pt x="2451" y="881"/>
                  </a:lnTo>
                  <a:lnTo>
                    <a:pt x="2421" y="762"/>
                  </a:lnTo>
                  <a:lnTo>
                    <a:pt x="2361" y="657"/>
                  </a:lnTo>
                  <a:lnTo>
                    <a:pt x="2301" y="553"/>
                  </a:lnTo>
                  <a:lnTo>
                    <a:pt x="2227" y="463"/>
                  </a:lnTo>
                  <a:lnTo>
                    <a:pt x="2152" y="374"/>
                  </a:lnTo>
                  <a:lnTo>
                    <a:pt x="2062" y="284"/>
                  </a:lnTo>
                  <a:lnTo>
                    <a:pt x="1958" y="209"/>
                  </a:lnTo>
                  <a:lnTo>
                    <a:pt x="1853" y="149"/>
                  </a:lnTo>
                  <a:lnTo>
                    <a:pt x="1749" y="105"/>
                  </a:lnTo>
                  <a:lnTo>
                    <a:pt x="1629" y="60"/>
                  </a:lnTo>
                  <a:lnTo>
                    <a:pt x="1510" y="30"/>
                  </a:lnTo>
                  <a:lnTo>
                    <a:pt x="139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7" name="Google Shape;1447;p32"/>
            <p:cNvGrpSpPr/>
            <p:nvPr/>
          </p:nvGrpSpPr>
          <p:grpSpPr>
            <a:xfrm>
              <a:off x="-1837553" y="1587475"/>
              <a:ext cx="691023" cy="562245"/>
              <a:chOff x="-3597915" y="995403"/>
              <a:chExt cx="1552860" cy="1263472"/>
            </a:xfrm>
          </p:grpSpPr>
          <p:sp>
            <p:nvSpPr>
              <p:cNvPr id="1448" name="Google Shape;1448;p32"/>
              <p:cNvSpPr/>
              <p:nvPr/>
            </p:nvSpPr>
            <p:spPr>
              <a:xfrm>
                <a:off x="-3597915" y="995403"/>
                <a:ext cx="1552843" cy="922581"/>
              </a:xfrm>
              <a:custGeom>
                <a:avLst/>
                <a:gdLst/>
                <a:ahLst/>
                <a:cxnLst/>
                <a:rect l="l" t="t" r="r" b="b"/>
                <a:pathLst>
                  <a:path w="43937" h="26104" extrusionOk="0">
                    <a:moveTo>
                      <a:pt x="19778" y="1"/>
                    </a:moveTo>
                    <a:lnTo>
                      <a:pt x="19207" y="28"/>
                    </a:lnTo>
                    <a:lnTo>
                      <a:pt x="18636" y="69"/>
                    </a:lnTo>
                    <a:lnTo>
                      <a:pt x="18078" y="123"/>
                    </a:lnTo>
                    <a:lnTo>
                      <a:pt x="17507" y="191"/>
                    </a:lnTo>
                    <a:lnTo>
                      <a:pt x="16935" y="273"/>
                    </a:lnTo>
                    <a:lnTo>
                      <a:pt x="16214" y="409"/>
                    </a:lnTo>
                    <a:lnTo>
                      <a:pt x="15507" y="572"/>
                    </a:lnTo>
                    <a:lnTo>
                      <a:pt x="14800" y="762"/>
                    </a:lnTo>
                    <a:lnTo>
                      <a:pt x="14120" y="966"/>
                    </a:lnTo>
                    <a:lnTo>
                      <a:pt x="13439" y="1198"/>
                    </a:lnTo>
                    <a:lnTo>
                      <a:pt x="12759" y="1456"/>
                    </a:lnTo>
                    <a:lnTo>
                      <a:pt x="12106" y="1728"/>
                    </a:lnTo>
                    <a:lnTo>
                      <a:pt x="11467" y="2027"/>
                    </a:lnTo>
                    <a:lnTo>
                      <a:pt x="10937" y="2300"/>
                    </a:lnTo>
                    <a:lnTo>
                      <a:pt x="10433" y="2572"/>
                    </a:lnTo>
                    <a:lnTo>
                      <a:pt x="9930" y="2871"/>
                    </a:lnTo>
                    <a:lnTo>
                      <a:pt x="9427" y="3170"/>
                    </a:lnTo>
                    <a:lnTo>
                      <a:pt x="8991" y="3456"/>
                    </a:lnTo>
                    <a:lnTo>
                      <a:pt x="8556" y="3755"/>
                    </a:lnTo>
                    <a:lnTo>
                      <a:pt x="8121" y="4068"/>
                    </a:lnTo>
                    <a:lnTo>
                      <a:pt x="7713" y="4394"/>
                    </a:lnTo>
                    <a:lnTo>
                      <a:pt x="7209" y="4802"/>
                    </a:lnTo>
                    <a:lnTo>
                      <a:pt x="6720" y="5238"/>
                    </a:lnTo>
                    <a:lnTo>
                      <a:pt x="6257" y="5673"/>
                    </a:lnTo>
                    <a:lnTo>
                      <a:pt x="5795" y="6135"/>
                    </a:lnTo>
                    <a:lnTo>
                      <a:pt x="5523" y="6408"/>
                    </a:lnTo>
                    <a:lnTo>
                      <a:pt x="5264" y="6693"/>
                    </a:lnTo>
                    <a:lnTo>
                      <a:pt x="4761" y="7264"/>
                    </a:lnTo>
                    <a:lnTo>
                      <a:pt x="4394" y="7713"/>
                    </a:lnTo>
                    <a:lnTo>
                      <a:pt x="4040" y="8176"/>
                    </a:lnTo>
                    <a:lnTo>
                      <a:pt x="3700" y="8638"/>
                    </a:lnTo>
                    <a:lnTo>
                      <a:pt x="3373" y="9114"/>
                    </a:lnTo>
                    <a:lnTo>
                      <a:pt x="3061" y="9604"/>
                    </a:lnTo>
                    <a:lnTo>
                      <a:pt x="2761" y="10107"/>
                    </a:lnTo>
                    <a:lnTo>
                      <a:pt x="2476" y="10611"/>
                    </a:lnTo>
                    <a:lnTo>
                      <a:pt x="2217" y="11128"/>
                    </a:lnTo>
                    <a:lnTo>
                      <a:pt x="1932" y="11685"/>
                    </a:lnTo>
                    <a:lnTo>
                      <a:pt x="1673" y="12257"/>
                    </a:lnTo>
                    <a:lnTo>
                      <a:pt x="1510" y="12665"/>
                    </a:lnTo>
                    <a:lnTo>
                      <a:pt x="1347" y="13059"/>
                    </a:lnTo>
                    <a:lnTo>
                      <a:pt x="1197" y="13467"/>
                    </a:lnTo>
                    <a:lnTo>
                      <a:pt x="1047" y="13889"/>
                    </a:lnTo>
                    <a:lnTo>
                      <a:pt x="911" y="14297"/>
                    </a:lnTo>
                    <a:lnTo>
                      <a:pt x="789" y="14719"/>
                    </a:lnTo>
                    <a:lnTo>
                      <a:pt x="680" y="15140"/>
                    </a:lnTo>
                    <a:lnTo>
                      <a:pt x="571" y="15576"/>
                    </a:lnTo>
                    <a:lnTo>
                      <a:pt x="435" y="16133"/>
                    </a:lnTo>
                    <a:lnTo>
                      <a:pt x="326" y="16705"/>
                    </a:lnTo>
                    <a:lnTo>
                      <a:pt x="245" y="17222"/>
                    </a:lnTo>
                    <a:lnTo>
                      <a:pt x="163" y="17752"/>
                    </a:lnTo>
                    <a:lnTo>
                      <a:pt x="109" y="18269"/>
                    </a:lnTo>
                    <a:lnTo>
                      <a:pt x="68" y="18799"/>
                    </a:lnTo>
                    <a:lnTo>
                      <a:pt x="27" y="19357"/>
                    </a:lnTo>
                    <a:lnTo>
                      <a:pt x="14" y="19928"/>
                    </a:lnTo>
                    <a:lnTo>
                      <a:pt x="0" y="20336"/>
                    </a:lnTo>
                    <a:lnTo>
                      <a:pt x="0" y="22690"/>
                    </a:lnTo>
                    <a:lnTo>
                      <a:pt x="14" y="22867"/>
                    </a:lnTo>
                    <a:lnTo>
                      <a:pt x="27" y="23043"/>
                    </a:lnTo>
                    <a:lnTo>
                      <a:pt x="41" y="23207"/>
                    </a:lnTo>
                    <a:lnTo>
                      <a:pt x="82" y="23383"/>
                    </a:lnTo>
                    <a:lnTo>
                      <a:pt x="109" y="23547"/>
                    </a:lnTo>
                    <a:lnTo>
                      <a:pt x="163" y="23710"/>
                    </a:lnTo>
                    <a:lnTo>
                      <a:pt x="218" y="23860"/>
                    </a:lnTo>
                    <a:lnTo>
                      <a:pt x="272" y="24023"/>
                    </a:lnTo>
                    <a:lnTo>
                      <a:pt x="422" y="24322"/>
                    </a:lnTo>
                    <a:lnTo>
                      <a:pt x="585" y="24594"/>
                    </a:lnTo>
                    <a:lnTo>
                      <a:pt x="789" y="24866"/>
                    </a:lnTo>
                    <a:lnTo>
                      <a:pt x="1007" y="25097"/>
                    </a:lnTo>
                    <a:lnTo>
                      <a:pt x="1251" y="25329"/>
                    </a:lnTo>
                    <a:lnTo>
                      <a:pt x="1510" y="25519"/>
                    </a:lnTo>
                    <a:lnTo>
                      <a:pt x="1796" y="25696"/>
                    </a:lnTo>
                    <a:lnTo>
                      <a:pt x="2095" y="25832"/>
                    </a:lnTo>
                    <a:lnTo>
                      <a:pt x="2244" y="25900"/>
                    </a:lnTo>
                    <a:lnTo>
                      <a:pt x="2408" y="25954"/>
                    </a:lnTo>
                    <a:lnTo>
                      <a:pt x="2571" y="25995"/>
                    </a:lnTo>
                    <a:lnTo>
                      <a:pt x="2734" y="26036"/>
                    </a:lnTo>
                    <a:lnTo>
                      <a:pt x="2897" y="26063"/>
                    </a:lnTo>
                    <a:lnTo>
                      <a:pt x="3074" y="26090"/>
                    </a:lnTo>
                    <a:lnTo>
                      <a:pt x="3237" y="26104"/>
                    </a:lnTo>
                    <a:lnTo>
                      <a:pt x="43936" y="26104"/>
                    </a:lnTo>
                    <a:lnTo>
                      <a:pt x="43936" y="18772"/>
                    </a:lnTo>
                    <a:lnTo>
                      <a:pt x="43936" y="18459"/>
                    </a:lnTo>
                    <a:lnTo>
                      <a:pt x="43909" y="17888"/>
                    </a:lnTo>
                    <a:lnTo>
                      <a:pt x="43882" y="17317"/>
                    </a:lnTo>
                    <a:lnTo>
                      <a:pt x="43841" y="16922"/>
                    </a:lnTo>
                    <a:lnTo>
                      <a:pt x="43800" y="16528"/>
                    </a:lnTo>
                    <a:lnTo>
                      <a:pt x="43760" y="16133"/>
                    </a:lnTo>
                    <a:lnTo>
                      <a:pt x="43692" y="15752"/>
                    </a:lnTo>
                    <a:lnTo>
                      <a:pt x="43624" y="15358"/>
                    </a:lnTo>
                    <a:lnTo>
                      <a:pt x="43556" y="14977"/>
                    </a:lnTo>
                    <a:lnTo>
                      <a:pt x="43474" y="14596"/>
                    </a:lnTo>
                    <a:lnTo>
                      <a:pt x="43379" y="14215"/>
                    </a:lnTo>
                    <a:lnTo>
                      <a:pt x="43175" y="13467"/>
                    </a:lnTo>
                    <a:lnTo>
                      <a:pt x="42943" y="12733"/>
                    </a:lnTo>
                    <a:lnTo>
                      <a:pt x="42685" y="12012"/>
                    </a:lnTo>
                    <a:lnTo>
                      <a:pt x="42399" y="11318"/>
                    </a:lnTo>
                    <a:lnTo>
                      <a:pt x="42141" y="10733"/>
                    </a:lnTo>
                    <a:lnTo>
                      <a:pt x="41855" y="10175"/>
                    </a:lnTo>
                    <a:lnTo>
                      <a:pt x="41651" y="9795"/>
                    </a:lnTo>
                    <a:lnTo>
                      <a:pt x="41447" y="9414"/>
                    </a:lnTo>
                    <a:lnTo>
                      <a:pt x="41230" y="9046"/>
                    </a:lnTo>
                    <a:lnTo>
                      <a:pt x="40998" y="8679"/>
                    </a:lnTo>
                    <a:lnTo>
                      <a:pt x="40753" y="8312"/>
                    </a:lnTo>
                    <a:lnTo>
                      <a:pt x="40509" y="7958"/>
                    </a:lnTo>
                    <a:lnTo>
                      <a:pt x="40264" y="7605"/>
                    </a:lnTo>
                    <a:lnTo>
                      <a:pt x="40005" y="7264"/>
                    </a:lnTo>
                    <a:lnTo>
                      <a:pt x="39774" y="6979"/>
                    </a:lnTo>
                    <a:lnTo>
                      <a:pt x="39529" y="6693"/>
                    </a:lnTo>
                    <a:lnTo>
                      <a:pt x="39298" y="6408"/>
                    </a:lnTo>
                    <a:lnTo>
                      <a:pt x="39039" y="6135"/>
                    </a:lnTo>
                    <a:lnTo>
                      <a:pt x="38767" y="5836"/>
                    </a:lnTo>
                    <a:lnTo>
                      <a:pt x="38495" y="5551"/>
                    </a:lnTo>
                    <a:lnTo>
                      <a:pt x="38210" y="5278"/>
                    </a:lnTo>
                    <a:lnTo>
                      <a:pt x="37924" y="5006"/>
                    </a:lnTo>
                    <a:lnTo>
                      <a:pt x="37638" y="4734"/>
                    </a:lnTo>
                    <a:lnTo>
                      <a:pt x="37339" y="4476"/>
                    </a:lnTo>
                    <a:lnTo>
                      <a:pt x="37026" y="4217"/>
                    </a:lnTo>
                    <a:lnTo>
                      <a:pt x="36713" y="3973"/>
                    </a:lnTo>
                    <a:lnTo>
                      <a:pt x="36401" y="3728"/>
                    </a:lnTo>
                    <a:lnTo>
                      <a:pt x="36088" y="3497"/>
                    </a:lnTo>
                    <a:lnTo>
                      <a:pt x="35761" y="3265"/>
                    </a:lnTo>
                    <a:lnTo>
                      <a:pt x="35421" y="3048"/>
                    </a:lnTo>
                    <a:lnTo>
                      <a:pt x="35095" y="2830"/>
                    </a:lnTo>
                    <a:lnTo>
                      <a:pt x="34755" y="2626"/>
                    </a:lnTo>
                    <a:lnTo>
                      <a:pt x="34401" y="2422"/>
                    </a:lnTo>
                    <a:lnTo>
                      <a:pt x="34061" y="2232"/>
                    </a:lnTo>
                    <a:lnTo>
                      <a:pt x="33707" y="2041"/>
                    </a:lnTo>
                    <a:lnTo>
                      <a:pt x="33340" y="1864"/>
                    </a:lnTo>
                    <a:lnTo>
                      <a:pt x="32986" y="1687"/>
                    </a:lnTo>
                    <a:lnTo>
                      <a:pt x="32619" y="1524"/>
                    </a:lnTo>
                    <a:lnTo>
                      <a:pt x="32238" y="1375"/>
                    </a:lnTo>
                    <a:lnTo>
                      <a:pt x="31871" y="1225"/>
                    </a:lnTo>
                    <a:lnTo>
                      <a:pt x="31490" y="1089"/>
                    </a:lnTo>
                    <a:lnTo>
                      <a:pt x="31109" y="953"/>
                    </a:lnTo>
                    <a:lnTo>
                      <a:pt x="30715" y="830"/>
                    </a:lnTo>
                    <a:lnTo>
                      <a:pt x="30334" y="708"/>
                    </a:lnTo>
                    <a:lnTo>
                      <a:pt x="29939" y="599"/>
                    </a:lnTo>
                    <a:lnTo>
                      <a:pt x="29531" y="504"/>
                    </a:lnTo>
                    <a:lnTo>
                      <a:pt x="29137" y="409"/>
                    </a:lnTo>
                    <a:lnTo>
                      <a:pt x="28729" y="327"/>
                    </a:lnTo>
                    <a:lnTo>
                      <a:pt x="28321" y="259"/>
                    </a:lnTo>
                    <a:lnTo>
                      <a:pt x="27913" y="191"/>
                    </a:lnTo>
                    <a:lnTo>
                      <a:pt x="27355" y="123"/>
                    </a:lnTo>
                    <a:lnTo>
                      <a:pt x="26784" y="69"/>
                    </a:lnTo>
                    <a:lnTo>
                      <a:pt x="26389" y="42"/>
                    </a:lnTo>
                    <a:lnTo>
                      <a:pt x="25981" y="14"/>
                    </a:lnTo>
                    <a:lnTo>
                      <a:pt x="2557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-3063318" y="1917960"/>
                <a:ext cx="1018253" cy="340914"/>
              </a:xfrm>
              <a:custGeom>
                <a:avLst/>
                <a:gdLst/>
                <a:ahLst/>
                <a:cxnLst/>
                <a:rect l="l" t="t" r="r" b="b"/>
                <a:pathLst>
                  <a:path w="28811" h="9646" extrusionOk="0">
                    <a:moveTo>
                      <a:pt x="0" y="1"/>
                    </a:moveTo>
                    <a:lnTo>
                      <a:pt x="14" y="395"/>
                    </a:lnTo>
                    <a:lnTo>
                      <a:pt x="68" y="790"/>
                    </a:lnTo>
                    <a:lnTo>
                      <a:pt x="136" y="1171"/>
                    </a:lnTo>
                    <a:lnTo>
                      <a:pt x="231" y="1538"/>
                    </a:lnTo>
                    <a:lnTo>
                      <a:pt x="367" y="1905"/>
                    </a:lnTo>
                    <a:lnTo>
                      <a:pt x="517" y="2245"/>
                    </a:lnTo>
                    <a:lnTo>
                      <a:pt x="694" y="2585"/>
                    </a:lnTo>
                    <a:lnTo>
                      <a:pt x="884" y="2912"/>
                    </a:lnTo>
                    <a:lnTo>
                      <a:pt x="1075" y="3157"/>
                    </a:lnTo>
                    <a:lnTo>
                      <a:pt x="1265" y="3415"/>
                    </a:lnTo>
                    <a:lnTo>
                      <a:pt x="1483" y="3646"/>
                    </a:lnTo>
                    <a:lnTo>
                      <a:pt x="1714" y="3864"/>
                    </a:lnTo>
                    <a:lnTo>
                      <a:pt x="1945" y="4068"/>
                    </a:lnTo>
                    <a:lnTo>
                      <a:pt x="2204" y="4259"/>
                    </a:lnTo>
                    <a:lnTo>
                      <a:pt x="2462" y="4435"/>
                    </a:lnTo>
                    <a:lnTo>
                      <a:pt x="2734" y="4599"/>
                    </a:lnTo>
                    <a:lnTo>
                      <a:pt x="3020" y="4735"/>
                    </a:lnTo>
                    <a:lnTo>
                      <a:pt x="3319" y="4871"/>
                    </a:lnTo>
                    <a:lnTo>
                      <a:pt x="3618" y="4979"/>
                    </a:lnTo>
                    <a:lnTo>
                      <a:pt x="3931" y="5061"/>
                    </a:lnTo>
                    <a:lnTo>
                      <a:pt x="4244" y="5143"/>
                    </a:lnTo>
                    <a:lnTo>
                      <a:pt x="4571" y="5184"/>
                    </a:lnTo>
                    <a:lnTo>
                      <a:pt x="4897" y="5224"/>
                    </a:lnTo>
                    <a:lnTo>
                      <a:pt x="5237" y="5238"/>
                    </a:lnTo>
                    <a:lnTo>
                      <a:pt x="9155" y="5238"/>
                    </a:lnTo>
                    <a:lnTo>
                      <a:pt x="9345" y="5428"/>
                    </a:lnTo>
                    <a:lnTo>
                      <a:pt x="10120" y="6217"/>
                    </a:lnTo>
                    <a:lnTo>
                      <a:pt x="10501" y="6598"/>
                    </a:lnTo>
                    <a:lnTo>
                      <a:pt x="10882" y="6979"/>
                    </a:lnTo>
                    <a:lnTo>
                      <a:pt x="11263" y="7333"/>
                    </a:lnTo>
                    <a:lnTo>
                      <a:pt x="11658" y="7686"/>
                    </a:lnTo>
                    <a:lnTo>
                      <a:pt x="12066" y="8013"/>
                    </a:lnTo>
                    <a:lnTo>
                      <a:pt x="12501" y="8326"/>
                    </a:lnTo>
                    <a:lnTo>
                      <a:pt x="12719" y="8475"/>
                    </a:lnTo>
                    <a:lnTo>
                      <a:pt x="12936" y="8611"/>
                    </a:lnTo>
                    <a:lnTo>
                      <a:pt x="13167" y="8734"/>
                    </a:lnTo>
                    <a:lnTo>
                      <a:pt x="13412" y="8870"/>
                    </a:lnTo>
                    <a:lnTo>
                      <a:pt x="13657" y="8979"/>
                    </a:lnTo>
                    <a:lnTo>
                      <a:pt x="13902" y="9087"/>
                    </a:lnTo>
                    <a:lnTo>
                      <a:pt x="14174" y="9183"/>
                    </a:lnTo>
                    <a:lnTo>
                      <a:pt x="14432" y="9278"/>
                    </a:lnTo>
                    <a:lnTo>
                      <a:pt x="14718" y="9359"/>
                    </a:lnTo>
                    <a:lnTo>
                      <a:pt x="15004" y="9428"/>
                    </a:lnTo>
                    <a:lnTo>
                      <a:pt x="15303" y="9496"/>
                    </a:lnTo>
                    <a:lnTo>
                      <a:pt x="15602" y="9550"/>
                    </a:lnTo>
                    <a:lnTo>
                      <a:pt x="15929" y="9591"/>
                    </a:lnTo>
                    <a:lnTo>
                      <a:pt x="16255" y="9618"/>
                    </a:lnTo>
                    <a:lnTo>
                      <a:pt x="16595" y="9632"/>
                    </a:lnTo>
                    <a:lnTo>
                      <a:pt x="16949" y="9645"/>
                    </a:lnTo>
                    <a:lnTo>
                      <a:pt x="17425" y="9632"/>
                    </a:lnTo>
                    <a:lnTo>
                      <a:pt x="17901" y="9591"/>
                    </a:lnTo>
                    <a:lnTo>
                      <a:pt x="18377" y="9536"/>
                    </a:lnTo>
                    <a:lnTo>
                      <a:pt x="18840" y="9455"/>
                    </a:lnTo>
                    <a:lnTo>
                      <a:pt x="19302" y="9346"/>
                    </a:lnTo>
                    <a:lnTo>
                      <a:pt x="19765" y="9223"/>
                    </a:lnTo>
                    <a:lnTo>
                      <a:pt x="20214" y="9074"/>
                    </a:lnTo>
                    <a:lnTo>
                      <a:pt x="20649" y="8897"/>
                    </a:lnTo>
                    <a:lnTo>
                      <a:pt x="21084" y="8707"/>
                    </a:lnTo>
                    <a:lnTo>
                      <a:pt x="21506" y="8503"/>
                    </a:lnTo>
                    <a:lnTo>
                      <a:pt x="21914" y="8271"/>
                    </a:lnTo>
                    <a:lnTo>
                      <a:pt x="22322" y="8013"/>
                    </a:lnTo>
                    <a:lnTo>
                      <a:pt x="22703" y="7741"/>
                    </a:lnTo>
                    <a:lnTo>
                      <a:pt x="23084" y="7442"/>
                    </a:lnTo>
                    <a:lnTo>
                      <a:pt x="23437" y="7142"/>
                    </a:lnTo>
                    <a:lnTo>
                      <a:pt x="23791" y="6802"/>
                    </a:lnTo>
                    <a:lnTo>
                      <a:pt x="27545" y="3048"/>
                    </a:lnTo>
                    <a:lnTo>
                      <a:pt x="27654" y="2912"/>
                    </a:lnTo>
                    <a:lnTo>
                      <a:pt x="27913" y="2531"/>
                    </a:lnTo>
                    <a:lnTo>
                      <a:pt x="28130" y="2177"/>
                    </a:lnTo>
                    <a:lnTo>
                      <a:pt x="28334" y="1837"/>
                    </a:lnTo>
                    <a:lnTo>
                      <a:pt x="28498" y="1484"/>
                    </a:lnTo>
                    <a:lnTo>
                      <a:pt x="28579" y="1307"/>
                    </a:lnTo>
                    <a:lnTo>
                      <a:pt x="28634" y="1130"/>
                    </a:lnTo>
                    <a:lnTo>
                      <a:pt x="28688" y="953"/>
                    </a:lnTo>
                    <a:lnTo>
                      <a:pt x="28729" y="776"/>
                    </a:lnTo>
                    <a:lnTo>
                      <a:pt x="28770" y="586"/>
                    </a:lnTo>
                    <a:lnTo>
                      <a:pt x="28797" y="395"/>
                    </a:lnTo>
                    <a:lnTo>
                      <a:pt x="28810" y="205"/>
                    </a:lnTo>
                    <a:lnTo>
                      <a:pt x="28810" y="1"/>
                    </a:lnTo>
                    <a:close/>
                  </a:path>
                </a:pathLst>
              </a:custGeom>
              <a:solidFill>
                <a:srgbClr val="FF532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-3063318" y="1917960"/>
                <a:ext cx="1018253" cy="340914"/>
              </a:xfrm>
              <a:custGeom>
                <a:avLst/>
                <a:gdLst/>
                <a:ahLst/>
                <a:cxnLst/>
                <a:rect l="l" t="t" r="r" b="b"/>
                <a:pathLst>
                  <a:path w="28811" h="9646" extrusionOk="0">
                    <a:moveTo>
                      <a:pt x="0" y="1"/>
                    </a:moveTo>
                    <a:lnTo>
                      <a:pt x="14" y="395"/>
                    </a:lnTo>
                    <a:lnTo>
                      <a:pt x="68" y="790"/>
                    </a:lnTo>
                    <a:lnTo>
                      <a:pt x="136" y="1171"/>
                    </a:lnTo>
                    <a:lnTo>
                      <a:pt x="231" y="1538"/>
                    </a:lnTo>
                    <a:lnTo>
                      <a:pt x="367" y="1905"/>
                    </a:lnTo>
                    <a:lnTo>
                      <a:pt x="517" y="2245"/>
                    </a:lnTo>
                    <a:lnTo>
                      <a:pt x="694" y="2585"/>
                    </a:lnTo>
                    <a:lnTo>
                      <a:pt x="884" y="2912"/>
                    </a:lnTo>
                    <a:lnTo>
                      <a:pt x="1075" y="3157"/>
                    </a:lnTo>
                    <a:lnTo>
                      <a:pt x="1265" y="3415"/>
                    </a:lnTo>
                    <a:lnTo>
                      <a:pt x="1483" y="3646"/>
                    </a:lnTo>
                    <a:lnTo>
                      <a:pt x="1714" y="3864"/>
                    </a:lnTo>
                    <a:lnTo>
                      <a:pt x="1945" y="4068"/>
                    </a:lnTo>
                    <a:lnTo>
                      <a:pt x="2204" y="4259"/>
                    </a:lnTo>
                    <a:lnTo>
                      <a:pt x="2462" y="4435"/>
                    </a:lnTo>
                    <a:lnTo>
                      <a:pt x="2734" y="4599"/>
                    </a:lnTo>
                    <a:lnTo>
                      <a:pt x="3020" y="4735"/>
                    </a:lnTo>
                    <a:lnTo>
                      <a:pt x="3319" y="4871"/>
                    </a:lnTo>
                    <a:lnTo>
                      <a:pt x="3618" y="4979"/>
                    </a:lnTo>
                    <a:lnTo>
                      <a:pt x="3931" y="5061"/>
                    </a:lnTo>
                    <a:lnTo>
                      <a:pt x="4244" y="5143"/>
                    </a:lnTo>
                    <a:lnTo>
                      <a:pt x="4571" y="5184"/>
                    </a:lnTo>
                    <a:lnTo>
                      <a:pt x="4897" y="5224"/>
                    </a:lnTo>
                    <a:lnTo>
                      <a:pt x="5237" y="5238"/>
                    </a:lnTo>
                    <a:lnTo>
                      <a:pt x="9155" y="5238"/>
                    </a:lnTo>
                    <a:lnTo>
                      <a:pt x="9345" y="5428"/>
                    </a:lnTo>
                    <a:lnTo>
                      <a:pt x="10120" y="6217"/>
                    </a:lnTo>
                    <a:lnTo>
                      <a:pt x="10501" y="6598"/>
                    </a:lnTo>
                    <a:lnTo>
                      <a:pt x="10882" y="6979"/>
                    </a:lnTo>
                    <a:lnTo>
                      <a:pt x="11263" y="7333"/>
                    </a:lnTo>
                    <a:lnTo>
                      <a:pt x="11658" y="7686"/>
                    </a:lnTo>
                    <a:lnTo>
                      <a:pt x="12066" y="8013"/>
                    </a:lnTo>
                    <a:lnTo>
                      <a:pt x="12501" y="8326"/>
                    </a:lnTo>
                    <a:lnTo>
                      <a:pt x="12719" y="8475"/>
                    </a:lnTo>
                    <a:lnTo>
                      <a:pt x="12936" y="8611"/>
                    </a:lnTo>
                    <a:lnTo>
                      <a:pt x="13167" y="8734"/>
                    </a:lnTo>
                    <a:lnTo>
                      <a:pt x="13412" y="8870"/>
                    </a:lnTo>
                    <a:lnTo>
                      <a:pt x="13657" y="8979"/>
                    </a:lnTo>
                    <a:lnTo>
                      <a:pt x="13902" y="9087"/>
                    </a:lnTo>
                    <a:lnTo>
                      <a:pt x="14174" y="9183"/>
                    </a:lnTo>
                    <a:lnTo>
                      <a:pt x="14432" y="9278"/>
                    </a:lnTo>
                    <a:lnTo>
                      <a:pt x="14718" y="9359"/>
                    </a:lnTo>
                    <a:lnTo>
                      <a:pt x="15004" y="9428"/>
                    </a:lnTo>
                    <a:lnTo>
                      <a:pt x="15303" y="9496"/>
                    </a:lnTo>
                    <a:lnTo>
                      <a:pt x="15602" y="9550"/>
                    </a:lnTo>
                    <a:lnTo>
                      <a:pt x="15929" y="9591"/>
                    </a:lnTo>
                    <a:lnTo>
                      <a:pt x="16255" y="9618"/>
                    </a:lnTo>
                    <a:lnTo>
                      <a:pt x="16595" y="9632"/>
                    </a:lnTo>
                    <a:lnTo>
                      <a:pt x="16949" y="9645"/>
                    </a:lnTo>
                    <a:lnTo>
                      <a:pt x="17425" y="9632"/>
                    </a:lnTo>
                    <a:lnTo>
                      <a:pt x="17901" y="9591"/>
                    </a:lnTo>
                    <a:lnTo>
                      <a:pt x="18377" y="9536"/>
                    </a:lnTo>
                    <a:lnTo>
                      <a:pt x="18840" y="9455"/>
                    </a:lnTo>
                    <a:lnTo>
                      <a:pt x="19302" y="9346"/>
                    </a:lnTo>
                    <a:lnTo>
                      <a:pt x="19765" y="9223"/>
                    </a:lnTo>
                    <a:lnTo>
                      <a:pt x="20214" y="9074"/>
                    </a:lnTo>
                    <a:lnTo>
                      <a:pt x="20649" y="8897"/>
                    </a:lnTo>
                    <a:lnTo>
                      <a:pt x="21084" y="8707"/>
                    </a:lnTo>
                    <a:lnTo>
                      <a:pt x="21506" y="8503"/>
                    </a:lnTo>
                    <a:lnTo>
                      <a:pt x="21914" y="8271"/>
                    </a:lnTo>
                    <a:lnTo>
                      <a:pt x="22322" y="8013"/>
                    </a:lnTo>
                    <a:lnTo>
                      <a:pt x="22703" y="7741"/>
                    </a:lnTo>
                    <a:lnTo>
                      <a:pt x="23084" y="7442"/>
                    </a:lnTo>
                    <a:lnTo>
                      <a:pt x="23437" y="7142"/>
                    </a:lnTo>
                    <a:lnTo>
                      <a:pt x="23791" y="6802"/>
                    </a:lnTo>
                    <a:lnTo>
                      <a:pt x="27545" y="3048"/>
                    </a:lnTo>
                    <a:lnTo>
                      <a:pt x="27654" y="2912"/>
                    </a:lnTo>
                    <a:lnTo>
                      <a:pt x="27913" y="2531"/>
                    </a:lnTo>
                    <a:lnTo>
                      <a:pt x="28130" y="2177"/>
                    </a:lnTo>
                    <a:lnTo>
                      <a:pt x="28334" y="1837"/>
                    </a:lnTo>
                    <a:lnTo>
                      <a:pt x="28498" y="1484"/>
                    </a:lnTo>
                    <a:lnTo>
                      <a:pt x="28579" y="1307"/>
                    </a:lnTo>
                    <a:lnTo>
                      <a:pt x="28634" y="1130"/>
                    </a:lnTo>
                    <a:lnTo>
                      <a:pt x="28688" y="953"/>
                    </a:lnTo>
                    <a:lnTo>
                      <a:pt x="28729" y="776"/>
                    </a:lnTo>
                    <a:lnTo>
                      <a:pt x="28770" y="586"/>
                    </a:lnTo>
                    <a:lnTo>
                      <a:pt x="28797" y="395"/>
                    </a:lnTo>
                    <a:lnTo>
                      <a:pt x="28810" y="205"/>
                    </a:lnTo>
                    <a:lnTo>
                      <a:pt x="28810" y="1"/>
                    </a:lnTo>
                    <a:close/>
                  </a:path>
                </a:pathLst>
              </a:custGeom>
              <a:solidFill>
                <a:srgbClr val="E3390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-2739789" y="2103051"/>
                <a:ext cx="573079" cy="155825"/>
              </a:xfrm>
              <a:custGeom>
                <a:avLst/>
                <a:gdLst/>
                <a:ahLst/>
                <a:cxnLst/>
                <a:rect l="l" t="t" r="r" b="b"/>
                <a:pathLst>
                  <a:path w="16215" h="4409" extrusionOk="0">
                    <a:moveTo>
                      <a:pt x="1" y="1"/>
                    </a:moveTo>
                    <a:lnTo>
                      <a:pt x="191" y="191"/>
                    </a:lnTo>
                    <a:lnTo>
                      <a:pt x="966" y="980"/>
                    </a:lnTo>
                    <a:lnTo>
                      <a:pt x="1347" y="1361"/>
                    </a:lnTo>
                    <a:lnTo>
                      <a:pt x="1728" y="1742"/>
                    </a:lnTo>
                    <a:lnTo>
                      <a:pt x="2109" y="2096"/>
                    </a:lnTo>
                    <a:lnTo>
                      <a:pt x="2504" y="2449"/>
                    </a:lnTo>
                    <a:lnTo>
                      <a:pt x="2912" y="2776"/>
                    </a:lnTo>
                    <a:lnTo>
                      <a:pt x="3347" y="3089"/>
                    </a:lnTo>
                    <a:lnTo>
                      <a:pt x="3565" y="3238"/>
                    </a:lnTo>
                    <a:lnTo>
                      <a:pt x="3782" y="3374"/>
                    </a:lnTo>
                    <a:lnTo>
                      <a:pt x="4013" y="3497"/>
                    </a:lnTo>
                    <a:lnTo>
                      <a:pt x="4258" y="3633"/>
                    </a:lnTo>
                    <a:lnTo>
                      <a:pt x="4503" y="3742"/>
                    </a:lnTo>
                    <a:lnTo>
                      <a:pt x="4748" y="3850"/>
                    </a:lnTo>
                    <a:lnTo>
                      <a:pt x="5020" y="3946"/>
                    </a:lnTo>
                    <a:lnTo>
                      <a:pt x="5278" y="4041"/>
                    </a:lnTo>
                    <a:lnTo>
                      <a:pt x="5564" y="4122"/>
                    </a:lnTo>
                    <a:lnTo>
                      <a:pt x="5850" y="4191"/>
                    </a:lnTo>
                    <a:lnTo>
                      <a:pt x="6149" y="4259"/>
                    </a:lnTo>
                    <a:lnTo>
                      <a:pt x="6448" y="4313"/>
                    </a:lnTo>
                    <a:lnTo>
                      <a:pt x="6775" y="4354"/>
                    </a:lnTo>
                    <a:lnTo>
                      <a:pt x="7101" y="4381"/>
                    </a:lnTo>
                    <a:lnTo>
                      <a:pt x="7441" y="4395"/>
                    </a:lnTo>
                    <a:lnTo>
                      <a:pt x="7795" y="4408"/>
                    </a:lnTo>
                    <a:lnTo>
                      <a:pt x="8271" y="4395"/>
                    </a:lnTo>
                    <a:lnTo>
                      <a:pt x="8747" y="4354"/>
                    </a:lnTo>
                    <a:lnTo>
                      <a:pt x="9223" y="4299"/>
                    </a:lnTo>
                    <a:lnTo>
                      <a:pt x="9686" y="4218"/>
                    </a:lnTo>
                    <a:lnTo>
                      <a:pt x="10148" y="4109"/>
                    </a:lnTo>
                    <a:lnTo>
                      <a:pt x="10611" y="3986"/>
                    </a:lnTo>
                    <a:lnTo>
                      <a:pt x="11060" y="3837"/>
                    </a:lnTo>
                    <a:lnTo>
                      <a:pt x="11495" y="3660"/>
                    </a:lnTo>
                    <a:lnTo>
                      <a:pt x="11930" y="3470"/>
                    </a:lnTo>
                    <a:lnTo>
                      <a:pt x="12352" y="3266"/>
                    </a:lnTo>
                    <a:lnTo>
                      <a:pt x="12760" y="3034"/>
                    </a:lnTo>
                    <a:lnTo>
                      <a:pt x="13168" y="2776"/>
                    </a:lnTo>
                    <a:lnTo>
                      <a:pt x="13549" y="2504"/>
                    </a:lnTo>
                    <a:lnTo>
                      <a:pt x="13930" y="2205"/>
                    </a:lnTo>
                    <a:lnTo>
                      <a:pt x="14283" y="1905"/>
                    </a:lnTo>
                    <a:lnTo>
                      <a:pt x="14637" y="1565"/>
                    </a:lnTo>
                    <a:lnTo>
                      <a:pt x="1621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-3597456" y="1659815"/>
                <a:ext cx="235593" cy="133665"/>
              </a:xfrm>
              <a:custGeom>
                <a:avLst/>
                <a:gdLst/>
                <a:ahLst/>
                <a:cxnLst/>
                <a:rect l="l" t="t" r="r" b="b"/>
                <a:pathLst>
                  <a:path w="6666" h="3782" extrusionOk="0">
                    <a:moveTo>
                      <a:pt x="55" y="0"/>
                    </a:moveTo>
                    <a:lnTo>
                      <a:pt x="14" y="558"/>
                    </a:lnTo>
                    <a:lnTo>
                      <a:pt x="1" y="1129"/>
                    </a:lnTo>
                    <a:lnTo>
                      <a:pt x="2884" y="1129"/>
                    </a:lnTo>
                    <a:lnTo>
                      <a:pt x="3156" y="1143"/>
                    </a:lnTo>
                    <a:lnTo>
                      <a:pt x="3415" y="1184"/>
                    </a:lnTo>
                    <a:lnTo>
                      <a:pt x="3673" y="1252"/>
                    </a:lnTo>
                    <a:lnTo>
                      <a:pt x="3918" y="1347"/>
                    </a:lnTo>
                    <a:lnTo>
                      <a:pt x="4149" y="1456"/>
                    </a:lnTo>
                    <a:lnTo>
                      <a:pt x="4367" y="1592"/>
                    </a:lnTo>
                    <a:lnTo>
                      <a:pt x="4571" y="1742"/>
                    </a:lnTo>
                    <a:lnTo>
                      <a:pt x="4762" y="1905"/>
                    </a:lnTo>
                    <a:lnTo>
                      <a:pt x="4925" y="2095"/>
                    </a:lnTo>
                    <a:lnTo>
                      <a:pt x="5074" y="2299"/>
                    </a:lnTo>
                    <a:lnTo>
                      <a:pt x="5210" y="2517"/>
                    </a:lnTo>
                    <a:lnTo>
                      <a:pt x="5319" y="2748"/>
                    </a:lnTo>
                    <a:lnTo>
                      <a:pt x="5414" y="2993"/>
                    </a:lnTo>
                    <a:lnTo>
                      <a:pt x="5482" y="3251"/>
                    </a:lnTo>
                    <a:lnTo>
                      <a:pt x="5523" y="3510"/>
                    </a:lnTo>
                    <a:lnTo>
                      <a:pt x="5537" y="3782"/>
                    </a:lnTo>
                    <a:lnTo>
                      <a:pt x="6666" y="3782"/>
                    </a:lnTo>
                    <a:lnTo>
                      <a:pt x="6666" y="3591"/>
                    </a:lnTo>
                    <a:lnTo>
                      <a:pt x="6652" y="3387"/>
                    </a:lnTo>
                    <a:lnTo>
                      <a:pt x="6625" y="3211"/>
                    </a:lnTo>
                    <a:lnTo>
                      <a:pt x="6598" y="3020"/>
                    </a:lnTo>
                    <a:lnTo>
                      <a:pt x="6543" y="2830"/>
                    </a:lnTo>
                    <a:lnTo>
                      <a:pt x="6503" y="2653"/>
                    </a:lnTo>
                    <a:lnTo>
                      <a:pt x="6435" y="2476"/>
                    </a:lnTo>
                    <a:lnTo>
                      <a:pt x="6367" y="2313"/>
                    </a:lnTo>
                    <a:lnTo>
                      <a:pt x="6299" y="2136"/>
                    </a:lnTo>
                    <a:lnTo>
                      <a:pt x="6217" y="1973"/>
                    </a:lnTo>
                    <a:lnTo>
                      <a:pt x="6122" y="1823"/>
                    </a:lnTo>
                    <a:lnTo>
                      <a:pt x="6027" y="1660"/>
                    </a:lnTo>
                    <a:lnTo>
                      <a:pt x="5918" y="1524"/>
                    </a:lnTo>
                    <a:lnTo>
                      <a:pt x="5809" y="1374"/>
                    </a:lnTo>
                    <a:lnTo>
                      <a:pt x="5686" y="1238"/>
                    </a:lnTo>
                    <a:lnTo>
                      <a:pt x="5564" y="1102"/>
                    </a:lnTo>
                    <a:lnTo>
                      <a:pt x="5428" y="980"/>
                    </a:lnTo>
                    <a:lnTo>
                      <a:pt x="5292" y="857"/>
                    </a:lnTo>
                    <a:lnTo>
                      <a:pt x="5142" y="749"/>
                    </a:lnTo>
                    <a:lnTo>
                      <a:pt x="4993" y="640"/>
                    </a:lnTo>
                    <a:lnTo>
                      <a:pt x="4843" y="545"/>
                    </a:lnTo>
                    <a:lnTo>
                      <a:pt x="4694" y="449"/>
                    </a:lnTo>
                    <a:lnTo>
                      <a:pt x="4530" y="368"/>
                    </a:lnTo>
                    <a:lnTo>
                      <a:pt x="4353" y="300"/>
                    </a:lnTo>
                    <a:lnTo>
                      <a:pt x="4190" y="232"/>
                    </a:lnTo>
                    <a:lnTo>
                      <a:pt x="4013" y="164"/>
                    </a:lnTo>
                    <a:lnTo>
                      <a:pt x="3823" y="109"/>
                    </a:lnTo>
                    <a:lnTo>
                      <a:pt x="3646" y="68"/>
                    </a:lnTo>
                    <a:lnTo>
                      <a:pt x="3456" y="41"/>
                    </a:lnTo>
                    <a:lnTo>
                      <a:pt x="3265" y="14"/>
                    </a:ln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-3586393" y="1355018"/>
                <a:ext cx="411069" cy="230787"/>
              </a:xfrm>
              <a:custGeom>
                <a:avLst/>
                <a:gdLst/>
                <a:ahLst/>
                <a:cxnLst/>
                <a:rect l="l" t="t" r="r" b="b"/>
                <a:pathLst>
                  <a:path w="11631" h="6530" extrusionOk="0">
                    <a:moveTo>
                      <a:pt x="10502" y="0"/>
                    </a:moveTo>
                    <a:lnTo>
                      <a:pt x="10488" y="272"/>
                    </a:lnTo>
                    <a:lnTo>
                      <a:pt x="10474" y="558"/>
                    </a:lnTo>
                    <a:lnTo>
                      <a:pt x="10434" y="817"/>
                    </a:lnTo>
                    <a:lnTo>
                      <a:pt x="10393" y="1089"/>
                    </a:lnTo>
                    <a:lnTo>
                      <a:pt x="10325" y="1347"/>
                    </a:lnTo>
                    <a:lnTo>
                      <a:pt x="10257" y="1606"/>
                    </a:lnTo>
                    <a:lnTo>
                      <a:pt x="10175" y="1850"/>
                    </a:lnTo>
                    <a:lnTo>
                      <a:pt x="10080" y="2095"/>
                    </a:lnTo>
                    <a:lnTo>
                      <a:pt x="9971" y="2340"/>
                    </a:lnTo>
                    <a:lnTo>
                      <a:pt x="9849" y="2571"/>
                    </a:lnTo>
                    <a:lnTo>
                      <a:pt x="9713" y="2803"/>
                    </a:lnTo>
                    <a:lnTo>
                      <a:pt x="9577" y="3020"/>
                    </a:lnTo>
                    <a:lnTo>
                      <a:pt x="9427" y="3224"/>
                    </a:lnTo>
                    <a:lnTo>
                      <a:pt x="9264" y="3428"/>
                    </a:lnTo>
                    <a:lnTo>
                      <a:pt x="9101" y="3632"/>
                    </a:lnTo>
                    <a:lnTo>
                      <a:pt x="8910" y="3823"/>
                    </a:lnTo>
                    <a:lnTo>
                      <a:pt x="8733" y="4000"/>
                    </a:lnTo>
                    <a:lnTo>
                      <a:pt x="8529" y="4163"/>
                    </a:lnTo>
                    <a:lnTo>
                      <a:pt x="8325" y="4326"/>
                    </a:lnTo>
                    <a:lnTo>
                      <a:pt x="8121" y="4476"/>
                    </a:lnTo>
                    <a:lnTo>
                      <a:pt x="7904" y="4612"/>
                    </a:lnTo>
                    <a:lnTo>
                      <a:pt x="7672" y="4748"/>
                    </a:lnTo>
                    <a:lnTo>
                      <a:pt x="7441" y="4870"/>
                    </a:lnTo>
                    <a:lnTo>
                      <a:pt x="7196" y="4979"/>
                    </a:lnTo>
                    <a:lnTo>
                      <a:pt x="6951" y="5074"/>
                    </a:lnTo>
                    <a:lnTo>
                      <a:pt x="6707" y="5156"/>
                    </a:lnTo>
                    <a:lnTo>
                      <a:pt x="6448" y="5224"/>
                    </a:lnTo>
                    <a:lnTo>
                      <a:pt x="6190" y="5292"/>
                    </a:lnTo>
                    <a:lnTo>
                      <a:pt x="5918" y="5333"/>
                    </a:lnTo>
                    <a:lnTo>
                      <a:pt x="5646" y="5373"/>
                    </a:lnTo>
                    <a:lnTo>
                      <a:pt x="5373" y="5387"/>
                    </a:lnTo>
                    <a:lnTo>
                      <a:pt x="5101" y="5401"/>
                    </a:lnTo>
                    <a:lnTo>
                      <a:pt x="245" y="5401"/>
                    </a:lnTo>
                    <a:lnTo>
                      <a:pt x="109" y="5958"/>
                    </a:lnTo>
                    <a:lnTo>
                      <a:pt x="0" y="6530"/>
                    </a:lnTo>
                    <a:lnTo>
                      <a:pt x="5101" y="6530"/>
                    </a:lnTo>
                    <a:lnTo>
                      <a:pt x="5523" y="6516"/>
                    </a:lnTo>
                    <a:lnTo>
                      <a:pt x="5945" y="6475"/>
                    </a:lnTo>
                    <a:lnTo>
                      <a:pt x="6353" y="6407"/>
                    </a:lnTo>
                    <a:lnTo>
                      <a:pt x="6761" y="6326"/>
                    </a:lnTo>
                    <a:lnTo>
                      <a:pt x="7155" y="6203"/>
                    </a:lnTo>
                    <a:lnTo>
                      <a:pt x="7536" y="6067"/>
                    </a:lnTo>
                    <a:lnTo>
                      <a:pt x="7904" y="5904"/>
                    </a:lnTo>
                    <a:lnTo>
                      <a:pt x="8271" y="5713"/>
                    </a:lnTo>
                    <a:lnTo>
                      <a:pt x="8611" y="5509"/>
                    </a:lnTo>
                    <a:lnTo>
                      <a:pt x="8937" y="5278"/>
                    </a:lnTo>
                    <a:lnTo>
                      <a:pt x="9250" y="5033"/>
                    </a:lnTo>
                    <a:lnTo>
                      <a:pt x="9549" y="4775"/>
                    </a:lnTo>
                    <a:lnTo>
                      <a:pt x="9835" y="4489"/>
                    </a:lnTo>
                    <a:lnTo>
                      <a:pt x="10107" y="4190"/>
                    </a:lnTo>
                    <a:lnTo>
                      <a:pt x="10352" y="3877"/>
                    </a:lnTo>
                    <a:lnTo>
                      <a:pt x="10583" y="3551"/>
                    </a:lnTo>
                    <a:lnTo>
                      <a:pt x="10747" y="3279"/>
                    </a:lnTo>
                    <a:lnTo>
                      <a:pt x="10910" y="2993"/>
                    </a:lnTo>
                    <a:lnTo>
                      <a:pt x="11046" y="2707"/>
                    </a:lnTo>
                    <a:lnTo>
                      <a:pt x="11168" y="2422"/>
                    </a:lnTo>
                    <a:lnTo>
                      <a:pt x="11277" y="2136"/>
                    </a:lnTo>
                    <a:lnTo>
                      <a:pt x="11372" y="1850"/>
                    </a:lnTo>
                    <a:lnTo>
                      <a:pt x="11454" y="1551"/>
                    </a:lnTo>
                    <a:lnTo>
                      <a:pt x="11508" y="1252"/>
                    </a:lnTo>
                    <a:lnTo>
                      <a:pt x="11563" y="939"/>
                    </a:lnTo>
                    <a:lnTo>
                      <a:pt x="11603" y="640"/>
                    </a:lnTo>
                    <a:lnTo>
                      <a:pt x="11631" y="313"/>
                    </a:lnTo>
                    <a:lnTo>
                      <a:pt x="11631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-2484966" y="1641048"/>
                <a:ext cx="439908" cy="172648"/>
              </a:xfrm>
              <a:custGeom>
                <a:avLst/>
                <a:gdLst/>
                <a:ahLst/>
                <a:cxnLst/>
                <a:rect l="l" t="t" r="r" b="b"/>
                <a:pathLst>
                  <a:path w="12447" h="4885" extrusionOk="0">
                    <a:moveTo>
                      <a:pt x="0" y="1"/>
                    </a:moveTo>
                    <a:lnTo>
                      <a:pt x="14" y="246"/>
                    </a:lnTo>
                    <a:lnTo>
                      <a:pt x="27" y="491"/>
                    </a:lnTo>
                    <a:lnTo>
                      <a:pt x="54" y="735"/>
                    </a:lnTo>
                    <a:lnTo>
                      <a:pt x="109" y="980"/>
                    </a:lnTo>
                    <a:lnTo>
                      <a:pt x="150" y="1212"/>
                    </a:lnTo>
                    <a:lnTo>
                      <a:pt x="218" y="1443"/>
                    </a:lnTo>
                    <a:lnTo>
                      <a:pt x="299" y="1660"/>
                    </a:lnTo>
                    <a:lnTo>
                      <a:pt x="381" y="1878"/>
                    </a:lnTo>
                    <a:lnTo>
                      <a:pt x="476" y="2096"/>
                    </a:lnTo>
                    <a:lnTo>
                      <a:pt x="585" y="2300"/>
                    </a:lnTo>
                    <a:lnTo>
                      <a:pt x="694" y="2504"/>
                    </a:lnTo>
                    <a:lnTo>
                      <a:pt x="816" y="2708"/>
                    </a:lnTo>
                    <a:lnTo>
                      <a:pt x="952" y="2898"/>
                    </a:lnTo>
                    <a:lnTo>
                      <a:pt x="1102" y="3075"/>
                    </a:lnTo>
                    <a:lnTo>
                      <a:pt x="1251" y="3252"/>
                    </a:lnTo>
                    <a:lnTo>
                      <a:pt x="1401" y="3415"/>
                    </a:lnTo>
                    <a:lnTo>
                      <a:pt x="1564" y="3578"/>
                    </a:lnTo>
                    <a:lnTo>
                      <a:pt x="1741" y="3728"/>
                    </a:lnTo>
                    <a:lnTo>
                      <a:pt x="1918" y="3878"/>
                    </a:lnTo>
                    <a:lnTo>
                      <a:pt x="2108" y="4014"/>
                    </a:lnTo>
                    <a:lnTo>
                      <a:pt x="2312" y="4150"/>
                    </a:lnTo>
                    <a:lnTo>
                      <a:pt x="2503" y="4258"/>
                    </a:lnTo>
                    <a:lnTo>
                      <a:pt x="2707" y="4367"/>
                    </a:lnTo>
                    <a:lnTo>
                      <a:pt x="2925" y="4476"/>
                    </a:lnTo>
                    <a:lnTo>
                      <a:pt x="3142" y="4558"/>
                    </a:lnTo>
                    <a:lnTo>
                      <a:pt x="3360" y="4639"/>
                    </a:lnTo>
                    <a:lnTo>
                      <a:pt x="3591" y="4707"/>
                    </a:lnTo>
                    <a:lnTo>
                      <a:pt x="3822" y="4762"/>
                    </a:lnTo>
                    <a:lnTo>
                      <a:pt x="4054" y="4816"/>
                    </a:lnTo>
                    <a:lnTo>
                      <a:pt x="4298" y="4843"/>
                    </a:lnTo>
                    <a:lnTo>
                      <a:pt x="4543" y="4871"/>
                    </a:lnTo>
                    <a:lnTo>
                      <a:pt x="4788" y="4884"/>
                    </a:lnTo>
                    <a:lnTo>
                      <a:pt x="12446" y="4884"/>
                    </a:lnTo>
                    <a:lnTo>
                      <a:pt x="12446" y="3742"/>
                    </a:lnTo>
                    <a:lnTo>
                      <a:pt x="4693" y="3742"/>
                    </a:lnTo>
                    <a:lnTo>
                      <a:pt x="4503" y="3728"/>
                    </a:lnTo>
                    <a:lnTo>
                      <a:pt x="4312" y="3701"/>
                    </a:lnTo>
                    <a:lnTo>
                      <a:pt x="4122" y="3674"/>
                    </a:lnTo>
                    <a:lnTo>
                      <a:pt x="3945" y="3619"/>
                    </a:lnTo>
                    <a:lnTo>
                      <a:pt x="3768" y="3578"/>
                    </a:lnTo>
                    <a:lnTo>
                      <a:pt x="3591" y="3510"/>
                    </a:lnTo>
                    <a:lnTo>
                      <a:pt x="3428" y="3442"/>
                    </a:lnTo>
                    <a:lnTo>
                      <a:pt x="3265" y="3374"/>
                    </a:lnTo>
                    <a:lnTo>
                      <a:pt x="3101" y="3293"/>
                    </a:lnTo>
                    <a:lnTo>
                      <a:pt x="2938" y="3197"/>
                    </a:lnTo>
                    <a:lnTo>
                      <a:pt x="2789" y="3102"/>
                    </a:lnTo>
                    <a:lnTo>
                      <a:pt x="2639" y="2993"/>
                    </a:lnTo>
                    <a:lnTo>
                      <a:pt x="2503" y="2885"/>
                    </a:lnTo>
                    <a:lnTo>
                      <a:pt x="2367" y="2776"/>
                    </a:lnTo>
                    <a:lnTo>
                      <a:pt x="2231" y="2653"/>
                    </a:lnTo>
                    <a:lnTo>
                      <a:pt x="2108" y="2517"/>
                    </a:lnTo>
                    <a:lnTo>
                      <a:pt x="2000" y="2381"/>
                    </a:lnTo>
                    <a:lnTo>
                      <a:pt x="1891" y="2245"/>
                    </a:lnTo>
                    <a:lnTo>
                      <a:pt x="1782" y="2096"/>
                    </a:lnTo>
                    <a:lnTo>
                      <a:pt x="1687" y="1946"/>
                    </a:lnTo>
                    <a:lnTo>
                      <a:pt x="1592" y="1783"/>
                    </a:lnTo>
                    <a:lnTo>
                      <a:pt x="1510" y="1620"/>
                    </a:lnTo>
                    <a:lnTo>
                      <a:pt x="1442" y="1456"/>
                    </a:lnTo>
                    <a:lnTo>
                      <a:pt x="1374" y="1293"/>
                    </a:lnTo>
                    <a:lnTo>
                      <a:pt x="1306" y="1116"/>
                    </a:lnTo>
                    <a:lnTo>
                      <a:pt x="1265" y="939"/>
                    </a:lnTo>
                    <a:lnTo>
                      <a:pt x="1224" y="763"/>
                    </a:lnTo>
                    <a:lnTo>
                      <a:pt x="1183" y="572"/>
                    </a:lnTo>
                    <a:lnTo>
                      <a:pt x="1156" y="382"/>
                    </a:lnTo>
                    <a:lnTo>
                      <a:pt x="1143" y="191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-3538786" y="1388664"/>
                <a:ext cx="189931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5374" h="1130" extrusionOk="0">
                    <a:moveTo>
                      <a:pt x="544" y="1"/>
                    </a:moveTo>
                    <a:lnTo>
                      <a:pt x="259" y="558"/>
                    </a:lnTo>
                    <a:lnTo>
                      <a:pt x="0" y="1130"/>
                    </a:lnTo>
                    <a:lnTo>
                      <a:pt x="5373" y="1130"/>
                    </a:lnTo>
                    <a:lnTo>
                      <a:pt x="537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-2663342" y="1212232"/>
                <a:ext cx="479350" cy="223117"/>
              </a:xfrm>
              <a:custGeom>
                <a:avLst/>
                <a:gdLst/>
                <a:ahLst/>
                <a:cxnLst/>
                <a:rect l="l" t="t" r="r" b="b"/>
                <a:pathLst>
                  <a:path w="13563" h="6313" extrusionOk="0">
                    <a:moveTo>
                      <a:pt x="5972" y="0"/>
                    </a:moveTo>
                    <a:lnTo>
                      <a:pt x="5618" y="41"/>
                    </a:lnTo>
                    <a:lnTo>
                      <a:pt x="5265" y="82"/>
                    </a:lnTo>
                    <a:lnTo>
                      <a:pt x="4925" y="150"/>
                    </a:lnTo>
                    <a:lnTo>
                      <a:pt x="4598" y="232"/>
                    </a:lnTo>
                    <a:lnTo>
                      <a:pt x="4272" y="341"/>
                    </a:lnTo>
                    <a:lnTo>
                      <a:pt x="3945" y="463"/>
                    </a:lnTo>
                    <a:lnTo>
                      <a:pt x="3632" y="599"/>
                    </a:lnTo>
                    <a:lnTo>
                      <a:pt x="3333" y="749"/>
                    </a:lnTo>
                    <a:lnTo>
                      <a:pt x="3047" y="925"/>
                    </a:lnTo>
                    <a:lnTo>
                      <a:pt x="2762" y="1102"/>
                    </a:lnTo>
                    <a:lnTo>
                      <a:pt x="2490" y="1293"/>
                    </a:lnTo>
                    <a:lnTo>
                      <a:pt x="2231" y="1510"/>
                    </a:lnTo>
                    <a:lnTo>
                      <a:pt x="1986" y="1742"/>
                    </a:lnTo>
                    <a:lnTo>
                      <a:pt x="1742" y="1973"/>
                    </a:lnTo>
                    <a:lnTo>
                      <a:pt x="1524" y="2218"/>
                    </a:lnTo>
                    <a:lnTo>
                      <a:pt x="1320" y="2463"/>
                    </a:lnTo>
                    <a:lnTo>
                      <a:pt x="1129" y="2721"/>
                    </a:lnTo>
                    <a:lnTo>
                      <a:pt x="966" y="2979"/>
                    </a:lnTo>
                    <a:lnTo>
                      <a:pt x="803" y="3251"/>
                    </a:lnTo>
                    <a:lnTo>
                      <a:pt x="626" y="3605"/>
                    </a:lnTo>
                    <a:lnTo>
                      <a:pt x="463" y="3959"/>
                    </a:lnTo>
                    <a:lnTo>
                      <a:pt x="327" y="4326"/>
                    </a:lnTo>
                    <a:lnTo>
                      <a:pt x="218" y="4707"/>
                    </a:lnTo>
                    <a:lnTo>
                      <a:pt x="123" y="5101"/>
                    </a:lnTo>
                    <a:lnTo>
                      <a:pt x="55" y="5496"/>
                    </a:lnTo>
                    <a:lnTo>
                      <a:pt x="14" y="5904"/>
                    </a:lnTo>
                    <a:lnTo>
                      <a:pt x="0" y="6312"/>
                    </a:lnTo>
                    <a:lnTo>
                      <a:pt x="1143" y="6312"/>
                    </a:lnTo>
                    <a:lnTo>
                      <a:pt x="1157" y="6054"/>
                    </a:lnTo>
                    <a:lnTo>
                      <a:pt x="1170" y="5782"/>
                    </a:lnTo>
                    <a:lnTo>
                      <a:pt x="1198" y="5523"/>
                    </a:lnTo>
                    <a:lnTo>
                      <a:pt x="1252" y="5265"/>
                    </a:lnTo>
                    <a:lnTo>
                      <a:pt x="1306" y="5020"/>
                    </a:lnTo>
                    <a:lnTo>
                      <a:pt x="1374" y="4775"/>
                    </a:lnTo>
                    <a:lnTo>
                      <a:pt x="1456" y="4530"/>
                    </a:lnTo>
                    <a:lnTo>
                      <a:pt x="1551" y="4299"/>
                    </a:lnTo>
                    <a:lnTo>
                      <a:pt x="1660" y="4068"/>
                    </a:lnTo>
                    <a:lnTo>
                      <a:pt x="1769" y="3850"/>
                    </a:lnTo>
                    <a:lnTo>
                      <a:pt x="1891" y="3632"/>
                    </a:lnTo>
                    <a:lnTo>
                      <a:pt x="2027" y="3415"/>
                    </a:lnTo>
                    <a:lnTo>
                      <a:pt x="2177" y="3211"/>
                    </a:lnTo>
                    <a:lnTo>
                      <a:pt x="2327" y="3020"/>
                    </a:lnTo>
                    <a:lnTo>
                      <a:pt x="2490" y="2830"/>
                    </a:lnTo>
                    <a:lnTo>
                      <a:pt x="2667" y="2653"/>
                    </a:lnTo>
                    <a:lnTo>
                      <a:pt x="2843" y="2476"/>
                    </a:lnTo>
                    <a:lnTo>
                      <a:pt x="3034" y="2313"/>
                    </a:lnTo>
                    <a:lnTo>
                      <a:pt x="3224" y="2163"/>
                    </a:lnTo>
                    <a:lnTo>
                      <a:pt x="3428" y="2014"/>
                    </a:lnTo>
                    <a:lnTo>
                      <a:pt x="3646" y="1878"/>
                    </a:lnTo>
                    <a:lnTo>
                      <a:pt x="3864" y="1755"/>
                    </a:lnTo>
                    <a:lnTo>
                      <a:pt x="4081" y="1646"/>
                    </a:lnTo>
                    <a:lnTo>
                      <a:pt x="4313" y="1538"/>
                    </a:lnTo>
                    <a:lnTo>
                      <a:pt x="4544" y="1442"/>
                    </a:lnTo>
                    <a:lnTo>
                      <a:pt x="4789" y="1361"/>
                    </a:lnTo>
                    <a:lnTo>
                      <a:pt x="5033" y="1293"/>
                    </a:lnTo>
                    <a:lnTo>
                      <a:pt x="5292" y="1238"/>
                    </a:lnTo>
                    <a:lnTo>
                      <a:pt x="5537" y="1197"/>
                    </a:lnTo>
                    <a:lnTo>
                      <a:pt x="5795" y="1157"/>
                    </a:lnTo>
                    <a:lnTo>
                      <a:pt x="6067" y="1143"/>
                    </a:lnTo>
                    <a:lnTo>
                      <a:pt x="6326" y="1129"/>
                    </a:lnTo>
                    <a:lnTo>
                      <a:pt x="13562" y="1129"/>
                    </a:lnTo>
                    <a:lnTo>
                      <a:pt x="13331" y="844"/>
                    </a:lnTo>
                    <a:lnTo>
                      <a:pt x="13086" y="558"/>
                    </a:lnTo>
                    <a:lnTo>
                      <a:pt x="12855" y="273"/>
                    </a:lnTo>
                    <a:lnTo>
                      <a:pt x="12596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-2390742" y="1355018"/>
                <a:ext cx="291364" cy="40432"/>
              </a:xfrm>
              <a:custGeom>
                <a:avLst/>
                <a:gdLst/>
                <a:ahLst/>
                <a:cxnLst/>
                <a:rect l="l" t="t" r="r" b="b"/>
                <a:pathLst>
                  <a:path w="8244" h="1144" extrusionOk="0">
                    <a:moveTo>
                      <a:pt x="0" y="0"/>
                    </a:moveTo>
                    <a:lnTo>
                      <a:pt x="0" y="1143"/>
                    </a:lnTo>
                    <a:lnTo>
                      <a:pt x="8243" y="1143"/>
                    </a:lnTo>
                    <a:lnTo>
                      <a:pt x="7985" y="558"/>
                    </a:lnTo>
                    <a:lnTo>
                      <a:pt x="769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2"/>
              <p:cNvSpPr/>
              <p:nvPr/>
            </p:nvSpPr>
            <p:spPr>
              <a:xfrm>
                <a:off x="-3103715" y="1620867"/>
                <a:ext cx="144728" cy="297124"/>
              </a:xfrm>
              <a:custGeom>
                <a:avLst/>
                <a:gdLst/>
                <a:ahLst/>
                <a:cxnLst/>
                <a:rect l="l" t="t" r="r" b="b"/>
                <a:pathLst>
                  <a:path w="4095" h="8407" extrusionOk="0">
                    <a:moveTo>
                      <a:pt x="4095" y="1"/>
                    </a:moveTo>
                    <a:lnTo>
                      <a:pt x="3755" y="28"/>
                    </a:lnTo>
                    <a:lnTo>
                      <a:pt x="3428" y="69"/>
                    </a:lnTo>
                    <a:lnTo>
                      <a:pt x="3102" y="123"/>
                    </a:lnTo>
                    <a:lnTo>
                      <a:pt x="2789" y="218"/>
                    </a:lnTo>
                    <a:lnTo>
                      <a:pt x="2490" y="341"/>
                    </a:lnTo>
                    <a:lnTo>
                      <a:pt x="2204" y="477"/>
                    </a:lnTo>
                    <a:lnTo>
                      <a:pt x="1932" y="626"/>
                    </a:lnTo>
                    <a:lnTo>
                      <a:pt x="1660" y="817"/>
                    </a:lnTo>
                    <a:lnTo>
                      <a:pt x="1415" y="1007"/>
                    </a:lnTo>
                    <a:lnTo>
                      <a:pt x="1184" y="1225"/>
                    </a:lnTo>
                    <a:lnTo>
                      <a:pt x="966" y="1470"/>
                    </a:lnTo>
                    <a:lnTo>
                      <a:pt x="776" y="1715"/>
                    </a:lnTo>
                    <a:lnTo>
                      <a:pt x="599" y="1973"/>
                    </a:lnTo>
                    <a:lnTo>
                      <a:pt x="449" y="2259"/>
                    </a:lnTo>
                    <a:lnTo>
                      <a:pt x="313" y="2544"/>
                    </a:lnTo>
                    <a:lnTo>
                      <a:pt x="205" y="2857"/>
                    </a:lnTo>
                    <a:lnTo>
                      <a:pt x="123" y="3116"/>
                    </a:lnTo>
                    <a:lnTo>
                      <a:pt x="68" y="3401"/>
                    </a:lnTo>
                    <a:lnTo>
                      <a:pt x="28" y="3687"/>
                    </a:lnTo>
                    <a:lnTo>
                      <a:pt x="14" y="3973"/>
                    </a:lnTo>
                    <a:lnTo>
                      <a:pt x="0" y="4095"/>
                    </a:lnTo>
                    <a:lnTo>
                      <a:pt x="0" y="8407"/>
                    </a:lnTo>
                    <a:lnTo>
                      <a:pt x="1143" y="8407"/>
                    </a:lnTo>
                    <a:lnTo>
                      <a:pt x="1143" y="4095"/>
                    </a:lnTo>
                    <a:lnTo>
                      <a:pt x="1157" y="3796"/>
                    </a:lnTo>
                    <a:lnTo>
                      <a:pt x="1198" y="3496"/>
                    </a:lnTo>
                    <a:lnTo>
                      <a:pt x="1279" y="3224"/>
                    </a:lnTo>
                    <a:lnTo>
                      <a:pt x="1374" y="2952"/>
                    </a:lnTo>
                    <a:lnTo>
                      <a:pt x="1497" y="2694"/>
                    </a:lnTo>
                    <a:lnTo>
                      <a:pt x="1646" y="2449"/>
                    </a:lnTo>
                    <a:lnTo>
                      <a:pt x="1823" y="2218"/>
                    </a:lnTo>
                    <a:lnTo>
                      <a:pt x="2014" y="2014"/>
                    </a:lnTo>
                    <a:lnTo>
                      <a:pt x="2218" y="1823"/>
                    </a:lnTo>
                    <a:lnTo>
                      <a:pt x="2449" y="1647"/>
                    </a:lnTo>
                    <a:lnTo>
                      <a:pt x="2694" y="1497"/>
                    </a:lnTo>
                    <a:lnTo>
                      <a:pt x="2952" y="1374"/>
                    </a:lnTo>
                    <a:lnTo>
                      <a:pt x="3224" y="1279"/>
                    </a:lnTo>
                    <a:lnTo>
                      <a:pt x="3496" y="1198"/>
                    </a:lnTo>
                    <a:lnTo>
                      <a:pt x="3796" y="1157"/>
                    </a:lnTo>
                    <a:lnTo>
                      <a:pt x="4095" y="1143"/>
                    </a:lnTo>
                    <a:lnTo>
                      <a:pt x="4095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2"/>
              <p:cNvSpPr/>
              <p:nvPr/>
            </p:nvSpPr>
            <p:spPr>
              <a:xfrm>
                <a:off x="-2999383" y="999750"/>
                <a:ext cx="163000" cy="267331"/>
              </a:xfrm>
              <a:custGeom>
                <a:avLst/>
                <a:gdLst/>
                <a:ahLst/>
                <a:cxnLst/>
                <a:rect l="l" t="t" r="r" b="b"/>
                <a:pathLst>
                  <a:path w="4612" h="7564" extrusionOk="0">
                    <a:moveTo>
                      <a:pt x="1143" y="0"/>
                    </a:moveTo>
                    <a:lnTo>
                      <a:pt x="572" y="68"/>
                    </a:lnTo>
                    <a:lnTo>
                      <a:pt x="0" y="150"/>
                    </a:lnTo>
                    <a:lnTo>
                      <a:pt x="0" y="2952"/>
                    </a:lnTo>
                    <a:lnTo>
                      <a:pt x="14" y="3183"/>
                    </a:lnTo>
                    <a:lnTo>
                      <a:pt x="27" y="3428"/>
                    </a:lnTo>
                    <a:lnTo>
                      <a:pt x="55" y="3659"/>
                    </a:lnTo>
                    <a:lnTo>
                      <a:pt x="95" y="3877"/>
                    </a:lnTo>
                    <a:lnTo>
                      <a:pt x="150" y="4108"/>
                    </a:lnTo>
                    <a:lnTo>
                      <a:pt x="204" y="4326"/>
                    </a:lnTo>
                    <a:lnTo>
                      <a:pt x="286" y="4530"/>
                    </a:lnTo>
                    <a:lnTo>
                      <a:pt x="368" y="4747"/>
                    </a:lnTo>
                    <a:lnTo>
                      <a:pt x="463" y="4951"/>
                    </a:lnTo>
                    <a:lnTo>
                      <a:pt x="558" y="5142"/>
                    </a:lnTo>
                    <a:lnTo>
                      <a:pt x="667" y="5346"/>
                    </a:lnTo>
                    <a:lnTo>
                      <a:pt x="789" y="5523"/>
                    </a:lnTo>
                    <a:lnTo>
                      <a:pt x="925" y="5713"/>
                    </a:lnTo>
                    <a:lnTo>
                      <a:pt x="1061" y="5890"/>
                    </a:lnTo>
                    <a:lnTo>
                      <a:pt x="1197" y="6053"/>
                    </a:lnTo>
                    <a:lnTo>
                      <a:pt x="1361" y="6216"/>
                    </a:lnTo>
                    <a:lnTo>
                      <a:pt x="1510" y="6366"/>
                    </a:lnTo>
                    <a:lnTo>
                      <a:pt x="1687" y="6516"/>
                    </a:lnTo>
                    <a:lnTo>
                      <a:pt x="1864" y="6652"/>
                    </a:lnTo>
                    <a:lnTo>
                      <a:pt x="2041" y="6774"/>
                    </a:lnTo>
                    <a:lnTo>
                      <a:pt x="2231" y="6897"/>
                    </a:lnTo>
                    <a:lnTo>
                      <a:pt x="2422" y="7005"/>
                    </a:lnTo>
                    <a:lnTo>
                      <a:pt x="2612" y="7114"/>
                    </a:lnTo>
                    <a:lnTo>
                      <a:pt x="2816" y="7196"/>
                    </a:lnTo>
                    <a:lnTo>
                      <a:pt x="3034" y="7277"/>
                    </a:lnTo>
                    <a:lnTo>
                      <a:pt x="3251" y="7359"/>
                    </a:lnTo>
                    <a:lnTo>
                      <a:pt x="3469" y="7414"/>
                    </a:lnTo>
                    <a:lnTo>
                      <a:pt x="3687" y="7468"/>
                    </a:lnTo>
                    <a:lnTo>
                      <a:pt x="3918" y="7509"/>
                    </a:lnTo>
                    <a:lnTo>
                      <a:pt x="4149" y="7536"/>
                    </a:lnTo>
                    <a:lnTo>
                      <a:pt x="4380" y="7563"/>
                    </a:lnTo>
                    <a:lnTo>
                      <a:pt x="4612" y="7563"/>
                    </a:lnTo>
                    <a:lnTo>
                      <a:pt x="4612" y="6434"/>
                    </a:lnTo>
                    <a:lnTo>
                      <a:pt x="4435" y="6421"/>
                    </a:lnTo>
                    <a:lnTo>
                      <a:pt x="4258" y="6407"/>
                    </a:lnTo>
                    <a:lnTo>
                      <a:pt x="4081" y="6393"/>
                    </a:lnTo>
                    <a:lnTo>
                      <a:pt x="3918" y="6353"/>
                    </a:lnTo>
                    <a:lnTo>
                      <a:pt x="3755" y="6312"/>
                    </a:lnTo>
                    <a:lnTo>
                      <a:pt x="3578" y="6271"/>
                    </a:lnTo>
                    <a:lnTo>
                      <a:pt x="3428" y="6216"/>
                    </a:lnTo>
                    <a:lnTo>
                      <a:pt x="3265" y="6148"/>
                    </a:lnTo>
                    <a:lnTo>
                      <a:pt x="3115" y="6080"/>
                    </a:lnTo>
                    <a:lnTo>
                      <a:pt x="2966" y="6012"/>
                    </a:lnTo>
                    <a:lnTo>
                      <a:pt x="2666" y="5836"/>
                    </a:lnTo>
                    <a:lnTo>
                      <a:pt x="2408" y="5632"/>
                    </a:lnTo>
                    <a:lnTo>
                      <a:pt x="2163" y="5414"/>
                    </a:lnTo>
                    <a:lnTo>
                      <a:pt x="1932" y="5169"/>
                    </a:lnTo>
                    <a:lnTo>
                      <a:pt x="1728" y="4897"/>
                    </a:lnTo>
                    <a:lnTo>
                      <a:pt x="1565" y="4611"/>
                    </a:lnTo>
                    <a:lnTo>
                      <a:pt x="1483" y="4462"/>
                    </a:lnTo>
                    <a:lnTo>
                      <a:pt x="1415" y="4299"/>
                    </a:lnTo>
                    <a:lnTo>
                      <a:pt x="1347" y="4149"/>
                    </a:lnTo>
                    <a:lnTo>
                      <a:pt x="1293" y="3986"/>
                    </a:lnTo>
                    <a:lnTo>
                      <a:pt x="1252" y="3822"/>
                    </a:lnTo>
                    <a:lnTo>
                      <a:pt x="1211" y="3646"/>
                    </a:lnTo>
                    <a:lnTo>
                      <a:pt x="1184" y="3482"/>
                    </a:lnTo>
                    <a:lnTo>
                      <a:pt x="1156" y="3306"/>
                    </a:lnTo>
                    <a:lnTo>
                      <a:pt x="1143" y="3129"/>
                    </a:lnTo>
                    <a:lnTo>
                      <a:pt x="1143" y="295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2"/>
              <p:cNvSpPr/>
              <p:nvPr/>
            </p:nvSpPr>
            <p:spPr>
              <a:xfrm>
                <a:off x="-2773435" y="997807"/>
                <a:ext cx="162045" cy="151973"/>
              </a:xfrm>
              <a:custGeom>
                <a:avLst/>
                <a:gdLst/>
                <a:ahLst/>
                <a:cxnLst/>
                <a:rect l="l" t="t" r="r" b="b"/>
                <a:pathLst>
                  <a:path w="4585" h="4300" extrusionOk="0">
                    <a:moveTo>
                      <a:pt x="3456" y="1"/>
                    </a:moveTo>
                    <a:lnTo>
                      <a:pt x="3415" y="327"/>
                    </a:lnTo>
                    <a:lnTo>
                      <a:pt x="3333" y="640"/>
                    </a:lnTo>
                    <a:lnTo>
                      <a:pt x="3238" y="953"/>
                    </a:lnTo>
                    <a:lnTo>
                      <a:pt x="3102" y="1239"/>
                    </a:lnTo>
                    <a:lnTo>
                      <a:pt x="2952" y="1511"/>
                    </a:lnTo>
                    <a:lnTo>
                      <a:pt x="2775" y="1783"/>
                    </a:lnTo>
                    <a:lnTo>
                      <a:pt x="2571" y="2014"/>
                    </a:lnTo>
                    <a:lnTo>
                      <a:pt x="2340" y="2245"/>
                    </a:lnTo>
                    <a:lnTo>
                      <a:pt x="2109" y="2449"/>
                    </a:lnTo>
                    <a:lnTo>
                      <a:pt x="1850" y="2626"/>
                    </a:lnTo>
                    <a:lnTo>
                      <a:pt x="1565" y="2776"/>
                    </a:lnTo>
                    <a:lnTo>
                      <a:pt x="1279" y="2912"/>
                    </a:lnTo>
                    <a:lnTo>
                      <a:pt x="980" y="3020"/>
                    </a:lnTo>
                    <a:lnTo>
                      <a:pt x="653" y="3102"/>
                    </a:lnTo>
                    <a:lnTo>
                      <a:pt x="327" y="3143"/>
                    </a:lnTo>
                    <a:lnTo>
                      <a:pt x="0" y="3157"/>
                    </a:lnTo>
                    <a:lnTo>
                      <a:pt x="0" y="4299"/>
                    </a:lnTo>
                    <a:lnTo>
                      <a:pt x="218" y="4286"/>
                    </a:lnTo>
                    <a:lnTo>
                      <a:pt x="436" y="4272"/>
                    </a:lnTo>
                    <a:lnTo>
                      <a:pt x="653" y="4245"/>
                    </a:lnTo>
                    <a:lnTo>
                      <a:pt x="871" y="4218"/>
                    </a:lnTo>
                    <a:lnTo>
                      <a:pt x="1089" y="4163"/>
                    </a:lnTo>
                    <a:lnTo>
                      <a:pt x="1293" y="4109"/>
                    </a:lnTo>
                    <a:lnTo>
                      <a:pt x="1497" y="4041"/>
                    </a:lnTo>
                    <a:lnTo>
                      <a:pt x="1701" y="3973"/>
                    </a:lnTo>
                    <a:lnTo>
                      <a:pt x="1891" y="3891"/>
                    </a:lnTo>
                    <a:lnTo>
                      <a:pt x="2082" y="3796"/>
                    </a:lnTo>
                    <a:lnTo>
                      <a:pt x="2259" y="3701"/>
                    </a:lnTo>
                    <a:lnTo>
                      <a:pt x="2449" y="3592"/>
                    </a:lnTo>
                    <a:lnTo>
                      <a:pt x="2626" y="3483"/>
                    </a:lnTo>
                    <a:lnTo>
                      <a:pt x="2789" y="3347"/>
                    </a:lnTo>
                    <a:lnTo>
                      <a:pt x="2952" y="3225"/>
                    </a:lnTo>
                    <a:lnTo>
                      <a:pt x="3102" y="3089"/>
                    </a:lnTo>
                    <a:lnTo>
                      <a:pt x="3265" y="2939"/>
                    </a:lnTo>
                    <a:lnTo>
                      <a:pt x="3401" y="2789"/>
                    </a:lnTo>
                    <a:lnTo>
                      <a:pt x="3537" y="2640"/>
                    </a:lnTo>
                    <a:lnTo>
                      <a:pt x="3673" y="2476"/>
                    </a:lnTo>
                    <a:lnTo>
                      <a:pt x="3796" y="2300"/>
                    </a:lnTo>
                    <a:lnTo>
                      <a:pt x="3904" y="2123"/>
                    </a:lnTo>
                    <a:lnTo>
                      <a:pt x="4013" y="1946"/>
                    </a:lnTo>
                    <a:lnTo>
                      <a:pt x="4108" y="1755"/>
                    </a:lnTo>
                    <a:lnTo>
                      <a:pt x="4204" y="1565"/>
                    </a:lnTo>
                    <a:lnTo>
                      <a:pt x="4285" y="1375"/>
                    </a:lnTo>
                    <a:lnTo>
                      <a:pt x="4367" y="1184"/>
                    </a:lnTo>
                    <a:lnTo>
                      <a:pt x="4421" y="980"/>
                    </a:lnTo>
                    <a:lnTo>
                      <a:pt x="4476" y="762"/>
                    </a:lnTo>
                    <a:lnTo>
                      <a:pt x="4530" y="558"/>
                    </a:lnTo>
                    <a:lnTo>
                      <a:pt x="4557" y="341"/>
                    </a:lnTo>
                    <a:lnTo>
                      <a:pt x="4585" y="123"/>
                    </a:lnTo>
                    <a:lnTo>
                      <a:pt x="4027" y="55"/>
                    </a:lnTo>
                    <a:lnTo>
                      <a:pt x="345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2"/>
              <p:cNvSpPr/>
              <p:nvPr/>
            </p:nvSpPr>
            <p:spPr>
              <a:xfrm>
                <a:off x="-3429683" y="1212232"/>
                <a:ext cx="410114" cy="177914"/>
              </a:xfrm>
              <a:custGeom>
                <a:avLst/>
                <a:gdLst/>
                <a:ahLst/>
                <a:cxnLst/>
                <a:rect l="l" t="t" r="r" b="b"/>
                <a:pathLst>
                  <a:path w="11604" h="5034" extrusionOk="0">
                    <a:moveTo>
                      <a:pt x="1035" y="0"/>
                    </a:moveTo>
                    <a:lnTo>
                      <a:pt x="763" y="273"/>
                    </a:lnTo>
                    <a:lnTo>
                      <a:pt x="504" y="558"/>
                    </a:lnTo>
                    <a:lnTo>
                      <a:pt x="1" y="1129"/>
                    </a:lnTo>
                    <a:lnTo>
                      <a:pt x="6571" y="1129"/>
                    </a:lnTo>
                    <a:lnTo>
                      <a:pt x="6761" y="1143"/>
                    </a:lnTo>
                    <a:lnTo>
                      <a:pt x="6965" y="1157"/>
                    </a:lnTo>
                    <a:lnTo>
                      <a:pt x="7156" y="1170"/>
                    </a:lnTo>
                    <a:lnTo>
                      <a:pt x="7346" y="1211"/>
                    </a:lnTo>
                    <a:lnTo>
                      <a:pt x="7537" y="1252"/>
                    </a:lnTo>
                    <a:lnTo>
                      <a:pt x="7727" y="1306"/>
                    </a:lnTo>
                    <a:lnTo>
                      <a:pt x="7904" y="1374"/>
                    </a:lnTo>
                    <a:lnTo>
                      <a:pt x="8081" y="1442"/>
                    </a:lnTo>
                    <a:lnTo>
                      <a:pt x="8258" y="1510"/>
                    </a:lnTo>
                    <a:lnTo>
                      <a:pt x="8421" y="1606"/>
                    </a:lnTo>
                    <a:lnTo>
                      <a:pt x="8584" y="1701"/>
                    </a:lnTo>
                    <a:lnTo>
                      <a:pt x="8747" y="1796"/>
                    </a:lnTo>
                    <a:lnTo>
                      <a:pt x="8897" y="1905"/>
                    </a:lnTo>
                    <a:lnTo>
                      <a:pt x="9047" y="2027"/>
                    </a:lnTo>
                    <a:lnTo>
                      <a:pt x="9196" y="2150"/>
                    </a:lnTo>
                    <a:lnTo>
                      <a:pt x="9332" y="2272"/>
                    </a:lnTo>
                    <a:lnTo>
                      <a:pt x="9455" y="2408"/>
                    </a:lnTo>
                    <a:lnTo>
                      <a:pt x="9577" y="2558"/>
                    </a:lnTo>
                    <a:lnTo>
                      <a:pt x="9700" y="2707"/>
                    </a:lnTo>
                    <a:lnTo>
                      <a:pt x="9808" y="2857"/>
                    </a:lnTo>
                    <a:lnTo>
                      <a:pt x="9904" y="3007"/>
                    </a:lnTo>
                    <a:lnTo>
                      <a:pt x="9999" y="3170"/>
                    </a:lnTo>
                    <a:lnTo>
                      <a:pt x="10094" y="3347"/>
                    </a:lnTo>
                    <a:lnTo>
                      <a:pt x="10162" y="3524"/>
                    </a:lnTo>
                    <a:lnTo>
                      <a:pt x="10230" y="3700"/>
                    </a:lnTo>
                    <a:lnTo>
                      <a:pt x="10298" y="3877"/>
                    </a:lnTo>
                    <a:lnTo>
                      <a:pt x="10353" y="4054"/>
                    </a:lnTo>
                    <a:lnTo>
                      <a:pt x="10393" y="4244"/>
                    </a:lnTo>
                    <a:lnTo>
                      <a:pt x="10434" y="4435"/>
                    </a:lnTo>
                    <a:lnTo>
                      <a:pt x="10448" y="4639"/>
                    </a:lnTo>
                    <a:lnTo>
                      <a:pt x="10475" y="4829"/>
                    </a:lnTo>
                    <a:lnTo>
                      <a:pt x="10475" y="5033"/>
                    </a:lnTo>
                    <a:lnTo>
                      <a:pt x="11604" y="5033"/>
                    </a:lnTo>
                    <a:lnTo>
                      <a:pt x="11604" y="4775"/>
                    </a:lnTo>
                    <a:lnTo>
                      <a:pt x="11590" y="4516"/>
                    </a:lnTo>
                    <a:lnTo>
                      <a:pt x="11550" y="4272"/>
                    </a:lnTo>
                    <a:lnTo>
                      <a:pt x="11509" y="4027"/>
                    </a:lnTo>
                    <a:lnTo>
                      <a:pt x="11454" y="3782"/>
                    </a:lnTo>
                    <a:lnTo>
                      <a:pt x="11386" y="3537"/>
                    </a:lnTo>
                    <a:lnTo>
                      <a:pt x="11305" y="3306"/>
                    </a:lnTo>
                    <a:lnTo>
                      <a:pt x="11209" y="3075"/>
                    </a:lnTo>
                    <a:lnTo>
                      <a:pt x="11114" y="2857"/>
                    </a:lnTo>
                    <a:lnTo>
                      <a:pt x="11005" y="2639"/>
                    </a:lnTo>
                    <a:lnTo>
                      <a:pt x="10883" y="2422"/>
                    </a:lnTo>
                    <a:lnTo>
                      <a:pt x="10747" y="2218"/>
                    </a:lnTo>
                    <a:lnTo>
                      <a:pt x="10611" y="2027"/>
                    </a:lnTo>
                    <a:lnTo>
                      <a:pt x="10461" y="1837"/>
                    </a:lnTo>
                    <a:lnTo>
                      <a:pt x="10298" y="1646"/>
                    </a:lnTo>
                    <a:lnTo>
                      <a:pt x="10135" y="1470"/>
                    </a:lnTo>
                    <a:lnTo>
                      <a:pt x="9958" y="1306"/>
                    </a:lnTo>
                    <a:lnTo>
                      <a:pt x="9768" y="1143"/>
                    </a:lnTo>
                    <a:lnTo>
                      <a:pt x="9577" y="993"/>
                    </a:lnTo>
                    <a:lnTo>
                      <a:pt x="9387" y="857"/>
                    </a:lnTo>
                    <a:lnTo>
                      <a:pt x="9183" y="721"/>
                    </a:lnTo>
                    <a:lnTo>
                      <a:pt x="8965" y="599"/>
                    </a:lnTo>
                    <a:lnTo>
                      <a:pt x="8747" y="490"/>
                    </a:lnTo>
                    <a:lnTo>
                      <a:pt x="8530" y="395"/>
                    </a:lnTo>
                    <a:lnTo>
                      <a:pt x="8299" y="300"/>
                    </a:lnTo>
                    <a:lnTo>
                      <a:pt x="8067" y="218"/>
                    </a:lnTo>
                    <a:lnTo>
                      <a:pt x="7822" y="150"/>
                    </a:lnTo>
                    <a:lnTo>
                      <a:pt x="7578" y="96"/>
                    </a:lnTo>
                    <a:lnTo>
                      <a:pt x="7333" y="55"/>
                    </a:lnTo>
                    <a:lnTo>
                      <a:pt x="7074" y="28"/>
                    </a:lnTo>
                    <a:lnTo>
                      <a:pt x="6829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-2735936" y="1199261"/>
                <a:ext cx="135609" cy="131757"/>
              </a:xfrm>
              <a:custGeom>
                <a:avLst/>
                <a:gdLst/>
                <a:ahLst/>
                <a:cxnLst/>
                <a:rect l="l" t="t" r="r" b="b"/>
                <a:pathLst>
                  <a:path w="3837" h="3728" extrusionOk="0">
                    <a:moveTo>
                      <a:pt x="0" y="0"/>
                    </a:moveTo>
                    <a:lnTo>
                      <a:pt x="14" y="191"/>
                    </a:lnTo>
                    <a:lnTo>
                      <a:pt x="28" y="381"/>
                    </a:lnTo>
                    <a:lnTo>
                      <a:pt x="41" y="571"/>
                    </a:lnTo>
                    <a:lnTo>
                      <a:pt x="82" y="748"/>
                    </a:lnTo>
                    <a:lnTo>
                      <a:pt x="123" y="939"/>
                    </a:lnTo>
                    <a:lnTo>
                      <a:pt x="177" y="1116"/>
                    </a:lnTo>
                    <a:lnTo>
                      <a:pt x="232" y="1279"/>
                    </a:lnTo>
                    <a:lnTo>
                      <a:pt x="300" y="1456"/>
                    </a:lnTo>
                    <a:lnTo>
                      <a:pt x="368" y="1619"/>
                    </a:lnTo>
                    <a:lnTo>
                      <a:pt x="449" y="1782"/>
                    </a:lnTo>
                    <a:lnTo>
                      <a:pt x="545" y="1932"/>
                    </a:lnTo>
                    <a:lnTo>
                      <a:pt x="640" y="2081"/>
                    </a:lnTo>
                    <a:lnTo>
                      <a:pt x="749" y="2231"/>
                    </a:lnTo>
                    <a:lnTo>
                      <a:pt x="857" y="2381"/>
                    </a:lnTo>
                    <a:lnTo>
                      <a:pt x="980" y="2517"/>
                    </a:lnTo>
                    <a:lnTo>
                      <a:pt x="1102" y="2639"/>
                    </a:lnTo>
                    <a:lnTo>
                      <a:pt x="1225" y="2761"/>
                    </a:lnTo>
                    <a:lnTo>
                      <a:pt x="1361" y="2884"/>
                    </a:lnTo>
                    <a:lnTo>
                      <a:pt x="1497" y="2993"/>
                    </a:lnTo>
                    <a:lnTo>
                      <a:pt x="1646" y="3102"/>
                    </a:lnTo>
                    <a:lnTo>
                      <a:pt x="1796" y="3197"/>
                    </a:lnTo>
                    <a:lnTo>
                      <a:pt x="1959" y="3278"/>
                    </a:lnTo>
                    <a:lnTo>
                      <a:pt x="2122" y="3360"/>
                    </a:lnTo>
                    <a:lnTo>
                      <a:pt x="2286" y="3442"/>
                    </a:lnTo>
                    <a:lnTo>
                      <a:pt x="2449" y="3510"/>
                    </a:lnTo>
                    <a:lnTo>
                      <a:pt x="2626" y="3564"/>
                    </a:lnTo>
                    <a:lnTo>
                      <a:pt x="2803" y="3618"/>
                    </a:lnTo>
                    <a:lnTo>
                      <a:pt x="2979" y="3659"/>
                    </a:lnTo>
                    <a:lnTo>
                      <a:pt x="3170" y="3686"/>
                    </a:lnTo>
                    <a:lnTo>
                      <a:pt x="3347" y="3714"/>
                    </a:lnTo>
                    <a:lnTo>
                      <a:pt x="3537" y="3727"/>
                    </a:lnTo>
                    <a:lnTo>
                      <a:pt x="3836" y="3727"/>
                    </a:lnTo>
                    <a:lnTo>
                      <a:pt x="3836" y="2598"/>
                    </a:lnTo>
                    <a:lnTo>
                      <a:pt x="3728" y="2598"/>
                    </a:lnTo>
                    <a:lnTo>
                      <a:pt x="3469" y="2585"/>
                    </a:lnTo>
                    <a:lnTo>
                      <a:pt x="3211" y="2544"/>
                    </a:lnTo>
                    <a:lnTo>
                      <a:pt x="2966" y="2476"/>
                    </a:lnTo>
                    <a:lnTo>
                      <a:pt x="2721" y="2394"/>
                    </a:lnTo>
                    <a:lnTo>
                      <a:pt x="2503" y="2285"/>
                    </a:lnTo>
                    <a:lnTo>
                      <a:pt x="2286" y="2149"/>
                    </a:lnTo>
                    <a:lnTo>
                      <a:pt x="2082" y="2000"/>
                    </a:lnTo>
                    <a:lnTo>
                      <a:pt x="1905" y="1837"/>
                    </a:lnTo>
                    <a:lnTo>
                      <a:pt x="1728" y="1646"/>
                    </a:lnTo>
                    <a:lnTo>
                      <a:pt x="1578" y="1456"/>
                    </a:lnTo>
                    <a:lnTo>
                      <a:pt x="1456" y="1238"/>
                    </a:lnTo>
                    <a:lnTo>
                      <a:pt x="1347" y="1007"/>
                    </a:lnTo>
                    <a:lnTo>
                      <a:pt x="1252" y="776"/>
                    </a:lnTo>
                    <a:lnTo>
                      <a:pt x="1198" y="531"/>
                    </a:lnTo>
                    <a:lnTo>
                      <a:pt x="1157" y="27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-3195076" y="1579056"/>
                <a:ext cx="113980" cy="184134"/>
              </a:xfrm>
              <a:custGeom>
                <a:avLst/>
                <a:gdLst/>
                <a:ahLst/>
                <a:cxnLst/>
                <a:rect l="l" t="t" r="r" b="b"/>
                <a:pathLst>
                  <a:path w="3225" h="5210" extrusionOk="0">
                    <a:moveTo>
                      <a:pt x="1" y="0"/>
                    </a:moveTo>
                    <a:lnTo>
                      <a:pt x="1" y="2000"/>
                    </a:lnTo>
                    <a:lnTo>
                      <a:pt x="15" y="2163"/>
                    </a:lnTo>
                    <a:lnTo>
                      <a:pt x="28" y="2326"/>
                    </a:lnTo>
                    <a:lnTo>
                      <a:pt x="42" y="2489"/>
                    </a:lnTo>
                    <a:lnTo>
                      <a:pt x="69" y="2653"/>
                    </a:lnTo>
                    <a:lnTo>
                      <a:pt x="151" y="2952"/>
                    </a:lnTo>
                    <a:lnTo>
                      <a:pt x="259" y="3251"/>
                    </a:lnTo>
                    <a:lnTo>
                      <a:pt x="395" y="3537"/>
                    </a:lnTo>
                    <a:lnTo>
                      <a:pt x="559" y="3795"/>
                    </a:lnTo>
                    <a:lnTo>
                      <a:pt x="736" y="4040"/>
                    </a:lnTo>
                    <a:lnTo>
                      <a:pt x="953" y="4271"/>
                    </a:lnTo>
                    <a:lnTo>
                      <a:pt x="1171" y="4475"/>
                    </a:lnTo>
                    <a:lnTo>
                      <a:pt x="1429" y="4666"/>
                    </a:lnTo>
                    <a:lnTo>
                      <a:pt x="1688" y="4829"/>
                    </a:lnTo>
                    <a:lnTo>
                      <a:pt x="1973" y="4965"/>
                    </a:lnTo>
                    <a:lnTo>
                      <a:pt x="2259" y="5074"/>
                    </a:lnTo>
                    <a:lnTo>
                      <a:pt x="2572" y="5142"/>
                    </a:lnTo>
                    <a:lnTo>
                      <a:pt x="2735" y="5183"/>
                    </a:lnTo>
                    <a:lnTo>
                      <a:pt x="2885" y="5196"/>
                    </a:lnTo>
                    <a:lnTo>
                      <a:pt x="3048" y="5210"/>
                    </a:lnTo>
                    <a:lnTo>
                      <a:pt x="3225" y="5210"/>
                    </a:lnTo>
                    <a:lnTo>
                      <a:pt x="3225" y="4081"/>
                    </a:lnTo>
                    <a:lnTo>
                      <a:pt x="3007" y="4067"/>
                    </a:lnTo>
                    <a:lnTo>
                      <a:pt x="2803" y="4040"/>
                    </a:lnTo>
                    <a:lnTo>
                      <a:pt x="2599" y="3986"/>
                    </a:lnTo>
                    <a:lnTo>
                      <a:pt x="2409" y="3918"/>
                    </a:lnTo>
                    <a:lnTo>
                      <a:pt x="2232" y="3822"/>
                    </a:lnTo>
                    <a:lnTo>
                      <a:pt x="2055" y="3727"/>
                    </a:lnTo>
                    <a:lnTo>
                      <a:pt x="1892" y="3605"/>
                    </a:lnTo>
                    <a:lnTo>
                      <a:pt x="1756" y="3469"/>
                    </a:lnTo>
                    <a:lnTo>
                      <a:pt x="1620" y="3319"/>
                    </a:lnTo>
                    <a:lnTo>
                      <a:pt x="1497" y="3156"/>
                    </a:lnTo>
                    <a:lnTo>
                      <a:pt x="1388" y="2993"/>
                    </a:lnTo>
                    <a:lnTo>
                      <a:pt x="1307" y="2802"/>
                    </a:lnTo>
                    <a:lnTo>
                      <a:pt x="1239" y="2612"/>
                    </a:lnTo>
                    <a:lnTo>
                      <a:pt x="1184" y="2421"/>
                    </a:lnTo>
                    <a:lnTo>
                      <a:pt x="1157" y="2217"/>
                    </a:lnTo>
                    <a:lnTo>
                      <a:pt x="1144" y="2000"/>
                    </a:lnTo>
                    <a:lnTo>
                      <a:pt x="114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-2841223" y="1661264"/>
                <a:ext cx="185619" cy="441817"/>
              </a:xfrm>
              <a:custGeom>
                <a:avLst/>
                <a:gdLst/>
                <a:ahLst/>
                <a:cxnLst/>
                <a:rect l="l" t="t" r="r" b="b"/>
                <a:pathLst>
                  <a:path w="5252" h="12501" extrusionOk="0">
                    <a:moveTo>
                      <a:pt x="1" y="0"/>
                    </a:moveTo>
                    <a:lnTo>
                      <a:pt x="1" y="2245"/>
                    </a:lnTo>
                    <a:lnTo>
                      <a:pt x="14" y="2517"/>
                    </a:lnTo>
                    <a:lnTo>
                      <a:pt x="55" y="2775"/>
                    </a:lnTo>
                    <a:lnTo>
                      <a:pt x="109" y="3034"/>
                    </a:lnTo>
                    <a:lnTo>
                      <a:pt x="205" y="3265"/>
                    </a:lnTo>
                    <a:lnTo>
                      <a:pt x="313" y="3496"/>
                    </a:lnTo>
                    <a:lnTo>
                      <a:pt x="449" y="3714"/>
                    </a:lnTo>
                    <a:lnTo>
                      <a:pt x="599" y="3918"/>
                    </a:lnTo>
                    <a:lnTo>
                      <a:pt x="762" y="4108"/>
                    </a:lnTo>
                    <a:lnTo>
                      <a:pt x="953" y="4271"/>
                    </a:lnTo>
                    <a:lnTo>
                      <a:pt x="1157" y="4435"/>
                    </a:lnTo>
                    <a:lnTo>
                      <a:pt x="1374" y="4557"/>
                    </a:lnTo>
                    <a:lnTo>
                      <a:pt x="1606" y="4666"/>
                    </a:lnTo>
                    <a:lnTo>
                      <a:pt x="1850" y="4761"/>
                    </a:lnTo>
                    <a:lnTo>
                      <a:pt x="2095" y="4829"/>
                    </a:lnTo>
                    <a:lnTo>
                      <a:pt x="2354" y="4870"/>
                    </a:lnTo>
                    <a:lnTo>
                      <a:pt x="2626" y="4884"/>
                    </a:lnTo>
                    <a:lnTo>
                      <a:pt x="2775" y="4884"/>
                    </a:lnTo>
                    <a:lnTo>
                      <a:pt x="2925" y="4911"/>
                    </a:lnTo>
                    <a:lnTo>
                      <a:pt x="3075" y="4952"/>
                    </a:lnTo>
                    <a:lnTo>
                      <a:pt x="3211" y="4992"/>
                    </a:lnTo>
                    <a:lnTo>
                      <a:pt x="3333" y="5060"/>
                    </a:lnTo>
                    <a:lnTo>
                      <a:pt x="3456" y="5128"/>
                    </a:lnTo>
                    <a:lnTo>
                      <a:pt x="3578" y="5224"/>
                    </a:lnTo>
                    <a:lnTo>
                      <a:pt x="3687" y="5319"/>
                    </a:lnTo>
                    <a:lnTo>
                      <a:pt x="3782" y="5428"/>
                    </a:lnTo>
                    <a:lnTo>
                      <a:pt x="3864" y="5536"/>
                    </a:lnTo>
                    <a:lnTo>
                      <a:pt x="3945" y="5659"/>
                    </a:lnTo>
                    <a:lnTo>
                      <a:pt x="4000" y="5795"/>
                    </a:lnTo>
                    <a:lnTo>
                      <a:pt x="4054" y="5931"/>
                    </a:lnTo>
                    <a:lnTo>
                      <a:pt x="4095" y="6067"/>
                    </a:lnTo>
                    <a:lnTo>
                      <a:pt x="4109" y="6217"/>
                    </a:lnTo>
                    <a:lnTo>
                      <a:pt x="4122" y="6366"/>
                    </a:lnTo>
                    <a:lnTo>
                      <a:pt x="4122" y="12501"/>
                    </a:lnTo>
                    <a:lnTo>
                      <a:pt x="5251" y="12501"/>
                    </a:lnTo>
                    <a:lnTo>
                      <a:pt x="5251" y="6366"/>
                    </a:lnTo>
                    <a:lnTo>
                      <a:pt x="5238" y="6108"/>
                    </a:lnTo>
                    <a:lnTo>
                      <a:pt x="5197" y="5836"/>
                    </a:lnTo>
                    <a:lnTo>
                      <a:pt x="5142" y="5591"/>
                    </a:lnTo>
                    <a:lnTo>
                      <a:pt x="5047" y="5346"/>
                    </a:lnTo>
                    <a:lnTo>
                      <a:pt x="4938" y="5115"/>
                    </a:lnTo>
                    <a:lnTo>
                      <a:pt x="4802" y="4897"/>
                    </a:lnTo>
                    <a:lnTo>
                      <a:pt x="4653" y="4693"/>
                    </a:lnTo>
                    <a:lnTo>
                      <a:pt x="4489" y="4516"/>
                    </a:lnTo>
                    <a:lnTo>
                      <a:pt x="4299" y="4339"/>
                    </a:lnTo>
                    <a:lnTo>
                      <a:pt x="4095" y="4190"/>
                    </a:lnTo>
                    <a:lnTo>
                      <a:pt x="3877" y="4054"/>
                    </a:lnTo>
                    <a:lnTo>
                      <a:pt x="3646" y="3945"/>
                    </a:lnTo>
                    <a:lnTo>
                      <a:pt x="3401" y="3863"/>
                    </a:lnTo>
                    <a:lnTo>
                      <a:pt x="3156" y="3795"/>
                    </a:lnTo>
                    <a:lnTo>
                      <a:pt x="2898" y="3755"/>
                    </a:lnTo>
                    <a:lnTo>
                      <a:pt x="2626" y="3741"/>
                    </a:lnTo>
                    <a:lnTo>
                      <a:pt x="2476" y="3727"/>
                    </a:lnTo>
                    <a:lnTo>
                      <a:pt x="2327" y="3714"/>
                    </a:lnTo>
                    <a:lnTo>
                      <a:pt x="2177" y="3673"/>
                    </a:lnTo>
                    <a:lnTo>
                      <a:pt x="2041" y="3618"/>
                    </a:lnTo>
                    <a:lnTo>
                      <a:pt x="1918" y="3564"/>
                    </a:lnTo>
                    <a:lnTo>
                      <a:pt x="1796" y="3482"/>
                    </a:lnTo>
                    <a:lnTo>
                      <a:pt x="1674" y="3401"/>
                    </a:lnTo>
                    <a:lnTo>
                      <a:pt x="1565" y="3306"/>
                    </a:lnTo>
                    <a:lnTo>
                      <a:pt x="1470" y="3197"/>
                    </a:lnTo>
                    <a:lnTo>
                      <a:pt x="1388" y="3088"/>
                    </a:lnTo>
                    <a:lnTo>
                      <a:pt x="1306" y="2966"/>
                    </a:lnTo>
                    <a:lnTo>
                      <a:pt x="1252" y="2830"/>
                    </a:lnTo>
                    <a:lnTo>
                      <a:pt x="1198" y="2694"/>
                    </a:lnTo>
                    <a:lnTo>
                      <a:pt x="1157" y="2544"/>
                    </a:lnTo>
                    <a:lnTo>
                      <a:pt x="1143" y="2394"/>
                    </a:lnTo>
                    <a:lnTo>
                      <a:pt x="1130" y="2245"/>
                    </a:lnTo>
                    <a:lnTo>
                      <a:pt x="1130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-2675359" y="1846814"/>
                <a:ext cx="133665" cy="155790"/>
              </a:xfrm>
              <a:custGeom>
                <a:avLst/>
                <a:gdLst/>
                <a:ahLst/>
                <a:cxnLst/>
                <a:rect l="l" t="t" r="r" b="b"/>
                <a:pathLst>
                  <a:path w="3782" h="4408" extrusionOk="0">
                    <a:moveTo>
                      <a:pt x="2639" y="1"/>
                    </a:moveTo>
                    <a:lnTo>
                      <a:pt x="2639" y="627"/>
                    </a:lnTo>
                    <a:lnTo>
                      <a:pt x="2626" y="899"/>
                    </a:lnTo>
                    <a:lnTo>
                      <a:pt x="2599" y="1157"/>
                    </a:lnTo>
                    <a:lnTo>
                      <a:pt x="2530" y="1415"/>
                    </a:lnTo>
                    <a:lnTo>
                      <a:pt x="2435" y="1647"/>
                    </a:lnTo>
                    <a:lnTo>
                      <a:pt x="2326" y="1892"/>
                    </a:lnTo>
                    <a:lnTo>
                      <a:pt x="2190" y="2109"/>
                    </a:lnTo>
                    <a:lnTo>
                      <a:pt x="2041" y="2313"/>
                    </a:lnTo>
                    <a:lnTo>
                      <a:pt x="1864" y="2490"/>
                    </a:lnTo>
                    <a:lnTo>
                      <a:pt x="1674" y="2667"/>
                    </a:lnTo>
                    <a:lnTo>
                      <a:pt x="1469" y="2817"/>
                    </a:lnTo>
                    <a:lnTo>
                      <a:pt x="1252" y="2953"/>
                    </a:lnTo>
                    <a:lnTo>
                      <a:pt x="1021" y="3061"/>
                    </a:lnTo>
                    <a:lnTo>
                      <a:pt x="776" y="3157"/>
                    </a:lnTo>
                    <a:lnTo>
                      <a:pt x="531" y="3225"/>
                    </a:lnTo>
                    <a:lnTo>
                      <a:pt x="259" y="3265"/>
                    </a:lnTo>
                    <a:lnTo>
                      <a:pt x="0" y="3279"/>
                    </a:lnTo>
                    <a:lnTo>
                      <a:pt x="0" y="4408"/>
                    </a:lnTo>
                    <a:lnTo>
                      <a:pt x="191" y="4408"/>
                    </a:lnTo>
                    <a:lnTo>
                      <a:pt x="381" y="4394"/>
                    </a:lnTo>
                    <a:lnTo>
                      <a:pt x="572" y="4367"/>
                    </a:lnTo>
                    <a:lnTo>
                      <a:pt x="762" y="4326"/>
                    </a:lnTo>
                    <a:lnTo>
                      <a:pt x="939" y="4286"/>
                    </a:lnTo>
                    <a:lnTo>
                      <a:pt x="1116" y="4245"/>
                    </a:lnTo>
                    <a:lnTo>
                      <a:pt x="1293" y="4177"/>
                    </a:lnTo>
                    <a:lnTo>
                      <a:pt x="1469" y="4109"/>
                    </a:lnTo>
                    <a:lnTo>
                      <a:pt x="1633" y="4041"/>
                    </a:lnTo>
                    <a:lnTo>
                      <a:pt x="1796" y="3946"/>
                    </a:lnTo>
                    <a:lnTo>
                      <a:pt x="1959" y="3864"/>
                    </a:lnTo>
                    <a:lnTo>
                      <a:pt x="2109" y="3769"/>
                    </a:lnTo>
                    <a:lnTo>
                      <a:pt x="2258" y="3660"/>
                    </a:lnTo>
                    <a:lnTo>
                      <a:pt x="2408" y="3537"/>
                    </a:lnTo>
                    <a:lnTo>
                      <a:pt x="2544" y="3429"/>
                    </a:lnTo>
                    <a:lnTo>
                      <a:pt x="2667" y="3293"/>
                    </a:lnTo>
                    <a:lnTo>
                      <a:pt x="2803" y="3170"/>
                    </a:lnTo>
                    <a:lnTo>
                      <a:pt x="2911" y="3034"/>
                    </a:lnTo>
                    <a:lnTo>
                      <a:pt x="3034" y="2885"/>
                    </a:lnTo>
                    <a:lnTo>
                      <a:pt x="3129" y="2735"/>
                    </a:lnTo>
                    <a:lnTo>
                      <a:pt x="3238" y="2585"/>
                    </a:lnTo>
                    <a:lnTo>
                      <a:pt x="3319" y="2422"/>
                    </a:lnTo>
                    <a:lnTo>
                      <a:pt x="3415" y="2259"/>
                    </a:lnTo>
                    <a:lnTo>
                      <a:pt x="3483" y="2096"/>
                    </a:lnTo>
                    <a:lnTo>
                      <a:pt x="3551" y="1919"/>
                    </a:lnTo>
                    <a:lnTo>
                      <a:pt x="3605" y="1742"/>
                    </a:lnTo>
                    <a:lnTo>
                      <a:pt x="3660" y="1565"/>
                    </a:lnTo>
                    <a:lnTo>
                      <a:pt x="3700" y="1388"/>
                    </a:lnTo>
                    <a:lnTo>
                      <a:pt x="3741" y="1198"/>
                    </a:lnTo>
                    <a:lnTo>
                      <a:pt x="3768" y="1007"/>
                    </a:lnTo>
                    <a:lnTo>
                      <a:pt x="3782" y="817"/>
                    </a:lnTo>
                    <a:lnTo>
                      <a:pt x="3782" y="627"/>
                    </a:lnTo>
                    <a:lnTo>
                      <a:pt x="3782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-3223421" y="1440583"/>
                <a:ext cx="503383" cy="187068"/>
              </a:xfrm>
              <a:custGeom>
                <a:avLst/>
                <a:gdLst/>
                <a:ahLst/>
                <a:cxnLst/>
                <a:rect l="l" t="t" r="r" b="b"/>
                <a:pathLst>
                  <a:path w="14243" h="5293" extrusionOk="0">
                    <a:moveTo>
                      <a:pt x="0" y="1"/>
                    </a:moveTo>
                    <a:lnTo>
                      <a:pt x="0" y="1130"/>
                    </a:lnTo>
                    <a:lnTo>
                      <a:pt x="8937" y="1130"/>
                    </a:lnTo>
                    <a:lnTo>
                      <a:pt x="9155" y="1143"/>
                    </a:lnTo>
                    <a:lnTo>
                      <a:pt x="9373" y="1157"/>
                    </a:lnTo>
                    <a:lnTo>
                      <a:pt x="9577" y="1184"/>
                    </a:lnTo>
                    <a:lnTo>
                      <a:pt x="9781" y="1211"/>
                    </a:lnTo>
                    <a:lnTo>
                      <a:pt x="9985" y="1266"/>
                    </a:lnTo>
                    <a:lnTo>
                      <a:pt x="10175" y="1320"/>
                    </a:lnTo>
                    <a:lnTo>
                      <a:pt x="10379" y="1388"/>
                    </a:lnTo>
                    <a:lnTo>
                      <a:pt x="10570" y="1456"/>
                    </a:lnTo>
                    <a:lnTo>
                      <a:pt x="10746" y="1538"/>
                    </a:lnTo>
                    <a:lnTo>
                      <a:pt x="10923" y="1633"/>
                    </a:lnTo>
                    <a:lnTo>
                      <a:pt x="11100" y="1742"/>
                    </a:lnTo>
                    <a:lnTo>
                      <a:pt x="11277" y="1837"/>
                    </a:lnTo>
                    <a:lnTo>
                      <a:pt x="11440" y="1959"/>
                    </a:lnTo>
                    <a:lnTo>
                      <a:pt x="11590" y="2082"/>
                    </a:lnTo>
                    <a:lnTo>
                      <a:pt x="11739" y="2218"/>
                    </a:lnTo>
                    <a:lnTo>
                      <a:pt x="11889" y="2354"/>
                    </a:lnTo>
                    <a:lnTo>
                      <a:pt x="12025" y="2504"/>
                    </a:lnTo>
                    <a:lnTo>
                      <a:pt x="12161" y="2653"/>
                    </a:lnTo>
                    <a:lnTo>
                      <a:pt x="12284" y="2803"/>
                    </a:lnTo>
                    <a:lnTo>
                      <a:pt x="12392" y="2966"/>
                    </a:lnTo>
                    <a:lnTo>
                      <a:pt x="12501" y="3143"/>
                    </a:lnTo>
                    <a:lnTo>
                      <a:pt x="12610" y="3320"/>
                    </a:lnTo>
                    <a:lnTo>
                      <a:pt x="12705" y="3497"/>
                    </a:lnTo>
                    <a:lnTo>
                      <a:pt x="12787" y="3673"/>
                    </a:lnTo>
                    <a:lnTo>
                      <a:pt x="12855" y="3864"/>
                    </a:lnTo>
                    <a:lnTo>
                      <a:pt x="12923" y="4054"/>
                    </a:lnTo>
                    <a:lnTo>
                      <a:pt x="12977" y="4258"/>
                    </a:lnTo>
                    <a:lnTo>
                      <a:pt x="13032" y="4462"/>
                    </a:lnTo>
                    <a:lnTo>
                      <a:pt x="13059" y="4666"/>
                    </a:lnTo>
                    <a:lnTo>
                      <a:pt x="13086" y="4870"/>
                    </a:lnTo>
                    <a:lnTo>
                      <a:pt x="13100" y="5088"/>
                    </a:lnTo>
                    <a:lnTo>
                      <a:pt x="13113" y="5292"/>
                    </a:lnTo>
                    <a:lnTo>
                      <a:pt x="14242" y="5292"/>
                    </a:lnTo>
                    <a:lnTo>
                      <a:pt x="14242" y="5020"/>
                    </a:lnTo>
                    <a:lnTo>
                      <a:pt x="14215" y="4762"/>
                    </a:lnTo>
                    <a:lnTo>
                      <a:pt x="14188" y="4489"/>
                    </a:lnTo>
                    <a:lnTo>
                      <a:pt x="14134" y="4231"/>
                    </a:lnTo>
                    <a:lnTo>
                      <a:pt x="14079" y="3973"/>
                    </a:lnTo>
                    <a:lnTo>
                      <a:pt x="14011" y="3728"/>
                    </a:lnTo>
                    <a:lnTo>
                      <a:pt x="13930" y="3483"/>
                    </a:lnTo>
                    <a:lnTo>
                      <a:pt x="13834" y="3238"/>
                    </a:lnTo>
                    <a:lnTo>
                      <a:pt x="13725" y="3007"/>
                    </a:lnTo>
                    <a:lnTo>
                      <a:pt x="13603" y="2776"/>
                    </a:lnTo>
                    <a:lnTo>
                      <a:pt x="13481" y="2544"/>
                    </a:lnTo>
                    <a:lnTo>
                      <a:pt x="13345" y="2340"/>
                    </a:lnTo>
                    <a:lnTo>
                      <a:pt x="13195" y="2123"/>
                    </a:lnTo>
                    <a:lnTo>
                      <a:pt x="13032" y="1932"/>
                    </a:lnTo>
                    <a:lnTo>
                      <a:pt x="12869" y="1728"/>
                    </a:lnTo>
                    <a:lnTo>
                      <a:pt x="12692" y="1551"/>
                    </a:lnTo>
                    <a:lnTo>
                      <a:pt x="12501" y="1375"/>
                    </a:lnTo>
                    <a:lnTo>
                      <a:pt x="12311" y="1211"/>
                    </a:lnTo>
                    <a:lnTo>
                      <a:pt x="12120" y="1048"/>
                    </a:lnTo>
                    <a:lnTo>
                      <a:pt x="11903" y="898"/>
                    </a:lnTo>
                    <a:lnTo>
                      <a:pt x="11685" y="762"/>
                    </a:lnTo>
                    <a:lnTo>
                      <a:pt x="11467" y="640"/>
                    </a:lnTo>
                    <a:lnTo>
                      <a:pt x="11236" y="518"/>
                    </a:lnTo>
                    <a:lnTo>
                      <a:pt x="11005" y="409"/>
                    </a:lnTo>
                    <a:lnTo>
                      <a:pt x="10760" y="314"/>
                    </a:lnTo>
                    <a:lnTo>
                      <a:pt x="10515" y="232"/>
                    </a:lnTo>
                    <a:lnTo>
                      <a:pt x="10270" y="164"/>
                    </a:lnTo>
                    <a:lnTo>
                      <a:pt x="10012" y="96"/>
                    </a:lnTo>
                    <a:lnTo>
                      <a:pt x="9754" y="55"/>
                    </a:lnTo>
                    <a:lnTo>
                      <a:pt x="9481" y="28"/>
                    </a:lnTo>
                    <a:lnTo>
                      <a:pt x="920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-2773435" y="1400221"/>
                <a:ext cx="298573" cy="147131"/>
              </a:xfrm>
              <a:custGeom>
                <a:avLst/>
                <a:gdLst/>
                <a:ahLst/>
                <a:cxnLst/>
                <a:rect l="l" t="t" r="r" b="b"/>
                <a:pathLst>
                  <a:path w="8448" h="4163" extrusionOk="0">
                    <a:moveTo>
                      <a:pt x="7319" y="0"/>
                    </a:moveTo>
                    <a:lnTo>
                      <a:pt x="7305" y="313"/>
                    </a:lnTo>
                    <a:lnTo>
                      <a:pt x="7251" y="612"/>
                    </a:lnTo>
                    <a:lnTo>
                      <a:pt x="7183" y="898"/>
                    </a:lnTo>
                    <a:lnTo>
                      <a:pt x="7074" y="1183"/>
                    </a:lnTo>
                    <a:lnTo>
                      <a:pt x="6951" y="1442"/>
                    </a:lnTo>
                    <a:lnTo>
                      <a:pt x="6802" y="1687"/>
                    </a:lnTo>
                    <a:lnTo>
                      <a:pt x="6625" y="1932"/>
                    </a:lnTo>
                    <a:lnTo>
                      <a:pt x="6421" y="2136"/>
                    </a:lnTo>
                    <a:lnTo>
                      <a:pt x="6217" y="2340"/>
                    </a:lnTo>
                    <a:lnTo>
                      <a:pt x="5986" y="2517"/>
                    </a:lnTo>
                    <a:lnTo>
                      <a:pt x="5727" y="2666"/>
                    </a:lnTo>
                    <a:lnTo>
                      <a:pt x="5469" y="2789"/>
                    </a:lnTo>
                    <a:lnTo>
                      <a:pt x="5183" y="2897"/>
                    </a:lnTo>
                    <a:lnTo>
                      <a:pt x="4897" y="2965"/>
                    </a:lnTo>
                    <a:lnTo>
                      <a:pt x="4598" y="3006"/>
                    </a:lnTo>
                    <a:lnTo>
                      <a:pt x="4285" y="3033"/>
                    </a:lnTo>
                    <a:lnTo>
                      <a:pt x="0" y="3033"/>
                    </a:lnTo>
                    <a:lnTo>
                      <a:pt x="0" y="4162"/>
                    </a:lnTo>
                    <a:lnTo>
                      <a:pt x="4503" y="4162"/>
                    </a:lnTo>
                    <a:lnTo>
                      <a:pt x="4707" y="4149"/>
                    </a:lnTo>
                    <a:lnTo>
                      <a:pt x="4925" y="4122"/>
                    </a:lnTo>
                    <a:lnTo>
                      <a:pt x="5129" y="4081"/>
                    </a:lnTo>
                    <a:lnTo>
                      <a:pt x="5333" y="4026"/>
                    </a:lnTo>
                    <a:lnTo>
                      <a:pt x="5523" y="3972"/>
                    </a:lnTo>
                    <a:lnTo>
                      <a:pt x="5714" y="3918"/>
                    </a:lnTo>
                    <a:lnTo>
                      <a:pt x="5904" y="3836"/>
                    </a:lnTo>
                    <a:lnTo>
                      <a:pt x="6094" y="3754"/>
                    </a:lnTo>
                    <a:lnTo>
                      <a:pt x="6271" y="3659"/>
                    </a:lnTo>
                    <a:lnTo>
                      <a:pt x="6448" y="3564"/>
                    </a:lnTo>
                    <a:lnTo>
                      <a:pt x="6611" y="3455"/>
                    </a:lnTo>
                    <a:lnTo>
                      <a:pt x="6775" y="3333"/>
                    </a:lnTo>
                    <a:lnTo>
                      <a:pt x="6938" y="3210"/>
                    </a:lnTo>
                    <a:lnTo>
                      <a:pt x="7087" y="3088"/>
                    </a:lnTo>
                    <a:lnTo>
                      <a:pt x="7237" y="2938"/>
                    </a:lnTo>
                    <a:lnTo>
                      <a:pt x="7373" y="2802"/>
                    </a:lnTo>
                    <a:lnTo>
                      <a:pt x="7496" y="2653"/>
                    </a:lnTo>
                    <a:lnTo>
                      <a:pt x="7618" y="2489"/>
                    </a:lnTo>
                    <a:lnTo>
                      <a:pt x="7740" y="2326"/>
                    </a:lnTo>
                    <a:lnTo>
                      <a:pt x="7849" y="2163"/>
                    </a:lnTo>
                    <a:lnTo>
                      <a:pt x="7944" y="1986"/>
                    </a:lnTo>
                    <a:lnTo>
                      <a:pt x="8040" y="1809"/>
                    </a:lnTo>
                    <a:lnTo>
                      <a:pt x="8121" y="1619"/>
                    </a:lnTo>
                    <a:lnTo>
                      <a:pt x="8203" y="1428"/>
                    </a:lnTo>
                    <a:lnTo>
                      <a:pt x="8257" y="1238"/>
                    </a:lnTo>
                    <a:lnTo>
                      <a:pt x="8325" y="1034"/>
                    </a:lnTo>
                    <a:lnTo>
                      <a:pt x="8366" y="843"/>
                    </a:lnTo>
                    <a:lnTo>
                      <a:pt x="8407" y="639"/>
                    </a:lnTo>
                    <a:lnTo>
                      <a:pt x="8434" y="422"/>
                    </a:lnTo>
                    <a:lnTo>
                      <a:pt x="8448" y="218"/>
                    </a:lnTo>
                    <a:lnTo>
                      <a:pt x="8448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-2315744" y="1793447"/>
                <a:ext cx="140416" cy="163989"/>
              </a:xfrm>
              <a:custGeom>
                <a:avLst/>
                <a:gdLst/>
                <a:ahLst/>
                <a:cxnLst/>
                <a:rect l="l" t="t" r="r" b="b"/>
                <a:pathLst>
                  <a:path w="3973" h="4640" extrusionOk="0">
                    <a:moveTo>
                      <a:pt x="0" y="1"/>
                    </a:moveTo>
                    <a:lnTo>
                      <a:pt x="0" y="667"/>
                    </a:lnTo>
                    <a:lnTo>
                      <a:pt x="0" y="871"/>
                    </a:lnTo>
                    <a:lnTo>
                      <a:pt x="14" y="1076"/>
                    </a:lnTo>
                    <a:lnTo>
                      <a:pt x="41" y="1266"/>
                    </a:lnTo>
                    <a:lnTo>
                      <a:pt x="82" y="1470"/>
                    </a:lnTo>
                    <a:lnTo>
                      <a:pt x="123" y="1660"/>
                    </a:lnTo>
                    <a:lnTo>
                      <a:pt x="177" y="1851"/>
                    </a:lnTo>
                    <a:lnTo>
                      <a:pt x="245" y="2028"/>
                    </a:lnTo>
                    <a:lnTo>
                      <a:pt x="313" y="2205"/>
                    </a:lnTo>
                    <a:lnTo>
                      <a:pt x="395" y="2381"/>
                    </a:lnTo>
                    <a:lnTo>
                      <a:pt x="476" y="2558"/>
                    </a:lnTo>
                    <a:lnTo>
                      <a:pt x="571" y="2721"/>
                    </a:lnTo>
                    <a:lnTo>
                      <a:pt x="680" y="2885"/>
                    </a:lnTo>
                    <a:lnTo>
                      <a:pt x="789" y="3048"/>
                    </a:lnTo>
                    <a:lnTo>
                      <a:pt x="912" y="3197"/>
                    </a:lnTo>
                    <a:lnTo>
                      <a:pt x="1034" y="3334"/>
                    </a:lnTo>
                    <a:lnTo>
                      <a:pt x="1170" y="3470"/>
                    </a:lnTo>
                    <a:lnTo>
                      <a:pt x="1306" y="3606"/>
                    </a:lnTo>
                    <a:lnTo>
                      <a:pt x="1442" y="3728"/>
                    </a:lnTo>
                    <a:lnTo>
                      <a:pt x="1605" y="3850"/>
                    </a:lnTo>
                    <a:lnTo>
                      <a:pt x="1755" y="3959"/>
                    </a:lnTo>
                    <a:lnTo>
                      <a:pt x="1918" y="4068"/>
                    </a:lnTo>
                    <a:lnTo>
                      <a:pt x="2081" y="4163"/>
                    </a:lnTo>
                    <a:lnTo>
                      <a:pt x="2258" y="4245"/>
                    </a:lnTo>
                    <a:lnTo>
                      <a:pt x="2435" y="4327"/>
                    </a:lnTo>
                    <a:lnTo>
                      <a:pt x="2612" y="4395"/>
                    </a:lnTo>
                    <a:lnTo>
                      <a:pt x="2789" y="4463"/>
                    </a:lnTo>
                    <a:lnTo>
                      <a:pt x="2979" y="4517"/>
                    </a:lnTo>
                    <a:lnTo>
                      <a:pt x="3170" y="4558"/>
                    </a:lnTo>
                    <a:lnTo>
                      <a:pt x="3374" y="4599"/>
                    </a:lnTo>
                    <a:lnTo>
                      <a:pt x="3564" y="4626"/>
                    </a:lnTo>
                    <a:lnTo>
                      <a:pt x="3768" y="4639"/>
                    </a:lnTo>
                    <a:lnTo>
                      <a:pt x="3972" y="4639"/>
                    </a:lnTo>
                    <a:lnTo>
                      <a:pt x="3972" y="3510"/>
                    </a:lnTo>
                    <a:lnTo>
                      <a:pt x="3686" y="3497"/>
                    </a:lnTo>
                    <a:lnTo>
                      <a:pt x="3401" y="3442"/>
                    </a:lnTo>
                    <a:lnTo>
                      <a:pt x="3129" y="3374"/>
                    </a:lnTo>
                    <a:lnTo>
                      <a:pt x="2870" y="3279"/>
                    </a:lnTo>
                    <a:lnTo>
                      <a:pt x="2625" y="3157"/>
                    </a:lnTo>
                    <a:lnTo>
                      <a:pt x="2394" y="3021"/>
                    </a:lnTo>
                    <a:lnTo>
                      <a:pt x="2177" y="2857"/>
                    </a:lnTo>
                    <a:lnTo>
                      <a:pt x="1973" y="2667"/>
                    </a:lnTo>
                    <a:lnTo>
                      <a:pt x="1782" y="2477"/>
                    </a:lnTo>
                    <a:lnTo>
                      <a:pt x="1619" y="2245"/>
                    </a:lnTo>
                    <a:lnTo>
                      <a:pt x="1483" y="2014"/>
                    </a:lnTo>
                    <a:lnTo>
                      <a:pt x="1360" y="1769"/>
                    </a:lnTo>
                    <a:lnTo>
                      <a:pt x="1265" y="1511"/>
                    </a:lnTo>
                    <a:lnTo>
                      <a:pt x="1197" y="1239"/>
                    </a:lnTo>
                    <a:lnTo>
                      <a:pt x="1156" y="953"/>
                    </a:lnTo>
                    <a:lnTo>
                      <a:pt x="1129" y="667"/>
                    </a:lnTo>
                    <a:lnTo>
                      <a:pt x="11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-2357590" y="1375198"/>
                <a:ext cx="175511" cy="140416"/>
              </a:xfrm>
              <a:custGeom>
                <a:avLst/>
                <a:gdLst/>
                <a:ahLst/>
                <a:cxnLst/>
                <a:rect l="l" t="t" r="r" b="b"/>
                <a:pathLst>
                  <a:path w="4966" h="3973" extrusionOk="0">
                    <a:moveTo>
                      <a:pt x="3837" y="1"/>
                    </a:moveTo>
                    <a:lnTo>
                      <a:pt x="3823" y="286"/>
                    </a:lnTo>
                    <a:lnTo>
                      <a:pt x="3782" y="572"/>
                    </a:lnTo>
                    <a:lnTo>
                      <a:pt x="3701" y="844"/>
                    </a:lnTo>
                    <a:lnTo>
                      <a:pt x="3605" y="1103"/>
                    </a:lnTo>
                    <a:lnTo>
                      <a:pt x="3497" y="1347"/>
                    </a:lnTo>
                    <a:lnTo>
                      <a:pt x="3347" y="1579"/>
                    </a:lnTo>
                    <a:lnTo>
                      <a:pt x="3184" y="1810"/>
                    </a:lnTo>
                    <a:lnTo>
                      <a:pt x="3007" y="2000"/>
                    </a:lnTo>
                    <a:lnTo>
                      <a:pt x="2803" y="2191"/>
                    </a:lnTo>
                    <a:lnTo>
                      <a:pt x="2585" y="2354"/>
                    </a:lnTo>
                    <a:lnTo>
                      <a:pt x="2340" y="2490"/>
                    </a:lnTo>
                    <a:lnTo>
                      <a:pt x="2096" y="2612"/>
                    </a:lnTo>
                    <a:lnTo>
                      <a:pt x="1837" y="2708"/>
                    </a:lnTo>
                    <a:lnTo>
                      <a:pt x="1565" y="2776"/>
                    </a:lnTo>
                    <a:lnTo>
                      <a:pt x="1279" y="2830"/>
                    </a:lnTo>
                    <a:lnTo>
                      <a:pt x="994" y="2844"/>
                    </a:lnTo>
                    <a:lnTo>
                      <a:pt x="1" y="2844"/>
                    </a:lnTo>
                    <a:lnTo>
                      <a:pt x="1" y="3973"/>
                    </a:lnTo>
                    <a:lnTo>
                      <a:pt x="1198" y="3973"/>
                    </a:lnTo>
                    <a:lnTo>
                      <a:pt x="1402" y="3959"/>
                    </a:lnTo>
                    <a:lnTo>
                      <a:pt x="1606" y="3932"/>
                    </a:lnTo>
                    <a:lnTo>
                      <a:pt x="1796" y="3891"/>
                    </a:lnTo>
                    <a:lnTo>
                      <a:pt x="1987" y="3850"/>
                    </a:lnTo>
                    <a:lnTo>
                      <a:pt x="2177" y="3796"/>
                    </a:lnTo>
                    <a:lnTo>
                      <a:pt x="2354" y="3728"/>
                    </a:lnTo>
                    <a:lnTo>
                      <a:pt x="2544" y="3660"/>
                    </a:lnTo>
                    <a:lnTo>
                      <a:pt x="2721" y="3578"/>
                    </a:lnTo>
                    <a:lnTo>
                      <a:pt x="2884" y="3497"/>
                    </a:lnTo>
                    <a:lnTo>
                      <a:pt x="3061" y="3401"/>
                    </a:lnTo>
                    <a:lnTo>
                      <a:pt x="3211" y="3293"/>
                    </a:lnTo>
                    <a:lnTo>
                      <a:pt x="3374" y="3184"/>
                    </a:lnTo>
                    <a:lnTo>
                      <a:pt x="3524" y="3061"/>
                    </a:lnTo>
                    <a:lnTo>
                      <a:pt x="3673" y="2939"/>
                    </a:lnTo>
                    <a:lnTo>
                      <a:pt x="3809" y="2803"/>
                    </a:lnTo>
                    <a:lnTo>
                      <a:pt x="3932" y="2667"/>
                    </a:lnTo>
                    <a:lnTo>
                      <a:pt x="4068" y="2531"/>
                    </a:lnTo>
                    <a:lnTo>
                      <a:pt x="4177" y="2381"/>
                    </a:lnTo>
                    <a:lnTo>
                      <a:pt x="4286" y="2218"/>
                    </a:lnTo>
                    <a:lnTo>
                      <a:pt x="4394" y="2055"/>
                    </a:lnTo>
                    <a:lnTo>
                      <a:pt x="4490" y="1891"/>
                    </a:lnTo>
                    <a:lnTo>
                      <a:pt x="4585" y="1715"/>
                    </a:lnTo>
                    <a:lnTo>
                      <a:pt x="4653" y="1551"/>
                    </a:lnTo>
                    <a:lnTo>
                      <a:pt x="4734" y="1361"/>
                    </a:lnTo>
                    <a:lnTo>
                      <a:pt x="4789" y="1184"/>
                    </a:lnTo>
                    <a:lnTo>
                      <a:pt x="4843" y="994"/>
                    </a:lnTo>
                    <a:lnTo>
                      <a:pt x="4884" y="803"/>
                    </a:lnTo>
                    <a:lnTo>
                      <a:pt x="4925" y="599"/>
                    </a:lnTo>
                    <a:lnTo>
                      <a:pt x="4952" y="409"/>
                    </a:lnTo>
                    <a:lnTo>
                      <a:pt x="4966" y="205"/>
                    </a:lnTo>
                    <a:lnTo>
                      <a:pt x="4966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-2248946" y="1607896"/>
                <a:ext cx="203891" cy="39937"/>
              </a:xfrm>
              <a:custGeom>
                <a:avLst/>
                <a:gdLst/>
                <a:ahLst/>
                <a:cxnLst/>
                <a:rect l="l" t="t" r="r" b="b"/>
                <a:pathLst>
                  <a:path w="5769" h="1130" extrusionOk="0">
                    <a:moveTo>
                      <a:pt x="1" y="0"/>
                    </a:moveTo>
                    <a:lnTo>
                      <a:pt x="1" y="1129"/>
                    </a:lnTo>
                    <a:lnTo>
                      <a:pt x="5768" y="1129"/>
                    </a:lnTo>
                    <a:lnTo>
                      <a:pt x="5741" y="558"/>
                    </a:lnTo>
                    <a:lnTo>
                      <a:pt x="571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-3264773" y="1067043"/>
                <a:ext cx="197140" cy="102423"/>
              </a:xfrm>
              <a:custGeom>
                <a:avLst/>
                <a:gdLst/>
                <a:ahLst/>
                <a:cxnLst/>
                <a:rect l="l" t="t" r="r" b="b"/>
                <a:pathLst>
                  <a:path w="5578" h="2898" extrusionOk="0">
                    <a:moveTo>
                      <a:pt x="2041" y="0"/>
                    </a:moveTo>
                    <a:lnTo>
                      <a:pt x="1511" y="273"/>
                    </a:lnTo>
                    <a:lnTo>
                      <a:pt x="1007" y="545"/>
                    </a:lnTo>
                    <a:lnTo>
                      <a:pt x="504" y="844"/>
                    </a:lnTo>
                    <a:lnTo>
                      <a:pt x="1" y="1143"/>
                    </a:lnTo>
                    <a:lnTo>
                      <a:pt x="2694" y="1143"/>
                    </a:lnTo>
                    <a:lnTo>
                      <a:pt x="2871" y="1157"/>
                    </a:lnTo>
                    <a:lnTo>
                      <a:pt x="3048" y="1184"/>
                    </a:lnTo>
                    <a:lnTo>
                      <a:pt x="3211" y="1225"/>
                    </a:lnTo>
                    <a:lnTo>
                      <a:pt x="3374" y="1279"/>
                    </a:lnTo>
                    <a:lnTo>
                      <a:pt x="3524" y="1361"/>
                    </a:lnTo>
                    <a:lnTo>
                      <a:pt x="3673" y="1442"/>
                    </a:lnTo>
                    <a:lnTo>
                      <a:pt x="3796" y="1538"/>
                    </a:lnTo>
                    <a:lnTo>
                      <a:pt x="3932" y="1660"/>
                    </a:lnTo>
                    <a:lnTo>
                      <a:pt x="4041" y="1782"/>
                    </a:lnTo>
                    <a:lnTo>
                      <a:pt x="4136" y="1918"/>
                    </a:lnTo>
                    <a:lnTo>
                      <a:pt x="4231" y="2054"/>
                    </a:lnTo>
                    <a:lnTo>
                      <a:pt x="4299" y="2218"/>
                    </a:lnTo>
                    <a:lnTo>
                      <a:pt x="4353" y="2367"/>
                    </a:lnTo>
                    <a:lnTo>
                      <a:pt x="4408" y="2544"/>
                    </a:lnTo>
                    <a:lnTo>
                      <a:pt x="4435" y="2721"/>
                    </a:lnTo>
                    <a:lnTo>
                      <a:pt x="4435" y="2898"/>
                    </a:lnTo>
                    <a:lnTo>
                      <a:pt x="5578" y="2898"/>
                    </a:lnTo>
                    <a:lnTo>
                      <a:pt x="5564" y="2599"/>
                    </a:lnTo>
                    <a:lnTo>
                      <a:pt x="5510" y="2313"/>
                    </a:lnTo>
                    <a:lnTo>
                      <a:pt x="5442" y="2041"/>
                    </a:lnTo>
                    <a:lnTo>
                      <a:pt x="5346" y="1769"/>
                    </a:lnTo>
                    <a:lnTo>
                      <a:pt x="5224" y="1524"/>
                    </a:lnTo>
                    <a:lnTo>
                      <a:pt x="5074" y="1279"/>
                    </a:lnTo>
                    <a:lnTo>
                      <a:pt x="4911" y="1061"/>
                    </a:lnTo>
                    <a:lnTo>
                      <a:pt x="4734" y="857"/>
                    </a:lnTo>
                    <a:lnTo>
                      <a:pt x="4517" y="667"/>
                    </a:lnTo>
                    <a:lnTo>
                      <a:pt x="4299" y="504"/>
                    </a:lnTo>
                    <a:lnTo>
                      <a:pt x="4068" y="354"/>
                    </a:lnTo>
                    <a:lnTo>
                      <a:pt x="3809" y="232"/>
                    </a:lnTo>
                    <a:lnTo>
                      <a:pt x="3551" y="137"/>
                    </a:lnTo>
                    <a:lnTo>
                      <a:pt x="3265" y="69"/>
                    </a:lnTo>
                    <a:lnTo>
                      <a:pt x="2980" y="28"/>
                    </a:lnTo>
                    <a:lnTo>
                      <a:pt x="2694" y="0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-3479658" y="1917960"/>
                <a:ext cx="40396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3865" extrusionOk="0">
                    <a:moveTo>
                      <a:pt x="0" y="1"/>
                    </a:moveTo>
                    <a:lnTo>
                      <a:pt x="0" y="3306"/>
                    </a:lnTo>
                    <a:lnTo>
                      <a:pt x="14" y="3415"/>
                    </a:lnTo>
                    <a:lnTo>
                      <a:pt x="55" y="3524"/>
                    </a:lnTo>
                    <a:lnTo>
                      <a:pt x="109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68" y="3823"/>
                    </a:lnTo>
                    <a:lnTo>
                      <a:pt x="476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16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102" y="3510"/>
                    </a:lnTo>
                    <a:lnTo>
                      <a:pt x="1129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-3402751" y="1917960"/>
                <a:ext cx="40432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4" y="3415"/>
                    </a:lnTo>
                    <a:lnTo>
                      <a:pt x="55" y="3524"/>
                    </a:lnTo>
                    <a:lnTo>
                      <a:pt x="109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68" y="3823"/>
                    </a:lnTo>
                    <a:lnTo>
                      <a:pt x="477" y="3850"/>
                    </a:lnTo>
                    <a:lnTo>
                      <a:pt x="586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17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102" y="3510"/>
                    </a:lnTo>
                    <a:lnTo>
                      <a:pt x="1130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-3325350" y="1917960"/>
                <a:ext cx="39937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" y="3415"/>
                    </a:lnTo>
                    <a:lnTo>
                      <a:pt x="41" y="3524"/>
                    </a:lnTo>
                    <a:lnTo>
                      <a:pt x="96" y="3619"/>
                    </a:lnTo>
                    <a:lnTo>
                      <a:pt x="164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6" y="3864"/>
                    </a:lnTo>
                    <a:lnTo>
                      <a:pt x="694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34" y="3606"/>
                    </a:lnTo>
                    <a:lnTo>
                      <a:pt x="1089" y="3510"/>
                    </a:lnTo>
                    <a:lnTo>
                      <a:pt x="1116" y="3415"/>
                    </a:lnTo>
                    <a:lnTo>
                      <a:pt x="1130" y="3306"/>
                    </a:lnTo>
                    <a:lnTo>
                      <a:pt x="1130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2"/>
              <p:cNvSpPr/>
              <p:nvPr/>
            </p:nvSpPr>
            <p:spPr>
              <a:xfrm>
                <a:off x="-3248409" y="1917960"/>
                <a:ext cx="39937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3865" extrusionOk="0">
                    <a:moveTo>
                      <a:pt x="0" y="1"/>
                    </a:moveTo>
                    <a:lnTo>
                      <a:pt x="0" y="3306"/>
                    </a:lnTo>
                    <a:lnTo>
                      <a:pt x="14" y="3415"/>
                    </a:lnTo>
                    <a:lnTo>
                      <a:pt x="41" y="3524"/>
                    </a:lnTo>
                    <a:lnTo>
                      <a:pt x="95" y="3619"/>
                    </a:lnTo>
                    <a:lnTo>
                      <a:pt x="163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7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79" y="3687"/>
                    </a:lnTo>
                    <a:lnTo>
                      <a:pt x="1048" y="3606"/>
                    </a:lnTo>
                    <a:lnTo>
                      <a:pt x="1088" y="3510"/>
                    </a:lnTo>
                    <a:lnTo>
                      <a:pt x="1129" y="3415"/>
                    </a:lnTo>
                    <a:lnTo>
                      <a:pt x="1129" y="3306"/>
                    </a:lnTo>
                    <a:lnTo>
                      <a:pt x="1129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2"/>
              <p:cNvSpPr/>
              <p:nvPr/>
            </p:nvSpPr>
            <p:spPr>
              <a:xfrm>
                <a:off x="-3171503" y="1917960"/>
                <a:ext cx="40432" cy="136599"/>
              </a:xfrm>
              <a:custGeom>
                <a:avLst/>
                <a:gdLst/>
                <a:ahLst/>
                <a:cxnLst/>
                <a:rect l="l" t="t" r="r" b="b"/>
                <a:pathLst>
                  <a:path w="1144" h="3865" extrusionOk="0">
                    <a:moveTo>
                      <a:pt x="1" y="1"/>
                    </a:moveTo>
                    <a:lnTo>
                      <a:pt x="1" y="3306"/>
                    </a:lnTo>
                    <a:lnTo>
                      <a:pt x="14" y="3415"/>
                    </a:lnTo>
                    <a:lnTo>
                      <a:pt x="41" y="3524"/>
                    </a:lnTo>
                    <a:lnTo>
                      <a:pt x="96" y="3619"/>
                    </a:lnTo>
                    <a:lnTo>
                      <a:pt x="177" y="3714"/>
                    </a:lnTo>
                    <a:lnTo>
                      <a:pt x="259" y="3782"/>
                    </a:lnTo>
                    <a:lnTo>
                      <a:pt x="354" y="3823"/>
                    </a:lnTo>
                    <a:lnTo>
                      <a:pt x="463" y="3850"/>
                    </a:lnTo>
                    <a:lnTo>
                      <a:pt x="585" y="3864"/>
                    </a:lnTo>
                    <a:lnTo>
                      <a:pt x="599" y="3864"/>
                    </a:lnTo>
                    <a:lnTo>
                      <a:pt x="708" y="3850"/>
                    </a:lnTo>
                    <a:lnTo>
                      <a:pt x="803" y="3810"/>
                    </a:lnTo>
                    <a:lnTo>
                      <a:pt x="898" y="3755"/>
                    </a:lnTo>
                    <a:lnTo>
                      <a:pt x="980" y="3687"/>
                    </a:lnTo>
                    <a:lnTo>
                      <a:pt x="1048" y="3606"/>
                    </a:lnTo>
                    <a:lnTo>
                      <a:pt x="1089" y="3510"/>
                    </a:lnTo>
                    <a:lnTo>
                      <a:pt x="1130" y="3415"/>
                    </a:lnTo>
                    <a:lnTo>
                      <a:pt x="1143" y="3306"/>
                    </a:lnTo>
                    <a:lnTo>
                      <a:pt x="114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77" name="Google Shape;1477;p32"/>
            <p:cNvSpPr/>
            <p:nvPr/>
          </p:nvSpPr>
          <p:spPr>
            <a:xfrm>
              <a:off x="-1893024" y="2339485"/>
              <a:ext cx="772528" cy="47490"/>
            </a:xfrm>
            <a:custGeom>
              <a:avLst/>
              <a:gdLst/>
              <a:ahLst/>
              <a:cxnLst/>
              <a:rect l="l" t="t" r="r" b="b"/>
              <a:pathLst>
                <a:path w="27475" h="1689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60"/>
                  </a:lnTo>
                  <a:lnTo>
                    <a:pt x="389" y="135"/>
                  </a:lnTo>
                  <a:lnTo>
                    <a:pt x="255" y="239"/>
                  </a:lnTo>
                  <a:lnTo>
                    <a:pt x="150" y="374"/>
                  </a:lnTo>
                  <a:lnTo>
                    <a:pt x="75" y="508"/>
                  </a:lnTo>
                  <a:lnTo>
                    <a:pt x="30" y="673"/>
                  </a:lnTo>
                  <a:lnTo>
                    <a:pt x="1" y="852"/>
                  </a:lnTo>
                  <a:lnTo>
                    <a:pt x="30" y="1016"/>
                  </a:lnTo>
                  <a:lnTo>
                    <a:pt x="75" y="1181"/>
                  </a:lnTo>
                  <a:lnTo>
                    <a:pt x="150" y="1315"/>
                  </a:lnTo>
                  <a:lnTo>
                    <a:pt x="255" y="1450"/>
                  </a:lnTo>
                  <a:lnTo>
                    <a:pt x="389" y="1554"/>
                  </a:lnTo>
                  <a:lnTo>
                    <a:pt x="523" y="1629"/>
                  </a:lnTo>
                  <a:lnTo>
                    <a:pt x="688" y="1674"/>
                  </a:lnTo>
                  <a:lnTo>
                    <a:pt x="852" y="1689"/>
                  </a:lnTo>
                  <a:lnTo>
                    <a:pt x="26623" y="1689"/>
                  </a:lnTo>
                  <a:lnTo>
                    <a:pt x="26787" y="1674"/>
                  </a:lnTo>
                  <a:lnTo>
                    <a:pt x="26952" y="1629"/>
                  </a:lnTo>
                  <a:lnTo>
                    <a:pt x="27101" y="1554"/>
                  </a:lnTo>
                  <a:lnTo>
                    <a:pt x="27221" y="1450"/>
                  </a:lnTo>
                  <a:lnTo>
                    <a:pt x="27325" y="1315"/>
                  </a:lnTo>
                  <a:lnTo>
                    <a:pt x="27400" y="1181"/>
                  </a:lnTo>
                  <a:lnTo>
                    <a:pt x="27460" y="1016"/>
                  </a:lnTo>
                  <a:lnTo>
                    <a:pt x="27475" y="852"/>
                  </a:lnTo>
                  <a:lnTo>
                    <a:pt x="27460" y="673"/>
                  </a:lnTo>
                  <a:lnTo>
                    <a:pt x="27400" y="508"/>
                  </a:lnTo>
                  <a:lnTo>
                    <a:pt x="27325" y="374"/>
                  </a:lnTo>
                  <a:lnTo>
                    <a:pt x="27221" y="239"/>
                  </a:lnTo>
                  <a:lnTo>
                    <a:pt x="27101" y="135"/>
                  </a:lnTo>
                  <a:lnTo>
                    <a:pt x="26952" y="60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2"/>
            <p:cNvSpPr/>
            <p:nvPr/>
          </p:nvSpPr>
          <p:spPr>
            <a:xfrm>
              <a:off x="-1893024" y="2490701"/>
              <a:ext cx="772528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1"/>
                  </a:moveTo>
                  <a:lnTo>
                    <a:pt x="688" y="31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89"/>
                  </a:lnTo>
                  <a:lnTo>
                    <a:pt x="75" y="524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1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65"/>
                  </a:lnTo>
                  <a:lnTo>
                    <a:pt x="389" y="1554"/>
                  </a:lnTo>
                  <a:lnTo>
                    <a:pt x="523" y="1644"/>
                  </a:lnTo>
                  <a:lnTo>
                    <a:pt x="688" y="1689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89"/>
                  </a:lnTo>
                  <a:lnTo>
                    <a:pt x="26952" y="1644"/>
                  </a:lnTo>
                  <a:lnTo>
                    <a:pt x="27101" y="1554"/>
                  </a:lnTo>
                  <a:lnTo>
                    <a:pt x="27221" y="1465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1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4"/>
                  </a:lnTo>
                  <a:lnTo>
                    <a:pt x="27325" y="389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31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2"/>
            <p:cNvSpPr/>
            <p:nvPr/>
          </p:nvSpPr>
          <p:spPr>
            <a:xfrm>
              <a:off x="-1893024" y="2642339"/>
              <a:ext cx="772528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1"/>
                  </a:moveTo>
                  <a:lnTo>
                    <a:pt x="688" y="16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74"/>
                  </a:lnTo>
                  <a:lnTo>
                    <a:pt x="75" y="524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2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50"/>
                  </a:lnTo>
                  <a:lnTo>
                    <a:pt x="389" y="1555"/>
                  </a:lnTo>
                  <a:lnTo>
                    <a:pt x="523" y="1629"/>
                  </a:lnTo>
                  <a:lnTo>
                    <a:pt x="688" y="1689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89"/>
                  </a:lnTo>
                  <a:lnTo>
                    <a:pt x="26952" y="1629"/>
                  </a:lnTo>
                  <a:lnTo>
                    <a:pt x="27101" y="1555"/>
                  </a:lnTo>
                  <a:lnTo>
                    <a:pt x="27221" y="1450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2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4"/>
                  </a:lnTo>
                  <a:lnTo>
                    <a:pt x="27325" y="374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16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2"/>
            <p:cNvSpPr/>
            <p:nvPr/>
          </p:nvSpPr>
          <p:spPr>
            <a:xfrm>
              <a:off x="-1893024" y="2793977"/>
              <a:ext cx="772528" cy="47940"/>
            </a:xfrm>
            <a:custGeom>
              <a:avLst/>
              <a:gdLst/>
              <a:ahLst/>
              <a:cxnLst/>
              <a:rect l="l" t="t" r="r" b="b"/>
              <a:pathLst>
                <a:path w="27475" h="1705" extrusionOk="0">
                  <a:moveTo>
                    <a:pt x="852" y="1"/>
                  </a:moveTo>
                  <a:lnTo>
                    <a:pt x="688" y="16"/>
                  </a:lnTo>
                  <a:lnTo>
                    <a:pt x="523" y="61"/>
                  </a:lnTo>
                  <a:lnTo>
                    <a:pt x="389" y="150"/>
                  </a:lnTo>
                  <a:lnTo>
                    <a:pt x="255" y="255"/>
                  </a:lnTo>
                  <a:lnTo>
                    <a:pt x="150" y="374"/>
                  </a:lnTo>
                  <a:lnTo>
                    <a:pt x="75" y="524"/>
                  </a:lnTo>
                  <a:lnTo>
                    <a:pt x="30" y="673"/>
                  </a:lnTo>
                  <a:lnTo>
                    <a:pt x="1" y="853"/>
                  </a:lnTo>
                  <a:lnTo>
                    <a:pt x="30" y="1017"/>
                  </a:lnTo>
                  <a:lnTo>
                    <a:pt x="75" y="1181"/>
                  </a:lnTo>
                  <a:lnTo>
                    <a:pt x="150" y="1331"/>
                  </a:lnTo>
                  <a:lnTo>
                    <a:pt x="255" y="1450"/>
                  </a:lnTo>
                  <a:lnTo>
                    <a:pt x="389" y="1555"/>
                  </a:lnTo>
                  <a:lnTo>
                    <a:pt x="523" y="1629"/>
                  </a:lnTo>
                  <a:lnTo>
                    <a:pt x="688" y="1674"/>
                  </a:lnTo>
                  <a:lnTo>
                    <a:pt x="852" y="1704"/>
                  </a:lnTo>
                  <a:lnTo>
                    <a:pt x="26623" y="1704"/>
                  </a:lnTo>
                  <a:lnTo>
                    <a:pt x="26787" y="1674"/>
                  </a:lnTo>
                  <a:lnTo>
                    <a:pt x="26952" y="1629"/>
                  </a:lnTo>
                  <a:lnTo>
                    <a:pt x="27101" y="1555"/>
                  </a:lnTo>
                  <a:lnTo>
                    <a:pt x="27221" y="1450"/>
                  </a:lnTo>
                  <a:lnTo>
                    <a:pt x="27325" y="1331"/>
                  </a:lnTo>
                  <a:lnTo>
                    <a:pt x="27400" y="1181"/>
                  </a:lnTo>
                  <a:lnTo>
                    <a:pt x="27460" y="1017"/>
                  </a:lnTo>
                  <a:lnTo>
                    <a:pt x="27475" y="853"/>
                  </a:lnTo>
                  <a:lnTo>
                    <a:pt x="27460" y="673"/>
                  </a:lnTo>
                  <a:lnTo>
                    <a:pt x="27400" y="524"/>
                  </a:lnTo>
                  <a:lnTo>
                    <a:pt x="27325" y="374"/>
                  </a:lnTo>
                  <a:lnTo>
                    <a:pt x="27221" y="255"/>
                  </a:lnTo>
                  <a:lnTo>
                    <a:pt x="27101" y="150"/>
                  </a:lnTo>
                  <a:lnTo>
                    <a:pt x="26952" y="61"/>
                  </a:lnTo>
                  <a:lnTo>
                    <a:pt x="26787" y="16"/>
                  </a:lnTo>
                  <a:lnTo>
                    <a:pt x="26623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2"/>
            <p:cNvSpPr/>
            <p:nvPr/>
          </p:nvSpPr>
          <p:spPr>
            <a:xfrm>
              <a:off x="-1893024" y="2945643"/>
              <a:ext cx="772528" cy="47490"/>
            </a:xfrm>
            <a:custGeom>
              <a:avLst/>
              <a:gdLst/>
              <a:ahLst/>
              <a:cxnLst/>
              <a:rect l="l" t="t" r="r" b="b"/>
              <a:pathLst>
                <a:path w="27475" h="1689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60"/>
                  </a:lnTo>
                  <a:lnTo>
                    <a:pt x="389" y="135"/>
                  </a:lnTo>
                  <a:lnTo>
                    <a:pt x="255" y="239"/>
                  </a:lnTo>
                  <a:lnTo>
                    <a:pt x="150" y="374"/>
                  </a:lnTo>
                  <a:lnTo>
                    <a:pt x="75" y="508"/>
                  </a:lnTo>
                  <a:lnTo>
                    <a:pt x="30" y="672"/>
                  </a:lnTo>
                  <a:lnTo>
                    <a:pt x="1" y="837"/>
                  </a:lnTo>
                  <a:lnTo>
                    <a:pt x="30" y="1016"/>
                  </a:lnTo>
                  <a:lnTo>
                    <a:pt x="75" y="1180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54"/>
                  </a:lnTo>
                  <a:lnTo>
                    <a:pt x="523" y="1629"/>
                  </a:lnTo>
                  <a:lnTo>
                    <a:pt x="688" y="1673"/>
                  </a:lnTo>
                  <a:lnTo>
                    <a:pt x="852" y="1688"/>
                  </a:lnTo>
                  <a:lnTo>
                    <a:pt x="26623" y="1688"/>
                  </a:lnTo>
                  <a:lnTo>
                    <a:pt x="26787" y="1673"/>
                  </a:lnTo>
                  <a:lnTo>
                    <a:pt x="26952" y="1629"/>
                  </a:lnTo>
                  <a:lnTo>
                    <a:pt x="27101" y="1554"/>
                  </a:lnTo>
                  <a:lnTo>
                    <a:pt x="27221" y="1449"/>
                  </a:lnTo>
                  <a:lnTo>
                    <a:pt x="27325" y="1315"/>
                  </a:lnTo>
                  <a:lnTo>
                    <a:pt x="27400" y="1180"/>
                  </a:lnTo>
                  <a:lnTo>
                    <a:pt x="27460" y="1016"/>
                  </a:lnTo>
                  <a:lnTo>
                    <a:pt x="27475" y="837"/>
                  </a:lnTo>
                  <a:lnTo>
                    <a:pt x="27460" y="672"/>
                  </a:lnTo>
                  <a:lnTo>
                    <a:pt x="27400" y="508"/>
                  </a:lnTo>
                  <a:lnTo>
                    <a:pt x="27325" y="374"/>
                  </a:lnTo>
                  <a:lnTo>
                    <a:pt x="27221" y="239"/>
                  </a:lnTo>
                  <a:lnTo>
                    <a:pt x="27101" y="135"/>
                  </a:lnTo>
                  <a:lnTo>
                    <a:pt x="26952" y="60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2"/>
            <p:cNvSpPr/>
            <p:nvPr/>
          </p:nvSpPr>
          <p:spPr>
            <a:xfrm>
              <a:off x="-1893024" y="3096859"/>
              <a:ext cx="772528" cy="47912"/>
            </a:xfrm>
            <a:custGeom>
              <a:avLst/>
              <a:gdLst/>
              <a:ahLst/>
              <a:cxnLst/>
              <a:rect l="l" t="t" r="r" b="b"/>
              <a:pathLst>
                <a:path w="27475" h="1704" extrusionOk="0">
                  <a:moveTo>
                    <a:pt x="852" y="0"/>
                  </a:moveTo>
                  <a:lnTo>
                    <a:pt x="688" y="15"/>
                  </a:lnTo>
                  <a:lnTo>
                    <a:pt x="523" y="75"/>
                  </a:lnTo>
                  <a:lnTo>
                    <a:pt x="389" y="150"/>
                  </a:lnTo>
                  <a:lnTo>
                    <a:pt x="255" y="254"/>
                  </a:lnTo>
                  <a:lnTo>
                    <a:pt x="150" y="374"/>
                  </a:lnTo>
                  <a:lnTo>
                    <a:pt x="75" y="523"/>
                  </a:lnTo>
                  <a:lnTo>
                    <a:pt x="30" y="688"/>
                  </a:lnTo>
                  <a:lnTo>
                    <a:pt x="1" y="852"/>
                  </a:lnTo>
                  <a:lnTo>
                    <a:pt x="30" y="1031"/>
                  </a:lnTo>
                  <a:lnTo>
                    <a:pt x="75" y="1181"/>
                  </a:lnTo>
                  <a:lnTo>
                    <a:pt x="150" y="1330"/>
                  </a:lnTo>
                  <a:lnTo>
                    <a:pt x="255" y="1449"/>
                  </a:lnTo>
                  <a:lnTo>
                    <a:pt x="389" y="1554"/>
                  </a:lnTo>
                  <a:lnTo>
                    <a:pt x="523" y="1644"/>
                  </a:lnTo>
                  <a:lnTo>
                    <a:pt x="688" y="1689"/>
                  </a:lnTo>
                  <a:lnTo>
                    <a:pt x="852" y="1703"/>
                  </a:lnTo>
                  <a:lnTo>
                    <a:pt x="26623" y="1703"/>
                  </a:lnTo>
                  <a:lnTo>
                    <a:pt x="26787" y="1689"/>
                  </a:lnTo>
                  <a:lnTo>
                    <a:pt x="26952" y="1644"/>
                  </a:lnTo>
                  <a:lnTo>
                    <a:pt x="27101" y="1554"/>
                  </a:lnTo>
                  <a:lnTo>
                    <a:pt x="27221" y="1449"/>
                  </a:lnTo>
                  <a:lnTo>
                    <a:pt x="27325" y="1330"/>
                  </a:lnTo>
                  <a:lnTo>
                    <a:pt x="27400" y="1181"/>
                  </a:lnTo>
                  <a:lnTo>
                    <a:pt x="27460" y="1031"/>
                  </a:lnTo>
                  <a:lnTo>
                    <a:pt x="27475" y="852"/>
                  </a:lnTo>
                  <a:lnTo>
                    <a:pt x="27460" y="688"/>
                  </a:lnTo>
                  <a:lnTo>
                    <a:pt x="27400" y="523"/>
                  </a:lnTo>
                  <a:lnTo>
                    <a:pt x="27325" y="374"/>
                  </a:lnTo>
                  <a:lnTo>
                    <a:pt x="27221" y="254"/>
                  </a:lnTo>
                  <a:lnTo>
                    <a:pt x="27101" y="150"/>
                  </a:lnTo>
                  <a:lnTo>
                    <a:pt x="26952" y="75"/>
                  </a:lnTo>
                  <a:lnTo>
                    <a:pt x="26787" y="15"/>
                  </a:lnTo>
                  <a:lnTo>
                    <a:pt x="26623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3" name="Google Shape;1483;p32"/>
          <p:cNvGrpSpPr/>
          <p:nvPr/>
        </p:nvGrpSpPr>
        <p:grpSpPr>
          <a:xfrm>
            <a:off x="457228" y="2075312"/>
            <a:ext cx="2588083" cy="2656316"/>
            <a:chOff x="-2362222" y="2639837"/>
            <a:chExt cx="2038181" cy="2091917"/>
          </a:xfrm>
        </p:grpSpPr>
        <p:sp>
          <p:nvSpPr>
            <p:cNvPr id="1484" name="Google Shape;1484;p32"/>
            <p:cNvSpPr/>
            <p:nvPr/>
          </p:nvSpPr>
          <p:spPr>
            <a:xfrm>
              <a:off x="-2362222" y="4609077"/>
              <a:ext cx="2038181" cy="122677"/>
            </a:xfrm>
            <a:custGeom>
              <a:avLst/>
              <a:gdLst/>
              <a:ahLst/>
              <a:cxnLst/>
              <a:rect l="l" t="t" r="r" b="b"/>
              <a:pathLst>
                <a:path w="72488" h="4363" extrusionOk="0">
                  <a:moveTo>
                    <a:pt x="36244" y="1"/>
                  </a:moveTo>
                  <a:lnTo>
                    <a:pt x="32538" y="16"/>
                  </a:lnTo>
                  <a:lnTo>
                    <a:pt x="28938" y="45"/>
                  </a:lnTo>
                  <a:lnTo>
                    <a:pt x="25472" y="105"/>
                  </a:lnTo>
                  <a:lnTo>
                    <a:pt x="22141" y="180"/>
                  </a:lnTo>
                  <a:lnTo>
                    <a:pt x="18973" y="270"/>
                  </a:lnTo>
                  <a:lnTo>
                    <a:pt x="15985" y="374"/>
                  </a:lnTo>
                  <a:lnTo>
                    <a:pt x="13192" y="509"/>
                  </a:lnTo>
                  <a:lnTo>
                    <a:pt x="10622" y="643"/>
                  </a:lnTo>
                  <a:lnTo>
                    <a:pt x="8277" y="792"/>
                  </a:lnTo>
                  <a:lnTo>
                    <a:pt x="6185" y="972"/>
                  </a:lnTo>
                  <a:lnTo>
                    <a:pt x="5244" y="1061"/>
                  </a:lnTo>
                  <a:lnTo>
                    <a:pt x="4377" y="1151"/>
                  </a:lnTo>
                  <a:lnTo>
                    <a:pt x="3571" y="1241"/>
                  </a:lnTo>
                  <a:lnTo>
                    <a:pt x="2853" y="1330"/>
                  </a:lnTo>
                  <a:lnTo>
                    <a:pt x="2196" y="1435"/>
                  </a:lnTo>
                  <a:lnTo>
                    <a:pt x="1628" y="1539"/>
                  </a:lnTo>
                  <a:lnTo>
                    <a:pt x="1150" y="1644"/>
                  </a:lnTo>
                  <a:lnTo>
                    <a:pt x="732" y="1749"/>
                  </a:lnTo>
                  <a:lnTo>
                    <a:pt x="418" y="1853"/>
                  </a:lnTo>
                  <a:lnTo>
                    <a:pt x="299" y="1913"/>
                  </a:lnTo>
                  <a:lnTo>
                    <a:pt x="194" y="1958"/>
                  </a:lnTo>
                  <a:lnTo>
                    <a:pt x="105" y="2018"/>
                  </a:lnTo>
                  <a:lnTo>
                    <a:pt x="45" y="2077"/>
                  </a:lnTo>
                  <a:lnTo>
                    <a:pt x="15" y="2122"/>
                  </a:lnTo>
                  <a:lnTo>
                    <a:pt x="0" y="2182"/>
                  </a:lnTo>
                  <a:lnTo>
                    <a:pt x="15" y="2242"/>
                  </a:lnTo>
                  <a:lnTo>
                    <a:pt x="45" y="2301"/>
                  </a:lnTo>
                  <a:lnTo>
                    <a:pt x="105" y="2346"/>
                  </a:lnTo>
                  <a:lnTo>
                    <a:pt x="194" y="2406"/>
                  </a:lnTo>
                  <a:lnTo>
                    <a:pt x="299" y="2466"/>
                  </a:lnTo>
                  <a:lnTo>
                    <a:pt x="418" y="2511"/>
                  </a:lnTo>
                  <a:lnTo>
                    <a:pt x="732" y="2630"/>
                  </a:lnTo>
                  <a:lnTo>
                    <a:pt x="1150" y="2735"/>
                  </a:lnTo>
                  <a:lnTo>
                    <a:pt x="1628" y="2839"/>
                  </a:lnTo>
                  <a:lnTo>
                    <a:pt x="2196" y="2929"/>
                  </a:lnTo>
                  <a:lnTo>
                    <a:pt x="2853" y="3033"/>
                  </a:lnTo>
                  <a:lnTo>
                    <a:pt x="3571" y="3123"/>
                  </a:lnTo>
                  <a:lnTo>
                    <a:pt x="4377" y="3228"/>
                  </a:lnTo>
                  <a:lnTo>
                    <a:pt x="5244" y="3317"/>
                  </a:lnTo>
                  <a:lnTo>
                    <a:pt x="6185" y="3407"/>
                  </a:lnTo>
                  <a:lnTo>
                    <a:pt x="8277" y="3571"/>
                  </a:lnTo>
                  <a:lnTo>
                    <a:pt x="10622" y="3721"/>
                  </a:lnTo>
                  <a:lnTo>
                    <a:pt x="13192" y="3870"/>
                  </a:lnTo>
                  <a:lnTo>
                    <a:pt x="15985" y="3990"/>
                  </a:lnTo>
                  <a:lnTo>
                    <a:pt x="18973" y="4094"/>
                  </a:lnTo>
                  <a:lnTo>
                    <a:pt x="22141" y="4184"/>
                  </a:lnTo>
                  <a:lnTo>
                    <a:pt x="25472" y="4258"/>
                  </a:lnTo>
                  <a:lnTo>
                    <a:pt x="28938" y="4318"/>
                  </a:lnTo>
                  <a:lnTo>
                    <a:pt x="32538" y="4348"/>
                  </a:lnTo>
                  <a:lnTo>
                    <a:pt x="36244" y="4363"/>
                  </a:lnTo>
                  <a:lnTo>
                    <a:pt x="39949" y="4348"/>
                  </a:lnTo>
                  <a:lnTo>
                    <a:pt x="43549" y="4318"/>
                  </a:lnTo>
                  <a:lnTo>
                    <a:pt x="47015" y="4258"/>
                  </a:lnTo>
                  <a:lnTo>
                    <a:pt x="50347" y="4184"/>
                  </a:lnTo>
                  <a:lnTo>
                    <a:pt x="53514" y="4094"/>
                  </a:lnTo>
                  <a:lnTo>
                    <a:pt x="56502" y="3990"/>
                  </a:lnTo>
                  <a:lnTo>
                    <a:pt x="59295" y="3870"/>
                  </a:lnTo>
                  <a:lnTo>
                    <a:pt x="61865" y="3721"/>
                  </a:lnTo>
                  <a:lnTo>
                    <a:pt x="64210" y="3571"/>
                  </a:lnTo>
                  <a:lnTo>
                    <a:pt x="66302" y="3407"/>
                  </a:lnTo>
                  <a:lnTo>
                    <a:pt x="67243" y="3317"/>
                  </a:lnTo>
                  <a:lnTo>
                    <a:pt x="68110" y="3228"/>
                  </a:lnTo>
                  <a:lnTo>
                    <a:pt x="68916" y="3123"/>
                  </a:lnTo>
                  <a:lnTo>
                    <a:pt x="69634" y="3033"/>
                  </a:lnTo>
                  <a:lnTo>
                    <a:pt x="70291" y="2929"/>
                  </a:lnTo>
                  <a:lnTo>
                    <a:pt x="70859" y="2839"/>
                  </a:lnTo>
                  <a:lnTo>
                    <a:pt x="71352" y="2735"/>
                  </a:lnTo>
                  <a:lnTo>
                    <a:pt x="71755" y="2630"/>
                  </a:lnTo>
                  <a:lnTo>
                    <a:pt x="72069" y="2511"/>
                  </a:lnTo>
                  <a:lnTo>
                    <a:pt x="72188" y="2466"/>
                  </a:lnTo>
                  <a:lnTo>
                    <a:pt x="72293" y="2406"/>
                  </a:lnTo>
                  <a:lnTo>
                    <a:pt x="72382" y="2346"/>
                  </a:lnTo>
                  <a:lnTo>
                    <a:pt x="72442" y="2301"/>
                  </a:lnTo>
                  <a:lnTo>
                    <a:pt x="72472" y="2242"/>
                  </a:lnTo>
                  <a:lnTo>
                    <a:pt x="72487" y="2182"/>
                  </a:lnTo>
                  <a:lnTo>
                    <a:pt x="72472" y="2122"/>
                  </a:lnTo>
                  <a:lnTo>
                    <a:pt x="72442" y="2077"/>
                  </a:lnTo>
                  <a:lnTo>
                    <a:pt x="72382" y="2018"/>
                  </a:lnTo>
                  <a:lnTo>
                    <a:pt x="72293" y="1958"/>
                  </a:lnTo>
                  <a:lnTo>
                    <a:pt x="72188" y="1913"/>
                  </a:lnTo>
                  <a:lnTo>
                    <a:pt x="72069" y="1853"/>
                  </a:lnTo>
                  <a:lnTo>
                    <a:pt x="71755" y="1749"/>
                  </a:lnTo>
                  <a:lnTo>
                    <a:pt x="71352" y="1644"/>
                  </a:lnTo>
                  <a:lnTo>
                    <a:pt x="70859" y="1539"/>
                  </a:lnTo>
                  <a:lnTo>
                    <a:pt x="70291" y="1435"/>
                  </a:lnTo>
                  <a:lnTo>
                    <a:pt x="69634" y="1330"/>
                  </a:lnTo>
                  <a:lnTo>
                    <a:pt x="68916" y="1241"/>
                  </a:lnTo>
                  <a:lnTo>
                    <a:pt x="68110" y="1151"/>
                  </a:lnTo>
                  <a:lnTo>
                    <a:pt x="67243" y="1061"/>
                  </a:lnTo>
                  <a:lnTo>
                    <a:pt x="66302" y="972"/>
                  </a:lnTo>
                  <a:lnTo>
                    <a:pt x="64210" y="792"/>
                  </a:lnTo>
                  <a:lnTo>
                    <a:pt x="61865" y="643"/>
                  </a:lnTo>
                  <a:lnTo>
                    <a:pt x="59295" y="509"/>
                  </a:lnTo>
                  <a:lnTo>
                    <a:pt x="56502" y="374"/>
                  </a:lnTo>
                  <a:lnTo>
                    <a:pt x="53514" y="270"/>
                  </a:lnTo>
                  <a:lnTo>
                    <a:pt x="50347" y="180"/>
                  </a:lnTo>
                  <a:lnTo>
                    <a:pt x="47015" y="105"/>
                  </a:lnTo>
                  <a:lnTo>
                    <a:pt x="43549" y="45"/>
                  </a:lnTo>
                  <a:lnTo>
                    <a:pt x="39949" y="16"/>
                  </a:lnTo>
                  <a:lnTo>
                    <a:pt x="362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2"/>
            <p:cNvSpPr/>
            <p:nvPr/>
          </p:nvSpPr>
          <p:spPr>
            <a:xfrm>
              <a:off x="-1460771" y="3049397"/>
              <a:ext cx="729255" cy="492759"/>
            </a:xfrm>
            <a:custGeom>
              <a:avLst/>
              <a:gdLst/>
              <a:ahLst/>
              <a:cxnLst/>
              <a:rect l="l" t="t" r="r" b="b"/>
              <a:pathLst>
                <a:path w="25936" h="17525" extrusionOk="0">
                  <a:moveTo>
                    <a:pt x="3735" y="0"/>
                  </a:moveTo>
                  <a:lnTo>
                    <a:pt x="3377" y="30"/>
                  </a:lnTo>
                  <a:lnTo>
                    <a:pt x="3018" y="75"/>
                  </a:lnTo>
                  <a:lnTo>
                    <a:pt x="2660" y="165"/>
                  </a:lnTo>
                  <a:lnTo>
                    <a:pt x="2480" y="224"/>
                  </a:lnTo>
                  <a:lnTo>
                    <a:pt x="2316" y="299"/>
                  </a:lnTo>
                  <a:lnTo>
                    <a:pt x="2152" y="374"/>
                  </a:lnTo>
                  <a:lnTo>
                    <a:pt x="1972" y="448"/>
                  </a:lnTo>
                  <a:lnTo>
                    <a:pt x="1808" y="538"/>
                  </a:lnTo>
                  <a:lnTo>
                    <a:pt x="1659" y="643"/>
                  </a:lnTo>
                  <a:lnTo>
                    <a:pt x="1494" y="762"/>
                  </a:lnTo>
                  <a:lnTo>
                    <a:pt x="1345" y="882"/>
                  </a:lnTo>
                  <a:lnTo>
                    <a:pt x="1196" y="1001"/>
                  </a:lnTo>
                  <a:lnTo>
                    <a:pt x="1061" y="1136"/>
                  </a:lnTo>
                  <a:lnTo>
                    <a:pt x="942" y="1285"/>
                  </a:lnTo>
                  <a:lnTo>
                    <a:pt x="807" y="1419"/>
                  </a:lnTo>
                  <a:lnTo>
                    <a:pt x="703" y="1569"/>
                  </a:lnTo>
                  <a:lnTo>
                    <a:pt x="598" y="1733"/>
                  </a:lnTo>
                  <a:lnTo>
                    <a:pt x="493" y="1883"/>
                  </a:lnTo>
                  <a:lnTo>
                    <a:pt x="404" y="2047"/>
                  </a:lnTo>
                  <a:lnTo>
                    <a:pt x="254" y="2376"/>
                  </a:lnTo>
                  <a:lnTo>
                    <a:pt x="135" y="2719"/>
                  </a:lnTo>
                  <a:lnTo>
                    <a:pt x="60" y="3078"/>
                  </a:lnTo>
                  <a:lnTo>
                    <a:pt x="15" y="3436"/>
                  </a:lnTo>
                  <a:lnTo>
                    <a:pt x="0" y="3795"/>
                  </a:lnTo>
                  <a:lnTo>
                    <a:pt x="15" y="4153"/>
                  </a:lnTo>
                  <a:lnTo>
                    <a:pt x="60" y="4512"/>
                  </a:lnTo>
                  <a:lnTo>
                    <a:pt x="150" y="4870"/>
                  </a:lnTo>
                  <a:lnTo>
                    <a:pt x="210" y="5035"/>
                  </a:lnTo>
                  <a:lnTo>
                    <a:pt x="284" y="5214"/>
                  </a:lnTo>
                  <a:lnTo>
                    <a:pt x="359" y="5378"/>
                  </a:lnTo>
                  <a:lnTo>
                    <a:pt x="434" y="5558"/>
                  </a:lnTo>
                  <a:lnTo>
                    <a:pt x="538" y="5707"/>
                  </a:lnTo>
                  <a:lnTo>
                    <a:pt x="628" y="5871"/>
                  </a:lnTo>
                  <a:lnTo>
                    <a:pt x="747" y="6036"/>
                  </a:lnTo>
                  <a:lnTo>
                    <a:pt x="867" y="6185"/>
                  </a:lnTo>
                  <a:lnTo>
                    <a:pt x="9323" y="16314"/>
                  </a:lnTo>
                  <a:lnTo>
                    <a:pt x="9547" y="16583"/>
                  </a:lnTo>
                  <a:lnTo>
                    <a:pt x="9651" y="16718"/>
                  </a:lnTo>
                  <a:lnTo>
                    <a:pt x="9771" y="16837"/>
                  </a:lnTo>
                  <a:lnTo>
                    <a:pt x="9905" y="16942"/>
                  </a:lnTo>
                  <a:lnTo>
                    <a:pt x="10040" y="17046"/>
                  </a:lnTo>
                  <a:lnTo>
                    <a:pt x="10189" y="17136"/>
                  </a:lnTo>
                  <a:lnTo>
                    <a:pt x="10339" y="17225"/>
                  </a:lnTo>
                  <a:lnTo>
                    <a:pt x="10488" y="17300"/>
                  </a:lnTo>
                  <a:lnTo>
                    <a:pt x="10652" y="17360"/>
                  </a:lnTo>
                  <a:lnTo>
                    <a:pt x="10802" y="17420"/>
                  </a:lnTo>
                  <a:lnTo>
                    <a:pt x="10981" y="17465"/>
                  </a:lnTo>
                  <a:lnTo>
                    <a:pt x="11145" y="17494"/>
                  </a:lnTo>
                  <a:lnTo>
                    <a:pt x="11325" y="17524"/>
                  </a:lnTo>
                  <a:lnTo>
                    <a:pt x="11668" y="17524"/>
                  </a:lnTo>
                  <a:lnTo>
                    <a:pt x="11848" y="17509"/>
                  </a:lnTo>
                  <a:lnTo>
                    <a:pt x="12027" y="17494"/>
                  </a:lnTo>
                  <a:lnTo>
                    <a:pt x="12908" y="17315"/>
                  </a:lnTo>
                  <a:lnTo>
                    <a:pt x="13790" y="17121"/>
                  </a:lnTo>
                  <a:lnTo>
                    <a:pt x="14656" y="16912"/>
                  </a:lnTo>
                  <a:lnTo>
                    <a:pt x="15523" y="16658"/>
                  </a:lnTo>
                  <a:lnTo>
                    <a:pt x="16374" y="16404"/>
                  </a:lnTo>
                  <a:lnTo>
                    <a:pt x="17211" y="16105"/>
                  </a:lnTo>
                  <a:lnTo>
                    <a:pt x="18047" y="15791"/>
                  </a:lnTo>
                  <a:lnTo>
                    <a:pt x="18869" y="15463"/>
                  </a:lnTo>
                  <a:lnTo>
                    <a:pt x="19676" y="15104"/>
                  </a:lnTo>
                  <a:lnTo>
                    <a:pt x="20468" y="14731"/>
                  </a:lnTo>
                  <a:lnTo>
                    <a:pt x="21259" y="14342"/>
                  </a:lnTo>
                  <a:lnTo>
                    <a:pt x="22021" y="13924"/>
                  </a:lnTo>
                  <a:lnTo>
                    <a:pt x="22783" y="13506"/>
                  </a:lnTo>
                  <a:lnTo>
                    <a:pt x="23530" y="13057"/>
                  </a:lnTo>
                  <a:lnTo>
                    <a:pt x="24262" y="12594"/>
                  </a:lnTo>
                  <a:lnTo>
                    <a:pt x="24979" y="12131"/>
                  </a:lnTo>
                  <a:lnTo>
                    <a:pt x="25144" y="12012"/>
                  </a:lnTo>
                  <a:lnTo>
                    <a:pt x="25293" y="11877"/>
                  </a:lnTo>
                  <a:lnTo>
                    <a:pt x="25428" y="11728"/>
                  </a:lnTo>
                  <a:lnTo>
                    <a:pt x="25547" y="11578"/>
                  </a:lnTo>
                  <a:lnTo>
                    <a:pt x="25652" y="11414"/>
                  </a:lnTo>
                  <a:lnTo>
                    <a:pt x="25741" y="11250"/>
                  </a:lnTo>
                  <a:lnTo>
                    <a:pt x="25816" y="11070"/>
                  </a:lnTo>
                  <a:lnTo>
                    <a:pt x="25861" y="10876"/>
                  </a:lnTo>
                  <a:lnTo>
                    <a:pt x="25906" y="10697"/>
                  </a:lnTo>
                  <a:lnTo>
                    <a:pt x="25936" y="10503"/>
                  </a:lnTo>
                  <a:lnTo>
                    <a:pt x="25936" y="10308"/>
                  </a:lnTo>
                  <a:lnTo>
                    <a:pt x="25921" y="10114"/>
                  </a:lnTo>
                  <a:lnTo>
                    <a:pt x="25906" y="9920"/>
                  </a:lnTo>
                  <a:lnTo>
                    <a:pt x="25846" y="9726"/>
                  </a:lnTo>
                  <a:lnTo>
                    <a:pt x="25786" y="9532"/>
                  </a:lnTo>
                  <a:lnTo>
                    <a:pt x="25697" y="9352"/>
                  </a:lnTo>
                  <a:lnTo>
                    <a:pt x="25592" y="9158"/>
                  </a:lnTo>
                  <a:lnTo>
                    <a:pt x="25458" y="8979"/>
                  </a:lnTo>
                  <a:lnTo>
                    <a:pt x="25323" y="8815"/>
                  </a:lnTo>
                  <a:lnTo>
                    <a:pt x="25159" y="8680"/>
                  </a:lnTo>
                  <a:lnTo>
                    <a:pt x="24994" y="8546"/>
                  </a:lnTo>
                  <a:lnTo>
                    <a:pt x="24815" y="8441"/>
                  </a:lnTo>
                  <a:lnTo>
                    <a:pt x="24636" y="8351"/>
                  </a:lnTo>
                  <a:lnTo>
                    <a:pt x="24442" y="8277"/>
                  </a:lnTo>
                  <a:lnTo>
                    <a:pt x="24247" y="8232"/>
                  </a:lnTo>
                  <a:lnTo>
                    <a:pt x="24038" y="8187"/>
                  </a:lnTo>
                  <a:lnTo>
                    <a:pt x="23829" y="8172"/>
                  </a:lnTo>
                  <a:lnTo>
                    <a:pt x="23620" y="8187"/>
                  </a:lnTo>
                  <a:lnTo>
                    <a:pt x="23411" y="8202"/>
                  </a:lnTo>
                  <a:lnTo>
                    <a:pt x="23202" y="8247"/>
                  </a:lnTo>
                  <a:lnTo>
                    <a:pt x="22992" y="8322"/>
                  </a:lnTo>
                  <a:lnTo>
                    <a:pt x="22798" y="8411"/>
                  </a:lnTo>
                  <a:lnTo>
                    <a:pt x="22783" y="8411"/>
                  </a:lnTo>
                  <a:lnTo>
                    <a:pt x="22096" y="8770"/>
                  </a:lnTo>
                  <a:lnTo>
                    <a:pt x="21394" y="9098"/>
                  </a:lnTo>
                  <a:lnTo>
                    <a:pt x="20692" y="9412"/>
                  </a:lnTo>
                  <a:lnTo>
                    <a:pt x="19990" y="9696"/>
                  </a:lnTo>
                  <a:lnTo>
                    <a:pt x="19287" y="9980"/>
                  </a:lnTo>
                  <a:lnTo>
                    <a:pt x="18570" y="10234"/>
                  </a:lnTo>
                  <a:lnTo>
                    <a:pt x="17868" y="10473"/>
                  </a:lnTo>
                  <a:lnTo>
                    <a:pt x="17151" y="10682"/>
                  </a:lnTo>
                  <a:lnTo>
                    <a:pt x="16658" y="10831"/>
                  </a:lnTo>
                  <a:lnTo>
                    <a:pt x="16165" y="10951"/>
                  </a:lnTo>
                  <a:lnTo>
                    <a:pt x="15657" y="11070"/>
                  </a:lnTo>
                  <a:lnTo>
                    <a:pt x="15164" y="11175"/>
                  </a:lnTo>
                  <a:lnTo>
                    <a:pt x="14671" y="11280"/>
                  </a:lnTo>
                  <a:lnTo>
                    <a:pt x="14178" y="11369"/>
                  </a:lnTo>
                  <a:lnTo>
                    <a:pt x="13670" y="11444"/>
                  </a:lnTo>
                  <a:lnTo>
                    <a:pt x="13177" y="11519"/>
                  </a:lnTo>
                  <a:lnTo>
                    <a:pt x="6932" y="1748"/>
                  </a:lnTo>
                  <a:lnTo>
                    <a:pt x="6798" y="1554"/>
                  </a:lnTo>
                  <a:lnTo>
                    <a:pt x="6649" y="1360"/>
                  </a:lnTo>
                  <a:lnTo>
                    <a:pt x="6529" y="1210"/>
                  </a:lnTo>
                  <a:lnTo>
                    <a:pt x="6395" y="1076"/>
                  </a:lnTo>
                  <a:lnTo>
                    <a:pt x="6245" y="941"/>
                  </a:lnTo>
                  <a:lnTo>
                    <a:pt x="6111" y="822"/>
                  </a:lnTo>
                  <a:lnTo>
                    <a:pt x="5961" y="717"/>
                  </a:lnTo>
                  <a:lnTo>
                    <a:pt x="5797" y="613"/>
                  </a:lnTo>
                  <a:lnTo>
                    <a:pt x="5648" y="508"/>
                  </a:lnTo>
                  <a:lnTo>
                    <a:pt x="5483" y="419"/>
                  </a:lnTo>
                  <a:lnTo>
                    <a:pt x="5155" y="269"/>
                  </a:lnTo>
                  <a:lnTo>
                    <a:pt x="4811" y="150"/>
                  </a:lnTo>
                  <a:lnTo>
                    <a:pt x="4452" y="75"/>
                  </a:lnTo>
                  <a:lnTo>
                    <a:pt x="4094" y="15"/>
                  </a:lnTo>
                  <a:lnTo>
                    <a:pt x="3735" y="0"/>
                  </a:lnTo>
                  <a:close/>
                </a:path>
              </a:pathLst>
            </a:custGeom>
            <a:solidFill>
              <a:srgbClr val="0A58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2"/>
            <p:cNvSpPr/>
            <p:nvPr/>
          </p:nvSpPr>
          <p:spPr>
            <a:xfrm>
              <a:off x="-1796411" y="2946065"/>
              <a:ext cx="561647" cy="1207703"/>
            </a:xfrm>
            <a:custGeom>
              <a:avLst/>
              <a:gdLst/>
              <a:ahLst/>
              <a:cxnLst/>
              <a:rect l="l" t="t" r="r" b="b"/>
              <a:pathLst>
                <a:path w="19975" h="42952" extrusionOk="0">
                  <a:moveTo>
                    <a:pt x="10160" y="0"/>
                  </a:moveTo>
                  <a:lnTo>
                    <a:pt x="9801" y="164"/>
                  </a:lnTo>
                  <a:lnTo>
                    <a:pt x="9383" y="344"/>
                  </a:lnTo>
                  <a:lnTo>
                    <a:pt x="8860" y="598"/>
                  </a:lnTo>
                  <a:lnTo>
                    <a:pt x="8217" y="896"/>
                  </a:lnTo>
                  <a:lnTo>
                    <a:pt x="7515" y="1255"/>
                  </a:lnTo>
                  <a:lnTo>
                    <a:pt x="6753" y="1673"/>
                  </a:lnTo>
                  <a:lnTo>
                    <a:pt x="5962" y="2136"/>
                  </a:lnTo>
                  <a:lnTo>
                    <a:pt x="5155" y="2629"/>
                  </a:lnTo>
                  <a:lnTo>
                    <a:pt x="4766" y="2883"/>
                  </a:lnTo>
                  <a:lnTo>
                    <a:pt x="4378" y="3152"/>
                  </a:lnTo>
                  <a:lnTo>
                    <a:pt x="4004" y="3436"/>
                  </a:lnTo>
                  <a:lnTo>
                    <a:pt x="3631" y="3720"/>
                  </a:lnTo>
                  <a:lnTo>
                    <a:pt x="3287" y="4019"/>
                  </a:lnTo>
                  <a:lnTo>
                    <a:pt x="2959" y="4303"/>
                  </a:lnTo>
                  <a:lnTo>
                    <a:pt x="2645" y="4616"/>
                  </a:lnTo>
                  <a:lnTo>
                    <a:pt x="2361" y="4915"/>
                  </a:lnTo>
                  <a:lnTo>
                    <a:pt x="2107" y="5229"/>
                  </a:lnTo>
                  <a:lnTo>
                    <a:pt x="1883" y="5543"/>
                  </a:lnTo>
                  <a:lnTo>
                    <a:pt x="1689" y="5856"/>
                  </a:lnTo>
                  <a:lnTo>
                    <a:pt x="1525" y="6170"/>
                  </a:lnTo>
                  <a:lnTo>
                    <a:pt x="1465" y="6334"/>
                  </a:lnTo>
                  <a:lnTo>
                    <a:pt x="1405" y="6499"/>
                  </a:lnTo>
                  <a:lnTo>
                    <a:pt x="1360" y="6648"/>
                  </a:lnTo>
                  <a:lnTo>
                    <a:pt x="1330" y="6812"/>
                  </a:lnTo>
                  <a:lnTo>
                    <a:pt x="1256" y="7320"/>
                  </a:lnTo>
                  <a:lnTo>
                    <a:pt x="1166" y="8052"/>
                  </a:lnTo>
                  <a:lnTo>
                    <a:pt x="1076" y="8994"/>
                  </a:lnTo>
                  <a:lnTo>
                    <a:pt x="972" y="10099"/>
                  </a:lnTo>
                  <a:lnTo>
                    <a:pt x="867" y="11384"/>
                  </a:lnTo>
                  <a:lnTo>
                    <a:pt x="763" y="12818"/>
                  </a:lnTo>
                  <a:lnTo>
                    <a:pt x="643" y="14372"/>
                  </a:lnTo>
                  <a:lnTo>
                    <a:pt x="538" y="16030"/>
                  </a:lnTo>
                  <a:lnTo>
                    <a:pt x="524" y="16299"/>
                  </a:lnTo>
                  <a:lnTo>
                    <a:pt x="479" y="17091"/>
                  </a:lnTo>
                  <a:lnTo>
                    <a:pt x="449" y="17405"/>
                  </a:lnTo>
                  <a:lnTo>
                    <a:pt x="434" y="17748"/>
                  </a:lnTo>
                  <a:lnTo>
                    <a:pt x="404" y="18181"/>
                  </a:lnTo>
                  <a:lnTo>
                    <a:pt x="389" y="18525"/>
                  </a:lnTo>
                  <a:lnTo>
                    <a:pt x="374" y="18839"/>
                  </a:lnTo>
                  <a:lnTo>
                    <a:pt x="344" y="19571"/>
                  </a:lnTo>
                  <a:lnTo>
                    <a:pt x="329" y="19840"/>
                  </a:lnTo>
                  <a:lnTo>
                    <a:pt x="180" y="22962"/>
                  </a:lnTo>
                  <a:lnTo>
                    <a:pt x="165" y="23575"/>
                  </a:lnTo>
                  <a:lnTo>
                    <a:pt x="75" y="26040"/>
                  </a:lnTo>
                  <a:lnTo>
                    <a:pt x="45" y="27399"/>
                  </a:lnTo>
                  <a:lnTo>
                    <a:pt x="45" y="27489"/>
                  </a:lnTo>
                  <a:lnTo>
                    <a:pt x="45" y="27713"/>
                  </a:lnTo>
                  <a:lnTo>
                    <a:pt x="16" y="28908"/>
                  </a:lnTo>
                  <a:lnTo>
                    <a:pt x="16" y="29864"/>
                  </a:lnTo>
                  <a:lnTo>
                    <a:pt x="1" y="31015"/>
                  </a:lnTo>
                  <a:lnTo>
                    <a:pt x="1" y="31283"/>
                  </a:lnTo>
                  <a:lnTo>
                    <a:pt x="16" y="32553"/>
                  </a:lnTo>
                  <a:lnTo>
                    <a:pt x="31" y="33793"/>
                  </a:lnTo>
                  <a:lnTo>
                    <a:pt x="45" y="34391"/>
                  </a:lnTo>
                  <a:lnTo>
                    <a:pt x="105" y="35974"/>
                  </a:lnTo>
                  <a:lnTo>
                    <a:pt x="150" y="36736"/>
                  </a:lnTo>
                  <a:lnTo>
                    <a:pt x="195" y="37453"/>
                  </a:lnTo>
                  <a:lnTo>
                    <a:pt x="255" y="38126"/>
                  </a:lnTo>
                  <a:lnTo>
                    <a:pt x="314" y="38768"/>
                  </a:lnTo>
                  <a:lnTo>
                    <a:pt x="389" y="39381"/>
                  </a:lnTo>
                  <a:lnTo>
                    <a:pt x="479" y="39933"/>
                  </a:lnTo>
                  <a:lnTo>
                    <a:pt x="568" y="40441"/>
                  </a:lnTo>
                  <a:lnTo>
                    <a:pt x="658" y="40905"/>
                  </a:lnTo>
                  <a:lnTo>
                    <a:pt x="778" y="41323"/>
                  </a:lnTo>
                  <a:lnTo>
                    <a:pt x="897" y="41696"/>
                  </a:lnTo>
                  <a:lnTo>
                    <a:pt x="1017" y="41995"/>
                  </a:lnTo>
                  <a:lnTo>
                    <a:pt x="1091" y="42130"/>
                  </a:lnTo>
                  <a:lnTo>
                    <a:pt x="1166" y="42249"/>
                  </a:lnTo>
                  <a:lnTo>
                    <a:pt x="1241" y="42354"/>
                  </a:lnTo>
                  <a:lnTo>
                    <a:pt x="1315" y="42443"/>
                  </a:lnTo>
                  <a:lnTo>
                    <a:pt x="1390" y="42503"/>
                  </a:lnTo>
                  <a:lnTo>
                    <a:pt x="1480" y="42563"/>
                  </a:lnTo>
                  <a:lnTo>
                    <a:pt x="1614" y="42637"/>
                  </a:lnTo>
                  <a:lnTo>
                    <a:pt x="1764" y="42697"/>
                  </a:lnTo>
                  <a:lnTo>
                    <a:pt x="1943" y="42757"/>
                  </a:lnTo>
                  <a:lnTo>
                    <a:pt x="2122" y="42802"/>
                  </a:lnTo>
                  <a:lnTo>
                    <a:pt x="2316" y="42847"/>
                  </a:lnTo>
                  <a:lnTo>
                    <a:pt x="2525" y="42877"/>
                  </a:lnTo>
                  <a:lnTo>
                    <a:pt x="2989" y="42921"/>
                  </a:lnTo>
                  <a:lnTo>
                    <a:pt x="3482" y="42951"/>
                  </a:lnTo>
                  <a:lnTo>
                    <a:pt x="4019" y="42936"/>
                  </a:lnTo>
                  <a:lnTo>
                    <a:pt x="4587" y="42906"/>
                  </a:lnTo>
                  <a:lnTo>
                    <a:pt x="5185" y="42862"/>
                  </a:lnTo>
                  <a:lnTo>
                    <a:pt x="5827" y="42787"/>
                  </a:lnTo>
                  <a:lnTo>
                    <a:pt x="6484" y="42682"/>
                  </a:lnTo>
                  <a:lnTo>
                    <a:pt x="7157" y="42578"/>
                  </a:lnTo>
                  <a:lnTo>
                    <a:pt x="7844" y="42443"/>
                  </a:lnTo>
                  <a:lnTo>
                    <a:pt x="8561" y="42309"/>
                  </a:lnTo>
                  <a:lnTo>
                    <a:pt x="9263" y="42159"/>
                  </a:lnTo>
                  <a:lnTo>
                    <a:pt x="9995" y="41995"/>
                  </a:lnTo>
                  <a:lnTo>
                    <a:pt x="10712" y="41816"/>
                  </a:lnTo>
                  <a:lnTo>
                    <a:pt x="12147" y="41442"/>
                  </a:lnTo>
                  <a:lnTo>
                    <a:pt x="13536" y="41054"/>
                  </a:lnTo>
                  <a:lnTo>
                    <a:pt x="14851" y="40665"/>
                  </a:lnTo>
                  <a:lnTo>
                    <a:pt x="16061" y="40277"/>
                  </a:lnTo>
                  <a:lnTo>
                    <a:pt x="17136" y="39918"/>
                  </a:lnTo>
                  <a:lnTo>
                    <a:pt x="18048" y="39575"/>
                  </a:lnTo>
                  <a:lnTo>
                    <a:pt x="18765" y="39291"/>
                  </a:lnTo>
                  <a:lnTo>
                    <a:pt x="19034" y="39172"/>
                  </a:lnTo>
                  <a:lnTo>
                    <a:pt x="19258" y="39067"/>
                  </a:lnTo>
                  <a:lnTo>
                    <a:pt x="19452" y="38947"/>
                  </a:lnTo>
                  <a:lnTo>
                    <a:pt x="19631" y="38828"/>
                  </a:lnTo>
                  <a:lnTo>
                    <a:pt x="19751" y="38693"/>
                  </a:lnTo>
                  <a:lnTo>
                    <a:pt x="19811" y="38619"/>
                  </a:lnTo>
                  <a:lnTo>
                    <a:pt x="19855" y="38544"/>
                  </a:lnTo>
                  <a:lnTo>
                    <a:pt x="19885" y="38454"/>
                  </a:lnTo>
                  <a:lnTo>
                    <a:pt x="19915" y="38365"/>
                  </a:lnTo>
                  <a:lnTo>
                    <a:pt x="19960" y="38156"/>
                  </a:lnTo>
                  <a:lnTo>
                    <a:pt x="19975" y="37902"/>
                  </a:lnTo>
                  <a:lnTo>
                    <a:pt x="19960" y="37618"/>
                  </a:lnTo>
                  <a:lnTo>
                    <a:pt x="19930" y="37274"/>
                  </a:lnTo>
                  <a:lnTo>
                    <a:pt x="19885" y="36871"/>
                  </a:lnTo>
                  <a:lnTo>
                    <a:pt x="19766" y="35855"/>
                  </a:lnTo>
                  <a:lnTo>
                    <a:pt x="19601" y="34540"/>
                  </a:lnTo>
                  <a:lnTo>
                    <a:pt x="19512" y="33748"/>
                  </a:lnTo>
                  <a:lnTo>
                    <a:pt x="19407" y="32852"/>
                  </a:lnTo>
                  <a:lnTo>
                    <a:pt x="19318" y="31776"/>
                  </a:lnTo>
                  <a:lnTo>
                    <a:pt x="19273" y="31388"/>
                  </a:lnTo>
                  <a:lnTo>
                    <a:pt x="19258" y="31239"/>
                  </a:lnTo>
                  <a:lnTo>
                    <a:pt x="19198" y="30581"/>
                  </a:lnTo>
                  <a:lnTo>
                    <a:pt x="19183" y="30312"/>
                  </a:lnTo>
                  <a:lnTo>
                    <a:pt x="19123" y="29700"/>
                  </a:lnTo>
                  <a:lnTo>
                    <a:pt x="19093" y="29371"/>
                  </a:lnTo>
                  <a:lnTo>
                    <a:pt x="19004" y="28101"/>
                  </a:lnTo>
                  <a:lnTo>
                    <a:pt x="18974" y="27773"/>
                  </a:lnTo>
                  <a:lnTo>
                    <a:pt x="18959" y="27459"/>
                  </a:lnTo>
                  <a:lnTo>
                    <a:pt x="18944" y="27130"/>
                  </a:lnTo>
                  <a:lnTo>
                    <a:pt x="18929" y="27100"/>
                  </a:lnTo>
                  <a:lnTo>
                    <a:pt x="18914" y="26548"/>
                  </a:lnTo>
                  <a:lnTo>
                    <a:pt x="18884" y="25636"/>
                  </a:lnTo>
                  <a:lnTo>
                    <a:pt x="18869" y="24785"/>
                  </a:lnTo>
                  <a:lnTo>
                    <a:pt x="18884" y="24262"/>
                  </a:lnTo>
                  <a:lnTo>
                    <a:pt x="18884" y="24098"/>
                  </a:lnTo>
                  <a:lnTo>
                    <a:pt x="18899" y="23231"/>
                  </a:lnTo>
                  <a:lnTo>
                    <a:pt x="18884" y="22275"/>
                  </a:lnTo>
                  <a:lnTo>
                    <a:pt x="18869" y="21886"/>
                  </a:lnTo>
                  <a:lnTo>
                    <a:pt x="18854" y="21513"/>
                  </a:lnTo>
                  <a:lnTo>
                    <a:pt x="18854" y="21095"/>
                  </a:lnTo>
                  <a:lnTo>
                    <a:pt x="18795" y="19646"/>
                  </a:lnTo>
                  <a:lnTo>
                    <a:pt x="18780" y="19317"/>
                  </a:lnTo>
                  <a:lnTo>
                    <a:pt x="18750" y="18450"/>
                  </a:lnTo>
                  <a:lnTo>
                    <a:pt x="18735" y="18137"/>
                  </a:lnTo>
                  <a:lnTo>
                    <a:pt x="18690" y="17061"/>
                  </a:lnTo>
                  <a:lnTo>
                    <a:pt x="18675" y="16717"/>
                  </a:lnTo>
                  <a:lnTo>
                    <a:pt x="18660" y="16404"/>
                  </a:lnTo>
                  <a:lnTo>
                    <a:pt x="18660" y="16060"/>
                  </a:lnTo>
                  <a:lnTo>
                    <a:pt x="18645" y="16030"/>
                  </a:lnTo>
                  <a:lnTo>
                    <a:pt x="18630" y="15343"/>
                  </a:lnTo>
                  <a:lnTo>
                    <a:pt x="18615" y="14357"/>
                  </a:lnTo>
                  <a:lnTo>
                    <a:pt x="18600" y="13356"/>
                  </a:lnTo>
                  <a:lnTo>
                    <a:pt x="18600" y="12669"/>
                  </a:lnTo>
                  <a:lnTo>
                    <a:pt x="18615" y="11653"/>
                  </a:lnTo>
                  <a:lnTo>
                    <a:pt x="18645" y="10652"/>
                  </a:lnTo>
                  <a:lnTo>
                    <a:pt x="18705" y="9681"/>
                  </a:lnTo>
                  <a:lnTo>
                    <a:pt x="18780" y="8755"/>
                  </a:lnTo>
                  <a:lnTo>
                    <a:pt x="18810" y="8441"/>
                  </a:lnTo>
                  <a:lnTo>
                    <a:pt x="18825" y="8127"/>
                  </a:lnTo>
                  <a:lnTo>
                    <a:pt x="18825" y="7813"/>
                  </a:lnTo>
                  <a:lnTo>
                    <a:pt x="18810" y="7515"/>
                  </a:lnTo>
                  <a:lnTo>
                    <a:pt x="18780" y="7201"/>
                  </a:lnTo>
                  <a:lnTo>
                    <a:pt x="18735" y="6902"/>
                  </a:lnTo>
                  <a:lnTo>
                    <a:pt x="18690" y="6603"/>
                  </a:lnTo>
                  <a:lnTo>
                    <a:pt x="18615" y="6305"/>
                  </a:lnTo>
                  <a:lnTo>
                    <a:pt x="18541" y="6021"/>
                  </a:lnTo>
                  <a:lnTo>
                    <a:pt x="18451" y="5722"/>
                  </a:lnTo>
                  <a:lnTo>
                    <a:pt x="18347" y="5453"/>
                  </a:lnTo>
                  <a:lnTo>
                    <a:pt x="18242" y="5169"/>
                  </a:lnTo>
                  <a:lnTo>
                    <a:pt x="18107" y="4900"/>
                  </a:lnTo>
                  <a:lnTo>
                    <a:pt x="17973" y="4631"/>
                  </a:lnTo>
                  <a:lnTo>
                    <a:pt x="17824" y="4377"/>
                  </a:lnTo>
                  <a:lnTo>
                    <a:pt x="17674" y="4123"/>
                  </a:lnTo>
                  <a:lnTo>
                    <a:pt x="17510" y="3869"/>
                  </a:lnTo>
                  <a:lnTo>
                    <a:pt x="17331" y="3630"/>
                  </a:lnTo>
                  <a:lnTo>
                    <a:pt x="17136" y="3406"/>
                  </a:lnTo>
                  <a:lnTo>
                    <a:pt x="16942" y="3167"/>
                  </a:lnTo>
                  <a:lnTo>
                    <a:pt x="16733" y="2958"/>
                  </a:lnTo>
                  <a:lnTo>
                    <a:pt x="16509" y="2749"/>
                  </a:lnTo>
                  <a:lnTo>
                    <a:pt x="16285" y="2555"/>
                  </a:lnTo>
                  <a:lnTo>
                    <a:pt x="16061" y="2361"/>
                  </a:lnTo>
                  <a:lnTo>
                    <a:pt x="15807" y="2181"/>
                  </a:lnTo>
                  <a:lnTo>
                    <a:pt x="15553" y="2017"/>
                  </a:lnTo>
                  <a:lnTo>
                    <a:pt x="15299" y="1853"/>
                  </a:lnTo>
                  <a:lnTo>
                    <a:pt x="15030" y="1703"/>
                  </a:lnTo>
                  <a:lnTo>
                    <a:pt x="14761" y="1569"/>
                  </a:lnTo>
                  <a:lnTo>
                    <a:pt x="14477" y="1434"/>
                  </a:lnTo>
                  <a:lnTo>
                    <a:pt x="14178" y="1315"/>
                  </a:lnTo>
                  <a:lnTo>
                    <a:pt x="13880" y="1210"/>
                  </a:lnTo>
                  <a:lnTo>
                    <a:pt x="101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2"/>
            <p:cNvSpPr/>
            <p:nvPr/>
          </p:nvSpPr>
          <p:spPr>
            <a:xfrm>
              <a:off x="-1507812" y="2639837"/>
              <a:ext cx="362547" cy="154168"/>
            </a:xfrm>
            <a:custGeom>
              <a:avLst/>
              <a:gdLst/>
              <a:ahLst/>
              <a:cxnLst/>
              <a:rect l="l" t="t" r="r" b="b"/>
              <a:pathLst>
                <a:path w="12894" h="5483" extrusionOk="0">
                  <a:moveTo>
                    <a:pt x="4766" y="0"/>
                  </a:moveTo>
                  <a:lnTo>
                    <a:pt x="4258" y="15"/>
                  </a:lnTo>
                  <a:lnTo>
                    <a:pt x="3765" y="60"/>
                  </a:lnTo>
                  <a:lnTo>
                    <a:pt x="3287" y="135"/>
                  </a:lnTo>
                  <a:lnTo>
                    <a:pt x="3063" y="194"/>
                  </a:lnTo>
                  <a:lnTo>
                    <a:pt x="2839" y="254"/>
                  </a:lnTo>
                  <a:lnTo>
                    <a:pt x="2615" y="314"/>
                  </a:lnTo>
                  <a:lnTo>
                    <a:pt x="2405" y="404"/>
                  </a:lnTo>
                  <a:lnTo>
                    <a:pt x="2196" y="478"/>
                  </a:lnTo>
                  <a:lnTo>
                    <a:pt x="1987" y="583"/>
                  </a:lnTo>
                  <a:lnTo>
                    <a:pt x="1808" y="687"/>
                  </a:lnTo>
                  <a:lnTo>
                    <a:pt x="1614" y="807"/>
                  </a:lnTo>
                  <a:lnTo>
                    <a:pt x="1449" y="941"/>
                  </a:lnTo>
                  <a:lnTo>
                    <a:pt x="1285" y="1076"/>
                  </a:lnTo>
                  <a:lnTo>
                    <a:pt x="1136" y="1225"/>
                  </a:lnTo>
                  <a:lnTo>
                    <a:pt x="1001" y="1390"/>
                  </a:lnTo>
                  <a:lnTo>
                    <a:pt x="867" y="1569"/>
                  </a:lnTo>
                  <a:lnTo>
                    <a:pt x="747" y="1733"/>
                  </a:lnTo>
                  <a:lnTo>
                    <a:pt x="643" y="1912"/>
                  </a:lnTo>
                  <a:lnTo>
                    <a:pt x="538" y="2092"/>
                  </a:lnTo>
                  <a:lnTo>
                    <a:pt x="374" y="2435"/>
                  </a:lnTo>
                  <a:lnTo>
                    <a:pt x="254" y="2794"/>
                  </a:lnTo>
                  <a:lnTo>
                    <a:pt x="150" y="3137"/>
                  </a:lnTo>
                  <a:lnTo>
                    <a:pt x="75" y="3481"/>
                  </a:lnTo>
                  <a:lnTo>
                    <a:pt x="30" y="3810"/>
                  </a:lnTo>
                  <a:lnTo>
                    <a:pt x="0" y="4109"/>
                  </a:lnTo>
                  <a:lnTo>
                    <a:pt x="0" y="4407"/>
                  </a:lnTo>
                  <a:lnTo>
                    <a:pt x="0" y="4661"/>
                  </a:lnTo>
                  <a:lnTo>
                    <a:pt x="15" y="4900"/>
                  </a:lnTo>
                  <a:lnTo>
                    <a:pt x="30" y="5095"/>
                  </a:lnTo>
                  <a:lnTo>
                    <a:pt x="75" y="5378"/>
                  </a:lnTo>
                  <a:lnTo>
                    <a:pt x="90" y="5483"/>
                  </a:lnTo>
                  <a:lnTo>
                    <a:pt x="10323" y="4168"/>
                  </a:lnTo>
                  <a:lnTo>
                    <a:pt x="10383" y="4168"/>
                  </a:lnTo>
                  <a:lnTo>
                    <a:pt x="10548" y="4138"/>
                  </a:lnTo>
                  <a:lnTo>
                    <a:pt x="10667" y="4109"/>
                  </a:lnTo>
                  <a:lnTo>
                    <a:pt x="10802" y="4079"/>
                  </a:lnTo>
                  <a:lnTo>
                    <a:pt x="10951" y="4004"/>
                  </a:lnTo>
                  <a:lnTo>
                    <a:pt x="11115" y="3929"/>
                  </a:lnTo>
                  <a:lnTo>
                    <a:pt x="11295" y="3810"/>
                  </a:lnTo>
                  <a:lnTo>
                    <a:pt x="11474" y="3675"/>
                  </a:lnTo>
                  <a:lnTo>
                    <a:pt x="11668" y="3496"/>
                  </a:lnTo>
                  <a:lnTo>
                    <a:pt x="11862" y="3287"/>
                  </a:lnTo>
                  <a:lnTo>
                    <a:pt x="12071" y="3033"/>
                  </a:lnTo>
                  <a:lnTo>
                    <a:pt x="12266" y="2734"/>
                  </a:lnTo>
                  <a:lnTo>
                    <a:pt x="12460" y="2376"/>
                  </a:lnTo>
                  <a:lnTo>
                    <a:pt x="12654" y="1987"/>
                  </a:lnTo>
                  <a:lnTo>
                    <a:pt x="12744" y="1748"/>
                  </a:lnTo>
                  <a:lnTo>
                    <a:pt x="12818" y="1524"/>
                  </a:lnTo>
                  <a:lnTo>
                    <a:pt x="12863" y="1330"/>
                  </a:lnTo>
                  <a:lnTo>
                    <a:pt x="12893" y="1165"/>
                  </a:lnTo>
                  <a:lnTo>
                    <a:pt x="12893" y="1016"/>
                  </a:lnTo>
                  <a:lnTo>
                    <a:pt x="12878" y="897"/>
                  </a:lnTo>
                  <a:lnTo>
                    <a:pt x="12833" y="777"/>
                  </a:lnTo>
                  <a:lnTo>
                    <a:pt x="12774" y="687"/>
                  </a:lnTo>
                  <a:lnTo>
                    <a:pt x="12699" y="613"/>
                  </a:lnTo>
                  <a:lnTo>
                    <a:pt x="12594" y="553"/>
                  </a:lnTo>
                  <a:lnTo>
                    <a:pt x="12490" y="493"/>
                  </a:lnTo>
                  <a:lnTo>
                    <a:pt x="12355" y="463"/>
                  </a:lnTo>
                  <a:lnTo>
                    <a:pt x="12221" y="433"/>
                  </a:lnTo>
                  <a:lnTo>
                    <a:pt x="12056" y="418"/>
                  </a:lnTo>
                  <a:lnTo>
                    <a:pt x="11713" y="418"/>
                  </a:lnTo>
                  <a:lnTo>
                    <a:pt x="11324" y="433"/>
                  </a:lnTo>
                  <a:lnTo>
                    <a:pt x="10906" y="463"/>
                  </a:lnTo>
                  <a:lnTo>
                    <a:pt x="10473" y="508"/>
                  </a:lnTo>
                  <a:lnTo>
                    <a:pt x="10010" y="538"/>
                  </a:lnTo>
                  <a:lnTo>
                    <a:pt x="9547" y="553"/>
                  </a:lnTo>
                  <a:lnTo>
                    <a:pt x="9069" y="553"/>
                  </a:lnTo>
                  <a:lnTo>
                    <a:pt x="8844" y="538"/>
                  </a:lnTo>
                  <a:lnTo>
                    <a:pt x="8620" y="508"/>
                  </a:lnTo>
                  <a:lnTo>
                    <a:pt x="8396" y="478"/>
                  </a:lnTo>
                  <a:lnTo>
                    <a:pt x="8172" y="433"/>
                  </a:lnTo>
                  <a:lnTo>
                    <a:pt x="7739" y="329"/>
                  </a:lnTo>
                  <a:lnTo>
                    <a:pt x="7261" y="224"/>
                  </a:lnTo>
                  <a:lnTo>
                    <a:pt x="6783" y="150"/>
                  </a:lnTo>
                  <a:lnTo>
                    <a:pt x="6290" y="75"/>
                  </a:lnTo>
                  <a:lnTo>
                    <a:pt x="5782" y="30"/>
                  </a:lnTo>
                  <a:lnTo>
                    <a:pt x="52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2"/>
            <p:cNvSpPr/>
            <p:nvPr/>
          </p:nvSpPr>
          <p:spPr>
            <a:xfrm>
              <a:off x="-1527157" y="2833060"/>
              <a:ext cx="200843" cy="225587"/>
            </a:xfrm>
            <a:custGeom>
              <a:avLst/>
              <a:gdLst/>
              <a:ahLst/>
              <a:cxnLst/>
              <a:rect l="l" t="t" r="r" b="b"/>
              <a:pathLst>
                <a:path w="7143" h="8023" extrusionOk="0">
                  <a:moveTo>
                    <a:pt x="2810" y="0"/>
                  </a:moveTo>
                  <a:lnTo>
                    <a:pt x="2720" y="359"/>
                  </a:lnTo>
                  <a:lnTo>
                    <a:pt x="2600" y="702"/>
                  </a:lnTo>
                  <a:lnTo>
                    <a:pt x="2466" y="1046"/>
                  </a:lnTo>
                  <a:lnTo>
                    <a:pt x="2302" y="1375"/>
                  </a:lnTo>
                  <a:lnTo>
                    <a:pt x="2137" y="1703"/>
                  </a:lnTo>
                  <a:lnTo>
                    <a:pt x="1943" y="2017"/>
                  </a:lnTo>
                  <a:lnTo>
                    <a:pt x="1749" y="2316"/>
                  </a:lnTo>
                  <a:lnTo>
                    <a:pt x="1555" y="2615"/>
                  </a:lnTo>
                  <a:lnTo>
                    <a:pt x="1346" y="2899"/>
                  </a:lnTo>
                  <a:lnTo>
                    <a:pt x="1136" y="3168"/>
                  </a:lnTo>
                  <a:lnTo>
                    <a:pt x="718" y="3646"/>
                  </a:lnTo>
                  <a:lnTo>
                    <a:pt x="330" y="4049"/>
                  </a:lnTo>
                  <a:lnTo>
                    <a:pt x="1" y="4393"/>
                  </a:lnTo>
                  <a:lnTo>
                    <a:pt x="240" y="4691"/>
                  </a:lnTo>
                  <a:lnTo>
                    <a:pt x="494" y="5020"/>
                  </a:lnTo>
                  <a:lnTo>
                    <a:pt x="808" y="5394"/>
                  </a:lnTo>
                  <a:lnTo>
                    <a:pt x="1106" y="5722"/>
                  </a:lnTo>
                  <a:lnTo>
                    <a:pt x="1450" y="6066"/>
                  </a:lnTo>
                  <a:lnTo>
                    <a:pt x="1853" y="6469"/>
                  </a:lnTo>
                  <a:lnTo>
                    <a:pt x="2317" y="6917"/>
                  </a:lnTo>
                  <a:lnTo>
                    <a:pt x="2810" y="7351"/>
                  </a:lnTo>
                  <a:lnTo>
                    <a:pt x="3273" y="7724"/>
                  </a:lnTo>
                  <a:lnTo>
                    <a:pt x="3482" y="7888"/>
                  </a:lnTo>
                  <a:lnTo>
                    <a:pt x="3676" y="8023"/>
                  </a:lnTo>
                  <a:lnTo>
                    <a:pt x="4124" y="7620"/>
                  </a:lnTo>
                  <a:lnTo>
                    <a:pt x="4543" y="7201"/>
                  </a:lnTo>
                  <a:lnTo>
                    <a:pt x="4961" y="6783"/>
                  </a:lnTo>
                  <a:lnTo>
                    <a:pt x="5349" y="6350"/>
                  </a:lnTo>
                  <a:lnTo>
                    <a:pt x="5648" y="6006"/>
                  </a:lnTo>
                  <a:lnTo>
                    <a:pt x="5962" y="5647"/>
                  </a:lnTo>
                  <a:lnTo>
                    <a:pt x="6350" y="5184"/>
                  </a:lnTo>
                  <a:lnTo>
                    <a:pt x="6664" y="4781"/>
                  </a:lnTo>
                  <a:lnTo>
                    <a:pt x="6679" y="4766"/>
                  </a:lnTo>
                  <a:lnTo>
                    <a:pt x="6724" y="4706"/>
                  </a:lnTo>
                  <a:lnTo>
                    <a:pt x="7142" y="4154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2"/>
            <p:cNvSpPr/>
            <p:nvPr/>
          </p:nvSpPr>
          <p:spPr>
            <a:xfrm>
              <a:off x="-1383054" y="2933018"/>
              <a:ext cx="44960" cy="78588"/>
            </a:xfrm>
            <a:custGeom>
              <a:avLst/>
              <a:gdLst/>
              <a:ahLst/>
              <a:cxnLst/>
              <a:rect l="l" t="t" r="r" b="b"/>
              <a:pathLst>
                <a:path w="1599" h="2795" extrusionOk="0">
                  <a:moveTo>
                    <a:pt x="30" y="1"/>
                  </a:moveTo>
                  <a:lnTo>
                    <a:pt x="15" y="300"/>
                  </a:lnTo>
                  <a:lnTo>
                    <a:pt x="0" y="613"/>
                  </a:lnTo>
                  <a:lnTo>
                    <a:pt x="0" y="1002"/>
                  </a:lnTo>
                  <a:lnTo>
                    <a:pt x="15" y="1435"/>
                  </a:lnTo>
                  <a:lnTo>
                    <a:pt x="45" y="1898"/>
                  </a:lnTo>
                  <a:lnTo>
                    <a:pt x="75" y="2122"/>
                  </a:lnTo>
                  <a:lnTo>
                    <a:pt x="120" y="2361"/>
                  </a:lnTo>
                  <a:lnTo>
                    <a:pt x="165" y="2585"/>
                  </a:lnTo>
                  <a:lnTo>
                    <a:pt x="224" y="2795"/>
                  </a:lnTo>
                  <a:lnTo>
                    <a:pt x="523" y="2451"/>
                  </a:lnTo>
                  <a:lnTo>
                    <a:pt x="837" y="2092"/>
                  </a:lnTo>
                  <a:lnTo>
                    <a:pt x="1225" y="1629"/>
                  </a:lnTo>
                  <a:lnTo>
                    <a:pt x="1539" y="1226"/>
                  </a:lnTo>
                  <a:lnTo>
                    <a:pt x="1554" y="1211"/>
                  </a:lnTo>
                  <a:lnTo>
                    <a:pt x="1599" y="1151"/>
                  </a:lnTo>
                  <a:lnTo>
                    <a:pt x="30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2"/>
            <p:cNvSpPr/>
            <p:nvPr/>
          </p:nvSpPr>
          <p:spPr>
            <a:xfrm>
              <a:off x="-1506575" y="2672172"/>
              <a:ext cx="314663" cy="342387"/>
            </a:xfrm>
            <a:custGeom>
              <a:avLst/>
              <a:gdLst/>
              <a:ahLst/>
              <a:cxnLst/>
              <a:rect l="l" t="t" r="r" b="b"/>
              <a:pathLst>
                <a:path w="11191" h="12177" extrusionOk="0">
                  <a:moveTo>
                    <a:pt x="3437" y="1"/>
                  </a:moveTo>
                  <a:lnTo>
                    <a:pt x="3228" y="15"/>
                  </a:lnTo>
                  <a:lnTo>
                    <a:pt x="3004" y="45"/>
                  </a:lnTo>
                  <a:lnTo>
                    <a:pt x="2780" y="105"/>
                  </a:lnTo>
                  <a:lnTo>
                    <a:pt x="2571" y="165"/>
                  </a:lnTo>
                  <a:lnTo>
                    <a:pt x="2361" y="240"/>
                  </a:lnTo>
                  <a:lnTo>
                    <a:pt x="2167" y="329"/>
                  </a:lnTo>
                  <a:lnTo>
                    <a:pt x="1958" y="434"/>
                  </a:lnTo>
                  <a:lnTo>
                    <a:pt x="1764" y="553"/>
                  </a:lnTo>
                  <a:lnTo>
                    <a:pt x="1585" y="688"/>
                  </a:lnTo>
                  <a:lnTo>
                    <a:pt x="1405" y="837"/>
                  </a:lnTo>
                  <a:lnTo>
                    <a:pt x="1226" y="987"/>
                  </a:lnTo>
                  <a:lnTo>
                    <a:pt x="1062" y="1151"/>
                  </a:lnTo>
                  <a:lnTo>
                    <a:pt x="912" y="1330"/>
                  </a:lnTo>
                  <a:lnTo>
                    <a:pt x="763" y="1509"/>
                  </a:lnTo>
                  <a:lnTo>
                    <a:pt x="628" y="1704"/>
                  </a:lnTo>
                  <a:lnTo>
                    <a:pt x="509" y="1898"/>
                  </a:lnTo>
                  <a:lnTo>
                    <a:pt x="404" y="2107"/>
                  </a:lnTo>
                  <a:lnTo>
                    <a:pt x="300" y="2316"/>
                  </a:lnTo>
                  <a:lnTo>
                    <a:pt x="210" y="2540"/>
                  </a:lnTo>
                  <a:lnTo>
                    <a:pt x="135" y="2764"/>
                  </a:lnTo>
                  <a:lnTo>
                    <a:pt x="76" y="2988"/>
                  </a:lnTo>
                  <a:lnTo>
                    <a:pt x="31" y="3213"/>
                  </a:lnTo>
                  <a:lnTo>
                    <a:pt x="16" y="3452"/>
                  </a:lnTo>
                  <a:lnTo>
                    <a:pt x="1" y="3691"/>
                  </a:lnTo>
                  <a:lnTo>
                    <a:pt x="1" y="3915"/>
                  </a:lnTo>
                  <a:lnTo>
                    <a:pt x="16" y="4154"/>
                  </a:lnTo>
                  <a:lnTo>
                    <a:pt x="61" y="4393"/>
                  </a:lnTo>
                  <a:lnTo>
                    <a:pt x="121" y="4632"/>
                  </a:lnTo>
                  <a:lnTo>
                    <a:pt x="195" y="4856"/>
                  </a:lnTo>
                  <a:lnTo>
                    <a:pt x="300" y="5095"/>
                  </a:lnTo>
                  <a:lnTo>
                    <a:pt x="404" y="5319"/>
                  </a:lnTo>
                  <a:lnTo>
                    <a:pt x="554" y="5543"/>
                  </a:lnTo>
                  <a:lnTo>
                    <a:pt x="867" y="5991"/>
                  </a:lnTo>
                  <a:lnTo>
                    <a:pt x="1256" y="6469"/>
                  </a:lnTo>
                  <a:lnTo>
                    <a:pt x="1689" y="6962"/>
                  </a:lnTo>
                  <a:lnTo>
                    <a:pt x="2167" y="7470"/>
                  </a:lnTo>
                  <a:lnTo>
                    <a:pt x="2556" y="7874"/>
                  </a:lnTo>
                  <a:lnTo>
                    <a:pt x="2959" y="8262"/>
                  </a:lnTo>
                  <a:lnTo>
                    <a:pt x="3362" y="8665"/>
                  </a:lnTo>
                  <a:lnTo>
                    <a:pt x="3796" y="9054"/>
                  </a:lnTo>
                  <a:lnTo>
                    <a:pt x="4632" y="9801"/>
                  </a:lnTo>
                  <a:lnTo>
                    <a:pt x="5469" y="10488"/>
                  </a:lnTo>
                  <a:lnTo>
                    <a:pt x="6231" y="11086"/>
                  </a:lnTo>
                  <a:lnTo>
                    <a:pt x="6589" y="11340"/>
                  </a:lnTo>
                  <a:lnTo>
                    <a:pt x="6918" y="11579"/>
                  </a:lnTo>
                  <a:lnTo>
                    <a:pt x="7217" y="11773"/>
                  </a:lnTo>
                  <a:lnTo>
                    <a:pt x="7486" y="11922"/>
                  </a:lnTo>
                  <a:lnTo>
                    <a:pt x="7710" y="12042"/>
                  </a:lnTo>
                  <a:lnTo>
                    <a:pt x="7904" y="12116"/>
                  </a:lnTo>
                  <a:lnTo>
                    <a:pt x="8024" y="12146"/>
                  </a:lnTo>
                  <a:lnTo>
                    <a:pt x="8143" y="12176"/>
                  </a:lnTo>
                  <a:lnTo>
                    <a:pt x="8367" y="12176"/>
                  </a:lnTo>
                  <a:lnTo>
                    <a:pt x="8472" y="12146"/>
                  </a:lnTo>
                  <a:lnTo>
                    <a:pt x="8576" y="12116"/>
                  </a:lnTo>
                  <a:lnTo>
                    <a:pt x="8681" y="12072"/>
                  </a:lnTo>
                  <a:lnTo>
                    <a:pt x="8785" y="11997"/>
                  </a:lnTo>
                  <a:lnTo>
                    <a:pt x="8890" y="11922"/>
                  </a:lnTo>
                  <a:lnTo>
                    <a:pt x="8980" y="11833"/>
                  </a:lnTo>
                  <a:lnTo>
                    <a:pt x="9084" y="11713"/>
                  </a:lnTo>
                  <a:lnTo>
                    <a:pt x="9174" y="11594"/>
                  </a:lnTo>
                  <a:lnTo>
                    <a:pt x="9264" y="11444"/>
                  </a:lnTo>
                  <a:lnTo>
                    <a:pt x="9353" y="11280"/>
                  </a:lnTo>
                  <a:lnTo>
                    <a:pt x="9443" y="11101"/>
                  </a:lnTo>
                  <a:lnTo>
                    <a:pt x="9532" y="10906"/>
                  </a:lnTo>
                  <a:lnTo>
                    <a:pt x="9727" y="10369"/>
                  </a:lnTo>
                  <a:lnTo>
                    <a:pt x="10100" y="9218"/>
                  </a:lnTo>
                  <a:lnTo>
                    <a:pt x="10205" y="8800"/>
                  </a:lnTo>
                  <a:lnTo>
                    <a:pt x="10518" y="8800"/>
                  </a:lnTo>
                  <a:lnTo>
                    <a:pt x="10683" y="8785"/>
                  </a:lnTo>
                  <a:lnTo>
                    <a:pt x="10847" y="8755"/>
                  </a:lnTo>
                  <a:lnTo>
                    <a:pt x="10997" y="8725"/>
                  </a:lnTo>
                  <a:lnTo>
                    <a:pt x="11116" y="8680"/>
                  </a:lnTo>
                  <a:lnTo>
                    <a:pt x="11161" y="8665"/>
                  </a:lnTo>
                  <a:lnTo>
                    <a:pt x="11176" y="8636"/>
                  </a:lnTo>
                  <a:lnTo>
                    <a:pt x="11191" y="8591"/>
                  </a:lnTo>
                  <a:lnTo>
                    <a:pt x="11191" y="8561"/>
                  </a:lnTo>
                  <a:lnTo>
                    <a:pt x="10608" y="6888"/>
                  </a:lnTo>
                  <a:lnTo>
                    <a:pt x="10698" y="6215"/>
                  </a:lnTo>
                  <a:lnTo>
                    <a:pt x="10743" y="5558"/>
                  </a:lnTo>
                  <a:lnTo>
                    <a:pt x="10758" y="5229"/>
                  </a:lnTo>
                  <a:lnTo>
                    <a:pt x="10772" y="4916"/>
                  </a:lnTo>
                  <a:lnTo>
                    <a:pt x="10772" y="4617"/>
                  </a:lnTo>
                  <a:lnTo>
                    <a:pt x="10758" y="4318"/>
                  </a:lnTo>
                  <a:lnTo>
                    <a:pt x="10743" y="4124"/>
                  </a:lnTo>
                  <a:lnTo>
                    <a:pt x="10698" y="3915"/>
                  </a:lnTo>
                  <a:lnTo>
                    <a:pt x="10653" y="3735"/>
                  </a:lnTo>
                  <a:lnTo>
                    <a:pt x="10578" y="3541"/>
                  </a:lnTo>
                  <a:lnTo>
                    <a:pt x="10489" y="3362"/>
                  </a:lnTo>
                  <a:lnTo>
                    <a:pt x="10384" y="3168"/>
                  </a:lnTo>
                  <a:lnTo>
                    <a:pt x="10279" y="3003"/>
                  </a:lnTo>
                  <a:lnTo>
                    <a:pt x="10145" y="2839"/>
                  </a:lnTo>
                  <a:lnTo>
                    <a:pt x="9996" y="2690"/>
                  </a:lnTo>
                  <a:lnTo>
                    <a:pt x="9846" y="2555"/>
                  </a:lnTo>
                  <a:lnTo>
                    <a:pt x="9667" y="2421"/>
                  </a:lnTo>
                  <a:lnTo>
                    <a:pt x="9488" y="2316"/>
                  </a:lnTo>
                  <a:lnTo>
                    <a:pt x="8860" y="1958"/>
                  </a:lnTo>
                  <a:lnTo>
                    <a:pt x="8143" y="1584"/>
                  </a:lnTo>
                  <a:lnTo>
                    <a:pt x="7351" y="1196"/>
                  </a:lnTo>
                  <a:lnTo>
                    <a:pt x="6948" y="1001"/>
                  </a:lnTo>
                  <a:lnTo>
                    <a:pt x="6530" y="822"/>
                  </a:lnTo>
                  <a:lnTo>
                    <a:pt x="6111" y="658"/>
                  </a:lnTo>
                  <a:lnTo>
                    <a:pt x="5693" y="494"/>
                  </a:lnTo>
                  <a:lnTo>
                    <a:pt x="5290" y="359"/>
                  </a:lnTo>
                  <a:lnTo>
                    <a:pt x="4886" y="240"/>
                  </a:lnTo>
                  <a:lnTo>
                    <a:pt x="4498" y="135"/>
                  </a:lnTo>
                  <a:lnTo>
                    <a:pt x="4124" y="60"/>
                  </a:lnTo>
                  <a:lnTo>
                    <a:pt x="3766" y="15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2"/>
            <p:cNvSpPr/>
            <p:nvPr/>
          </p:nvSpPr>
          <p:spPr>
            <a:xfrm>
              <a:off x="-1271737" y="2927142"/>
              <a:ext cx="31098" cy="27752"/>
            </a:xfrm>
            <a:custGeom>
              <a:avLst/>
              <a:gdLst/>
              <a:ahLst/>
              <a:cxnLst/>
              <a:rect l="l" t="t" r="r" b="b"/>
              <a:pathLst>
                <a:path w="1106" h="987" extrusionOk="0">
                  <a:moveTo>
                    <a:pt x="90" y="1"/>
                  </a:moveTo>
                  <a:lnTo>
                    <a:pt x="45" y="31"/>
                  </a:lnTo>
                  <a:lnTo>
                    <a:pt x="15" y="61"/>
                  </a:lnTo>
                  <a:lnTo>
                    <a:pt x="0" y="105"/>
                  </a:lnTo>
                  <a:lnTo>
                    <a:pt x="0" y="165"/>
                  </a:lnTo>
                  <a:lnTo>
                    <a:pt x="60" y="285"/>
                  </a:lnTo>
                  <a:lnTo>
                    <a:pt x="120" y="404"/>
                  </a:lnTo>
                  <a:lnTo>
                    <a:pt x="209" y="539"/>
                  </a:lnTo>
                  <a:lnTo>
                    <a:pt x="329" y="673"/>
                  </a:lnTo>
                  <a:lnTo>
                    <a:pt x="404" y="733"/>
                  </a:lnTo>
                  <a:lnTo>
                    <a:pt x="478" y="793"/>
                  </a:lnTo>
                  <a:lnTo>
                    <a:pt x="568" y="852"/>
                  </a:lnTo>
                  <a:lnTo>
                    <a:pt x="673" y="912"/>
                  </a:lnTo>
                  <a:lnTo>
                    <a:pt x="777" y="942"/>
                  </a:lnTo>
                  <a:lnTo>
                    <a:pt x="897" y="972"/>
                  </a:lnTo>
                  <a:lnTo>
                    <a:pt x="971" y="987"/>
                  </a:lnTo>
                  <a:lnTo>
                    <a:pt x="1016" y="987"/>
                  </a:lnTo>
                  <a:lnTo>
                    <a:pt x="1061" y="957"/>
                  </a:lnTo>
                  <a:lnTo>
                    <a:pt x="1091" y="927"/>
                  </a:lnTo>
                  <a:lnTo>
                    <a:pt x="1106" y="867"/>
                  </a:lnTo>
                  <a:lnTo>
                    <a:pt x="1106" y="822"/>
                  </a:lnTo>
                  <a:lnTo>
                    <a:pt x="1091" y="778"/>
                  </a:lnTo>
                  <a:lnTo>
                    <a:pt x="1046" y="748"/>
                  </a:lnTo>
                  <a:lnTo>
                    <a:pt x="1001" y="733"/>
                  </a:lnTo>
                  <a:lnTo>
                    <a:pt x="897" y="718"/>
                  </a:lnTo>
                  <a:lnTo>
                    <a:pt x="807" y="688"/>
                  </a:lnTo>
                  <a:lnTo>
                    <a:pt x="717" y="658"/>
                  </a:lnTo>
                  <a:lnTo>
                    <a:pt x="643" y="613"/>
                  </a:lnTo>
                  <a:lnTo>
                    <a:pt x="508" y="494"/>
                  </a:lnTo>
                  <a:lnTo>
                    <a:pt x="419" y="389"/>
                  </a:lnTo>
                  <a:lnTo>
                    <a:pt x="344" y="270"/>
                  </a:lnTo>
                  <a:lnTo>
                    <a:pt x="284" y="180"/>
                  </a:lnTo>
                  <a:lnTo>
                    <a:pt x="254" y="75"/>
                  </a:lnTo>
                  <a:lnTo>
                    <a:pt x="224" y="3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2"/>
            <p:cNvSpPr/>
            <p:nvPr/>
          </p:nvSpPr>
          <p:spPr>
            <a:xfrm>
              <a:off x="-1314166" y="2856567"/>
              <a:ext cx="53789" cy="35316"/>
            </a:xfrm>
            <a:custGeom>
              <a:avLst/>
              <a:gdLst/>
              <a:ahLst/>
              <a:cxnLst/>
              <a:rect l="l" t="t" r="r" b="b"/>
              <a:pathLst>
                <a:path w="1913" h="1256" extrusionOk="0">
                  <a:moveTo>
                    <a:pt x="434" y="1"/>
                  </a:moveTo>
                  <a:lnTo>
                    <a:pt x="299" y="31"/>
                  </a:lnTo>
                  <a:lnTo>
                    <a:pt x="165" y="76"/>
                  </a:lnTo>
                  <a:lnTo>
                    <a:pt x="120" y="106"/>
                  </a:lnTo>
                  <a:lnTo>
                    <a:pt x="75" y="135"/>
                  </a:lnTo>
                  <a:lnTo>
                    <a:pt x="45" y="180"/>
                  </a:lnTo>
                  <a:lnTo>
                    <a:pt x="15" y="225"/>
                  </a:lnTo>
                  <a:lnTo>
                    <a:pt x="0" y="270"/>
                  </a:lnTo>
                  <a:lnTo>
                    <a:pt x="0" y="330"/>
                  </a:lnTo>
                  <a:lnTo>
                    <a:pt x="0" y="389"/>
                  </a:lnTo>
                  <a:lnTo>
                    <a:pt x="15" y="449"/>
                  </a:lnTo>
                  <a:lnTo>
                    <a:pt x="60" y="569"/>
                  </a:lnTo>
                  <a:lnTo>
                    <a:pt x="150" y="688"/>
                  </a:lnTo>
                  <a:lnTo>
                    <a:pt x="254" y="808"/>
                  </a:lnTo>
                  <a:lnTo>
                    <a:pt x="404" y="912"/>
                  </a:lnTo>
                  <a:lnTo>
                    <a:pt x="568" y="1017"/>
                  </a:lnTo>
                  <a:lnTo>
                    <a:pt x="747" y="1106"/>
                  </a:lnTo>
                  <a:lnTo>
                    <a:pt x="942" y="1181"/>
                  </a:lnTo>
                  <a:lnTo>
                    <a:pt x="1136" y="1226"/>
                  </a:lnTo>
                  <a:lnTo>
                    <a:pt x="1315" y="1256"/>
                  </a:lnTo>
                  <a:lnTo>
                    <a:pt x="1479" y="1256"/>
                  </a:lnTo>
                  <a:lnTo>
                    <a:pt x="1614" y="1226"/>
                  </a:lnTo>
                  <a:lnTo>
                    <a:pt x="1733" y="1181"/>
                  </a:lnTo>
                  <a:lnTo>
                    <a:pt x="1793" y="1151"/>
                  </a:lnTo>
                  <a:lnTo>
                    <a:pt x="1838" y="1121"/>
                  </a:lnTo>
                  <a:lnTo>
                    <a:pt x="1868" y="1077"/>
                  </a:lnTo>
                  <a:lnTo>
                    <a:pt x="1898" y="1032"/>
                  </a:lnTo>
                  <a:lnTo>
                    <a:pt x="1913" y="987"/>
                  </a:lnTo>
                  <a:lnTo>
                    <a:pt x="1913" y="927"/>
                  </a:lnTo>
                  <a:lnTo>
                    <a:pt x="1913" y="867"/>
                  </a:lnTo>
                  <a:lnTo>
                    <a:pt x="1898" y="808"/>
                  </a:lnTo>
                  <a:lnTo>
                    <a:pt x="1853" y="703"/>
                  </a:lnTo>
                  <a:lnTo>
                    <a:pt x="1763" y="569"/>
                  </a:lnTo>
                  <a:lnTo>
                    <a:pt x="1659" y="464"/>
                  </a:lnTo>
                  <a:lnTo>
                    <a:pt x="1509" y="345"/>
                  </a:lnTo>
                  <a:lnTo>
                    <a:pt x="1345" y="240"/>
                  </a:lnTo>
                  <a:lnTo>
                    <a:pt x="1166" y="150"/>
                  </a:lnTo>
                  <a:lnTo>
                    <a:pt x="971" y="76"/>
                  </a:lnTo>
                  <a:lnTo>
                    <a:pt x="777" y="31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2"/>
            <p:cNvSpPr/>
            <p:nvPr/>
          </p:nvSpPr>
          <p:spPr>
            <a:xfrm>
              <a:off x="-1239401" y="2838937"/>
              <a:ext cx="13047" cy="23562"/>
            </a:xfrm>
            <a:custGeom>
              <a:avLst/>
              <a:gdLst/>
              <a:ahLst/>
              <a:cxnLst/>
              <a:rect l="l" t="t" r="r" b="b"/>
              <a:pathLst>
                <a:path w="464" h="838" extrusionOk="0">
                  <a:moveTo>
                    <a:pt x="210" y="0"/>
                  </a:moveTo>
                  <a:lnTo>
                    <a:pt x="165" y="15"/>
                  </a:lnTo>
                  <a:lnTo>
                    <a:pt x="120" y="60"/>
                  </a:lnTo>
                  <a:lnTo>
                    <a:pt x="90" y="105"/>
                  </a:lnTo>
                  <a:lnTo>
                    <a:pt x="45" y="165"/>
                  </a:lnTo>
                  <a:lnTo>
                    <a:pt x="30" y="240"/>
                  </a:lnTo>
                  <a:lnTo>
                    <a:pt x="1" y="314"/>
                  </a:lnTo>
                  <a:lnTo>
                    <a:pt x="1" y="404"/>
                  </a:lnTo>
                  <a:lnTo>
                    <a:pt x="1" y="479"/>
                  </a:lnTo>
                  <a:lnTo>
                    <a:pt x="1" y="568"/>
                  </a:lnTo>
                  <a:lnTo>
                    <a:pt x="16" y="643"/>
                  </a:lnTo>
                  <a:lnTo>
                    <a:pt x="45" y="703"/>
                  </a:lnTo>
                  <a:lnTo>
                    <a:pt x="75" y="747"/>
                  </a:lnTo>
                  <a:lnTo>
                    <a:pt x="105" y="792"/>
                  </a:lnTo>
                  <a:lnTo>
                    <a:pt x="150" y="822"/>
                  </a:lnTo>
                  <a:lnTo>
                    <a:pt x="195" y="837"/>
                  </a:lnTo>
                  <a:lnTo>
                    <a:pt x="255" y="837"/>
                  </a:lnTo>
                  <a:lnTo>
                    <a:pt x="299" y="807"/>
                  </a:lnTo>
                  <a:lnTo>
                    <a:pt x="329" y="777"/>
                  </a:lnTo>
                  <a:lnTo>
                    <a:pt x="374" y="718"/>
                  </a:lnTo>
                  <a:lnTo>
                    <a:pt x="404" y="658"/>
                  </a:lnTo>
                  <a:lnTo>
                    <a:pt x="434" y="598"/>
                  </a:lnTo>
                  <a:lnTo>
                    <a:pt x="449" y="508"/>
                  </a:lnTo>
                  <a:lnTo>
                    <a:pt x="464" y="434"/>
                  </a:lnTo>
                  <a:lnTo>
                    <a:pt x="464" y="344"/>
                  </a:lnTo>
                  <a:lnTo>
                    <a:pt x="449" y="269"/>
                  </a:lnTo>
                  <a:lnTo>
                    <a:pt x="434" y="195"/>
                  </a:lnTo>
                  <a:lnTo>
                    <a:pt x="419" y="135"/>
                  </a:lnTo>
                  <a:lnTo>
                    <a:pt x="389" y="75"/>
                  </a:lnTo>
                  <a:lnTo>
                    <a:pt x="344" y="3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2"/>
            <p:cNvSpPr/>
            <p:nvPr/>
          </p:nvSpPr>
          <p:spPr>
            <a:xfrm>
              <a:off x="-1264595" y="2809104"/>
              <a:ext cx="51680" cy="24828"/>
            </a:xfrm>
            <a:custGeom>
              <a:avLst/>
              <a:gdLst/>
              <a:ahLst/>
              <a:cxnLst/>
              <a:rect l="l" t="t" r="r" b="b"/>
              <a:pathLst>
                <a:path w="1838" h="883" extrusionOk="0">
                  <a:moveTo>
                    <a:pt x="1046" y="1"/>
                  </a:moveTo>
                  <a:lnTo>
                    <a:pt x="912" y="31"/>
                  </a:lnTo>
                  <a:lnTo>
                    <a:pt x="792" y="46"/>
                  </a:lnTo>
                  <a:lnTo>
                    <a:pt x="687" y="90"/>
                  </a:lnTo>
                  <a:lnTo>
                    <a:pt x="583" y="135"/>
                  </a:lnTo>
                  <a:lnTo>
                    <a:pt x="478" y="195"/>
                  </a:lnTo>
                  <a:lnTo>
                    <a:pt x="299" y="300"/>
                  </a:lnTo>
                  <a:lnTo>
                    <a:pt x="150" y="434"/>
                  </a:lnTo>
                  <a:lnTo>
                    <a:pt x="45" y="554"/>
                  </a:lnTo>
                  <a:lnTo>
                    <a:pt x="0" y="628"/>
                  </a:lnTo>
                  <a:lnTo>
                    <a:pt x="0" y="703"/>
                  </a:lnTo>
                  <a:lnTo>
                    <a:pt x="30" y="778"/>
                  </a:lnTo>
                  <a:lnTo>
                    <a:pt x="75" y="837"/>
                  </a:lnTo>
                  <a:lnTo>
                    <a:pt x="120" y="852"/>
                  </a:lnTo>
                  <a:lnTo>
                    <a:pt x="165" y="867"/>
                  </a:lnTo>
                  <a:lnTo>
                    <a:pt x="209" y="882"/>
                  </a:lnTo>
                  <a:lnTo>
                    <a:pt x="269" y="867"/>
                  </a:lnTo>
                  <a:lnTo>
                    <a:pt x="314" y="837"/>
                  </a:lnTo>
                  <a:lnTo>
                    <a:pt x="359" y="808"/>
                  </a:lnTo>
                  <a:lnTo>
                    <a:pt x="463" y="703"/>
                  </a:lnTo>
                  <a:lnTo>
                    <a:pt x="568" y="613"/>
                  </a:lnTo>
                  <a:lnTo>
                    <a:pt x="702" y="524"/>
                  </a:lnTo>
                  <a:lnTo>
                    <a:pt x="792" y="479"/>
                  </a:lnTo>
                  <a:lnTo>
                    <a:pt x="882" y="449"/>
                  </a:lnTo>
                  <a:lnTo>
                    <a:pt x="971" y="419"/>
                  </a:lnTo>
                  <a:lnTo>
                    <a:pt x="1076" y="404"/>
                  </a:lnTo>
                  <a:lnTo>
                    <a:pt x="1195" y="404"/>
                  </a:lnTo>
                  <a:lnTo>
                    <a:pt x="1300" y="419"/>
                  </a:lnTo>
                  <a:lnTo>
                    <a:pt x="1419" y="449"/>
                  </a:lnTo>
                  <a:lnTo>
                    <a:pt x="1554" y="494"/>
                  </a:lnTo>
                  <a:lnTo>
                    <a:pt x="1629" y="524"/>
                  </a:lnTo>
                  <a:lnTo>
                    <a:pt x="1703" y="509"/>
                  </a:lnTo>
                  <a:lnTo>
                    <a:pt x="1778" y="464"/>
                  </a:lnTo>
                  <a:lnTo>
                    <a:pt x="1823" y="404"/>
                  </a:lnTo>
                  <a:lnTo>
                    <a:pt x="1838" y="329"/>
                  </a:lnTo>
                  <a:lnTo>
                    <a:pt x="1823" y="255"/>
                  </a:lnTo>
                  <a:lnTo>
                    <a:pt x="1793" y="180"/>
                  </a:lnTo>
                  <a:lnTo>
                    <a:pt x="1718" y="135"/>
                  </a:lnTo>
                  <a:lnTo>
                    <a:pt x="1584" y="75"/>
                  </a:lnTo>
                  <a:lnTo>
                    <a:pt x="1434" y="31"/>
                  </a:lnTo>
                  <a:lnTo>
                    <a:pt x="1300" y="16"/>
                  </a:lnTo>
                  <a:lnTo>
                    <a:pt x="1166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2"/>
            <p:cNvSpPr/>
            <p:nvPr/>
          </p:nvSpPr>
          <p:spPr>
            <a:xfrm>
              <a:off x="-1374647" y="2801119"/>
              <a:ext cx="25221" cy="55082"/>
            </a:xfrm>
            <a:custGeom>
              <a:avLst/>
              <a:gdLst/>
              <a:ahLst/>
              <a:cxnLst/>
              <a:rect l="l" t="t" r="r" b="b"/>
              <a:pathLst>
                <a:path w="897" h="1959" extrusionOk="0">
                  <a:moveTo>
                    <a:pt x="149" y="1"/>
                  </a:moveTo>
                  <a:lnTo>
                    <a:pt x="90" y="16"/>
                  </a:lnTo>
                  <a:lnTo>
                    <a:pt x="45" y="46"/>
                  </a:lnTo>
                  <a:lnTo>
                    <a:pt x="15" y="91"/>
                  </a:lnTo>
                  <a:lnTo>
                    <a:pt x="0" y="135"/>
                  </a:lnTo>
                  <a:lnTo>
                    <a:pt x="15" y="195"/>
                  </a:lnTo>
                  <a:lnTo>
                    <a:pt x="45" y="240"/>
                  </a:lnTo>
                  <a:lnTo>
                    <a:pt x="134" y="359"/>
                  </a:lnTo>
                  <a:lnTo>
                    <a:pt x="239" y="494"/>
                  </a:lnTo>
                  <a:lnTo>
                    <a:pt x="344" y="673"/>
                  </a:lnTo>
                  <a:lnTo>
                    <a:pt x="448" y="897"/>
                  </a:lnTo>
                  <a:lnTo>
                    <a:pt x="493" y="1032"/>
                  </a:lnTo>
                  <a:lnTo>
                    <a:pt x="538" y="1166"/>
                  </a:lnTo>
                  <a:lnTo>
                    <a:pt x="568" y="1316"/>
                  </a:lnTo>
                  <a:lnTo>
                    <a:pt x="598" y="1480"/>
                  </a:lnTo>
                  <a:lnTo>
                    <a:pt x="613" y="1644"/>
                  </a:lnTo>
                  <a:lnTo>
                    <a:pt x="613" y="1824"/>
                  </a:lnTo>
                  <a:lnTo>
                    <a:pt x="627" y="1868"/>
                  </a:lnTo>
                  <a:lnTo>
                    <a:pt x="642" y="1913"/>
                  </a:lnTo>
                  <a:lnTo>
                    <a:pt x="672" y="1943"/>
                  </a:lnTo>
                  <a:lnTo>
                    <a:pt x="717" y="1958"/>
                  </a:lnTo>
                  <a:lnTo>
                    <a:pt x="807" y="1958"/>
                  </a:lnTo>
                  <a:lnTo>
                    <a:pt x="852" y="1928"/>
                  </a:lnTo>
                  <a:lnTo>
                    <a:pt x="881" y="1883"/>
                  </a:lnTo>
                  <a:lnTo>
                    <a:pt x="896" y="1824"/>
                  </a:lnTo>
                  <a:lnTo>
                    <a:pt x="896" y="1629"/>
                  </a:lnTo>
                  <a:lnTo>
                    <a:pt x="881" y="1435"/>
                  </a:lnTo>
                  <a:lnTo>
                    <a:pt x="852" y="1271"/>
                  </a:lnTo>
                  <a:lnTo>
                    <a:pt x="807" y="1106"/>
                  </a:lnTo>
                  <a:lnTo>
                    <a:pt x="762" y="942"/>
                  </a:lnTo>
                  <a:lnTo>
                    <a:pt x="717" y="793"/>
                  </a:lnTo>
                  <a:lnTo>
                    <a:pt x="598" y="539"/>
                  </a:lnTo>
                  <a:lnTo>
                    <a:pt x="463" y="330"/>
                  </a:lnTo>
                  <a:lnTo>
                    <a:pt x="359" y="180"/>
                  </a:lnTo>
                  <a:lnTo>
                    <a:pt x="239" y="46"/>
                  </a:lnTo>
                  <a:lnTo>
                    <a:pt x="194" y="16"/>
                  </a:lnTo>
                  <a:lnTo>
                    <a:pt x="149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2"/>
            <p:cNvSpPr/>
            <p:nvPr/>
          </p:nvSpPr>
          <p:spPr>
            <a:xfrm>
              <a:off x="-1383054" y="2821701"/>
              <a:ext cx="29439" cy="9701"/>
            </a:xfrm>
            <a:custGeom>
              <a:avLst/>
              <a:gdLst/>
              <a:ahLst/>
              <a:cxnLst/>
              <a:rect l="l" t="t" r="r" b="b"/>
              <a:pathLst>
                <a:path w="1047" h="345" extrusionOk="0">
                  <a:moveTo>
                    <a:pt x="538" y="1"/>
                  </a:moveTo>
                  <a:lnTo>
                    <a:pt x="404" y="16"/>
                  </a:lnTo>
                  <a:lnTo>
                    <a:pt x="194" y="46"/>
                  </a:lnTo>
                  <a:lnTo>
                    <a:pt x="105" y="61"/>
                  </a:lnTo>
                  <a:lnTo>
                    <a:pt x="45" y="91"/>
                  </a:lnTo>
                  <a:lnTo>
                    <a:pt x="15" y="135"/>
                  </a:lnTo>
                  <a:lnTo>
                    <a:pt x="0" y="180"/>
                  </a:lnTo>
                  <a:lnTo>
                    <a:pt x="0" y="240"/>
                  </a:lnTo>
                  <a:lnTo>
                    <a:pt x="15" y="270"/>
                  </a:lnTo>
                  <a:lnTo>
                    <a:pt x="45" y="300"/>
                  </a:lnTo>
                  <a:lnTo>
                    <a:pt x="75" y="330"/>
                  </a:lnTo>
                  <a:lnTo>
                    <a:pt x="105" y="330"/>
                  </a:lnTo>
                  <a:lnTo>
                    <a:pt x="135" y="345"/>
                  </a:lnTo>
                  <a:lnTo>
                    <a:pt x="180" y="330"/>
                  </a:lnTo>
                  <a:lnTo>
                    <a:pt x="299" y="300"/>
                  </a:lnTo>
                  <a:lnTo>
                    <a:pt x="478" y="285"/>
                  </a:lnTo>
                  <a:lnTo>
                    <a:pt x="673" y="285"/>
                  </a:lnTo>
                  <a:lnTo>
                    <a:pt x="762" y="300"/>
                  </a:lnTo>
                  <a:lnTo>
                    <a:pt x="852" y="330"/>
                  </a:lnTo>
                  <a:lnTo>
                    <a:pt x="956" y="330"/>
                  </a:lnTo>
                  <a:lnTo>
                    <a:pt x="1001" y="300"/>
                  </a:lnTo>
                  <a:lnTo>
                    <a:pt x="1031" y="255"/>
                  </a:lnTo>
                  <a:lnTo>
                    <a:pt x="1046" y="195"/>
                  </a:lnTo>
                  <a:lnTo>
                    <a:pt x="1031" y="135"/>
                  </a:lnTo>
                  <a:lnTo>
                    <a:pt x="1001" y="91"/>
                  </a:lnTo>
                  <a:lnTo>
                    <a:pt x="956" y="61"/>
                  </a:lnTo>
                  <a:lnTo>
                    <a:pt x="822" y="16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2"/>
            <p:cNvSpPr/>
            <p:nvPr/>
          </p:nvSpPr>
          <p:spPr>
            <a:xfrm>
              <a:off x="-1506575" y="2672172"/>
              <a:ext cx="289048" cy="210488"/>
            </a:xfrm>
            <a:custGeom>
              <a:avLst/>
              <a:gdLst/>
              <a:ahLst/>
              <a:cxnLst/>
              <a:rect l="l" t="t" r="r" b="b"/>
              <a:pathLst>
                <a:path w="10280" h="7486" extrusionOk="0">
                  <a:moveTo>
                    <a:pt x="3437" y="1"/>
                  </a:moveTo>
                  <a:lnTo>
                    <a:pt x="3228" y="15"/>
                  </a:lnTo>
                  <a:lnTo>
                    <a:pt x="3004" y="45"/>
                  </a:lnTo>
                  <a:lnTo>
                    <a:pt x="2780" y="105"/>
                  </a:lnTo>
                  <a:lnTo>
                    <a:pt x="2571" y="165"/>
                  </a:lnTo>
                  <a:lnTo>
                    <a:pt x="2361" y="240"/>
                  </a:lnTo>
                  <a:lnTo>
                    <a:pt x="2167" y="329"/>
                  </a:lnTo>
                  <a:lnTo>
                    <a:pt x="1958" y="434"/>
                  </a:lnTo>
                  <a:lnTo>
                    <a:pt x="1764" y="553"/>
                  </a:lnTo>
                  <a:lnTo>
                    <a:pt x="1585" y="688"/>
                  </a:lnTo>
                  <a:lnTo>
                    <a:pt x="1405" y="837"/>
                  </a:lnTo>
                  <a:lnTo>
                    <a:pt x="1226" y="987"/>
                  </a:lnTo>
                  <a:lnTo>
                    <a:pt x="1062" y="1151"/>
                  </a:lnTo>
                  <a:lnTo>
                    <a:pt x="912" y="1330"/>
                  </a:lnTo>
                  <a:lnTo>
                    <a:pt x="763" y="1509"/>
                  </a:lnTo>
                  <a:lnTo>
                    <a:pt x="628" y="1704"/>
                  </a:lnTo>
                  <a:lnTo>
                    <a:pt x="509" y="1898"/>
                  </a:lnTo>
                  <a:lnTo>
                    <a:pt x="404" y="2107"/>
                  </a:lnTo>
                  <a:lnTo>
                    <a:pt x="300" y="2316"/>
                  </a:lnTo>
                  <a:lnTo>
                    <a:pt x="210" y="2540"/>
                  </a:lnTo>
                  <a:lnTo>
                    <a:pt x="135" y="2764"/>
                  </a:lnTo>
                  <a:lnTo>
                    <a:pt x="76" y="2988"/>
                  </a:lnTo>
                  <a:lnTo>
                    <a:pt x="31" y="3213"/>
                  </a:lnTo>
                  <a:lnTo>
                    <a:pt x="16" y="3452"/>
                  </a:lnTo>
                  <a:lnTo>
                    <a:pt x="1" y="3691"/>
                  </a:lnTo>
                  <a:lnTo>
                    <a:pt x="1" y="3915"/>
                  </a:lnTo>
                  <a:lnTo>
                    <a:pt x="16" y="4154"/>
                  </a:lnTo>
                  <a:lnTo>
                    <a:pt x="61" y="4393"/>
                  </a:lnTo>
                  <a:lnTo>
                    <a:pt x="121" y="4632"/>
                  </a:lnTo>
                  <a:lnTo>
                    <a:pt x="195" y="4856"/>
                  </a:lnTo>
                  <a:lnTo>
                    <a:pt x="300" y="5095"/>
                  </a:lnTo>
                  <a:lnTo>
                    <a:pt x="404" y="5319"/>
                  </a:lnTo>
                  <a:lnTo>
                    <a:pt x="554" y="5543"/>
                  </a:lnTo>
                  <a:lnTo>
                    <a:pt x="867" y="5991"/>
                  </a:lnTo>
                  <a:lnTo>
                    <a:pt x="1256" y="6469"/>
                  </a:lnTo>
                  <a:lnTo>
                    <a:pt x="1689" y="6962"/>
                  </a:lnTo>
                  <a:lnTo>
                    <a:pt x="2167" y="7470"/>
                  </a:lnTo>
                  <a:lnTo>
                    <a:pt x="2257" y="7485"/>
                  </a:lnTo>
                  <a:lnTo>
                    <a:pt x="2361" y="7485"/>
                  </a:lnTo>
                  <a:lnTo>
                    <a:pt x="2466" y="7470"/>
                  </a:lnTo>
                  <a:lnTo>
                    <a:pt x="2571" y="7455"/>
                  </a:lnTo>
                  <a:lnTo>
                    <a:pt x="2675" y="7425"/>
                  </a:lnTo>
                  <a:lnTo>
                    <a:pt x="2795" y="7381"/>
                  </a:lnTo>
                  <a:lnTo>
                    <a:pt x="2899" y="7321"/>
                  </a:lnTo>
                  <a:lnTo>
                    <a:pt x="3019" y="7261"/>
                  </a:lnTo>
                  <a:lnTo>
                    <a:pt x="3123" y="7186"/>
                  </a:lnTo>
                  <a:lnTo>
                    <a:pt x="3228" y="7097"/>
                  </a:lnTo>
                  <a:lnTo>
                    <a:pt x="3333" y="6992"/>
                  </a:lnTo>
                  <a:lnTo>
                    <a:pt x="3437" y="6888"/>
                  </a:lnTo>
                  <a:lnTo>
                    <a:pt x="3542" y="6768"/>
                  </a:lnTo>
                  <a:lnTo>
                    <a:pt x="3631" y="6634"/>
                  </a:lnTo>
                  <a:lnTo>
                    <a:pt x="3721" y="6499"/>
                  </a:lnTo>
                  <a:lnTo>
                    <a:pt x="3811" y="6350"/>
                  </a:lnTo>
                  <a:lnTo>
                    <a:pt x="3721" y="6185"/>
                  </a:lnTo>
                  <a:lnTo>
                    <a:pt x="3646" y="6006"/>
                  </a:lnTo>
                  <a:lnTo>
                    <a:pt x="3587" y="5827"/>
                  </a:lnTo>
                  <a:lnTo>
                    <a:pt x="3542" y="5663"/>
                  </a:lnTo>
                  <a:lnTo>
                    <a:pt x="3497" y="5483"/>
                  </a:lnTo>
                  <a:lnTo>
                    <a:pt x="3467" y="5304"/>
                  </a:lnTo>
                  <a:lnTo>
                    <a:pt x="3467" y="5125"/>
                  </a:lnTo>
                  <a:lnTo>
                    <a:pt x="3467" y="4960"/>
                  </a:lnTo>
                  <a:lnTo>
                    <a:pt x="3497" y="4796"/>
                  </a:lnTo>
                  <a:lnTo>
                    <a:pt x="3542" y="4632"/>
                  </a:lnTo>
                  <a:lnTo>
                    <a:pt x="3587" y="4482"/>
                  </a:lnTo>
                  <a:lnTo>
                    <a:pt x="3676" y="4333"/>
                  </a:lnTo>
                  <a:lnTo>
                    <a:pt x="3766" y="4199"/>
                  </a:lnTo>
                  <a:lnTo>
                    <a:pt x="3885" y="4079"/>
                  </a:lnTo>
                  <a:lnTo>
                    <a:pt x="4020" y="3974"/>
                  </a:lnTo>
                  <a:lnTo>
                    <a:pt x="4184" y="3870"/>
                  </a:lnTo>
                  <a:lnTo>
                    <a:pt x="4319" y="3795"/>
                  </a:lnTo>
                  <a:lnTo>
                    <a:pt x="4468" y="3750"/>
                  </a:lnTo>
                  <a:lnTo>
                    <a:pt x="4602" y="3706"/>
                  </a:lnTo>
                  <a:lnTo>
                    <a:pt x="4737" y="3676"/>
                  </a:lnTo>
                  <a:lnTo>
                    <a:pt x="4856" y="3661"/>
                  </a:lnTo>
                  <a:lnTo>
                    <a:pt x="4976" y="3661"/>
                  </a:lnTo>
                  <a:lnTo>
                    <a:pt x="5095" y="3676"/>
                  </a:lnTo>
                  <a:lnTo>
                    <a:pt x="5215" y="3691"/>
                  </a:lnTo>
                  <a:lnTo>
                    <a:pt x="5319" y="3720"/>
                  </a:lnTo>
                  <a:lnTo>
                    <a:pt x="5424" y="3750"/>
                  </a:lnTo>
                  <a:lnTo>
                    <a:pt x="5618" y="3855"/>
                  </a:lnTo>
                  <a:lnTo>
                    <a:pt x="5783" y="3959"/>
                  </a:lnTo>
                  <a:lnTo>
                    <a:pt x="5947" y="4094"/>
                  </a:lnTo>
                  <a:lnTo>
                    <a:pt x="6081" y="4243"/>
                  </a:lnTo>
                  <a:lnTo>
                    <a:pt x="6201" y="4393"/>
                  </a:lnTo>
                  <a:lnTo>
                    <a:pt x="6291" y="4527"/>
                  </a:lnTo>
                  <a:lnTo>
                    <a:pt x="6380" y="4662"/>
                  </a:lnTo>
                  <a:lnTo>
                    <a:pt x="6485" y="4871"/>
                  </a:lnTo>
                  <a:lnTo>
                    <a:pt x="6515" y="4945"/>
                  </a:lnTo>
                  <a:lnTo>
                    <a:pt x="6739" y="4975"/>
                  </a:lnTo>
                  <a:lnTo>
                    <a:pt x="6963" y="4990"/>
                  </a:lnTo>
                  <a:lnTo>
                    <a:pt x="7067" y="4527"/>
                  </a:lnTo>
                  <a:lnTo>
                    <a:pt x="7172" y="4079"/>
                  </a:lnTo>
                  <a:lnTo>
                    <a:pt x="7277" y="3646"/>
                  </a:lnTo>
                  <a:lnTo>
                    <a:pt x="7366" y="3198"/>
                  </a:lnTo>
                  <a:lnTo>
                    <a:pt x="7546" y="3198"/>
                  </a:lnTo>
                  <a:lnTo>
                    <a:pt x="7740" y="3168"/>
                  </a:lnTo>
                  <a:lnTo>
                    <a:pt x="7934" y="3108"/>
                  </a:lnTo>
                  <a:lnTo>
                    <a:pt x="8128" y="3018"/>
                  </a:lnTo>
                  <a:lnTo>
                    <a:pt x="8322" y="2899"/>
                  </a:lnTo>
                  <a:lnTo>
                    <a:pt x="8502" y="2764"/>
                  </a:lnTo>
                  <a:lnTo>
                    <a:pt x="8681" y="2615"/>
                  </a:lnTo>
                  <a:lnTo>
                    <a:pt x="8845" y="2451"/>
                  </a:lnTo>
                  <a:lnTo>
                    <a:pt x="9547" y="2764"/>
                  </a:lnTo>
                  <a:lnTo>
                    <a:pt x="9906" y="2914"/>
                  </a:lnTo>
                  <a:lnTo>
                    <a:pt x="10100" y="2973"/>
                  </a:lnTo>
                  <a:lnTo>
                    <a:pt x="10279" y="3018"/>
                  </a:lnTo>
                  <a:lnTo>
                    <a:pt x="10115" y="2809"/>
                  </a:lnTo>
                  <a:lnTo>
                    <a:pt x="9921" y="2615"/>
                  </a:lnTo>
                  <a:lnTo>
                    <a:pt x="9712" y="2451"/>
                  </a:lnTo>
                  <a:lnTo>
                    <a:pt x="9488" y="2316"/>
                  </a:lnTo>
                  <a:lnTo>
                    <a:pt x="8860" y="1958"/>
                  </a:lnTo>
                  <a:lnTo>
                    <a:pt x="8143" y="1584"/>
                  </a:lnTo>
                  <a:lnTo>
                    <a:pt x="7351" y="1196"/>
                  </a:lnTo>
                  <a:lnTo>
                    <a:pt x="6948" y="1001"/>
                  </a:lnTo>
                  <a:lnTo>
                    <a:pt x="6530" y="822"/>
                  </a:lnTo>
                  <a:lnTo>
                    <a:pt x="6111" y="658"/>
                  </a:lnTo>
                  <a:lnTo>
                    <a:pt x="5693" y="494"/>
                  </a:lnTo>
                  <a:lnTo>
                    <a:pt x="5290" y="359"/>
                  </a:lnTo>
                  <a:lnTo>
                    <a:pt x="4886" y="240"/>
                  </a:lnTo>
                  <a:lnTo>
                    <a:pt x="4498" y="135"/>
                  </a:lnTo>
                  <a:lnTo>
                    <a:pt x="4124" y="60"/>
                  </a:lnTo>
                  <a:lnTo>
                    <a:pt x="3766" y="15"/>
                  </a:lnTo>
                  <a:lnTo>
                    <a:pt x="34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2"/>
            <p:cNvSpPr/>
            <p:nvPr/>
          </p:nvSpPr>
          <p:spPr>
            <a:xfrm>
              <a:off x="-1254950" y="2797773"/>
              <a:ext cx="50865" cy="99592"/>
            </a:xfrm>
            <a:custGeom>
              <a:avLst/>
              <a:gdLst/>
              <a:ahLst/>
              <a:cxnLst/>
              <a:rect l="l" t="t" r="r" b="b"/>
              <a:pathLst>
                <a:path w="1809" h="3542" extrusionOk="0">
                  <a:moveTo>
                    <a:pt x="1301" y="180"/>
                  </a:moveTo>
                  <a:lnTo>
                    <a:pt x="1360" y="210"/>
                  </a:lnTo>
                  <a:lnTo>
                    <a:pt x="1405" y="239"/>
                  </a:lnTo>
                  <a:lnTo>
                    <a:pt x="1450" y="284"/>
                  </a:lnTo>
                  <a:lnTo>
                    <a:pt x="1495" y="344"/>
                  </a:lnTo>
                  <a:lnTo>
                    <a:pt x="1540" y="419"/>
                  </a:lnTo>
                  <a:lnTo>
                    <a:pt x="1569" y="508"/>
                  </a:lnTo>
                  <a:lnTo>
                    <a:pt x="1614" y="718"/>
                  </a:lnTo>
                  <a:lnTo>
                    <a:pt x="1644" y="957"/>
                  </a:lnTo>
                  <a:lnTo>
                    <a:pt x="1629" y="1240"/>
                  </a:lnTo>
                  <a:lnTo>
                    <a:pt x="1599" y="1554"/>
                  </a:lnTo>
                  <a:lnTo>
                    <a:pt x="1540" y="1883"/>
                  </a:lnTo>
                  <a:lnTo>
                    <a:pt x="1525" y="1928"/>
                  </a:lnTo>
                  <a:lnTo>
                    <a:pt x="1480" y="2092"/>
                  </a:lnTo>
                  <a:lnTo>
                    <a:pt x="1375" y="2391"/>
                  </a:lnTo>
                  <a:lnTo>
                    <a:pt x="1271" y="2660"/>
                  </a:lnTo>
                  <a:lnTo>
                    <a:pt x="1136" y="2884"/>
                  </a:lnTo>
                  <a:lnTo>
                    <a:pt x="1002" y="3078"/>
                  </a:lnTo>
                  <a:lnTo>
                    <a:pt x="882" y="3212"/>
                  </a:lnTo>
                  <a:lnTo>
                    <a:pt x="748" y="3317"/>
                  </a:lnTo>
                  <a:lnTo>
                    <a:pt x="688" y="3347"/>
                  </a:lnTo>
                  <a:lnTo>
                    <a:pt x="628" y="3362"/>
                  </a:lnTo>
                  <a:lnTo>
                    <a:pt x="569" y="3377"/>
                  </a:lnTo>
                  <a:lnTo>
                    <a:pt x="509" y="3362"/>
                  </a:lnTo>
                  <a:lnTo>
                    <a:pt x="464" y="3347"/>
                  </a:lnTo>
                  <a:lnTo>
                    <a:pt x="404" y="3302"/>
                  </a:lnTo>
                  <a:lnTo>
                    <a:pt x="359" y="3257"/>
                  </a:lnTo>
                  <a:lnTo>
                    <a:pt x="315" y="3197"/>
                  </a:lnTo>
                  <a:lnTo>
                    <a:pt x="285" y="3123"/>
                  </a:lnTo>
                  <a:lnTo>
                    <a:pt x="255" y="3033"/>
                  </a:lnTo>
                  <a:lnTo>
                    <a:pt x="195" y="2824"/>
                  </a:lnTo>
                  <a:lnTo>
                    <a:pt x="180" y="2570"/>
                  </a:lnTo>
                  <a:lnTo>
                    <a:pt x="180" y="2271"/>
                  </a:lnTo>
                  <a:lnTo>
                    <a:pt x="225" y="1957"/>
                  </a:lnTo>
                  <a:lnTo>
                    <a:pt x="285" y="1614"/>
                  </a:lnTo>
                  <a:lnTo>
                    <a:pt x="389" y="1285"/>
                  </a:lnTo>
                  <a:lnTo>
                    <a:pt x="509" y="986"/>
                  </a:lnTo>
                  <a:lnTo>
                    <a:pt x="628" y="732"/>
                  </a:lnTo>
                  <a:lnTo>
                    <a:pt x="778" y="523"/>
                  </a:lnTo>
                  <a:lnTo>
                    <a:pt x="912" y="359"/>
                  </a:lnTo>
                  <a:lnTo>
                    <a:pt x="987" y="299"/>
                  </a:lnTo>
                  <a:lnTo>
                    <a:pt x="1047" y="239"/>
                  </a:lnTo>
                  <a:lnTo>
                    <a:pt x="1121" y="210"/>
                  </a:lnTo>
                  <a:lnTo>
                    <a:pt x="1181" y="180"/>
                  </a:lnTo>
                  <a:close/>
                  <a:moveTo>
                    <a:pt x="1256" y="0"/>
                  </a:moveTo>
                  <a:lnTo>
                    <a:pt x="1181" y="15"/>
                  </a:lnTo>
                  <a:lnTo>
                    <a:pt x="1091" y="30"/>
                  </a:lnTo>
                  <a:lnTo>
                    <a:pt x="1002" y="75"/>
                  </a:lnTo>
                  <a:lnTo>
                    <a:pt x="912" y="135"/>
                  </a:lnTo>
                  <a:lnTo>
                    <a:pt x="823" y="195"/>
                  </a:lnTo>
                  <a:lnTo>
                    <a:pt x="748" y="284"/>
                  </a:lnTo>
                  <a:lnTo>
                    <a:pt x="658" y="389"/>
                  </a:lnTo>
                  <a:lnTo>
                    <a:pt x="583" y="493"/>
                  </a:lnTo>
                  <a:lnTo>
                    <a:pt x="494" y="628"/>
                  </a:lnTo>
                  <a:lnTo>
                    <a:pt x="359" y="897"/>
                  </a:lnTo>
                  <a:lnTo>
                    <a:pt x="225" y="1225"/>
                  </a:lnTo>
                  <a:lnTo>
                    <a:pt x="120" y="1584"/>
                  </a:lnTo>
                  <a:lnTo>
                    <a:pt x="46" y="1943"/>
                  </a:lnTo>
                  <a:lnTo>
                    <a:pt x="1" y="2286"/>
                  </a:lnTo>
                  <a:lnTo>
                    <a:pt x="1" y="2600"/>
                  </a:lnTo>
                  <a:lnTo>
                    <a:pt x="16" y="2749"/>
                  </a:lnTo>
                  <a:lnTo>
                    <a:pt x="31" y="2884"/>
                  </a:lnTo>
                  <a:lnTo>
                    <a:pt x="61" y="3018"/>
                  </a:lnTo>
                  <a:lnTo>
                    <a:pt x="105" y="3123"/>
                  </a:lnTo>
                  <a:lnTo>
                    <a:pt x="135" y="3227"/>
                  </a:lnTo>
                  <a:lnTo>
                    <a:pt x="195" y="3317"/>
                  </a:lnTo>
                  <a:lnTo>
                    <a:pt x="255" y="3392"/>
                  </a:lnTo>
                  <a:lnTo>
                    <a:pt x="315" y="3451"/>
                  </a:lnTo>
                  <a:lnTo>
                    <a:pt x="389" y="3511"/>
                  </a:lnTo>
                  <a:lnTo>
                    <a:pt x="464" y="3526"/>
                  </a:lnTo>
                  <a:lnTo>
                    <a:pt x="554" y="3541"/>
                  </a:lnTo>
                  <a:lnTo>
                    <a:pt x="628" y="3541"/>
                  </a:lnTo>
                  <a:lnTo>
                    <a:pt x="718" y="3511"/>
                  </a:lnTo>
                  <a:lnTo>
                    <a:pt x="808" y="3481"/>
                  </a:lnTo>
                  <a:lnTo>
                    <a:pt x="882" y="3422"/>
                  </a:lnTo>
                  <a:lnTo>
                    <a:pt x="972" y="3362"/>
                  </a:lnTo>
                  <a:lnTo>
                    <a:pt x="1047" y="3287"/>
                  </a:lnTo>
                  <a:lnTo>
                    <a:pt x="1136" y="3183"/>
                  </a:lnTo>
                  <a:lnTo>
                    <a:pt x="1286" y="2973"/>
                  </a:lnTo>
                  <a:lnTo>
                    <a:pt x="1435" y="2704"/>
                  </a:lnTo>
                  <a:lnTo>
                    <a:pt x="1569" y="2406"/>
                  </a:lnTo>
                  <a:lnTo>
                    <a:pt x="1674" y="2062"/>
                  </a:lnTo>
                  <a:lnTo>
                    <a:pt x="1689" y="1972"/>
                  </a:lnTo>
                  <a:lnTo>
                    <a:pt x="1719" y="1898"/>
                  </a:lnTo>
                  <a:lnTo>
                    <a:pt x="1779" y="1539"/>
                  </a:lnTo>
                  <a:lnTo>
                    <a:pt x="1809" y="1211"/>
                  </a:lnTo>
                  <a:lnTo>
                    <a:pt x="1809" y="912"/>
                  </a:lnTo>
                  <a:lnTo>
                    <a:pt x="1779" y="643"/>
                  </a:lnTo>
                  <a:lnTo>
                    <a:pt x="1749" y="508"/>
                  </a:lnTo>
                  <a:lnTo>
                    <a:pt x="1704" y="404"/>
                  </a:lnTo>
                  <a:lnTo>
                    <a:pt x="1659" y="299"/>
                  </a:lnTo>
                  <a:lnTo>
                    <a:pt x="1614" y="225"/>
                  </a:lnTo>
                  <a:lnTo>
                    <a:pt x="1555" y="150"/>
                  </a:lnTo>
                  <a:lnTo>
                    <a:pt x="1495" y="90"/>
                  </a:lnTo>
                  <a:lnTo>
                    <a:pt x="1420" y="45"/>
                  </a:lnTo>
                  <a:lnTo>
                    <a:pt x="1345" y="15"/>
                  </a:lnTo>
                  <a:lnTo>
                    <a:pt x="1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2"/>
            <p:cNvSpPr/>
            <p:nvPr/>
          </p:nvSpPr>
          <p:spPr>
            <a:xfrm>
              <a:off x="-1213364" y="2850268"/>
              <a:ext cx="11388" cy="8435"/>
            </a:xfrm>
            <a:custGeom>
              <a:avLst/>
              <a:gdLst/>
              <a:ahLst/>
              <a:cxnLst/>
              <a:rect l="l" t="t" r="r" b="b"/>
              <a:pathLst>
                <a:path w="405" h="300" extrusionOk="0">
                  <a:moveTo>
                    <a:pt x="120" y="1"/>
                  </a:moveTo>
                  <a:lnTo>
                    <a:pt x="61" y="16"/>
                  </a:lnTo>
                  <a:lnTo>
                    <a:pt x="46" y="61"/>
                  </a:lnTo>
                  <a:lnTo>
                    <a:pt x="1" y="225"/>
                  </a:lnTo>
                  <a:lnTo>
                    <a:pt x="31" y="225"/>
                  </a:lnTo>
                  <a:lnTo>
                    <a:pt x="61" y="210"/>
                  </a:lnTo>
                  <a:lnTo>
                    <a:pt x="90" y="195"/>
                  </a:lnTo>
                  <a:lnTo>
                    <a:pt x="135" y="180"/>
                  </a:lnTo>
                  <a:lnTo>
                    <a:pt x="165" y="180"/>
                  </a:lnTo>
                  <a:lnTo>
                    <a:pt x="195" y="195"/>
                  </a:lnTo>
                  <a:lnTo>
                    <a:pt x="210" y="225"/>
                  </a:lnTo>
                  <a:lnTo>
                    <a:pt x="240" y="255"/>
                  </a:lnTo>
                  <a:lnTo>
                    <a:pt x="255" y="285"/>
                  </a:lnTo>
                  <a:lnTo>
                    <a:pt x="285" y="300"/>
                  </a:lnTo>
                  <a:lnTo>
                    <a:pt x="359" y="300"/>
                  </a:lnTo>
                  <a:lnTo>
                    <a:pt x="389" y="270"/>
                  </a:lnTo>
                  <a:lnTo>
                    <a:pt x="404" y="240"/>
                  </a:lnTo>
                  <a:lnTo>
                    <a:pt x="404" y="210"/>
                  </a:lnTo>
                  <a:lnTo>
                    <a:pt x="389" y="180"/>
                  </a:lnTo>
                  <a:lnTo>
                    <a:pt x="359" y="120"/>
                  </a:lnTo>
                  <a:lnTo>
                    <a:pt x="315" y="76"/>
                  </a:lnTo>
                  <a:lnTo>
                    <a:pt x="270" y="46"/>
                  </a:lnTo>
                  <a:lnTo>
                    <a:pt x="240" y="31"/>
                  </a:lnTo>
                  <a:lnTo>
                    <a:pt x="210" y="1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2"/>
            <p:cNvSpPr/>
            <p:nvPr/>
          </p:nvSpPr>
          <p:spPr>
            <a:xfrm>
              <a:off x="-1310820" y="2817933"/>
              <a:ext cx="65148" cy="22297"/>
            </a:xfrm>
            <a:custGeom>
              <a:avLst/>
              <a:gdLst/>
              <a:ahLst/>
              <a:cxnLst/>
              <a:rect l="l" t="t" r="r" b="b"/>
              <a:pathLst>
                <a:path w="2317" h="793" extrusionOk="0">
                  <a:moveTo>
                    <a:pt x="1" y="1"/>
                  </a:moveTo>
                  <a:lnTo>
                    <a:pt x="1" y="180"/>
                  </a:lnTo>
                  <a:lnTo>
                    <a:pt x="2212" y="792"/>
                  </a:lnTo>
                  <a:lnTo>
                    <a:pt x="2257" y="792"/>
                  </a:lnTo>
                  <a:lnTo>
                    <a:pt x="2287" y="777"/>
                  </a:lnTo>
                  <a:lnTo>
                    <a:pt x="2302" y="762"/>
                  </a:lnTo>
                  <a:lnTo>
                    <a:pt x="2316" y="733"/>
                  </a:lnTo>
                  <a:lnTo>
                    <a:pt x="2316" y="703"/>
                  </a:lnTo>
                  <a:lnTo>
                    <a:pt x="2316" y="673"/>
                  </a:lnTo>
                  <a:lnTo>
                    <a:pt x="2287" y="643"/>
                  </a:lnTo>
                  <a:lnTo>
                    <a:pt x="2257" y="6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2"/>
            <p:cNvSpPr/>
            <p:nvPr/>
          </p:nvSpPr>
          <p:spPr>
            <a:xfrm>
              <a:off x="-1845561" y="4073494"/>
              <a:ext cx="930464" cy="580148"/>
            </a:xfrm>
            <a:custGeom>
              <a:avLst/>
              <a:gdLst/>
              <a:ahLst/>
              <a:cxnLst/>
              <a:rect l="l" t="t" r="r" b="b"/>
              <a:pathLst>
                <a:path w="33092" h="20633" extrusionOk="0">
                  <a:moveTo>
                    <a:pt x="18317" y="1"/>
                  </a:moveTo>
                  <a:lnTo>
                    <a:pt x="7441" y="4781"/>
                  </a:lnTo>
                  <a:lnTo>
                    <a:pt x="7560" y="5020"/>
                  </a:lnTo>
                  <a:lnTo>
                    <a:pt x="7725" y="5289"/>
                  </a:lnTo>
                  <a:lnTo>
                    <a:pt x="7964" y="5663"/>
                  </a:lnTo>
                  <a:lnTo>
                    <a:pt x="8277" y="6111"/>
                  </a:lnTo>
                  <a:lnTo>
                    <a:pt x="8471" y="6365"/>
                  </a:lnTo>
                  <a:lnTo>
                    <a:pt x="8696" y="6634"/>
                  </a:lnTo>
                  <a:lnTo>
                    <a:pt x="8935" y="6918"/>
                  </a:lnTo>
                  <a:lnTo>
                    <a:pt x="9189" y="7217"/>
                  </a:lnTo>
                  <a:lnTo>
                    <a:pt x="9487" y="7530"/>
                  </a:lnTo>
                  <a:lnTo>
                    <a:pt x="9801" y="7844"/>
                  </a:lnTo>
                  <a:lnTo>
                    <a:pt x="10160" y="8173"/>
                  </a:lnTo>
                  <a:lnTo>
                    <a:pt x="10533" y="8501"/>
                  </a:lnTo>
                  <a:lnTo>
                    <a:pt x="10937" y="8845"/>
                  </a:lnTo>
                  <a:lnTo>
                    <a:pt x="11370" y="9189"/>
                  </a:lnTo>
                  <a:lnTo>
                    <a:pt x="11848" y="9532"/>
                  </a:lnTo>
                  <a:lnTo>
                    <a:pt x="12341" y="9876"/>
                  </a:lnTo>
                  <a:lnTo>
                    <a:pt x="12879" y="10234"/>
                  </a:lnTo>
                  <a:lnTo>
                    <a:pt x="13446" y="10578"/>
                  </a:lnTo>
                  <a:lnTo>
                    <a:pt x="14059" y="10922"/>
                  </a:lnTo>
                  <a:lnTo>
                    <a:pt x="14686" y="11265"/>
                  </a:lnTo>
                  <a:lnTo>
                    <a:pt x="15374" y="11594"/>
                  </a:lnTo>
                  <a:lnTo>
                    <a:pt x="16091" y="11923"/>
                  </a:lnTo>
                  <a:lnTo>
                    <a:pt x="16838" y="12236"/>
                  </a:lnTo>
                  <a:lnTo>
                    <a:pt x="17629" y="12550"/>
                  </a:lnTo>
                  <a:lnTo>
                    <a:pt x="18466" y="12849"/>
                  </a:lnTo>
                  <a:lnTo>
                    <a:pt x="19333" y="13133"/>
                  </a:lnTo>
                  <a:lnTo>
                    <a:pt x="19228" y="13103"/>
                  </a:lnTo>
                  <a:lnTo>
                    <a:pt x="18899" y="12998"/>
                  </a:lnTo>
                  <a:lnTo>
                    <a:pt x="18660" y="12938"/>
                  </a:lnTo>
                  <a:lnTo>
                    <a:pt x="18362" y="12879"/>
                  </a:lnTo>
                  <a:lnTo>
                    <a:pt x="18003" y="12819"/>
                  </a:lnTo>
                  <a:lnTo>
                    <a:pt x="17585" y="12759"/>
                  </a:lnTo>
                  <a:lnTo>
                    <a:pt x="17122" y="12714"/>
                  </a:lnTo>
                  <a:lnTo>
                    <a:pt x="16599" y="12684"/>
                  </a:lnTo>
                  <a:lnTo>
                    <a:pt x="16016" y="12655"/>
                  </a:lnTo>
                  <a:lnTo>
                    <a:pt x="15374" y="12655"/>
                  </a:lnTo>
                  <a:lnTo>
                    <a:pt x="14671" y="12684"/>
                  </a:lnTo>
                  <a:lnTo>
                    <a:pt x="13924" y="12729"/>
                  </a:lnTo>
                  <a:lnTo>
                    <a:pt x="13103" y="12804"/>
                  </a:lnTo>
                  <a:lnTo>
                    <a:pt x="12236" y="12923"/>
                  </a:lnTo>
                  <a:lnTo>
                    <a:pt x="11310" y="13073"/>
                  </a:lnTo>
                  <a:lnTo>
                    <a:pt x="10339" y="13267"/>
                  </a:lnTo>
                  <a:lnTo>
                    <a:pt x="9323" y="13491"/>
                  </a:lnTo>
                  <a:lnTo>
                    <a:pt x="8307" y="13745"/>
                  </a:lnTo>
                  <a:lnTo>
                    <a:pt x="7276" y="14014"/>
                  </a:lnTo>
                  <a:lnTo>
                    <a:pt x="6260" y="14298"/>
                  </a:lnTo>
                  <a:lnTo>
                    <a:pt x="5274" y="14582"/>
                  </a:lnTo>
                  <a:lnTo>
                    <a:pt x="4318" y="14866"/>
                  </a:lnTo>
                  <a:lnTo>
                    <a:pt x="2600" y="15403"/>
                  </a:lnTo>
                  <a:lnTo>
                    <a:pt x="1241" y="15852"/>
                  </a:lnTo>
                  <a:lnTo>
                    <a:pt x="1" y="16285"/>
                  </a:lnTo>
                  <a:lnTo>
                    <a:pt x="105" y="19796"/>
                  </a:lnTo>
                  <a:lnTo>
                    <a:pt x="29880" y="20632"/>
                  </a:lnTo>
                  <a:lnTo>
                    <a:pt x="30104" y="20617"/>
                  </a:lnTo>
                  <a:lnTo>
                    <a:pt x="30313" y="20602"/>
                  </a:lnTo>
                  <a:lnTo>
                    <a:pt x="30522" y="20572"/>
                  </a:lnTo>
                  <a:lnTo>
                    <a:pt x="30717" y="20528"/>
                  </a:lnTo>
                  <a:lnTo>
                    <a:pt x="30926" y="20468"/>
                  </a:lnTo>
                  <a:lnTo>
                    <a:pt x="31105" y="20408"/>
                  </a:lnTo>
                  <a:lnTo>
                    <a:pt x="31299" y="20319"/>
                  </a:lnTo>
                  <a:lnTo>
                    <a:pt x="31478" y="20229"/>
                  </a:lnTo>
                  <a:lnTo>
                    <a:pt x="31643" y="20124"/>
                  </a:lnTo>
                  <a:lnTo>
                    <a:pt x="31807" y="20020"/>
                  </a:lnTo>
                  <a:lnTo>
                    <a:pt x="31957" y="19885"/>
                  </a:lnTo>
                  <a:lnTo>
                    <a:pt x="32106" y="19766"/>
                  </a:lnTo>
                  <a:lnTo>
                    <a:pt x="32240" y="19616"/>
                  </a:lnTo>
                  <a:lnTo>
                    <a:pt x="32375" y="19467"/>
                  </a:lnTo>
                  <a:lnTo>
                    <a:pt x="32479" y="19318"/>
                  </a:lnTo>
                  <a:lnTo>
                    <a:pt x="32599" y="19153"/>
                  </a:lnTo>
                  <a:lnTo>
                    <a:pt x="32689" y="18989"/>
                  </a:lnTo>
                  <a:lnTo>
                    <a:pt x="32778" y="18825"/>
                  </a:lnTo>
                  <a:lnTo>
                    <a:pt x="32868" y="18645"/>
                  </a:lnTo>
                  <a:lnTo>
                    <a:pt x="32928" y="18451"/>
                  </a:lnTo>
                  <a:lnTo>
                    <a:pt x="32987" y="18272"/>
                  </a:lnTo>
                  <a:lnTo>
                    <a:pt x="33032" y="18078"/>
                  </a:lnTo>
                  <a:lnTo>
                    <a:pt x="33062" y="17883"/>
                  </a:lnTo>
                  <a:lnTo>
                    <a:pt x="33092" y="17689"/>
                  </a:lnTo>
                  <a:lnTo>
                    <a:pt x="33092" y="17495"/>
                  </a:lnTo>
                  <a:lnTo>
                    <a:pt x="33092" y="17286"/>
                  </a:lnTo>
                  <a:lnTo>
                    <a:pt x="33077" y="17092"/>
                  </a:lnTo>
                  <a:lnTo>
                    <a:pt x="33047" y="16882"/>
                  </a:lnTo>
                  <a:lnTo>
                    <a:pt x="33002" y="16673"/>
                  </a:lnTo>
                  <a:lnTo>
                    <a:pt x="32943" y="16479"/>
                  </a:lnTo>
                  <a:lnTo>
                    <a:pt x="32868" y="16270"/>
                  </a:lnTo>
                  <a:lnTo>
                    <a:pt x="32778" y="16076"/>
                  </a:lnTo>
                  <a:lnTo>
                    <a:pt x="32524" y="15568"/>
                  </a:lnTo>
                  <a:lnTo>
                    <a:pt x="32225" y="15045"/>
                  </a:lnTo>
                  <a:lnTo>
                    <a:pt x="31912" y="14507"/>
                  </a:lnTo>
                  <a:lnTo>
                    <a:pt x="31553" y="13969"/>
                  </a:lnTo>
                  <a:lnTo>
                    <a:pt x="31180" y="13416"/>
                  </a:lnTo>
                  <a:lnTo>
                    <a:pt x="30791" y="12849"/>
                  </a:lnTo>
                  <a:lnTo>
                    <a:pt x="30373" y="12281"/>
                  </a:lnTo>
                  <a:lnTo>
                    <a:pt x="29925" y="11698"/>
                  </a:lnTo>
                  <a:lnTo>
                    <a:pt x="29462" y="11116"/>
                  </a:lnTo>
                  <a:lnTo>
                    <a:pt x="28984" y="10533"/>
                  </a:lnTo>
                  <a:lnTo>
                    <a:pt x="28506" y="9950"/>
                  </a:lnTo>
                  <a:lnTo>
                    <a:pt x="27998" y="9368"/>
                  </a:lnTo>
                  <a:lnTo>
                    <a:pt x="26967" y="8203"/>
                  </a:lnTo>
                  <a:lnTo>
                    <a:pt x="25891" y="7052"/>
                  </a:lnTo>
                  <a:lnTo>
                    <a:pt x="24830" y="5947"/>
                  </a:lnTo>
                  <a:lnTo>
                    <a:pt x="23755" y="4871"/>
                  </a:lnTo>
                  <a:lnTo>
                    <a:pt x="22709" y="3855"/>
                  </a:lnTo>
                  <a:lnTo>
                    <a:pt x="21693" y="2914"/>
                  </a:lnTo>
                  <a:lnTo>
                    <a:pt x="20737" y="2033"/>
                  </a:lnTo>
                  <a:lnTo>
                    <a:pt x="19841" y="1256"/>
                  </a:lnTo>
                  <a:lnTo>
                    <a:pt x="19034" y="583"/>
                  </a:lnTo>
                  <a:lnTo>
                    <a:pt x="18317" y="1"/>
                  </a:lnTo>
                  <a:close/>
                </a:path>
              </a:pathLst>
            </a:custGeom>
            <a:solidFill>
              <a:srgbClr val="6C1B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2"/>
            <p:cNvSpPr/>
            <p:nvPr/>
          </p:nvSpPr>
          <p:spPr>
            <a:xfrm>
              <a:off x="-1989636" y="4530938"/>
              <a:ext cx="144102" cy="100436"/>
            </a:xfrm>
            <a:custGeom>
              <a:avLst/>
              <a:gdLst/>
              <a:ahLst/>
              <a:cxnLst/>
              <a:rect l="l" t="t" r="r" b="b"/>
              <a:pathLst>
                <a:path w="5125" h="3572" extrusionOk="0">
                  <a:moveTo>
                    <a:pt x="5125" y="1"/>
                  </a:moveTo>
                  <a:lnTo>
                    <a:pt x="2480" y="464"/>
                  </a:lnTo>
                  <a:lnTo>
                    <a:pt x="2271" y="748"/>
                  </a:lnTo>
                  <a:lnTo>
                    <a:pt x="1718" y="1480"/>
                  </a:lnTo>
                  <a:lnTo>
                    <a:pt x="1345" y="1958"/>
                  </a:lnTo>
                  <a:lnTo>
                    <a:pt x="927" y="2481"/>
                  </a:lnTo>
                  <a:lnTo>
                    <a:pt x="479" y="3034"/>
                  </a:lnTo>
                  <a:lnTo>
                    <a:pt x="0" y="3571"/>
                  </a:lnTo>
                  <a:lnTo>
                    <a:pt x="4916" y="2989"/>
                  </a:lnTo>
                  <a:lnTo>
                    <a:pt x="5125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2"/>
            <p:cNvSpPr/>
            <p:nvPr/>
          </p:nvSpPr>
          <p:spPr>
            <a:xfrm>
              <a:off x="-1876209" y="4511622"/>
              <a:ext cx="67229" cy="128581"/>
            </a:xfrm>
            <a:custGeom>
              <a:avLst/>
              <a:gdLst/>
              <a:ahLst/>
              <a:cxnLst/>
              <a:rect l="l" t="t" r="r" b="b"/>
              <a:pathLst>
                <a:path w="2391" h="4573" extrusionOk="0">
                  <a:moveTo>
                    <a:pt x="1330" y="1"/>
                  </a:moveTo>
                  <a:lnTo>
                    <a:pt x="1061" y="16"/>
                  </a:lnTo>
                  <a:lnTo>
                    <a:pt x="777" y="31"/>
                  </a:lnTo>
                  <a:lnTo>
                    <a:pt x="508" y="90"/>
                  </a:lnTo>
                  <a:lnTo>
                    <a:pt x="209" y="150"/>
                  </a:lnTo>
                  <a:lnTo>
                    <a:pt x="0" y="4393"/>
                  </a:lnTo>
                  <a:lnTo>
                    <a:pt x="269" y="4483"/>
                  </a:lnTo>
                  <a:lnTo>
                    <a:pt x="538" y="4542"/>
                  </a:lnTo>
                  <a:lnTo>
                    <a:pt x="792" y="4572"/>
                  </a:lnTo>
                  <a:lnTo>
                    <a:pt x="1061" y="4572"/>
                  </a:lnTo>
                  <a:lnTo>
                    <a:pt x="1315" y="4557"/>
                  </a:lnTo>
                  <a:lnTo>
                    <a:pt x="1584" y="4527"/>
                  </a:lnTo>
                  <a:lnTo>
                    <a:pt x="1868" y="4468"/>
                  </a:lnTo>
                  <a:lnTo>
                    <a:pt x="2151" y="4393"/>
                  </a:lnTo>
                  <a:lnTo>
                    <a:pt x="2390" y="105"/>
                  </a:lnTo>
                  <a:lnTo>
                    <a:pt x="2122" y="60"/>
                  </a:lnTo>
                  <a:lnTo>
                    <a:pt x="1853" y="31"/>
                  </a:lnTo>
                  <a:lnTo>
                    <a:pt x="1584" y="1"/>
                  </a:lnTo>
                  <a:close/>
                </a:path>
              </a:pathLst>
            </a:custGeom>
            <a:solidFill>
              <a:srgbClr val="4C0C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2"/>
            <p:cNvSpPr/>
            <p:nvPr/>
          </p:nvSpPr>
          <p:spPr>
            <a:xfrm>
              <a:off x="-2237465" y="4441890"/>
              <a:ext cx="346576" cy="242401"/>
            </a:xfrm>
            <a:custGeom>
              <a:avLst/>
              <a:gdLst/>
              <a:ahLst/>
              <a:cxnLst/>
              <a:rect l="l" t="t" r="r" b="b"/>
              <a:pathLst>
                <a:path w="12326" h="8621" extrusionOk="0">
                  <a:moveTo>
                    <a:pt x="9502" y="1"/>
                  </a:moveTo>
                  <a:lnTo>
                    <a:pt x="7993" y="1076"/>
                  </a:lnTo>
                  <a:lnTo>
                    <a:pt x="6454" y="2197"/>
                  </a:lnTo>
                  <a:lnTo>
                    <a:pt x="4691" y="3482"/>
                  </a:lnTo>
                  <a:lnTo>
                    <a:pt x="3810" y="4154"/>
                  </a:lnTo>
                  <a:lnTo>
                    <a:pt x="2943" y="4811"/>
                  </a:lnTo>
                  <a:lnTo>
                    <a:pt x="2136" y="5439"/>
                  </a:lnTo>
                  <a:lnTo>
                    <a:pt x="1419" y="6006"/>
                  </a:lnTo>
                  <a:lnTo>
                    <a:pt x="822" y="6514"/>
                  </a:lnTo>
                  <a:lnTo>
                    <a:pt x="374" y="6933"/>
                  </a:lnTo>
                  <a:lnTo>
                    <a:pt x="209" y="7112"/>
                  </a:lnTo>
                  <a:lnTo>
                    <a:pt x="90" y="7246"/>
                  </a:lnTo>
                  <a:lnTo>
                    <a:pt x="15" y="7351"/>
                  </a:lnTo>
                  <a:lnTo>
                    <a:pt x="0" y="7396"/>
                  </a:lnTo>
                  <a:lnTo>
                    <a:pt x="0" y="7426"/>
                  </a:lnTo>
                  <a:lnTo>
                    <a:pt x="75" y="7680"/>
                  </a:lnTo>
                  <a:lnTo>
                    <a:pt x="120" y="7814"/>
                  </a:lnTo>
                  <a:lnTo>
                    <a:pt x="179" y="7934"/>
                  </a:lnTo>
                  <a:lnTo>
                    <a:pt x="254" y="8068"/>
                  </a:lnTo>
                  <a:lnTo>
                    <a:pt x="329" y="8188"/>
                  </a:lnTo>
                  <a:lnTo>
                    <a:pt x="433" y="8307"/>
                  </a:lnTo>
                  <a:lnTo>
                    <a:pt x="538" y="8397"/>
                  </a:lnTo>
                  <a:lnTo>
                    <a:pt x="657" y="8486"/>
                  </a:lnTo>
                  <a:lnTo>
                    <a:pt x="792" y="8561"/>
                  </a:lnTo>
                  <a:lnTo>
                    <a:pt x="941" y="8591"/>
                  </a:lnTo>
                  <a:lnTo>
                    <a:pt x="1121" y="8621"/>
                  </a:lnTo>
                  <a:lnTo>
                    <a:pt x="1300" y="8606"/>
                  </a:lnTo>
                  <a:lnTo>
                    <a:pt x="1509" y="8561"/>
                  </a:lnTo>
                  <a:lnTo>
                    <a:pt x="1733" y="8486"/>
                  </a:lnTo>
                  <a:lnTo>
                    <a:pt x="1972" y="8367"/>
                  </a:lnTo>
                  <a:lnTo>
                    <a:pt x="2196" y="8277"/>
                  </a:lnTo>
                  <a:lnTo>
                    <a:pt x="2465" y="8188"/>
                  </a:lnTo>
                  <a:lnTo>
                    <a:pt x="2764" y="8098"/>
                  </a:lnTo>
                  <a:lnTo>
                    <a:pt x="3122" y="8023"/>
                  </a:lnTo>
                  <a:lnTo>
                    <a:pt x="3511" y="7964"/>
                  </a:lnTo>
                  <a:lnTo>
                    <a:pt x="3914" y="7889"/>
                  </a:lnTo>
                  <a:lnTo>
                    <a:pt x="4796" y="7784"/>
                  </a:lnTo>
                  <a:lnTo>
                    <a:pt x="5408" y="7724"/>
                  </a:lnTo>
                  <a:lnTo>
                    <a:pt x="5662" y="7695"/>
                  </a:lnTo>
                  <a:lnTo>
                    <a:pt x="6320" y="7635"/>
                  </a:lnTo>
                  <a:lnTo>
                    <a:pt x="6723" y="7605"/>
                  </a:lnTo>
                  <a:lnTo>
                    <a:pt x="7276" y="7560"/>
                  </a:lnTo>
                  <a:lnTo>
                    <a:pt x="8053" y="7485"/>
                  </a:lnTo>
                  <a:lnTo>
                    <a:pt x="8710" y="7411"/>
                  </a:lnTo>
                  <a:lnTo>
                    <a:pt x="8964" y="7381"/>
                  </a:lnTo>
                  <a:lnTo>
                    <a:pt x="9173" y="7336"/>
                  </a:lnTo>
                  <a:lnTo>
                    <a:pt x="9337" y="7306"/>
                  </a:lnTo>
                  <a:lnTo>
                    <a:pt x="9427" y="7261"/>
                  </a:lnTo>
                  <a:lnTo>
                    <a:pt x="9517" y="7187"/>
                  </a:lnTo>
                  <a:lnTo>
                    <a:pt x="9591" y="7097"/>
                  </a:lnTo>
                  <a:lnTo>
                    <a:pt x="9651" y="6992"/>
                  </a:lnTo>
                  <a:lnTo>
                    <a:pt x="9696" y="6873"/>
                  </a:lnTo>
                  <a:lnTo>
                    <a:pt x="9741" y="6753"/>
                  </a:lnTo>
                  <a:lnTo>
                    <a:pt x="9771" y="6634"/>
                  </a:lnTo>
                  <a:lnTo>
                    <a:pt x="9815" y="6365"/>
                  </a:lnTo>
                  <a:lnTo>
                    <a:pt x="9845" y="6126"/>
                  </a:lnTo>
                  <a:lnTo>
                    <a:pt x="9845" y="5917"/>
                  </a:lnTo>
                  <a:lnTo>
                    <a:pt x="9845" y="5723"/>
                  </a:lnTo>
                  <a:lnTo>
                    <a:pt x="10069" y="5364"/>
                  </a:lnTo>
                  <a:lnTo>
                    <a:pt x="10308" y="5050"/>
                  </a:lnTo>
                  <a:lnTo>
                    <a:pt x="10547" y="4781"/>
                  </a:lnTo>
                  <a:lnTo>
                    <a:pt x="10772" y="4542"/>
                  </a:lnTo>
                  <a:lnTo>
                    <a:pt x="11011" y="4333"/>
                  </a:lnTo>
                  <a:lnTo>
                    <a:pt x="11235" y="4154"/>
                  </a:lnTo>
                  <a:lnTo>
                    <a:pt x="11444" y="4005"/>
                  </a:lnTo>
                  <a:lnTo>
                    <a:pt x="11638" y="3885"/>
                  </a:lnTo>
                  <a:lnTo>
                    <a:pt x="11967" y="3676"/>
                  </a:lnTo>
                  <a:lnTo>
                    <a:pt x="12101" y="3586"/>
                  </a:lnTo>
                  <a:lnTo>
                    <a:pt x="12206" y="3512"/>
                  </a:lnTo>
                  <a:lnTo>
                    <a:pt x="12280" y="3437"/>
                  </a:lnTo>
                  <a:lnTo>
                    <a:pt x="12310" y="3392"/>
                  </a:lnTo>
                  <a:lnTo>
                    <a:pt x="12310" y="3347"/>
                  </a:lnTo>
                  <a:lnTo>
                    <a:pt x="12325" y="3302"/>
                  </a:lnTo>
                  <a:lnTo>
                    <a:pt x="12310" y="3258"/>
                  </a:lnTo>
                  <a:lnTo>
                    <a:pt x="12265" y="3168"/>
                  </a:lnTo>
                  <a:lnTo>
                    <a:pt x="12131" y="2974"/>
                  </a:lnTo>
                  <a:lnTo>
                    <a:pt x="11967" y="2765"/>
                  </a:lnTo>
                  <a:lnTo>
                    <a:pt x="11563" y="2272"/>
                  </a:lnTo>
                  <a:lnTo>
                    <a:pt x="11115" y="1749"/>
                  </a:lnTo>
                  <a:lnTo>
                    <a:pt x="10637" y="1226"/>
                  </a:lnTo>
                  <a:lnTo>
                    <a:pt x="9845" y="359"/>
                  </a:lnTo>
                  <a:lnTo>
                    <a:pt x="95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2"/>
            <p:cNvSpPr/>
            <p:nvPr/>
          </p:nvSpPr>
          <p:spPr>
            <a:xfrm>
              <a:off x="-2078263" y="4599826"/>
              <a:ext cx="27752" cy="61802"/>
            </a:xfrm>
            <a:custGeom>
              <a:avLst/>
              <a:gdLst/>
              <a:ahLst/>
              <a:cxnLst/>
              <a:rect l="l" t="t" r="r" b="b"/>
              <a:pathLst>
                <a:path w="987" h="2198" extrusionOk="0">
                  <a:moveTo>
                    <a:pt x="702" y="1"/>
                  </a:moveTo>
                  <a:lnTo>
                    <a:pt x="613" y="31"/>
                  </a:lnTo>
                  <a:lnTo>
                    <a:pt x="553" y="91"/>
                  </a:lnTo>
                  <a:lnTo>
                    <a:pt x="523" y="165"/>
                  </a:lnTo>
                  <a:lnTo>
                    <a:pt x="523" y="240"/>
                  </a:lnTo>
                  <a:lnTo>
                    <a:pt x="538" y="374"/>
                  </a:lnTo>
                  <a:lnTo>
                    <a:pt x="553" y="539"/>
                  </a:lnTo>
                  <a:lnTo>
                    <a:pt x="553" y="718"/>
                  </a:lnTo>
                  <a:lnTo>
                    <a:pt x="553" y="927"/>
                  </a:lnTo>
                  <a:lnTo>
                    <a:pt x="538" y="1151"/>
                  </a:lnTo>
                  <a:lnTo>
                    <a:pt x="493" y="1375"/>
                  </a:lnTo>
                  <a:lnTo>
                    <a:pt x="463" y="1480"/>
                  </a:lnTo>
                  <a:lnTo>
                    <a:pt x="418" y="1585"/>
                  </a:lnTo>
                  <a:lnTo>
                    <a:pt x="329" y="1749"/>
                  </a:lnTo>
                  <a:lnTo>
                    <a:pt x="224" y="1898"/>
                  </a:lnTo>
                  <a:lnTo>
                    <a:pt x="105" y="2003"/>
                  </a:lnTo>
                  <a:lnTo>
                    <a:pt x="0" y="2078"/>
                  </a:lnTo>
                  <a:lnTo>
                    <a:pt x="60" y="2152"/>
                  </a:lnTo>
                  <a:lnTo>
                    <a:pt x="135" y="2182"/>
                  </a:lnTo>
                  <a:lnTo>
                    <a:pt x="209" y="2197"/>
                  </a:lnTo>
                  <a:lnTo>
                    <a:pt x="284" y="2197"/>
                  </a:lnTo>
                  <a:lnTo>
                    <a:pt x="374" y="2167"/>
                  </a:lnTo>
                  <a:lnTo>
                    <a:pt x="463" y="2137"/>
                  </a:lnTo>
                  <a:lnTo>
                    <a:pt x="658" y="2018"/>
                  </a:lnTo>
                  <a:lnTo>
                    <a:pt x="732" y="1898"/>
                  </a:lnTo>
                  <a:lnTo>
                    <a:pt x="807" y="1749"/>
                  </a:lnTo>
                  <a:lnTo>
                    <a:pt x="852" y="1629"/>
                  </a:lnTo>
                  <a:lnTo>
                    <a:pt x="897" y="1510"/>
                  </a:lnTo>
                  <a:lnTo>
                    <a:pt x="956" y="1241"/>
                  </a:lnTo>
                  <a:lnTo>
                    <a:pt x="971" y="987"/>
                  </a:lnTo>
                  <a:lnTo>
                    <a:pt x="986" y="733"/>
                  </a:lnTo>
                  <a:lnTo>
                    <a:pt x="971" y="524"/>
                  </a:lnTo>
                  <a:lnTo>
                    <a:pt x="956" y="345"/>
                  </a:lnTo>
                  <a:lnTo>
                    <a:pt x="941" y="165"/>
                  </a:lnTo>
                  <a:lnTo>
                    <a:pt x="911" y="91"/>
                  </a:lnTo>
                  <a:lnTo>
                    <a:pt x="852" y="31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2"/>
            <p:cNvSpPr/>
            <p:nvPr/>
          </p:nvSpPr>
          <p:spPr>
            <a:xfrm>
              <a:off x="-2048458" y="4601513"/>
              <a:ext cx="22297" cy="57163"/>
            </a:xfrm>
            <a:custGeom>
              <a:avLst/>
              <a:gdLst/>
              <a:ahLst/>
              <a:cxnLst/>
              <a:rect l="l" t="t" r="r" b="b"/>
              <a:pathLst>
                <a:path w="793" h="2033" extrusionOk="0">
                  <a:moveTo>
                    <a:pt x="509" y="1"/>
                  </a:moveTo>
                  <a:lnTo>
                    <a:pt x="464" y="16"/>
                  </a:lnTo>
                  <a:lnTo>
                    <a:pt x="419" y="31"/>
                  </a:lnTo>
                  <a:lnTo>
                    <a:pt x="359" y="90"/>
                  </a:lnTo>
                  <a:lnTo>
                    <a:pt x="330" y="165"/>
                  </a:lnTo>
                  <a:lnTo>
                    <a:pt x="330" y="240"/>
                  </a:lnTo>
                  <a:lnTo>
                    <a:pt x="345" y="389"/>
                  </a:lnTo>
                  <a:lnTo>
                    <a:pt x="359" y="539"/>
                  </a:lnTo>
                  <a:lnTo>
                    <a:pt x="359" y="718"/>
                  </a:lnTo>
                  <a:lnTo>
                    <a:pt x="359" y="942"/>
                  </a:lnTo>
                  <a:lnTo>
                    <a:pt x="345" y="1166"/>
                  </a:lnTo>
                  <a:lnTo>
                    <a:pt x="300" y="1375"/>
                  </a:lnTo>
                  <a:lnTo>
                    <a:pt x="270" y="1495"/>
                  </a:lnTo>
                  <a:lnTo>
                    <a:pt x="225" y="1584"/>
                  </a:lnTo>
                  <a:lnTo>
                    <a:pt x="180" y="1689"/>
                  </a:lnTo>
                  <a:lnTo>
                    <a:pt x="120" y="1779"/>
                  </a:lnTo>
                  <a:lnTo>
                    <a:pt x="61" y="1853"/>
                  </a:lnTo>
                  <a:lnTo>
                    <a:pt x="1" y="1928"/>
                  </a:lnTo>
                  <a:lnTo>
                    <a:pt x="76" y="1988"/>
                  </a:lnTo>
                  <a:lnTo>
                    <a:pt x="150" y="2018"/>
                  </a:lnTo>
                  <a:lnTo>
                    <a:pt x="225" y="2033"/>
                  </a:lnTo>
                  <a:lnTo>
                    <a:pt x="300" y="2018"/>
                  </a:lnTo>
                  <a:lnTo>
                    <a:pt x="359" y="2003"/>
                  </a:lnTo>
                  <a:lnTo>
                    <a:pt x="434" y="1958"/>
                  </a:lnTo>
                  <a:lnTo>
                    <a:pt x="554" y="1883"/>
                  </a:lnTo>
                  <a:lnTo>
                    <a:pt x="613" y="1764"/>
                  </a:lnTo>
                  <a:lnTo>
                    <a:pt x="658" y="1644"/>
                  </a:lnTo>
                  <a:lnTo>
                    <a:pt x="703" y="1510"/>
                  </a:lnTo>
                  <a:lnTo>
                    <a:pt x="748" y="1256"/>
                  </a:lnTo>
                  <a:lnTo>
                    <a:pt x="778" y="987"/>
                  </a:lnTo>
                  <a:lnTo>
                    <a:pt x="793" y="748"/>
                  </a:lnTo>
                  <a:lnTo>
                    <a:pt x="778" y="524"/>
                  </a:lnTo>
                  <a:lnTo>
                    <a:pt x="763" y="344"/>
                  </a:lnTo>
                  <a:lnTo>
                    <a:pt x="748" y="180"/>
                  </a:lnTo>
                  <a:lnTo>
                    <a:pt x="718" y="90"/>
                  </a:lnTo>
                  <a:lnTo>
                    <a:pt x="658" y="31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2"/>
            <p:cNvSpPr/>
            <p:nvPr/>
          </p:nvSpPr>
          <p:spPr>
            <a:xfrm>
              <a:off x="-2102640" y="4604466"/>
              <a:ext cx="24828" cy="60509"/>
            </a:xfrm>
            <a:custGeom>
              <a:avLst/>
              <a:gdLst/>
              <a:ahLst/>
              <a:cxnLst/>
              <a:rect l="l" t="t" r="r" b="b"/>
              <a:pathLst>
                <a:path w="883" h="2152" extrusionOk="0">
                  <a:moveTo>
                    <a:pt x="553" y="0"/>
                  </a:moveTo>
                  <a:lnTo>
                    <a:pt x="509" y="30"/>
                  </a:lnTo>
                  <a:lnTo>
                    <a:pt x="449" y="90"/>
                  </a:lnTo>
                  <a:lnTo>
                    <a:pt x="419" y="150"/>
                  </a:lnTo>
                  <a:lnTo>
                    <a:pt x="419" y="239"/>
                  </a:lnTo>
                  <a:lnTo>
                    <a:pt x="434" y="374"/>
                  </a:lnTo>
                  <a:lnTo>
                    <a:pt x="449" y="523"/>
                  </a:lnTo>
                  <a:lnTo>
                    <a:pt x="464" y="717"/>
                  </a:lnTo>
                  <a:lnTo>
                    <a:pt x="449" y="927"/>
                  </a:lnTo>
                  <a:lnTo>
                    <a:pt x="434" y="1151"/>
                  </a:lnTo>
                  <a:lnTo>
                    <a:pt x="389" y="1375"/>
                  </a:lnTo>
                  <a:lnTo>
                    <a:pt x="359" y="1479"/>
                  </a:lnTo>
                  <a:lnTo>
                    <a:pt x="314" y="1584"/>
                  </a:lnTo>
                  <a:lnTo>
                    <a:pt x="255" y="1718"/>
                  </a:lnTo>
                  <a:lnTo>
                    <a:pt x="165" y="1823"/>
                  </a:lnTo>
                  <a:lnTo>
                    <a:pt x="90" y="1928"/>
                  </a:lnTo>
                  <a:lnTo>
                    <a:pt x="1" y="2002"/>
                  </a:lnTo>
                  <a:lnTo>
                    <a:pt x="60" y="2077"/>
                  </a:lnTo>
                  <a:lnTo>
                    <a:pt x="120" y="2122"/>
                  </a:lnTo>
                  <a:lnTo>
                    <a:pt x="195" y="2152"/>
                  </a:lnTo>
                  <a:lnTo>
                    <a:pt x="270" y="2152"/>
                  </a:lnTo>
                  <a:lnTo>
                    <a:pt x="344" y="2122"/>
                  </a:lnTo>
                  <a:lnTo>
                    <a:pt x="434" y="2077"/>
                  </a:lnTo>
                  <a:lnTo>
                    <a:pt x="524" y="2017"/>
                  </a:lnTo>
                  <a:lnTo>
                    <a:pt x="613" y="1942"/>
                  </a:lnTo>
                  <a:lnTo>
                    <a:pt x="703" y="1748"/>
                  </a:lnTo>
                  <a:lnTo>
                    <a:pt x="748" y="1629"/>
                  </a:lnTo>
                  <a:lnTo>
                    <a:pt x="792" y="1509"/>
                  </a:lnTo>
                  <a:lnTo>
                    <a:pt x="852" y="1240"/>
                  </a:lnTo>
                  <a:lnTo>
                    <a:pt x="882" y="986"/>
                  </a:lnTo>
                  <a:lnTo>
                    <a:pt x="882" y="732"/>
                  </a:lnTo>
                  <a:lnTo>
                    <a:pt x="867" y="523"/>
                  </a:lnTo>
                  <a:lnTo>
                    <a:pt x="867" y="344"/>
                  </a:lnTo>
                  <a:lnTo>
                    <a:pt x="837" y="165"/>
                  </a:lnTo>
                  <a:lnTo>
                    <a:pt x="807" y="90"/>
                  </a:lnTo>
                  <a:lnTo>
                    <a:pt x="748" y="30"/>
                  </a:lnTo>
                  <a:lnTo>
                    <a:pt x="67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2"/>
            <p:cNvSpPr/>
            <p:nvPr/>
          </p:nvSpPr>
          <p:spPr>
            <a:xfrm>
              <a:off x="-1755669" y="3757621"/>
              <a:ext cx="969548" cy="699845"/>
            </a:xfrm>
            <a:custGeom>
              <a:avLst/>
              <a:gdLst/>
              <a:ahLst/>
              <a:cxnLst/>
              <a:rect l="l" t="t" r="r" b="b"/>
              <a:pathLst>
                <a:path w="34482" h="24890" extrusionOk="0">
                  <a:moveTo>
                    <a:pt x="25383" y="0"/>
                  </a:moveTo>
                  <a:lnTo>
                    <a:pt x="25069" y="15"/>
                  </a:lnTo>
                  <a:lnTo>
                    <a:pt x="24741" y="60"/>
                  </a:lnTo>
                  <a:lnTo>
                    <a:pt x="24397" y="105"/>
                  </a:lnTo>
                  <a:lnTo>
                    <a:pt x="24039" y="180"/>
                  </a:lnTo>
                  <a:lnTo>
                    <a:pt x="23665" y="254"/>
                  </a:lnTo>
                  <a:lnTo>
                    <a:pt x="23292" y="359"/>
                  </a:lnTo>
                  <a:lnTo>
                    <a:pt x="22903" y="478"/>
                  </a:lnTo>
                  <a:lnTo>
                    <a:pt x="22500" y="598"/>
                  </a:lnTo>
                  <a:lnTo>
                    <a:pt x="21663" y="882"/>
                  </a:lnTo>
                  <a:lnTo>
                    <a:pt x="20797" y="1225"/>
                  </a:lnTo>
                  <a:lnTo>
                    <a:pt x="19915" y="1599"/>
                  </a:lnTo>
                  <a:lnTo>
                    <a:pt x="19004" y="2017"/>
                  </a:lnTo>
                  <a:lnTo>
                    <a:pt x="18078" y="2465"/>
                  </a:lnTo>
                  <a:lnTo>
                    <a:pt x="17151" y="2928"/>
                  </a:lnTo>
                  <a:lnTo>
                    <a:pt x="16225" y="3421"/>
                  </a:lnTo>
                  <a:lnTo>
                    <a:pt x="15299" y="3914"/>
                  </a:lnTo>
                  <a:lnTo>
                    <a:pt x="14373" y="4437"/>
                  </a:lnTo>
                  <a:lnTo>
                    <a:pt x="13476" y="4945"/>
                  </a:lnTo>
                  <a:lnTo>
                    <a:pt x="12595" y="5468"/>
                  </a:lnTo>
                  <a:lnTo>
                    <a:pt x="11743" y="5976"/>
                  </a:lnTo>
                  <a:lnTo>
                    <a:pt x="10160" y="6962"/>
                  </a:lnTo>
                  <a:lnTo>
                    <a:pt x="8740" y="7858"/>
                  </a:lnTo>
                  <a:lnTo>
                    <a:pt x="7560" y="8620"/>
                  </a:lnTo>
                  <a:lnTo>
                    <a:pt x="6664" y="9233"/>
                  </a:lnTo>
                  <a:lnTo>
                    <a:pt x="5887" y="9756"/>
                  </a:lnTo>
                  <a:lnTo>
                    <a:pt x="16" y="13700"/>
                  </a:lnTo>
                  <a:lnTo>
                    <a:pt x="16" y="13864"/>
                  </a:lnTo>
                  <a:lnTo>
                    <a:pt x="1" y="14058"/>
                  </a:lnTo>
                  <a:lnTo>
                    <a:pt x="1" y="14312"/>
                  </a:lnTo>
                  <a:lnTo>
                    <a:pt x="16" y="14626"/>
                  </a:lnTo>
                  <a:lnTo>
                    <a:pt x="61" y="14970"/>
                  </a:lnTo>
                  <a:lnTo>
                    <a:pt x="120" y="15373"/>
                  </a:lnTo>
                  <a:lnTo>
                    <a:pt x="210" y="15791"/>
                  </a:lnTo>
                  <a:lnTo>
                    <a:pt x="329" y="16240"/>
                  </a:lnTo>
                  <a:lnTo>
                    <a:pt x="404" y="16464"/>
                  </a:lnTo>
                  <a:lnTo>
                    <a:pt x="494" y="16688"/>
                  </a:lnTo>
                  <a:lnTo>
                    <a:pt x="598" y="16912"/>
                  </a:lnTo>
                  <a:lnTo>
                    <a:pt x="718" y="17151"/>
                  </a:lnTo>
                  <a:lnTo>
                    <a:pt x="837" y="17375"/>
                  </a:lnTo>
                  <a:lnTo>
                    <a:pt x="987" y="17599"/>
                  </a:lnTo>
                  <a:lnTo>
                    <a:pt x="1151" y="17823"/>
                  </a:lnTo>
                  <a:lnTo>
                    <a:pt x="1315" y="18047"/>
                  </a:lnTo>
                  <a:lnTo>
                    <a:pt x="1510" y="18256"/>
                  </a:lnTo>
                  <a:lnTo>
                    <a:pt x="1719" y="18466"/>
                  </a:lnTo>
                  <a:lnTo>
                    <a:pt x="1943" y="18660"/>
                  </a:lnTo>
                  <a:lnTo>
                    <a:pt x="2182" y="18854"/>
                  </a:lnTo>
                  <a:lnTo>
                    <a:pt x="2451" y="19033"/>
                  </a:lnTo>
                  <a:lnTo>
                    <a:pt x="2735" y="19212"/>
                  </a:lnTo>
                  <a:lnTo>
                    <a:pt x="3004" y="19362"/>
                  </a:lnTo>
                  <a:lnTo>
                    <a:pt x="3302" y="19496"/>
                  </a:lnTo>
                  <a:lnTo>
                    <a:pt x="3631" y="19631"/>
                  </a:lnTo>
                  <a:lnTo>
                    <a:pt x="3990" y="19750"/>
                  </a:lnTo>
                  <a:lnTo>
                    <a:pt x="4363" y="19855"/>
                  </a:lnTo>
                  <a:lnTo>
                    <a:pt x="4767" y="19945"/>
                  </a:lnTo>
                  <a:lnTo>
                    <a:pt x="5155" y="20019"/>
                  </a:lnTo>
                  <a:lnTo>
                    <a:pt x="5558" y="20064"/>
                  </a:lnTo>
                  <a:lnTo>
                    <a:pt x="5962" y="20094"/>
                  </a:lnTo>
                  <a:lnTo>
                    <a:pt x="6365" y="20109"/>
                  </a:lnTo>
                  <a:lnTo>
                    <a:pt x="6768" y="20109"/>
                  </a:lnTo>
                  <a:lnTo>
                    <a:pt x="7172" y="20094"/>
                  </a:lnTo>
                  <a:lnTo>
                    <a:pt x="7575" y="20049"/>
                  </a:lnTo>
                  <a:lnTo>
                    <a:pt x="7964" y="20004"/>
                  </a:lnTo>
                  <a:lnTo>
                    <a:pt x="8367" y="19930"/>
                  </a:lnTo>
                  <a:lnTo>
                    <a:pt x="8770" y="19855"/>
                  </a:lnTo>
                  <a:lnTo>
                    <a:pt x="9174" y="19750"/>
                  </a:lnTo>
                  <a:lnTo>
                    <a:pt x="9577" y="19646"/>
                  </a:lnTo>
                  <a:lnTo>
                    <a:pt x="9980" y="19526"/>
                  </a:lnTo>
                  <a:lnTo>
                    <a:pt x="10369" y="19392"/>
                  </a:lnTo>
                  <a:lnTo>
                    <a:pt x="10772" y="19242"/>
                  </a:lnTo>
                  <a:lnTo>
                    <a:pt x="11161" y="19093"/>
                  </a:lnTo>
                  <a:lnTo>
                    <a:pt x="11549" y="18929"/>
                  </a:lnTo>
                  <a:lnTo>
                    <a:pt x="11938" y="18749"/>
                  </a:lnTo>
                  <a:lnTo>
                    <a:pt x="12326" y="18570"/>
                  </a:lnTo>
                  <a:lnTo>
                    <a:pt x="12714" y="18376"/>
                  </a:lnTo>
                  <a:lnTo>
                    <a:pt x="13476" y="17958"/>
                  </a:lnTo>
                  <a:lnTo>
                    <a:pt x="14208" y="17524"/>
                  </a:lnTo>
                  <a:lnTo>
                    <a:pt x="14940" y="17061"/>
                  </a:lnTo>
                  <a:lnTo>
                    <a:pt x="15643" y="16583"/>
                  </a:lnTo>
                  <a:lnTo>
                    <a:pt x="16330" y="16075"/>
                  </a:lnTo>
                  <a:lnTo>
                    <a:pt x="16987" y="15582"/>
                  </a:lnTo>
                  <a:lnTo>
                    <a:pt x="17630" y="15059"/>
                  </a:lnTo>
                  <a:lnTo>
                    <a:pt x="18242" y="14551"/>
                  </a:lnTo>
                  <a:lnTo>
                    <a:pt x="18825" y="14043"/>
                  </a:lnTo>
                  <a:lnTo>
                    <a:pt x="19377" y="13550"/>
                  </a:lnTo>
                  <a:lnTo>
                    <a:pt x="19900" y="13072"/>
                  </a:lnTo>
                  <a:lnTo>
                    <a:pt x="20378" y="12594"/>
                  </a:lnTo>
                  <a:lnTo>
                    <a:pt x="21230" y="11743"/>
                  </a:lnTo>
                  <a:lnTo>
                    <a:pt x="21932" y="11011"/>
                  </a:lnTo>
                  <a:lnTo>
                    <a:pt x="22440" y="10443"/>
                  </a:lnTo>
                  <a:lnTo>
                    <a:pt x="22873" y="9950"/>
                  </a:lnTo>
                  <a:lnTo>
                    <a:pt x="22903" y="10264"/>
                  </a:lnTo>
                  <a:lnTo>
                    <a:pt x="22963" y="10622"/>
                  </a:lnTo>
                  <a:lnTo>
                    <a:pt x="23053" y="10996"/>
                  </a:lnTo>
                  <a:lnTo>
                    <a:pt x="23172" y="11384"/>
                  </a:lnTo>
                  <a:lnTo>
                    <a:pt x="23322" y="11788"/>
                  </a:lnTo>
                  <a:lnTo>
                    <a:pt x="23486" y="12221"/>
                  </a:lnTo>
                  <a:lnTo>
                    <a:pt x="23680" y="12654"/>
                  </a:lnTo>
                  <a:lnTo>
                    <a:pt x="23904" y="13117"/>
                  </a:lnTo>
                  <a:lnTo>
                    <a:pt x="24143" y="13580"/>
                  </a:lnTo>
                  <a:lnTo>
                    <a:pt x="24397" y="14073"/>
                  </a:lnTo>
                  <a:lnTo>
                    <a:pt x="24950" y="15059"/>
                  </a:lnTo>
                  <a:lnTo>
                    <a:pt x="25548" y="16075"/>
                  </a:lnTo>
                  <a:lnTo>
                    <a:pt x="26190" y="17121"/>
                  </a:lnTo>
                  <a:lnTo>
                    <a:pt x="27505" y="19227"/>
                  </a:lnTo>
                  <a:lnTo>
                    <a:pt x="28147" y="20258"/>
                  </a:lnTo>
                  <a:lnTo>
                    <a:pt x="28775" y="21274"/>
                  </a:lnTo>
                  <a:lnTo>
                    <a:pt x="29342" y="22260"/>
                  </a:lnTo>
                  <a:lnTo>
                    <a:pt x="29865" y="23201"/>
                  </a:lnTo>
                  <a:lnTo>
                    <a:pt x="30104" y="23650"/>
                  </a:lnTo>
                  <a:lnTo>
                    <a:pt x="30328" y="24083"/>
                  </a:lnTo>
                  <a:lnTo>
                    <a:pt x="30522" y="24501"/>
                  </a:lnTo>
                  <a:lnTo>
                    <a:pt x="30687" y="24889"/>
                  </a:lnTo>
                  <a:lnTo>
                    <a:pt x="31643" y="24845"/>
                  </a:lnTo>
                  <a:lnTo>
                    <a:pt x="32016" y="24830"/>
                  </a:lnTo>
                  <a:lnTo>
                    <a:pt x="34481" y="24695"/>
                  </a:lnTo>
                  <a:lnTo>
                    <a:pt x="34466" y="24486"/>
                  </a:lnTo>
                  <a:lnTo>
                    <a:pt x="34437" y="24172"/>
                  </a:lnTo>
                  <a:lnTo>
                    <a:pt x="34392" y="23784"/>
                  </a:lnTo>
                  <a:lnTo>
                    <a:pt x="34317" y="23291"/>
                  </a:lnTo>
                  <a:lnTo>
                    <a:pt x="34093" y="22081"/>
                  </a:lnTo>
                  <a:lnTo>
                    <a:pt x="33809" y="20617"/>
                  </a:lnTo>
                  <a:lnTo>
                    <a:pt x="33451" y="18929"/>
                  </a:lnTo>
                  <a:lnTo>
                    <a:pt x="33032" y="17076"/>
                  </a:lnTo>
                  <a:lnTo>
                    <a:pt x="32569" y="15104"/>
                  </a:lnTo>
                  <a:lnTo>
                    <a:pt x="32061" y="13072"/>
                  </a:lnTo>
                  <a:lnTo>
                    <a:pt x="31508" y="11026"/>
                  </a:lnTo>
                  <a:lnTo>
                    <a:pt x="31225" y="10010"/>
                  </a:lnTo>
                  <a:lnTo>
                    <a:pt x="30926" y="9009"/>
                  </a:lnTo>
                  <a:lnTo>
                    <a:pt x="30642" y="8038"/>
                  </a:lnTo>
                  <a:lnTo>
                    <a:pt x="30328" y="7097"/>
                  </a:lnTo>
                  <a:lnTo>
                    <a:pt x="30029" y="6185"/>
                  </a:lnTo>
                  <a:lnTo>
                    <a:pt x="29716" y="5304"/>
                  </a:lnTo>
                  <a:lnTo>
                    <a:pt x="29417" y="4482"/>
                  </a:lnTo>
                  <a:lnTo>
                    <a:pt x="29103" y="3705"/>
                  </a:lnTo>
                  <a:lnTo>
                    <a:pt x="28804" y="3003"/>
                  </a:lnTo>
                  <a:lnTo>
                    <a:pt x="28491" y="2346"/>
                  </a:lnTo>
                  <a:lnTo>
                    <a:pt x="28192" y="1778"/>
                  </a:lnTo>
                  <a:lnTo>
                    <a:pt x="28042" y="1524"/>
                  </a:lnTo>
                  <a:lnTo>
                    <a:pt x="27893" y="1285"/>
                  </a:lnTo>
                  <a:lnTo>
                    <a:pt x="27744" y="1061"/>
                  </a:lnTo>
                  <a:lnTo>
                    <a:pt x="27594" y="867"/>
                  </a:lnTo>
                  <a:lnTo>
                    <a:pt x="27445" y="702"/>
                  </a:lnTo>
                  <a:lnTo>
                    <a:pt x="27310" y="553"/>
                  </a:lnTo>
                  <a:lnTo>
                    <a:pt x="27131" y="404"/>
                  </a:lnTo>
                  <a:lnTo>
                    <a:pt x="26937" y="284"/>
                  </a:lnTo>
                  <a:lnTo>
                    <a:pt x="26728" y="194"/>
                  </a:lnTo>
                  <a:lnTo>
                    <a:pt x="26489" y="105"/>
                  </a:lnTo>
                  <a:lnTo>
                    <a:pt x="26250" y="60"/>
                  </a:lnTo>
                  <a:lnTo>
                    <a:pt x="25981" y="15"/>
                  </a:lnTo>
                  <a:lnTo>
                    <a:pt x="256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2"/>
            <p:cNvSpPr/>
            <p:nvPr/>
          </p:nvSpPr>
          <p:spPr>
            <a:xfrm>
              <a:off x="-884023" y="4442734"/>
              <a:ext cx="123520" cy="121861"/>
            </a:xfrm>
            <a:custGeom>
              <a:avLst/>
              <a:gdLst/>
              <a:ahLst/>
              <a:cxnLst/>
              <a:rect l="l" t="t" r="r" b="b"/>
              <a:pathLst>
                <a:path w="4393" h="4334" extrusionOk="0">
                  <a:moveTo>
                    <a:pt x="3198" y="1"/>
                  </a:moveTo>
                  <a:lnTo>
                    <a:pt x="1" y="255"/>
                  </a:lnTo>
                  <a:lnTo>
                    <a:pt x="957" y="4124"/>
                  </a:lnTo>
                  <a:lnTo>
                    <a:pt x="1211" y="4184"/>
                  </a:lnTo>
                  <a:lnTo>
                    <a:pt x="1509" y="4243"/>
                  </a:lnTo>
                  <a:lnTo>
                    <a:pt x="1913" y="4288"/>
                  </a:lnTo>
                  <a:lnTo>
                    <a:pt x="2421" y="4318"/>
                  </a:lnTo>
                  <a:lnTo>
                    <a:pt x="2705" y="4333"/>
                  </a:lnTo>
                  <a:lnTo>
                    <a:pt x="3003" y="4318"/>
                  </a:lnTo>
                  <a:lnTo>
                    <a:pt x="3332" y="4303"/>
                  </a:lnTo>
                  <a:lnTo>
                    <a:pt x="3661" y="4288"/>
                  </a:lnTo>
                  <a:lnTo>
                    <a:pt x="4019" y="4243"/>
                  </a:lnTo>
                  <a:lnTo>
                    <a:pt x="4393" y="4184"/>
                  </a:lnTo>
                  <a:lnTo>
                    <a:pt x="3198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2"/>
            <p:cNvSpPr/>
            <p:nvPr/>
          </p:nvSpPr>
          <p:spPr>
            <a:xfrm>
              <a:off x="-918467" y="4407868"/>
              <a:ext cx="163841" cy="97905"/>
            </a:xfrm>
            <a:custGeom>
              <a:avLst/>
              <a:gdLst/>
              <a:ahLst/>
              <a:cxnLst/>
              <a:rect l="l" t="t" r="r" b="b"/>
              <a:pathLst>
                <a:path w="5827" h="3482" extrusionOk="0">
                  <a:moveTo>
                    <a:pt x="5349" y="1"/>
                  </a:moveTo>
                  <a:lnTo>
                    <a:pt x="0" y="1256"/>
                  </a:lnTo>
                  <a:lnTo>
                    <a:pt x="45" y="1539"/>
                  </a:lnTo>
                  <a:lnTo>
                    <a:pt x="90" y="1838"/>
                  </a:lnTo>
                  <a:lnTo>
                    <a:pt x="150" y="2122"/>
                  </a:lnTo>
                  <a:lnTo>
                    <a:pt x="225" y="2391"/>
                  </a:lnTo>
                  <a:lnTo>
                    <a:pt x="314" y="2675"/>
                  </a:lnTo>
                  <a:lnTo>
                    <a:pt x="419" y="2944"/>
                  </a:lnTo>
                  <a:lnTo>
                    <a:pt x="523" y="3213"/>
                  </a:lnTo>
                  <a:lnTo>
                    <a:pt x="658" y="3482"/>
                  </a:lnTo>
                  <a:lnTo>
                    <a:pt x="5812" y="2316"/>
                  </a:lnTo>
                  <a:lnTo>
                    <a:pt x="5827" y="2017"/>
                  </a:lnTo>
                  <a:lnTo>
                    <a:pt x="5827" y="1719"/>
                  </a:lnTo>
                  <a:lnTo>
                    <a:pt x="5797" y="1420"/>
                  </a:lnTo>
                  <a:lnTo>
                    <a:pt x="5767" y="1121"/>
                  </a:lnTo>
                  <a:lnTo>
                    <a:pt x="5707" y="837"/>
                  </a:lnTo>
                  <a:lnTo>
                    <a:pt x="5618" y="553"/>
                  </a:lnTo>
                  <a:lnTo>
                    <a:pt x="5498" y="270"/>
                  </a:lnTo>
                  <a:lnTo>
                    <a:pt x="5349" y="1"/>
                  </a:lnTo>
                  <a:close/>
                </a:path>
              </a:pathLst>
            </a:custGeom>
            <a:solidFill>
              <a:srgbClr val="4C0C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2"/>
            <p:cNvSpPr/>
            <p:nvPr/>
          </p:nvSpPr>
          <p:spPr>
            <a:xfrm>
              <a:off x="-905870" y="4511622"/>
              <a:ext cx="371376" cy="177731"/>
            </a:xfrm>
            <a:custGeom>
              <a:avLst/>
              <a:gdLst/>
              <a:ahLst/>
              <a:cxnLst/>
              <a:rect l="l" t="t" r="r" b="b"/>
              <a:pathLst>
                <a:path w="13208" h="6321" extrusionOk="0">
                  <a:moveTo>
                    <a:pt x="4886" y="1"/>
                  </a:moveTo>
                  <a:lnTo>
                    <a:pt x="4766" y="31"/>
                  </a:lnTo>
                  <a:lnTo>
                    <a:pt x="4647" y="75"/>
                  </a:lnTo>
                  <a:lnTo>
                    <a:pt x="4527" y="135"/>
                  </a:lnTo>
                  <a:lnTo>
                    <a:pt x="4408" y="210"/>
                  </a:lnTo>
                  <a:lnTo>
                    <a:pt x="4303" y="299"/>
                  </a:lnTo>
                  <a:lnTo>
                    <a:pt x="4094" y="494"/>
                  </a:lnTo>
                  <a:lnTo>
                    <a:pt x="3915" y="673"/>
                  </a:lnTo>
                  <a:lnTo>
                    <a:pt x="3765" y="837"/>
                  </a:lnTo>
                  <a:lnTo>
                    <a:pt x="3646" y="1002"/>
                  </a:lnTo>
                  <a:lnTo>
                    <a:pt x="3526" y="1032"/>
                  </a:lnTo>
                  <a:lnTo>
                    <a:pt x="3407" y="1046"/>
                  </a:lnTo>
                  <a:lnTo>
                    <a:pt x="3153" y="1046"/>
                  </a:lnTo>
                  <a:lnTo>
                    <a:pt x="2884" y="1032"/>
                  </a:lnTo>
                  <a:lnTo>
                    <a:pt x="2630" y="987"/>
                  </a:lnTo>
                  <a:lnTo>
                    <a:pt x="2361" y="942"/>
                  </a:lnTo>
                  <a:lnTo>
                    <a:pt x="2092" y="867"/>
                  </a:lnTo>
                  <a:lnTo>
                    <a:pt x="1584" y="763"/>
                  </a:lnTo>
                  <a:lnTo>
                    <a:pt x="1345" y="703"/>
                  </a:lnTo>
                  <a:lnTo>
                    <a:pt x="1106" y="673"/>
                  </a:lnTo>
                  <a:lnTo>
                    <a:pt x="897" y="673"/>
                  </a:lnTo>
                  <a:lnTo>
                    <a:pt x="703" y="688"/>
                  </a:lnTo>
                  <a:lnTo>
                    <a:pt x="613" y="703"/>
                  </a:lnTo>
                  <a:lnTo>
                    <a:pt x="524" y="733"/>
                  </a:lnTo>
                  <a:lnTo>
                    <a:pt x="449" y="778"/>
                  </a:lnTo>
                  <a:lnTo>
                    <a:pt x="374" y="822"/>
                  </a:lnTo>
                  <a:lnTo>
                    <a:pt x="314" y="882"/>
                  </a:lnTo>
                  <a:lnTo>
                    <a:pt x="255" y="957"/>
                  </a:lnTo>
                  <a:lnTo>
                    <a:pt x="210" y="1046"/>
                  </a:lnTo>
                  <a:lnTo>
                    <a:pt x="165" y="1151"/>
                  </a:lnTo>
                  <a:lnTo>
                    <a:pt x="105" y="1390"/>
                  </a:lnTo>
                  <a:lnTo>
                    <a:pt x="60" y="1689"/>
                  </a:lnTo>
                  <a:lnTo>
                    <a:pt x="31" y="2018"/>
                  </a:lnTo>
                  <a:lnTo>
                    <a:pt x="1" y="2391"/>
                  </a:lnTo>
                  <a:lnTo>
                    <a:pt x="1" y="2779"/>
                  </a:lnTo>
                  <a:lnTo>
                    <a:pt x="1" y="3198"/>
                  </a:lnTo>
                  <a:lnTo>
                    <a:pt x="31" y="4019"/>
                  </a:lnTo>
                  <a:lnTo>
                    <a:pt x="75" y="4781"/>
                  </a:lnTo>
                  <a:lnTo>
                    <a:pt x="120" y="5424"/>
                  </a:lnTo>
                  <a:lnTo>
                    <a:pt x="180" y="6021"/>
                  </a:lnTo>
                  <a:lnTo>
                    <a:pt x="2137" y="6111"/>
                  </a:lnTo>
                  <a:lnTo>
                    <a:pt x="4154" y="6186"/>
                  </a:lnTo>
                  <a:lnTo>
                    <a:pt x="6469" y="6260"/>
                  </a:lnTo>
                  <a:lnTo>
                    <a:pt x="7665" y="6290"/>
                  </a:lnTo>
                  <a:lnTo>
                    <a:pt x="8815" y="6320"/>
                  </a:lnTo>
                  <a:lnTo>
                    <a:pt x="9891" y="6320"/>
                  </a:lnTo>
                  <a:lnTo>
                    <a:pt x="10862" y="6305"/>
                  </a:lnTo>
                  <a:lnTo>
                    <a:pt x="11698" y="6275"/>
                  </a:lnTo>
                  <a:lnTo>
                    <a:pt x="12057" y="6260"/>
                  </a:lnTo>
                  <a:lnTo>
                    <a:pt x="12356" y="6230"/>
                  </a:lnTo>
                  <a:lnTo>
                    <a:pt x="12610" y="6201"/>
                  </a:lnTo>
                  <a:lnTo>
                    <a:pt x="12804" y="6156"/>
                  </a:lnTo>
                  <a:lnTo>
                    <a:pt x="12923" y="6111"/>
                  </a:lnTo>
                  <a:lnTo>
                    <a:pt x="12968" y="6081"/>
                  </a:lnTo>
                  <a:lnTo>
                    <a:pt x="12983" y="6066"/>
                  </a:lnTo>
                  <a:lnTo>
                    <a:pt x="13088" y="5812"/>
                  </a:lnTo>
                  <a:lnTo>
                    <a:pt x="13133" y="5663"/>
                  </a:lnTo>
                  <a:lnTo>
                    <a:pt x="13177" y="5513"/>
                  </a:lnTo>
                  <a:lnTo>
                    <a:pt x="13207" y="5364"/>
                  </a:lnTo>
                  <a:lnTo>
                    <a:pt x="13207" y="5215"/>
                  </a:lnTo>
                  <a:lnTo>
                    <a:pt x="13207" y="5050"/>
                  </a:lnTo>
                  <a:lnTo>
                    <a:pt x="13192" y="4901"/>
                  </a:lnTo>
                  <a:lnTo>
                    <a:pt x="13148" y="4751"/>
                  </a:lnTo>
                  <a:lnTo>
                    <a:pt x="13073" y="4602"/>
                  </a:lnTo>
                  <a:lnTo>
                    <a:pt x="12968" y="4468"/>
                  </a:lnTo>
                  <a:lnTo>
                    <a:pt x="12834" y="4333"/>
                  </a:lnTo>
                  <a:lnTo>
                    <a:pt x="12684" y="4229"/>
                  </a:lnTo>
                  <a:lnTo>
                    <a:pt x="12475" y="4124"/>
                  </a:lnTo>
                  <a:lnTo>
                    <a:pt x="12236" y="4049"/>
                  </a:lnTo>
                  <a:lnTo>
                    <a:pt x="11952" y="3975"/>
                  </a:lnTo>
                  <a:lnTo>
                    <a:pt x="11713" y="3915"/>
                  </a:lnTo>
                  <a:lnTo>
                    <a:pt x="11429" y="3810"/>
                  </a:lnTo>
                  <a:lnTo>
                    <a:pt x="11116" y="3676"/>
                  </a:lnTo>
                  <a:lnTo>
                    <a:pt x="10772" y="3511"/>
                  </a:lnTo>
                  <a:lnTo>
                    <a:pt x="10414" y="3317"/>
                  </a:lnTo>
                  <a:lnTo>
                    <a:pt x="10025" y="3093"/>
                  </a:lnTo>
                  <a:lnTo>
                    <a:pt x="9218" y="2615"/>
                  </a:lnTo>
                  <a:lnTo>
                    <a:pt x="8666" y="2257"/>
                  </a:lnTo>
                  <a:lnTo>
                    <a:pt x="8442" y="2122"/>
                  </a:lnTo>
                  <a:lnTo>
                    <a:pt x="7844" y="1734"/>
                  </a:lnTo>
                  <a:lnTo>
                    <a:pt x="7485" y="1495"/>
                  </a:lnTo>
                  <a:lnTo>
                    <a:pt x="6992" y="1166"/>
                  </a:lnTo>
                  <a:lnTo>
                    <a:pt x="6305" y="718"/>
                  </a:lnTo>
                  <a:lnTo>
                    <a:pt x="5708" y="344"/>
                  </a:lnTo>
                  <a:lnTo>
                    <a:pt x="5469" y="210"/>
                  </a:lnTo>
                  <a:lnTo>
                    <a:pt x="5274" y="90"/>
                  </a:lnTo>
                  <a:lnTo>
                    <a:pt x="5110" y="31"/>
                  </a:lnTo>
                  <a:lnTo>
                    <a:pt x="50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2"/>
            <p:cNvSpPr/>
            <p:nvPr/>
          </p:nvSpPr>
          <p:spPr>
            <a:xfrm>
              <a:off x="-726929" y="4560349"/>
              <a:ext cx="58428" cy="47490"/>
            </a:xfrm>
            <a:custGeom>
              <a:avLst/>
              <a:gdLst/>
              <a:ahLst/>
              <a:cxnLst/>
              <a:rect l="l" t="t" r="r" b="b"/>
              <a:pathLst>
                <a:path w="2078" h="1689" extrusionOk="0">
                  <a:moveTo>
                    <a:pt x="1480" y="1"/>
                  </a:moveTo>
                  <a:lnTo>
                    <a:pt x="1345" y="45"/>
                  </a:lnTo>
                  <a:lnTo>
                    <a:pt x="1181" y="120"/>
                  </a:lnTo>
                  <a:lnTo>
                    <a:pt x="1062" y="195"/>
                  </a:lnTo>
                  <a:lnTo>
                    <a:pt x="942" y="270"/>
                  </a:lnTo>
                  <a:lnTo>
                    <a:pt x="733" y="449"/>
                  </a:lnTo>
                  <a:lnTo>
                    <a:pt x="539" y="658"/>
                  </a:lnTo>
                  <a:lnTo>
                    <a:pt x="374" y="852"/>
                  </a:lnTo>
                  <a:lnTo>
                    <a:pt x="240" y="1046"/>
                  </a:lnTo>
                  <a:lnTo>
                    <a:pt x="135" y="1196"/>
                  </a:lnTo>
                  <a:lnTo>
                    <a:pt x="31" y="1360"/>
                  </a:lnTo>
                  <a:lnTo>
                    <a:pt x="16" y="1405"/>
                  </a:lnTo>
                  <a:lnTo>
                    <a:pt x="1" y="1450"/>
                  </a:lnTo>
                  <a:lnTo>
                    <a:pt x="16" y="1525"/>
                  </a:lnTo>
                  <a:lnTo>
                    <a:pt x="46" y="1599"/>
                  </a:lnTo>
                  <a:lnTo>
                    <a:pt x="76" y="1644"/>
                  </a:lnTo>
                  <a:lnTo>
                    <a:pt x="120" y="1659"/>
                  </a:lnTo>
                  <a:lnTo>
                    <a:pt x="165" y="1689"/>
                  </a:lnTo>
                  <a:lnTo>
                    <a:pt x="255" y="1689"/>
                  </a:lnTo>
                  <a:lnTo>
                    <a:pt x="300" y="1674"/>
                  </a:lnTo>
                  <a:lnTo>
                    <a:pt x="374" y="1644"/>
                  </a:lnTo>
                  <a:lnTo>
                    <a:pt x="419" y="1569"/>
                  </a:lnTo>
                  <a:lnTo>
                    <a:pt x="509" y="1450"/>
                  </a:lnTo>
                  <a:lnTo>
                    <a:pt x="599" y="1315"/>
                  </a:lnTo>
                  <a:lnTo>
                    <a:pt x="718" y="1151"/>
                  </a:lnTo>
                  <a:lnTo>
                    <a:pt x="852" y="972"/>
                  </a:lnTo>
                  <a:lnTo>
                    <a:pt x="1017" y="807"/>
                  </a:lnTo>
                  <a:lnTo>
                    <a:pt x="1196" y="643"/>
                  </a:lnTo>
                  <a:lnTo>
                    <a:pt x="1301" y="583"/>
                  </a:lnTo>
                  <a:lnTo>
                    <a:pt x="1390" y="524"/>
                  </a:lnTo>
                  <a:lnTo>
                    <a:pt x="1585" y="434"/>
                  </a:lnTo>
                  <a:lnTo>
                    <a:pt x="1764" y="389"/>
                  </a:lnTo>
                  <a:lnTo>
                    <a:pt x="1928" y="374"/>
                  </a:lnTo>
                  <a:lnTo>
                    <a:pt x="2078" y="389"/>
                  </a:lnTo>
                  <a:lnTo>
                    <a:pt x="2078" y="285"/>
                  </a:lnTo>
                  <a:lnTo>
                    <a:pt x="2033" y="210"/>
                  </a:lnTo>
                  <a:lnTo>
                    <a:pt x="1988" y="150"/>
                  </a:lnTo>
                  <a:lnTo>
                    <a:pt x="1913" y="90"/>
                  </a:lnTo>
                  <a:lnTo>
                    <a:pt x="1824" y="60"/>
                  </a:lnTo>
                  <a:lnTo>
                    <a:pt x="1719" y="31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2"/>
            <p:cNvSpPr/>
            <p:nvPr/>
          </p:nvSpPr>
          <p:spPr>
            <a:xfrm>
              <a:off x="-745824" y="4544379"/>
              <a:ext cx="50443" cy="45832"/>
            </a:xfrm>
            <a:custGeom>
              <a:avLst/>
              <a:gdLst/>
              <a:ahLst/>
              <a:cxnLst/>
              <a:rect l="l" t="t" r="r" b="b"/>
              <a:pathLst>
                <a:path w="1794" h="1630" extrusionOk="0">
                  <a:moveTo>
                    <a:pt x="1300" y="1"/>
                  </a:moveTo>
                  <a:lnTo>
                    <a:pt x="1181" y="61"/>
                  </a:lnTo>
                  <a:lnTo>
                    <a:pt x="1061" y="135"/>
                  </a:lnTo>
                  <a:lnTo>
                    <a:pt x="942" y="210"/>
                  </a:lnTo>
                  <a:lnTo>
                    <a:pt x="718" y="404"/>
                  </a:lnTo>
                  <a:lnTo>
                    <a:pt x="524" y="599"/>
                  </a:lnTo>
                  <a:lnTo>
                    <a:pt x="359" y="793"/>
                  </a:lnTo>
                  <a:lnTo>
                    <a:pt x="225" y="987"/>
                  </a:lnTo>
                  <a:lnTo>
                    <a:pt x="120" y="1136"/>
                  </a:lnTo>
                  <a:lnTo>
                    <a:pt x="31" y="1301"/>
                  </a:lnTo>
                  <a:lnTo>
                    <a:pt x="1" y="1346"/>
                  </a:lnTo>
                  <a:lnTo>
                    <a:pt x="1" y="1390"/>
                  </a:lnTo>
                  <a:lnTo>
                    <a:pt x="1" y="1480"/>
                  </a:lnTo>
                  <a:lnTo>
                    <a:pt x="45" y="1555"/>
                  </a:lnTo>
                  <a:lnTo>
                    <a:pt x="75" y="1585"/>
                  </a:lnTo>
                  <a:lnTo>
                    <a:pt x="120" y="1614"/>
                  </a:lnTo>
                  <a:lnTo>
                    <a:pt x="150" y="1629"/>
                  </a:lnTo>
                  <a:lnTo>
                    <a:pt x="284" y="1629"/>
                  </a:lnTo>
                  <a:lnTo>
                    <a:pt x="359" y="1585"/>
                  </a:lnTo>
                  <a:lnTo>
                    <a:pt x="419" y="1525"/>
                  </a:lnTo>
                  <a:lnTo>
                    <a:pt x="494" y="1390"/>
                  </a:lnTo>
                  <a:lnTo>
                    <a:pt x="583" y="1256"/>
                  </a:lnTo>
                  <a:lnTo>
                    <a:pt x="703" y="1092"/>
                  </a:lnTo>
                  <a:lnTo>
                    <a:pt x="852" y="912"/>
                  </a:lnTo>
                  <a:lnTo>
                    <a:pt x="1017" y="748"/>
                  </a:lnTo>
                  <a:lnTo>
                    <a:pt x="1196" y="584"/>
                  </a:lnTo>
                  <a:lnTo>
                    <a:pt x="1285" y="524"/>
                  </a:lnTo>
                  <a:lnTo>
                    <a:pt x="1390" y="464"/>
                  </a:lnTo>
                  <a:lnTo>
                    <a:pt x="1495" y="404"/>
                  </a:lnTo>
                  <a:lnTo>
                    <a:pt x="1599" y="374"/>
                  </a:lnTo>
                  <a:lnTo>
                    <a:pt x="1704" y="345"/>
                  </a:lnTo>
                  <a:lnTo>
                    <a:pt x="1793" y="330"/>
                  </a:lnTo>
                  <a:lnTo>
                    <a:pt x="1778" y="225"/>
                  </a:lnTo>
                  <a:lnTo>
                    <a:pt x="1734" y="150"/>
                  </a:lnTo>
                  <a:lnTo>
                    <a:pt x="1674" y="91"/>
                  </a:lnTo>
                  <a:lnTo>
                    <a:pt x="1614" y="61"/>
                  </a:lnTo>
                  <a:lnTo>
                    <a:pt x="1539" y="31"/>
                  </a:lnTo>
                  <a:lnTo>
                    <a:pt x="1465" y="16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2"/>
            <p:cNvSpPr/>
            <p:nvPr/>
          </p:nvSpPr>
          <p:spPr>
            <a:xfrm>
              <a:off x="-700864" y="4575055"/>
              <a:ext cx="54211" cy="47069"/>
            </a:xfrm>
            <a:custGeom>
              <a:avLst/>
              <a:gdLst/>
              <a:ahLst/>
              <a:cxnLst/>
              <a:rect l="l" t="t" r="r" b="b"/>
              <a:pathLst>
                <a:path w="1928" h="1674" extrusionOk="0">
                  <a:moveTo>
                    <a:pt x="1375" y="1"/>
                  </a:moveTo>
                  <a:lnTo>
                    <a:pt x="1180" y="105"/>
                  </a:lnTo>
                  <a:lnTo>
                    <a:pt x="1061" y="165"/>
                  </a:lnTo>
                  <a:lnTo>
                    <a:pt x="941" y="255"/>
                  </a:lnTo>
                  <a:lnTo>
                    <a:pt x="717" y="434"/>
                  </a:lnTo>
                  <a:lnTo>
                    <a:pt x="523" y="628"/>
                  </a:lnTo>
                  <a:lnTo>
                    <a:pt x="359" y="837"/>
                  </a:lnTo>
                  <a:lnTo>
                    <a:pt x="224" y="1016"/>
                  </a:lnTo>
                  <a:lnTo>
                    <a:pt x="120" y="1181"/>
                  </a:lnTo>
                  <a:lnTo>
                    <a:pt x="15" y="1330"/>
                  </a:lnTo>
                  <a:lnTo>
                    <a:pt x="0" y="1375"/>
                  </a:lnTo>
                  <a:lnTo>
                    <a:pt x="0" y="1420"/>
                  </a:lnTo>
                  <a:lnTo>
                    <a:pt x="0" y="1509"/>
                  </a:lnTo>
                  <a:lnTo>
                    <a:pt x="45" y="1584"/>
                  </a:lnTo>
                  <a:lnTo>
                    <a:pt x="75" y="1614"/>
                  </a:lnTo>
                  <a:lnTo>
                    <a:pt x="105" y="1644"/>
                  </a:lnTo>
                  <a:lnTo>
                    <a:pt x="150" y="1659"/>
                  </a:lnTo>
                  <a:lnTo>
                    <a:pt x="194" y="1674"/>
                  </a:lnTo>
                  <a:lnTo>
                    <a:pt x="284" y="1659"/>
                  </a:lnTo>
                  <a:lnTo>
                    <a:pt x="359" y="1614"/>
                  </a:lnTo>
                  <a:lnTo>
                    <a:pt x="418" y="1554"/>
                  </a:lnTo>
                  <a:lnTo>
                    <a:pt x="493" y="1420"/>
                  </a:lnTo>
                  <a:lnTo>
                    <a:pt x="583" y="1285"/>
                  </a:lnTo>
                  <a:lnTo>
                    <a:pt x="702" y="1121"/>
                  </a:lnTo>
                  <a:lnTo>
                    <a:pt x="837" y="957"/>
                  </a:lnTo>
                  <a:lnTo>
                    <a:pt x="1001" y="777"/>
                  </a:lnTo>
                  <a:lnTo>
                    <a:pt x="1195" y="628"/>
                  </a:lnTo>
                  <a:lnTo>
                    <a:pt x="1285" y="553"/>
                  </a:lnTo>
                  <a:lnTo>
                    <a:pt x="1390" y="494"/>
                  </a:lnTo>
                  <a:lnTo>
                    <a:pt x="1524" y="434"/>
                  </a:lnTo>
                  <a:lnTo>
                    <a:pt x="1673" y="389"/>
                  </a:lnTo>
                  <a:lnTo>
                    <a:pt x="1808" y="359"/>
                  </a:lnTo>
                  <a:lnTo>
                    <a:pt x="1927" y="359"/>
                  </a:lnTo>
                  <a:lnTo>
                    <a:pt x="1927" y="255"/>
                  </a:lnTo>
                  <a:lnTo>
                    <a:pt x="1898" y="180"/>
                  </a:lnTo>
                  <a:lnTo>
                    <a:pt x="1853" y="105"/>
                  </a:lnTo>
                  <a:lnTo>
                    <a:pt x="1793" y="60"/>
                  </a:lnTo>
                  <a:lnTo>
                    <a:pt x="1718" y="30"/>
                  </a:lnTo>
                  <a:lnTo>
                    <a:pt x="1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2"/>
            <p:cNvSpPr/>
            <p:nvPr/>
          </p:nvSpPr>
          <p:spPr>
            <a:xfrm>
              <a:off x="-765563" y="2987229"/>
              <a:ext cx="62618" cy="161732"/>
            </a:xfrm>
            <a:custGeom>
              <a:avLst/>
              <a:gdLst/>
              <a:ahLst/>
              <a:cxnLst/>
              <a:rect l="l" t="t" r="r" b="b"/>
              <a:pathLst>
                <a:path w="2227" h="5752" extrusionOk="0">
                  <a:moveTo>
                    <a:pt x="927" y="0"/>
                  </a:moveTo>
                  <a:lnTo>
                    <a:pt x="822" y="15"/>
                  </a:lnTo>
                  <a:lnTo>
                    <a:pt x="733" y="30"/>
                  </a:lnTo>
                  <a:lnTo>
                    <a:pt x="628" y="60"/>
                  </a:lnTo>
                  <a:lnTo>
                    <a:pt x="538" y="105"/>
                  </a:lnTo>
                  <a:lnTo>
                    <a:pt x="464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4" y="344"/>
                  </a:lnTo>
                  <a:lnTo>
                    <a:pt x="195" y="418"/>
                  </a:lnTo>
                  <a:lnTo>
                    <a:pt x="135" y="493"/>
                  </a:lnTo>
                  <a:lnTo>
                    <a:pt x="90" y="568"/>
                  </a:lnTo>
                  <a:lnTo>
                    <a:pt x="60" y="657"/>
                  </a:lnTo>
                  <a:lnTo>
                    <a:pt x="30" y="762"/>
                  </a:lnTo>
                  <a:lnTo>
                    <a:pt x="15" y="852"/>
                  </a:lnTo>
                  <a:lnTo>
                    <a:pt x="0" y="956"/>
                  </a:lnTo>
                  <a:lnTo>
                    <a:pt x="0" y="1046"/>
                  </a:lnTo>
                  <a:lnTo>
                    <a:pt x="269" y="4826"/>
                  </a:lnTo>
                  <a:lnTo>
                    <a:pt x="284" y="4930"/>
                  </a:lnTo>
                  <a:lnTo>
                    <a:pt x="299" y="5020"/>
                  </a:lnTo>
                  <a:lnTo>
                    <a:pt x="329" y="5124"/>
                  </a:lnTo>
                  <a:lnTo>
                    <a:pt x="374" y="5214"/>
                  </a:lnTo>
                  <a:lnTo>
                    <a:pt x="419" y="5289"/>
                  </a:lnTo>
                  <a:lnTo>
                    <a:pt x="464" y="5363"/>
                  </a:lnTo>
                  <a:lnTo>
                    <a:pt x="538" y="5438"/>
                  </a:lnTo>
                  <a:lnTo>
                    <a:pt x="598" y="5498"/>
                  </a:lnTo>
                  <a:lnTo>
                    <a:pt x="673" y="5558"/>
                  </a:lnTo>
                  <a:lnTo>
                    <a:pt x="747" y="5617"/>
                  </a:lnTo>
                  <a:lnTo>
                    <a:pt x="837" y="5662"/>
                  </a:lnTo>
                  <a:lnTo>
                    <a:pt x="927" y="5692"/>
                  </a:lnTo>
                  <a:lnTo>
                    <a:pt x="1016" y="5722"/>
                  </a:lnTo>
                  <a:lnTo>
                    <a:pt x="1121" y="5737"/>
                  </a:lnTo>
                  <a:lnTo>
                    <a:pt x="1211" y="5752"/>
                  </a:lnTo>
                  <a:lnTo>
                    <a:pt x="1315" y="5752"/>
                  </a:lnTo>
                  <a:lnTo>
                    <a:pt x="1420" y="5737"/>
                  </a:lnTo>
                  <a:lnTo>
                    <a:pt x="1509" y="5707"/>
                  </a:lnTo>
                  <a:lnTo>
                    <a:pt x="1599" y="5677"/>
                  </a:lnTo>
                  <a:lnTo>
                    <a:pt x="1689" y="5647"/>
                  </a:lnTo>
                  <a:lnTo>
                    <a:pt x="1778" y="5588"/>
                  </a:lnTo>
                  <a:lnTo>
                    <a:pt x="1853" y="5543"/>
                  </a:lnTo>
                  <a:lnTo>
                    <a:pt x="1928" y="5483"/>
                  </a:lnTo>
                  <a:lnTo>
                    <a:pt x="1987" y="5408"/>
                  </a:lnTo>
                  <a:lnTo>
                    <a:pt x="2047" y="5334"/>
                  </a:lnTo>
                  <a:lnTo>
                    <a:pt x="2092" y="5259"/>
                  </a:lnTo>
                  <a:lnTo>
                    <a:pt x="2137" y="5169"/>
                  </a:lnTo>
                  <a:lnTo>
                    <a:pt x="2182" y="5080"/>
                  </a:lnTo>
                  <a:lnTo>
                    <a:pt x="2197" y="4990"/>
                  </a:lnTo>
                  <a:lnTo>
                    <a:pt x="2226" y="4900"/>
                  </a:lnTo>
                  <a:lnTo>
                    <a:pt x="2226" y="4796"/>
                  </a:lnTo>
                  <a:lnTo>
                    <a:pt x="2226" y="4691"/>
                  </a:lnTo>
                  <a:lnTo>
                    <a:pt x="1973" y="911"/>
                  </a:lnTo>
                  <a:lnTo>
                    <a:pt x="1943" y="777"/>
                  </a:lnTo>
                  <a:lnTo>
                    <a:pt x="1913" y="643"/>
                  </a:lnTo>
                  <a:lnTo>
                    <a:pt x="1853" y="508"/>
                  </a:lnTo>
                  <a:lnTo>
                    <a:pt x="1778" y="404"/>
                  </a:lnTo>
                  <a:lnTo>
                    <a:pt x="1689" y="299"/>
                  </a:lnTo>
                  <a:lnTo>
                    <a:pt x="1599" y="209"/>
                  </a:lnTo>
                  <a:lnTo>
                    <a:pt x="1479" y="135"/>
                  </a:lnTo>
                  <a:lnTo>
                    <a:pt x="1360" y="75"/>
                  </a:lnTo>
                  <a:lnTo>
                    <a:pt x="1255" y="30"/>
                  </a:lnTo>
                  <a:lnTo>
                    <a:pt x="1151" y="15"/>
                  </a:lnTo>
                  <a:lnTo>
                    <a:pt x="103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2"/>
            <p:cNvSpPr/>
            <p:nvPr/>
          </p:nvSpPr>
          <p:spPr>
            <a:xfrm>
              <a:off x="-711802" y="2966225"/>
              <a:ext cx="134880" cy="168874"/>
            </a:xfrm>
            <a:custGeom>
              <a:avLst/>
              <a:gdLst/>
              <a:ahLst/>
              <a:cxnLst/>
              <a:rect l="l" t="t" r="r" b="b"/>
              <a:pathLst>
                <a:path w="4797" h="6006" extrusionOk="0">
                  <a:moveTo>
                    <a:pt x="3855" y="0"/>
                  </a:moveTo>
                  <a:lnTo>
                    <a:pt x="3691" y="15"/>
                  </a:lnTo>
                  <a:lnTo>
                    <a:pt x="3526" y="45"/>
                  </a:lnTo>
                  <a:lnTo>
                    <a:pt x="3377" y="105"/>
                  </a:lnTo>
                  <a:lnTo>
                    <a:pt x="3243" y="179"/>
                  </a:lnTo>
                  <a:lnTo>
                    <a:pt x="3108" y="284"/>
                  </a:lnTo>
                  <a:lnTo>
                    <a:pt x="3004" y="418"/>
                  </a:lnTo>
                  <a:lnTo>
                    <a:pt x="180" y="4467"/>
                  </a:lnTo>
                  <a:lnTo>
                    <a:pt x="135" y="4557"/>
                  </a:lnTo>
                  <a:lnTo>
                    <a:pt x="90" y="4646"/>
                  </a:lnTo>
                  <a:lnTo>
                    <a:pt x="46" y="4736"/>
                  </a:lnTo>
                  <a:lnTo>
                    <a:pt x="31" y="4826"/>
                  </a:lnTo>
                  <a:lnTo>
                    <a:pt x="16" y="4915"/>
                  </a:lnTo>
                  <a:lnTo>
                    <a:pt x="1" y="5020"/>
                  </a:lnTo>
                  <a:lnTo>
                    <a:pt x="16" y="5109"/>
                  </a:lnTo>
                  <a:lnTo>
                    <a:pt x="16" y="5199"/>
                  </a:lnTo>
                  <a:lnTo>
                    <a:pt x="46" y="5289"/>
                  </a:lnTo>
                  <a:lnTo>
                    <a:pt x="75" y="5378"/>
                  </a:lnTo>
                  <a:lnTo>
                    <a:pt x="105" y="5468"/>
                  </a:lnTo>
                  <a:lnTo>
                    <a:pt x="150" y="5558"/>
                  </a:lnTo>
                  <a:lnTo>
                    <a:pt x="210" y="5632"/>
                  </a:lnTo>
                  <a:lnTo>
                    <a:pt x="270" y="5707"/>
                  </a:lnTo>
                  <a:lnTo>
                    <a:pt x="344" y="5767"/>
                  </a:lnTo>
                  <a:lnTo>
                    <a:pt x="434" y="5842"/>
                  </a:lnTo>
                  <a:lnTo>
                    <a:pt x="509" y="5886"/>
                  </a:lnTo>
                  <a:lnTo>
                    <a:pt x="598" y="5931"/>
                  </a:lnTo>
                  <a:lnTo>
                    <a:pt x="688" y="5961"/>
                  </a:lnTo>
                  <a:lnTo>
                    <a:pt x="793" y="5991"/>
                  </a:lnTo>
                  <a:lnTo>
                    <a:pt x="882" y="6006"/>
                  </a:lnTo>
                  <a:lnTo>
                    <a:pt x="1061" y="6006"/>
                  </a:lnTo>
                  <a:lnTo>
                    <a:pt x="1166" y="5991"/>
                  </a:lnTo>
                  <a:lnTo>
                    <a:pt x="1256" y="5976"/>
                  </a:lnTo>
                  <a:lnTo>
                    <a:pt x="1345" y="5946"/>
                  </a:lnTo>
                  <a:lnTo>
                    <a:pt x="1435" y="5901"/>
                  </a:lnTo>
                  <a:lnTo>
                    <a:pt x="1510" y="5856"/>
                  </a:lnTo>
                  <a:lnTo>
                    <a:pt x="1599" y="5812"/>
                  </a:lnTo>
                  <a:lnTo>
                    <a:pt x="1659" y="5737"/>
                  </a:lnTo>
                  <a:lnTo>
                    <a:pt x="1734" y="5677"/>
                  </a:lnTo>
                  <a:lnTo>
                    <a:pt x="1794" y="5588"/>
                  </a:lnTo>
                  <a:lnTo>
                    <a:pt x="4617" y="1554"/>
                  </a:lnTo>
                  <a:lnTo>
                    <a:pt x="4662" y="1464"/>
                  </a:lnTo>
                  <a:lnTo>
                    <a:pt x="4707" y="1375"/>
                  </a:lnTo>
                  <a:lnTo>
                    <a:pt x="4752" y="1285"/>
                  </a:lnTo>
                  <a:lnTo>
                    <a:pt x="4766" y="1195"/>
                  </a:lnTo>
                  <a:lnTo>
                    <a:pt x="4781" y="1091"/>
                  </a:lnTo>
                  <a:lnTo>
                    <a:pt x="4796" y="1001"/>
                  </a:lnTo>
                  <a:lnTo>
                    <a:pt x="4781" y="911"/>
                  </a:lnTo>
                  <a:lnTo>
                    <a:pt x="4781" y="807"/>
                  </a:lnTo>
                  <a:lnTo>
                    <a:pt x="4752" y="717"/>
                  </a:lnTo>
                  <a:lnTo>
                    <a:pt x="4722" y="628"/>
                  </a:lnTo>
                  <a:lnTo>
                    <a:pt x="4692" y="538"/>
                  </a:lnTo>
                  <a:lnTo>
                    <a:pt x="4647" y="463"/>
                  </a:lnTo>
                  <a:lnTo>
                    <a:pt x="4587" y="389"/>
                  </a:lnTo>
                  <a:lnTo>
                    <a:pt x="4527" y="314"/>
                  </a:lnTo>
                  <a:lnTo>
                    <a:pt x="4453" y="239"/>
                  </a:lnTo>
                  <a:lnTo>
                    <a:pt x="4363" y="179"/>
                  </a:lnTo>
                  <a:lnTo>
                    <a:pt x="4273" y="120"/>
                  </a:lnTo>
                  <a:lnTo>
                    <a:pt x="4184" y="75"/>
                  </a:lnTo>
                  <a:lnTo>
                    <a:pt x="4020" y="30"/>
                  </a:lnTo>
                  <a:lnTo>
                    <a:pt x="385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2"/>
            <p:cNvSpPr/>
            <p:nvPr/>
          </p:nvSpPr>
          <p:spPr>
            <a:xfrm>
              <a:off x="-639118" y="2997295"/>
              <a:ext cx="137382" cy="166793"/>
            </a:xfrm>
            <a:custGeom>
              <a:avLst/>
              <a:gdLst/>
              <a:ahLst/>
              <a:cxnLst/>
              <a:rect l="l" t="t" r="r" b="b"/>
              <a:pathLst>
                <a:path w="4886" h="5932" extrusionOk="0">
                  <a:moveTo>
                    <a:pt x="3959" y="1"/>
                  </a:moveTo>
                  <a:lnTo>
                    <a:pt x="3795" y="16"/>
                  </a:lnTo>
                  <a:lnTo>
                    <a:pt x="3646" y="46"/>
                  </a:lnTo>
                  <a:lnTo>
                    <a:pt x="3496" y="90"/>
                  </a:lnTo>
                  <a:lnTo>
                    <a:pt x="3347" y="165"/>
                  </a:lnTo>
                  <a:lnTo>
                    <a:pt x="3227" y="270"/>
                  </a:lnTo>
                  <a:lnTo>
                    <a:pt x="3108" y="404"/>
                  </a:lnTo>
                  <a:lnTo>
                    <a:pt x="180" y="4363"/>
                  </a:lnTo>
                  <a:lnTo>
                    <a:pt x="135" y="4453"/>
                  </a:lnTo>
                  <a:lnTo>
                    <a:pt x="90" y="4542"/>
                  </a:lnTo>
                  <a:lnTo>
                    <a:pt x="45" y="4632"/>
                  </a:lnTo>
                  <a:lnTo>
                    <a:pt x="15" y="4722"/>
                  </a:lnTo>
                  <a:lnTo>
                    <a:pt x="0" y="4811"/>
                  </a:lnTo>
                  <a:lnTo>
                    <a:pt x="0" y="4901"/>
                  </a:lnTo>
                  <a:lnTo>
                    <a:pt x="0" y="5005"/>
                  </a:lnTo>
                  <a:lnTo>
                    <a:pt x="0" y="5095"/>
                  </a:lnTo>
                  <a:lnTo>
                    <a:pt x="15" y="5185"/>
                  </a:lnTo>
                  <a:lnTo>
                    <a:pt x="45" y="5274"/>
                  </a:lnTo>
                  <a:lnTo>
                    <a:pt x="90" y="5364"/>
                  </a:lnTo>
                  <a:lnTo>
                    <a:pt x="135" y="5454"/>
                  </a:lnTo>
                  <a:lnTo>
                    <a:pt x="180" y="5528"/>
                  </a:lnTo>
                  <a:lnTo>
                    <a:pt x="239" y="5603"/>
                  </a:lnTo>
                  <a:lnTo>
                    <a:pt x="314" y="5678"/>
                  </a:lnTo>
                  <a:lnTo>
                    <a:pt x="389" y="5737"/>
                  </a:lnTo>
                  <a:lnTo>
                    <a:pt x="478" y="5797"/>
                  </a:lnTo>
                  <a:lnTo>
                    <a:pt x="568" y="5842"/>
                  </a:lnTo>
                  <a:lnTo>
                    <a:pt x="658" y="5872"/>
                  </a:lnTo>
                  <a:lnTo>
                    <a:pt x="747" y="5902"/>
                  </a:lnTo>
                  <a:lnTo>
                    <a:pt x="837" y="5917"/>
                  </a:lnTo>
                  <a:lnTo>
                    <a:pt x="927" y="5932"/>
                  </a:lnTo>
                  <a:lnTo>
                    <a:pt x="1031" y="5932"/>
                  </a:lnTo>
                  <a:lnTo>
                    <a:pt x="1121" y="5917"/>
                  </a:lnTo>
                  <a:lnTo>
                    <a:pt x="1210" y="5902"/>
                  </a:lnTo>
                  <a:lnTo>
                    <a:pt x="1300" y="5872"/>
                  </a:lnTo>
                  <a:lnTo>
                    <a:pt x="1390" y="5842"/>
                  </a:lnTo>
                  <a:lnTo>
                    <a:pt x="1479" y="5797"/>
                  </a:lnTo>
                  <a:lnTo>
                    <a:pt x="1554" y="5737"/>
                  </a:lnTo>
                  <a:lnTo>
                    <a:pt x="1629" y="5678"/>
                  </a:lnTo>
                  <a:lnTo>
                    <a:pt x="1703" y="5618"/>
                  </a:lnTo>
                  <a:lnTo>
                    <a:pt x="1763" y="5528"/>
                  </a:lnTo>
                  <a:lnTo>
                    <a:pt x="4691" y="1569"/>
                  </a:lnTo>
                  <a:lnTo>
                    <a:pt x="4751" y="1480"/>
                  </a:lnTo>
                  <a:lnTo>
                    <a:pt x="4796" y="1405"/>
                  </a:lnTo>
                  <a:lnTo>
                    <a:pt x="4841" y="1315"/>
                  </a:lnTo>
                  <a:lnTo>
                    <a:pt x="4856" y="1211"/>
                  </a:lnTo>
                  <a:lnTo>
                    <a:pt x="4886" y="1121"/>
                  </a:lnTo>
                  <a:lnTo>
                    <a:pt x="4886" y="1032"/>
                  </a:lnTo>
                  <a:lnTo>
                    <a:pt x="4886" y="927"/>
                  </a:lnTo>
                  <a:lnTo>
                    <a:pt x="4871" y="837"/>
                  </a:lnTo>
                  <a:lnTo>
                    <a:pt x="4856" y="748"/>
                  </a:lnTo>
                  <a:lnTo>
                    <a:pt x="4826" y="658"/>
                  </a:lnTo>
                  <a:lnTo>
                    <a:pt x="4796" y="568"/>
                  </a:lnTo>
                  <a:lnTo>
                    <a:pt x="4751" y="479"/>
                  </a:lnTo>
                  <a:lnTo>
                    <a:pt x="4691" y="404"/>
                  </a:lnTo>
                  <a:lnTo>
                    <a:pt x="4632" y="329"/>
                  </a:lnTo>
                  <a:lnTo>
                    <a:pt x="4572" y="255"/>
                  </a:lnTo>
                  <a:lnTo>
                    <a:pt x="4482" y="195"/>
                  </a:lnTo>
                  <a:lnTo>
                    <a:pt x="4378" y="120"/>
                  </a:lnTo>
                  <a:lnTo>
                    <a:pt x="4273" y="75"/>
                  </a:lnTo>
                  <a:lnTo>
                    <a:pt x="4124" y="31"/>
                  </a:lnTo>
                  <a:lnTo>
                    <a:pt x="39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2"/>
            <p:cNvSpPr/>
            <p:nvPr/>
          </p:nvSpPr>
          <p:spPr>
            <a:xfrm>
              <a:off x="-598797" y="3059885"/>
              <a:ext cx="141178" cy="164291"/>
            </a:xfrm>
            <a:custGeom>
              <a:avLst/>
              <a:gdLst/>
              <a:ahLst/>
              <a:cxnLst/>
              <a:rect l="l" t="t" r="r" b="b"/>
              <a:pathLst>
                <a:path w="5021" h="5843" extrusionOk="0">
                  <a:moveTo>
                    <a:pt x="3945" y="1"/>
                  </a:moveTo>
                  <a:lnTo>
                    <a:pt x="3780" y="31"/>
                  </a:lnTo>
                  <a:lnTo>
                    <a:pt x="3631" y="90"/>
                  </a:lnTo>
                  <a:lnTo>
                    <a:pt x="3496" y="165"/>
                  </a:lnTo>
                  <a:lnTo>
                    <a:pt x="3377" y="255"/>
                  </a:lnTo>
                  <a:lnTo>
                    <a:pt x="3257" y="374"/>
                  </a:lnTo>
                  <a:lnTo>
                    <a:pt x="210" y="4244"/>
                  </a:lnTo>
                  <a:lnTo>
                    <a:pt x="150" y="4333"/>
                  </a:lnTo>
                  <a:lnTo>
                    <a:pt x="105" y="4408"/>
                  </a:lnTo>
                  <a:lnTo>
                    <a:pt x="60" y="4497"/>
                  </a:lnTo>
                  <a:lnTo>
                    <a:pt x="30" y="4587"/>
                  </a:lnTo>
                  <a:lnTo>
                    <a:pt x="15" y="4692"/>
                  </a:lnTo>
                  <a:lnTo>
                    <a:pt x="1" y="4781"/>
                  </a:lnTo>
                  <a:lnTo>
                    <a:pt x="1" y="4871"/>
                  </a:lnTo>
                  <a:lnTo>
                    <a:pt x="1" y="4976"/>
                  </a:lnTo>
                  <a:lnTo>
                    <a:pt x="15" y="5065"/>
                  </a:lnTo>
                  <a:lnTo>
                    <a:pt x="45" y="5155"/>
                  </a:lnTo>
                  <a:lnTo>
                    <a:pt x="75" y="5244"/>
                  </a:lnTo>
                  <a:lnTo>
                    <a:pt x="120" y="5334"/>
                  </a:lnTo>
                  <a:lnTo>
                    <a:pt x="165" y="5409"/>
                  </a:lnTo>
                  <a:lnTo>
                    <a:pt x="225" y="5483"/>
                  </a:lnTo>
                  <a:lnTo>
                    <a:pt x="299" y="5558"/>
                  </a:lnTo>
                  <a:lnTo>
                    <a:pt x="374" y="5633"/>
                  </a:lnTo>
                  <a:lnTo>
                    <a:pt x="449" y="5693"/>
                  </a:lnTo>
                  <a:lnTo>
                    <a:pt x="538" y="5737"/>
                  </a:lnTo>
                  <a:lnTo>
                    <a:pt x="628" y="5767"/>
                  </a:lnTo>
                  <a:lnTo>
                    <a:pt x="718" y="5797"/>
                  </a:lnTo>
                  <a:lnTo>
                    <a:pt x="807" y="5827"/>
                  </a:lnTo>
                  <a:lnTo>
                    <a:pt x="897" y="5842"/>
                  </a:lnTo>
                  <a:lnTo>
                    <a:pt x="1001" y="5842"/>
                  </a:lnTo>
                  <a:lnTo>
                    <a:pt x="1091" y="5827"/>
                  </a:lnTo>
                  <a:lnTo>
                    <a:pt x="1181" y="5812"/>
                  </a:lnTo>
                  <a:lnTo>
                    <a:pt x="1270" y="5797"/>
                  </a:lnTo>
                  <a:lnTo>
                    <a:pt x="1360" y="5752"/>
                  </a:lnTo>
                  <a:lnTo>
                    <a:pt x="1450" y="5723"/>
                  </a:lnTo>
                  <a:lnTo>
                    <a:pt x="1539" y="5663"/>
                  </a:lnTo>
                  <a:lnTo>
                    <a:pt x="1614" y="5603"/>
                  </a:lnTo>
                  <a:lnTo>
                    <a:pt x="1689" y="5543"/>
                  </a:lnTo>
                  <a:lnTo>
                    <a:pt x="1748" y="5469"/>
                  </a:lnTo>
                  <a:lnTo>
                    <a:pt x="4796" y="1599"/>
                  </a:lnTo>
                  <a:lnTo>
                    <a:pt x="4856" y="1510"/>
                  </a:lnTo>
                  <a:lnTo>
                    <a:pt x="4916" y="1420"/>
                  </a:lnTo>
                  <a:lnTo>
                    <a:pt x="4946" y="1345"/>
                  </a:lnTo>
                  <a:lnTo>
                    <a:pt x="4975" y="1241"/>
                  </a:lnTo>
                  <a:lnTo>
                    <a:pt x="5005" y="1151"/>
                  </a:lnTo>
                  <a:lnTo>
                    <a:pt x="5005" y="1061"/>
                  </a:lnTo>
                  <a:lnTo>
                    <a:pt x="5020" y="972"/>
                  </a:lnTo>
                  <a:lnTo>
                    <a:pt x="5005" y="867"/>
                  </a:lnTo>
                  <a:lnTo>
                    <a:pt x="4990" y="778"/>
                  </a:lnTo>
                  <a:lnTo>
                    <a:pt x="4960" y="688"/>
                  </a:lnTo>
                  <a:lnTo>
                    <a:pt x="4931" y="598"/>
                  </a:lnTo>
                  <a:lnTo>
                    <a:pt x="4886" y="509"/>
                  </a:lnTo>
                  <a:lnTo>
                    <a:pt x="4841" y="434"/>
                  </a:lnTo>
                  <a:lnTo>
                    <a:pt x="4781" y="359"/>
                  </a:lnTo>
                  <a:lnTo>
                    <a:pt x="4721" y="285"/>
                  </a:lnTo>
                  <a:lnTo>
                    <a:pt x="4632" y="210"/>
                  </a:lnTo>
                  <a:lnTo>
                    <a:pt x="4527" y="135"/>
                  </a:lnTo>
                  <a:lnTo>
                    <a:pt x="4393" y="75"/>
                  </a:lnTo>
                  <a:lnTo>
                    <a:pt x="4243" y="31"/>
                  </a:lnTo>
                  <a:lnTo>
                    <a:pt x="409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2"/>
            <p:cNvSpPr/>
            <p:nvPr/>
          </p:nvSpPr>
          <p:spPr>
            <a:xfrm>
              <a:off x="-1202427" y="3395524"/>
              <a:ext cx="431013" cy="371770"/>
            </a:xfrm>
            <a:custGeom>
              <a:avLst/>
              <a:gdLst/>
              <a:ahLst/>
              <a:cxnLst/>
              <a:rect l="l" t="t" r="r" b="b"/>
              <a:pathLst>
                <a:path w="15329" h="13222" extrusionOk="0">
                  <a:moveTo>
                    <a:pt x="8949" y="0"/>
                  </a:moveTo>
                  <a:lnTo>
                    <a:pt x="8830" y="15"/>
                  </a:lnTo>
                  <a:lnTo>
                    <a:pt x="8725" y="45"/>
                  </a:lnTo>
                  <a:lnTo>
                    <a:pt x="8620" y="105"/>
                  </a:lnTo>
                  <a:lnTo>
                    <a:pt x="8516" y="165"/>
                  </a:lnTo>
                  <a:lnTo>
                    <a:pt x="8426" y="239"/>
                  </a:lnTo>
                  <a:lnTo>
                    <a:pt x="8337" y="344"/>
                  </a:lnTo>
                  <a:lnTo>
                    <a:pt x="5289" y="4437"/>
                  </a:lnTo>
                  <a:lnTo>
                    <a:pt x="4049" y="6096"/>
                  </a:lnTo>
                  <a:lnTo>
                    <a:pt x="0" y="11549"/>
                  </a:lnTo>
                  <a:lnTo>
                    <a:pt x="299" y="11773"/>
                  </a:lnTo>
                  <a:lnTo>
                    <a:pt x="628" y="11967"/>
                  </a:lnTo>
                  <a:lnTo>
                    <a:pt x="956" y="12161"/>
                  </a:lnTo>
                  <a:lnTo>
                    <a:pt x="1285" y="12340"/>
                  </a:lnTo>
                  <a:lnTo>
                    <a:pt x="1614" y="12490"/>
                  </a:lnTo>
                  <a:lnTo>
                    <a:pt x="1957" y="12639"/>
                  </a:lnTo>
                  <a:lnTo>
                    <a:pt x="2301" y="12759"/>
                  </a:lnTo>
                  <a:lnTo>
                    <a:pt x="2645" y="12878"/>
                  </a:lnTo>
                  <a:lnTo>
                    <a:pt x="3003" y="12968"/>
                  </a:lnTo>
                  <a:lnTo>
                    <a:pt x="3347" y="13058"/>
                  </a:lnTo>
                  <a:lnTo>
                    <a:pt x="3705" y="13117"/>
                  </a:lnTo>
                  <a:lnTo>
                    <a:pt x="4064" y="13162"/>
                  </a:lnTo>
                  <a:lnTo>
                    <a:pt x="4422" y="13207"/>
                  </a:lnTo>
                  <a:lnTo>
                    <a:pt x="4781" y="13222"/>
                  </a:lnTo>
                  <a:lnTo>
                    <a:pt x="5498" y="13222"/>
                  </a:lnTo>
                  <a:lnTo>
                    <a:pt x="5857" y="13192"/>
                  </a:lnTo>
                  <a:lnTo>
                    <a:pt x="6200" y="13147"/>
                  </a:lnTo>
                  <a:lnTo>
                    <a:pt x="6559" y="13087"/>
                  </a:lnTo>
                  <a:lnTo>
                    <a:pt x="6902" y="13028"/>
                  </a:lnTo>
                  <a:lnTo>
                    <a:pt x="7261" y="12938"/>
                  </a:lnTo>
                  <a:lnTo>
                    <a:pt x="7605" y="12833"/>
                  </a:lnTo>
                  <a:lnTo>
                    <a:pt x="7933" y="12729"/>
                  </a:lnTo>
                  <a:lnTo>
                    <a:pt x="8277" y="12594"/>
                  </a:lnTo>
                  <a:lnTo>
                    <a:pt x="8605" y="12460"/>
                  </a:lnTo>
                  <a:lnTo>
                    <a:pt x="8934" y="12296"/>
                  </a:lnTo>
                  <a:lnTo>
                    <a:pt x="9248" y="12131"/>
                  </a:lnTo>
                  <a:lnTo>
                    <a:pt x="9562" y="11937"/>
                  </a:lnTo>
                  <a:lnTo>
                    <a:pt x="9860" y="11743"/>
                  </a:lnTo>
                  <a:lnTo>
                    <a:pt x="10159" y="11534"/>
                  </a:lnTo>
                  <a:lnTo>
                    <a:pt x="10443" y="11310"/>
                  </a:lnTo>
                  <a:lnTo>
                    <a:pt x="10727" y="11071"/>
                  </a:lnTo>
                  <a:lnTo>
                    <a:pt x="11041" y="10772"/>
                  </a:lnTo>
                  <a:lnTo>
                    <a:pt x="11325" y="10473"/>
                  </a:lnTo>
                  <a:lnTo>
                    <a:pt x="11608" y="10144"/>
                  </a:lnTo>
                  <a:lnTo>
                    <a:pt x="11877" y="9801"/>
                  </a:lnTo>
                  <a:lnTo>
                    <a:pt x="12968" y="8337"/>
                  </a:lnTo>
                  <a:lnTo>
                    <a:pt x="15164" y="5394"/>
                  </a:lnTo>
                  <a:lnTo>
                    <a:pt x="15224" y="5289"/>
                  </a:lnTo>
                  <a:lnTo>
                    <a:pt x="15284" y="5169"/>
                  </a:lnTo>
                  <a:lnTo>
                    <a:pt x="15313" y="5065"/>
                  </a:lnTo>
                  <a:lnTo>
                    <a:pt x="15328" y="4945"/>
                  </a:lnTo>
                  <a:lnTo>
                    <a:pt x="15328" y="4826"/>
                  </a:lnTo>
                  <a:lnTo>
                    <a:pt x="15313" y="4721"/>
                  </a:lnTo>
                  <a:lnTo>
                    <a:pt x="15284" y="4602"/>
                  </a:lnTo>
                  <a:lnTo>
                    <a:pt x="15239" y="4497"/>
                  </a:lnTo>
                  <a:lnTo>
                    <a:pt x="15179" y="4408"/>
                  </a:lnTo>
                  <a:lnTo>
                    <a:pt x="15119" y="4318"/>
                  </a:lnTo>
                  <a:lnTo>
                    <a:pt x="15030" y="4228"/>
                  </a:lnTo>
                  <a:lnTo>
                    <a:pt x="14940" y="4154"/>
                  </a:lnTo>
                  <a:lnTo>
                    <a:pt x="14835" y="4109"/>
                  </a:lnTo>
                  <a:lnTo>
                    <a:pt x="14731" y="4064"/>
                  </a:lnTo>
                  <a:lnTo>
                    <a:pt x="14596" y="4034"/>
                  </a:lnTo>
                  <a:lnTo>
                    <a:pt x="14477" y="4019"/>
                  </a:lnTo>
                  <a:lnTo>
                    <a:pt x="14029" y="4004"/>
                  </a:lnTo>
                  <a:lnTo>
                    <a:pt x="13610" y="3959"/>
                  </a:lnTo>
                  <a:lnTo>
                    <a:pt x="13222" y="3885"/>
                  </a:lnTo>
                  <a:lnTo>
                    <a:pt x="12833" y="3795"/>
                  </a:lnTo>
                  <a:lnTo>
                    <a:pt x="12475" y="3661"/>
                  </a:lnTo>
                  <a:lnTo>
                    <a:pt x="12146" y="3511"/>
                  </a:lnTo>
                  <a:lnTo>
                    <a:pt x="11818" y="3347"/>
                  </a:lnTo>
                  <a:lnTo>
                    <a:pt x="11519" y="3138"/>
                  </a:lnTo>
                  <a:lnTo>
                    <a:pt x="11250" y="2914"/>
                  </a:lnTo>
                  <a:lnTo>
                    <a:pt x="10981" y="2660"/>
                  </a:lnTo>
                  <a:lnTo>
                    <a:pt x="10742" y="2376"/>
                  </a:lnTo>
                  <a:lnTo>
                    <a:pt x="10518" y="2077"/>
                  </a:lnTo>
                  <a:lnTo>
                    <a:pt x="10324" y="1748"/>
                  </a:lnTo>
                  <a:lnTo>
                    <a:pt x="10144" y="1390"/>
                  </a:lnTo>
                  <a:lnTo>
                    <a:pt x="9980" y="1001"/>
                  </a:lnTo>
                  <a:lnTo>
                    <a:pt x="9845" y="598"/>
                  </a:lnTo>
                  <a:lnTo>
                    <a:pt x="9801" y="478"/>
                  </a:lnTo>
                  <a:lnTo>
                    <a:pt x="9741" y="359"/>
                  </a:lnTo>
                  <a:lnTo>
                    <a:pt x="9666" y="269"/>
                  </a:lnTo>
                  <a:lnTo>
                    <a:pt x="9577" y="195"/>
                  </a:lnTo>
                  <a:lnTo>
                    <a:pt x="9487" y="120"/>
                  </a:lnTo>
                  <a:lnTo>
                    <a:pt x="9382" y="75"/>
                  </a:lnTo>
                  <a:lnTo>
                    <a:pt x="9278" y="30"/>
                  </a:lnTo>
                  <a:lnTo>
                    <a:pt x="91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2"/>
            <p:cNvSpPr/>
            <p:nvPr/>
          </p:nvSpPr>
          <p:spPr>
            <a:xfrm>
              <a:off x="-844545" y="3068292"/>
              <a:ext cx="304597" cy="316744"/>
            </a:xfrm>
            <a:custGeom>
              <a:avLst/>
              <a:gdLst/>
              <a:ahLst/>
              <a:cxnLst/>
              <a:rect l="l" t="t" r="r" b="b"/>
              <a:pathLst>
                <a:path w="10833" h="11265" extrusionOk="0">
                  <a:moveTo>
                    <a:pt x="6559" y="0"/>
                  </a:moveTo>
                  <a:lnTo>
                    <a:pt x="6365" y="15"/>
                  </a:lnTo>
                  <a:lnTo>
                    <a:pt x="6156" y="30"/>
                  </a:lnTo>
                  <a:lnTo>
                    <a:pt x="5947" y="45"/>
                  </a:lnTo>
                  <a:lnTo>
                    <a:pt x="5753" y="90"/>
                  </a:lnTo>
                  <a:lnTo>
                    <a:pt x="5543" y="135"/>
                  </a:lnTo>
                  <a:lnTo>
                    <a:pt x="5349" y="195"/>
                  </a:lnTo>
                  <a:lnTo>
                    <a:pt x="5155" y="254"/>
                  </a:lnTo>
                  <a:lnTo>
                    <a:pt x="4961" y="329"/>
                  </a:lnTo>
                  <a:lnTo>
                    <a:pt x="4767" y="404"/>
                  </a:lnTo>
                  <a:lnTo>
                    <a:pt x="4587" y="508"/>
                  </a:lnTo>
                  <a:lnTo>
                    <a:pt x="4408" y="598"/>
                  </a:lnTo>
                  <a:lnTo>
                    <a:pt x="4229" y="718"/>
                  </a:lnTo>
                  <a:lnTo>
                    <a:pt x="4064" y="837"/>
                  </a:lnTo>
                  <a:lnTo>
                    <a:pt x="3900" y="972"/>
                  </a:lnTo>
                  <a:lnTo>
                    <a:pt x="3736" y="1106"/>
                  </a:lnTo>
                  <a:lnTo>
                    <a:pt x="3571" y="1255"/>
                  </a:lnTo>
                  <a:lnTo>
                    <a:pt x="3437" y="1405"/>
                  </a:lnTo>
                  <a:lnTo>
                    <a:pt x="3288" y="1584"/>
                  </a:lnTo>
                  <a:lnTo>
                    <a:pt x="3153" y="1748"/>
                  </a:lnTo>
                  <a:lnTo>
                    <a:pt x="165" y="5872"/>
                  </a:lnTo>
                  <a:lnTo>
                    <a:pt x="90" y="5976"/>
                  </a:lnTo>
                  <a:lnTo>
                    <a:pt x="46" y="6081"/>
                  </a:lnTo>
                  <a:lnTo>
                    <a:pt x="16" y="6185"/>
                  </a:lnTo>
                  <a:lnTo>
                    <a:pt x="1" y="6290"/>
                  </a:lnTo>
                  <a:lnTo>
                    <a:pt x="1" y="6410"/>
                  </a:lnTo>
                  <a:lnTo>
                    <a:pt x="16" y="6514"/>
                  </a:lnTo>
                  <a:lnTo>
                    <a:pt x="46" y="6619"/>
                  </a:lnTo>
                  <a:lnTo>
                    <a:pt x="90" y="6708"/>
                  </a:lnTo>
                  <a:lnTo>
                    <a:pt x="150" y="6798"/>
                  </a:lnTo>
                  <a:lnTo>
                    <a:pt x="225" y="6888"/>
                  </a:lnTo>
                  <a:lnTo>
                    <a:pt x="300" y="6962"/>
                  </a:lnTo>
                  <a:lnTo>
                    <a:pt x="389" y="7022"/>
                  </a:lnTo>
                  <a:lnTo>
                    <a:pt x="494" y="7067"/>
                  </a:lnTo>
                  <a:lnTo>
                    <a:pt x="598" y="7112"/>
                  </a:lnTo>
                  <a:lnTo>
                    <a:pt x="703" y="7127"/>
                  </a:lnTo>
                  <a:lnTo>
                    <a:pt x="1301" y="7127"/>
                  </a:lnTo>
                  <a:lnTo>
                    <a:pt x="1734" y="7142"/>
                  </a:lnTo>
                  <a:lnTo>
                    <a:pt x="2152" y="7201"/>
                  </a:lnTo>
                  <a:lnTo>
                    <a:pt x="2556" y="7291"/>
                  </a:lnTo>
                  <a:lnTo>
                    <a:pt x="2929" y="7396"/>
                  </a:lnTo>
                  <a:lnTo>
                    <a:pt x="3108" y="7470"/>
                  </a:lnTo>
                  <a:lnTo>
                    <a:pt x="3273" y="7545"/>
                  </a:lnTo>
                  <a:lnTo>
                    <a:pt x="3452" y="7635"/>
                  </a:lnTo>
                  <a:lnTo>
                    <a:pt x="3601" y="7724"/>
                  </a:lnTo>
                  <a:lnTo>
                    <a:pt x="3766" y="7829"/>
                  </a:lnTo>
                  <a:lnTo>
                    <a:pt x="3915" y="7933"/>
                  </a:lnTo>
                  <a:lnTo>
                    <a:pt x="4064" y="8038"/>
                  </a:lnTo>
                  <a:lnTo>
                    <a:pt x="4199" y="8172"/>
                  </a:lnTo>
                  <a:lnTo>
                    <a:pt x="4333" y="8292"/>
                  </a:lnTo>
                  <a:lnTo>
                    <a:pt x="4453" y="8441"/>
                  </a:lnTo>
                  <a:lnTo>
                    <a:pt x="4587" y="8576"/>
                  </a:lnTo>
                  <a:lnTo>
                    <a:pt x="4692" y="8725"/>
                  </a:lnTo>
                  <a:lnTo>
                    <a:pt x="4916" y="9054"/>
                  </a:lnTo>
                  <a:lnTo>
                    <a:pt x="5110" y="9412"/>
                  </a:lnTo>
                  <a:lnTo>
                    <a:pt x="5275" y="9801"/>
                  </a:lnTo>
                  <a:lnTo>
                    <a:pt x="5424" y="10219"/>
                  </a:lnTo>
                  <a:lnTo>
                    <a:pt x="5558" y="10667"/>
                  </a:lnTo>
                  <a:lnTo>
                    <a:pt x="5603" y="10787"/>
                  </a:lnTo>
                  <a:lnTo>
                    <a:pt x="5648" y="10891"/>
                  </a:lnTo>
                  <a:lnTo>
                    <a:pt x="5708" y="10981"/>
                  </a:lnTo>
                  <a:lnTo>
                    <a:pt x="5782" y="11071"/>
                  </a:lnTo>
                  <a:lnTo>
                    <a:pt x="5872" y="11130"/>
                  </a:lnTo>
                  <a:lnTo>
                    <a:pt x="5962" y="11190"/>
                  </a:lnTo>
                  <a:lnTo>
                    <a:pt x="6066" y="11235"/>
                  </a:lnTo>
                  <a:lnTo>
                    <a:pt x="6171" y="11250"/>
                  </a:lnTo>
                  <a:lnTo>
                    <a:pt x="6275" y="11265"/>
                  </a:lnTo>
                  <a:lnTo>
                    <a:pt x="6380" y="11265"/>
                  </a:lnTo>
                  <a:lnTo>
                    <a:pt x="6485" y="11250"/>
                  </a:lnTo>
                  <a:lnTo>
                    <a:pt x="6589" y="11220"/>
                  </a:lnTo>
                  <a:lnTo>
                    <a:pt x="6694" y="11175"/>
                  </a:lnTo>
                  <a:lnTo>
                    <a:pt x="6798" y="11115"/>
                  </a:lnTo>
                  <a:lnTo>
                    <a:pt x="6888" y="11041"/>
                  </a:lnTo>
                  <a:lnTo>
                    <a:pt x="6963" y="10951"/>
                  </a:lnTo>
                  <a:lnTo>
                    <a:pt x="10025" y="6753"/>
                  </a:lnTo>
                  <a:lnTo>
                    <a:pt x="10145" y="6574"/>
                  </a:lnTo>
                  <a:lnTo>
                    <a:pt x="10249" y="6395"/>
                  </a:lnTo>
                  <a:lnTo>
                    <a:pt x="10354" y="6200"/>
                  </a:lnTo>
                  <a:lnTo>
                    <a:pt x="10459" y="6006"/>
                  </a:lnTo>
                  <a:lnTo>
                    <a:pt x="10533" y="5827"/>
                  </a:lnTo>
                  <a:lnTo>
                    <a:pt x="10608" y="5618"/>
                  </a:lnTo>
                  <a:lnTo>
                    <a:pt x="10668" y="5424"/>
                  </a:lnTo>
                  <a:lnTo>
                    <a:pt x="10727" y="5229"/>
                  </a:lnTo>
                  <a:lnTo>
                    <a:pt x="10757" y="5020"/>
                  </a:lnTo>
                  <a:lnTo>
                    <a:pt x="10802" y="4826"/>
                  </a:lnTo>
                  <a:lnTo>
                    <a:pt x="10817" y="4617"/>
                  </a:lnTo>
                  <a:lnTo>
                    <a:pt x="10832" y="4423"/>
                  </a:lnTo>
                  <a:lnTo>
                    <a:pt x="10832" y="4213"/>
                  </a:lnTo>
                  <a:lnTo>
                    <a:pt x="10832" y="4019"/>
                  </a:lnTo>
                  <a:lnTo>
                    <a:pt x="10817" y="3810"/>
                  </a:lnTo>
                  <a:lnTo>
                    <a:pt x="10787" y="3616"/>
                  </a:lnTo>
                  <a:lnTo>
                    <a:pt x="10757" y="3407"/>
                  </a:lnTo>
                  <a:lnTo>
                    <a:pt x="10713" y="3212"/>
                  </a:lnTo>
                  <a:lnTo>
                    <a:pt x="10653" y="3018"/>
                  </a:lnTo>
                  <a:lnTo>
                    <a:pt x="10593" y="2824"/>
                  </a:lnTo>
                  <a:lnTo>
                    <a:pt x="10518" y="2645"/>
                  </a:lnTo>
                  <a:lnTo>
                    <a:pt x="10429" y="2451"/>
                  </a:lnTo>
                  <a:lnTo>
                    <a:pt x="10339" y="2271"/>
                  </a:lnTo>
                  <a:lnTo>
                    <a:pt x="10249" y="2092"/>
                  </a:lnTo>
                  <a:lnTo>
                    <a:pt x="10130" y="1913"/>
                  </a:lnTo>
                  <a:lnTo>
                    <a:pt x="10010" y="1748"/>
                  </a:lnTo>
                  <a:lnTo>
                    <a:pt x="9891" y="1584"/>
                  </a:lnTo>
                  <a:lnTo>
                    <a:pt x="9756" y="1420"/>
                  </a:lnTo>
                  <a:lnTo>
                    <a:pt x="9607" y="1270"/>
                  </a:lnTo>
                  <a:lnTo>
                    <a:pt x="9458" y="1121"/>
                  </a:lnTo>
                  <a:lnTo>
                    <a:pt x="9293" y="972"/>
                  </a:lnTo>
                  <a:lnTo>
                    <a:pt x="9129" y="852"/>
                  </a:lnTo>
                  <a:lnTo>
                    <a:pt x="8950" y="718"/>
                  </a:lnTo>
                  <a:lnTo>
                    <a:pt x="8755" y="598"/>
                  </a:lnTo>
                  <a:lnTo>
                    <a:pt x="8576" y="493"/>
                  </a:lnTo>
                  <a:lnTo>
                    <a:pt x="8382" y="404"/>
                  </a:lnTo>
                  <a:lnTo>
                    <a:pt x="8188" y="314"/>
                  </a:lnTo>
                  <a:lnTo>
                    <a:pt x="7994" y="240"/>
                  </a:lnTo>
                  <a:lnTo>
                    <a:pt x="7784" y="180"/>
                  </a:lnTo>
                  <a:lnTo>
                    <a:pt x="7590" y="120"/>
                  </a:lnTo>
                  <a:lnTo>
                    <a:pt x="7381" y="75"/>
                  </a:lnTo>
                  <a:lnTo>
                    <a:pt x="7172" y="45"/>
                  </a:lnTo>
                  <a:lnTo>
                    <a:pt x="6978" y="15"/>
                  </a:lnTo>
                  <a:lnTo>
                    <a:pt x="67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2"/>
            <p:cNvSpPr/>
            <p:nvPr/>
          </p:nvSpPr>
          <p:spPr>
            <a:xfrm>
              <a:off x="-926874" y="3266970"/>
              <a:ext cx="240320" cy="240320"/>
            </a:xfrm>
            <a:custGeom>
              <a:avLst/>
              <a:gdLst/>
              <a:ahLst/>
              <a:cxnLst/>
              <a:rect l="l" t="t" r="r" b="b"/>
              <a:pathLst>
                <a:path w="8547" h="8547" extrusionOk="0">
                  <a:moveTo>
                    <a:pt x="4064" y="1"/>
                  </a:moveTo>
                  <a:lnTo>
                    <a:pt x="3855" y="16"/>
                  </a:lnTo>
                  <a:lnTo>
                    <a:pt x="3646" y="46"/>
                  </a:lnTo>
                  <a:lnTo>
                    <a:pt x="3452" y="76"/>
                  </a:lnTo>
                  <a:lnTo>
                    <a:pt x="3243" y="120"/>
                  </a:lnTo>
                  <a:lnTo>
                    <a:pt x="3048" y="180"/>
                  </a:lnTo>
                  <a:lnTo>
                    <a:pt x="2854" y="240"/>
                  </a:lnTo>
                  <a:lnTo>
                    <a:pt x="2660" y="315"/>
                  </a:lnTo>
                  <a:lnTo>
                    <a:pt x="2466" y="404"/>
                  </a:lnTo>
                  <a:lnTo>
                    <a:pt x="2286" y="494"/>
                  </a:lnTo>
                  <a:lnTo>
                    <a:pt x="2107" y="584"/>
                  </a:lnTo>
                  <a:lnTo>
                    <a:pt x="1928" y="703"/>
                  </a:lnTo>
                  <a:lnTo>
                    <a:pt x="1749" y="823"/>
                  </a:lnTo>
                  <a:lnTo>
                    <a:pt x="1584" y="942"/>
                  </a:lnTo>
                  <a:lnTo>
                    <a:pt x="1420" y="1091"/>
                  </a:lnTo>
                  <a:lnTo>
                    <a:pt x="1271" y="1226"/>
                  </a:lnTo>
                  <a:lnTo>
                    <a:pt x="1121" y="1390"/>
                  </a:lnTo>
                  <a:lnTo>
                    <a:pt x="972" y="1555"/>
                  </a:lnTo>
                  <a:lnTo>
                    <a:pt x="837" y="1719"/>
                  </a:lnTo>
                  <a:lnTo>
                    <a:pt x="718" y="1898"/>
                  </a:lnTo>
                  <a:lnTo>
                    <a:pt x="598" y="2092"/>
                  </a:lnTo>
                  <a:lnTo>
                    <a:pt x="494" y="2272"/>
                  </a:lnTo>
                  <a:lnTo>
                    <a:pt x="389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65" y="3063"/>
                  </a:lnTo>
                  <a:lnTo>
                    <a:pt x="120" y="3258"/>
                  </a:lnTo>
                  <a:lnTo>
                    <a:pt x="75" y="3467"/>
                  </a:lnTo>
                  <a:lnTo>
                    <a:pt x="31" y="3661"/>
                  </a:lnTo>
                  <a:lnTo>
                    <a:pt x="16" y="3870"/>
                  </a:lnTo>
                  <a:lnTo>
                    <a:pt x="1" y="4079"/>
                  </a:lnTo>
                  <a:lnTo>
                    <a:pt x="1" y="4289"/>
                  </a:lnTo>
                  <a:lnTo>
                    <a:pt x="1" y="4483"/>
                  </a:lnTo>
                  <a:lnTo>
                    <a:pt x="16" y="4692"/>
                  </a:lnTo>
                  <a:lnTo>
                    <a:pt x="45" y="4901"/>
                  </a:lnTo>
                  <a:lnTo>
                    <a:pt x="75" y="5095"/>
                  </a:lnTo>
                  <a:lnTo>
                    <a:pt x="120" y="5304"/>
                  </a:lnTo>
                  <a:lnTo>
                    <a:pt x="165" y="5499"/>
                  </a:lnTo>
                  <a:lnTo>
                    <a:pt x="240" y="5693"/>
                  </a:lnTo>
                  <a:lnTo>
                    <a:pt x="314" y="5887"/>
                  </a:lnTo>
                  <a:lnTo>
                    <a:pt x="389" y="6081"/>
                  </a:lnTo>
                  <a:lnTo>
                    <a:pt x="479" y="6261"/>
                  </a:lnTo>
                  <a:lnTo>
                    <a:pt x="583" y="6440"/>
                  </a:lnTo>
                  <a:lnTo>
                    <a:pt x="688" y="6619"/>
                  </a:lnTo>
                  <a:lnTo>
                    <a:pt x="807" y="6798"/>
                  </a:lnTo>
                  <a:lnTo>
                    <a:pt x="942" y="6963"/>
                  </a:lnTo>
                  <a:lnTo>
                    <a:pt x="1076" y="7127"/>
                  </a:lnTo>
                  <a:lnTo>
                    <a:pt x="1226" y="7276"/>
                  </a:lnTo>
                  <a:lnTo>
                    <a:pt x="1375" y="7426"/>
                  </a:lnTo>
                  <a:lnTo>
                    <a:pt x="1539" y="7575"/>
                  </a:lnTo>
                  <a:lnTo>
                    <a:pt x="1719" y="7710"/>
                  </a:lnTo>
                  <a:lnTo>
                    <a:pt x="1898" y="7829"/>
                  </a:lnTo>
                  <a:lnTo>
                    <a:pt x="2077" y="7949"/>
                  </a:lnTo>
                  <a:lnTo>
                    <a:pt x="2271" y="8053"/>
                  </a:lnTo>
                  <a:lnTo>
                    <a:pt x="2466" y="8158"/>
                  </a:lnTo>
                  <a:lnTo>
                    <a:pt x="2660" y="8233"/>
                  </a:lnTo>
                  <a:lnTo>
                    <a:pt x="2854" y="8307"/>
                  </a:lnTo>
                  <a:lnTo>
                    <a:pt x="3048" y="8382"/>
                  </a:lnTo>
                  <a:lnTo>
                    <a:pt x="3257" y="8427"/>
                  </a:lnTo>
                  <a:lnTo>
                    <a:pt x="3452" y="8472"/>
                  </a:lnTo>
                  <a:lnTo>
                    <a:pt x="3661" y="8516"/>
                  </a:lnTo>
                  <a:lnTo>
                    <a:pt x="3870" y="8531"/>
                  </a:lnTo>
                  <a:lnTo>
                    <a:pt x="4064" y="8546"/>
                  </a:lnTo>
                  <a:lnTo>
                    <a:pt x="4483" y="8546"/>
                  </a:lnTo>
                  <a:lnTo>
                    <a:pt x="4677" y="8531"/>
                  </a:lnTo>
                  <a:lnTo>
                    <a:pt x="4886" y="8501"/>
                  </a:lnTo>
                  <a:lnTo>
                    <a:pt x="5095" y="8472"/>
                  </a:lnTo>
                  <a:lnTo>
                    <a:pt x="5289" y="8427"/>
                  </a:lnTo>
                  <a:lnTo>
                    <a:pt x="5484" y="8382"/>
                  </a:lnTo>
                  <a:lnTo>
                    <a:pt x="5678" y="8307"/>
                  </a:lnTo>
                  <a:lnTo>
                    <a:pt x="5872" y="8233"/>
                  </a:lnTo>
                  <a:lnTo>
                    <a:pt x="6066" y="8158"/>
                  </a:lnTo>
                  <a:lnTo>
                    <a:pt x="6245" y="8068"/>
                  </a:lnTo>
                  <a:lnTo>
                    <a:pt x="6440" y="7964"/>
                  </a:lnTo>
                  <a:lnTo>
                    <a:pt x="6604" y="7859"/>
                  </a:lnTo>
                  <a:lnTo>
                    <a:pt x="6783" y="7740"/>
                  </a:lnTo>
                  <a:lnTo>
                    <a:pt x="6948" y="7605"/>
                  </a:lnTo>
                  <a:lnTo>
                    <a:pt x="7112" y="7471"/>
                  </a:lnTo>
                  <a:lnTo>
                    <a:pt x="7261" y="7321"/>
                  </a:lnTo>
                  <a:lnTo>
                    <a:pt x="7426" y="7172"/>
                  </a:lnTo>
                  <a:lnTo>
                    <a:pt x="7560" y="7008"/>
                  </a:lnTo>
                  <a:lnTo>
                    <a:pt x="7695" y="6828"/>
                  </a:lnTo>
                  <a:lnTo>
                    <a:pt x="7829" y="6649"/>
                  </a:lnTo>
                  <a:lnTo>
                    <a:pt x="7934" y="6470"/>
                  </a:lnTo>
                  <a:lnTo>
                    <a:pt x="8053" y="6275"/>
                  </a:lnTo>
                  <a:lnTo>
                    <a:pt x="8143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9"/>
                  </a:lnTo>
                  <a:lnTo>
                    <a:pt x="8427" y="5289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77"/>
                  </a:lnTo>
                  <a:lnTo>
                    <a:pt x="8546" y="4483"/>
                  </a:lnTo>
                  <a:lnTo>
                    <a:pt x="8546" y="4274"/>
                  </a:lnTo>
                  <a:lnTo>
                    <a:pt x="8531" y="4064"/>
                  </a:lnTo>
                  <a:lnTo>
                    <a:pt x="8516" y="3855"/>
                  </a:lnTo>
                  <a:lnTo>
                    <a:pt x="8501" y="3661"/>
                  </a:lnTo>
                  <a:lnTo>
                    <a:pt x="8456" y="3452"/>
                  </a:lnTo>
                  <a:lnTo>
                    <a:pt x="8427" y="3258"/>
                  </a:lnTo>
                  <a:lnTo>
                    <a:pt x="8367" y="3063"/>
                  </a:lnTo>
                  <a:lnTo>
                    <a:pt x="8307" y="2869"/>
                  </a:lnTo>
                  <a:lnTo>
                    <a:pt x="8232" y="2675"/>
                  </a:lnTo>
                  <a:lnTo>
                    <a:pt x="8143" y="2481"/>
                  </a:lnTo>
                  <a:lnTo>
                    <a:pt x="8053" y="2287"/>
                  </a:lnTo>
                  <a:lnTo>
                    <a:pt x="7949" y="2107"/>
                  </a:lnTo>
                  <a:lnTo>
                    <a:pt x="7844" y="1928"/>
                  </a:lnTo>
                  <a:lnTo>
                    <a:pt x="7724" y="1764"/>
                  </a:lnTo>
                  <a:lnTo>
                    <a:pt x="7605" y="1599"/>
                  </a:lnTo>
                  <a:lnTo>
                    <a:pt x="7456" y="1435"/>
                  </a:lnTo>
                  <a:lnTo>
                    <a:pt x="7321" y="1271"/>
                  </a:lnTo>
                  <a:lnTo>
                    <a:pt x="7157" y="1121"/>
                  </a:lnTo>
                  <a:lnTo>
                    <a:pt x="6992" y="987"/>
                  </a:lnTo>
                  <a:lnTo>
                    <a:pt x="6828" y="852"/>
                  </a:lnTo>
                  <a:lnTo>
                    <a:pt x="6649" y="718"/>
                  </a:lnTo>
                  <a:lnTo>
                    <a:pt x="6455" y="598"/>
                  </a:lnTo>
                  <a:lnTo>
                    <a:pt x="6275" y="494"/>
                  </a:lnTo>
                  <a:lnTo>
                    <a:pt x="6081" y="404"/>
                  </a:lnTo>
                  <a:lnTo>
                    <a:pt x="5887" y="315"/>
                  </a:lnTo>
                  <a:lnTo>
                    <a:pt x="5693" y="240"/>
                  </a:lnTo>
                  <a:lnTo>
                    <a:pt x="5484" y="180"/>
                  </a:lnTo>
                  <a:lnTo>
                    <a:pt x="5289" y="120"/>
                  </a:lnTo>
                  <a:lnTo>
                    <a:pt x="5080" y="76"/>
                  </a:lnTo>
                  <a:lnTo>
                    <a:pt x="4886" y="46"/>
                  </a:lnTo>
                  <a:lnTo>
                    <a:pt x="4677" y="16"/>
                  </a:lnTo>
                  <a:lnTo>
                    <a:pt x="446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2"/>
            <p:cNvSpPr/>
            <p:nvPr/>
          </p:nvSpPr>
          <p:spPr>
            <a:xfrm>
              <a:off x="-871848" y="3322418"/>
              <a:ext cx="129847" cy="129847"/>
            </a:xfrm>
            <a:custGeom>
              <a:avLst/>
              <a:gdLst/>
              <a:ahLst/>
              <a:cxnLst/>
              <a:rect l="l" t="t" r="r" b="b"/>
              <a:pathLst>
                <a:path w="4618" h="4618" extrusionOk="0">
                  <a:moveTo>
                    <a:pt x="2197" y="1"/>
                  </a:moveTo>
                  <a:lnTo>
                    <a:pt x="1973" y="16"/>
                  </a:lnTo>
                  <a:lnTo>
                    <a:pt x="1764" y="61"/>
                  </a:lnTo>
                  <a:lnTo>
                    <a:pt x="1554" y="135"/>
                  </a:lnTo>
                  <a:lnTo>
                    <a:pt x="1345" y="210"/>
                  </a:lnTo>
                  <a:lnTo>
                    <a:pt x="1136" y="315"/>
                  </a:lnTo>
                  <a:lnTo>
                    <a:pt x="957" y="434"/>
                  </a:lnTo>
                  <a:lnTo>
                    <a:pt x="778" y="584"/>
                  </a:lnTo>
                  <a:lnTo>
                    <a:pt x="613" y="748"/>
                  </a:lnTo>
                  <a:lnTo>
                    <a:pt x="464" y="927"/>
                  </a:lnTo>
                  <a:lnTo>
                    <a:pt x="329" y="1121"/>
                  </a:lnTo>
                  <a:lnTo>
                    <a:pt x="225" y="1331"/>
                  </a:lnTo>
                  <a:lnTo>
                    <a:pt x="135" y="1540"/>
                  </a:lnTo>
                  <a:lnTo>
                    <a:pt x="75" y="1749"/>
                  </a:lnTo>
                  <a:lnTo>
                    <a:pt x="31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31" y="2645"/>
                  </a:lnTo>
                  <a:lnTo>
                    <a:pt x="75" y="2854"/>
                  </a:lnTo>
                  <a:lnTo>
                    <a:pt x="135" y="3063"/>
                  </a:lnTo>
                  <a:lnTo>
                    <a:pt x="225" y="3273"/>
                  </a:lnTo>
                  <a:lnTo>
                    <a:pt x="329" y="3482"/>
                  </a:lnTo>
                  <a:lnTo>
                    <a:pt x="449" y="3661"/>
                  </a:lnTo>
                  <a:lnTo>
                    <a:pt x="583" y="3840"/>
                  </a:lnTo>
                  <a:lnTo>
                    <a:pt x="748" y="4005"/>
                  </a:lnTo>
                  <a:lnTo>
                    <a:pt x="927" y="4154"/>
                  </a:lnTo>
                  <a:lnTo>
                    <a:pt x="1136" y="4289"/>
                  </a:lnTo>
                  <a:lnTo>
                    <a:pt x="1330" y="4393"/>
                  </a:lnTo>
                  <a:lnTo>
                    <a:pt x="1540" y="4483"/>
                  </a:lnTo>
                  <a:lnTo>
                    <a:pt x="1764" y="4543"/>
                  </a:lnTo>
                  <a:lnTo>
                    <a:pt x="1988" y="4587"/>
                  </a:lnTo>
                  <a:lnTo>
                    <a:pt x="2197" y="4617"/>
                  </a:lnTo>
                  <a:lnTo>
                    <a:pt x="2421" y="4602"/>
                  </a:lnTo>
                  <a:lnTo>
                    <a:pt x="2645" y="4587"/>
                  </a:lnTo>
                  <a:lnTo>
                    <a:pt x="2869" y="4543"/>
                  </a:lnTo>
                  <a:lnTo>
                    <a:pt x="3078" y="4483"/>
                  </a:lnTo>
                  <a:lnTo>
                    <a:pt x="3287" y="4393"/>
                  </a:lnTo>
                  <a:lnTo>
                    <a:pt x="3482" y="4289"/>
                  </a:lnTo>
                  <a:lnTo>
                    <a:pt x="3676" y="4169"/>
                  </a:lnTo>
                  <a:lnTo>
                    <a:pt x="3840" y="4035"/>
                  </a:lnTo>
                  <a:lnTo>
                    <a:pt x="4020" y="3870"/>
                  </a:lnTo>
                  <a:lnTo>
                    <a:pt x="4169" y="3691"/>
                  </a:lnTo>
                  <a:lnTo>
                    <a:pt x="4288" y="3482"/>
                  </a:lnTo>
                  <a:lnTo>
                    <a:pt x="4408" y="3288"/>
                  </a:lnTo>
                  <a:lnTo>
                    <a:pt x="4483" y="3078"/>
                  </a:lnTo>
                  <a:lnTo>
                    <a:pt x="4557" y="2854"/>
                  </a:lnTo>
                  <a:lnTo>
                    <a:pt x="4602" y="2630"/>
                  </a:lnTo>
                  <a:lnTo>
                    <a:pt x="4617" y="2421"/>
                  </a:lnTo>
                  <a:lnTo>
                    <a:pt x="4617" y="2197"/>
                  </a:lnTo>
                  <a:lnTo>
                    <a:pt x="4587" y="1973"/>
                  </a:lnTo>
                  <a:lnTo>
                    <a:pt x="4557" y="1749"/>
                  </a:lnTo>
                  <a:lnTo>
                    <a:pt x="4483" y="1540"/>
                  </a:lnTo>
                  <a:lnTo>
                    <a:pt x="4408" y="1331"/>
                  </a:lnTo>
                  <a:lnTo>
                    <a:pt x="4303" y="1136"/>
                  </a:lnTo>
                  <a:lnTo>
                    <a:pt x="4184" y="942"/>
                  </a:lnTo>
                  <a:lnTo>
                    <a:pt x="4034" y="763"/>
                  </a:lnTo>
                  <a:lnTo>
                    <a:pt x="3870" y="598"/>
                  </a:lnTo>
                  <a:lnTo>
                    <a:pt x="3691" y="449"/>
                  </a:lnTo>
                  <a:lnTo>
                    <a:pt x="3497" y="330"/>
                  </a:lnTo>
                  <a:lnTo>
                    <a:pt x="3287" y="210"/>
                  </a:lnTo>
                  <a:lnTo>
                    <a:pt x="3078" y="135"/>
                  </a:lnTo>
                  <a:lnTo>
                    <a:pt x="2854" y="61"/>
                  </a:lnTo>
                  <a:lnTo>
                    <a:pt x="2645" y="16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2"/>
            <p:cNvSpPr/>
            <p:nvPr/>
          </p:nvSpPr>
          <p:spPr>
            <a:xfrm>
              <a:off x="-1215445" y="3622770"/>
              <a:ext cx="240714" cy="240714"/>
            </a:xfrm>
            <a:custGeom>
              <a:avLst/>
              <a:gdLst/>
              <a:ahLst/>
              <a:cxnLst/>
              <a:rect l="l" t="t" r="r" b="b"/>
              <a:pathLst>
                <a:path w="8561" h="8561" extrusionOk="0">
                  <a:moveTo>
                    <a:pt x="4273" y="1"/>
                  </a:moveTo>
                  <a:lnTo>
                    <a:pt x="4079" y="16"/>
                  </a:lnTo>
                  <a:lnTo>
                    <a:pt x="3870" y="31"/>
                  </a:lnTo>
                  <a:lnTo>
                    <a:pt x="3660" y="45"/>
                  </a:lnTo>
                  <a:lnTo>
                    <a:pt x="3466" y="90"/>
                  </a:lnTo>
                  <a:lnTo>
                    <a:pt x="3257" y="135"/>
                  </a:lnTo>
                  <a:lnTo>
                    <a:pt x="3063" y="180"/>
                  </a:lnTo>
                  <a:lnTo>
                    <a:pt x="2869" y="240"/>
                  </a:lnTo>
                  <a:lnTo>
                    <a:pt x="2674" y="314"/>
                  </a:lnTo>
                  <a:lnTo>
                    <a:pt x="2480" y="404"/>
                  </a:lnTo>
                  <a:lnTo>
                    <a:pt x="2301" y="494"/>
                  </a:lnTo>
                  <a:lnTo>
                    <a:pt x="2122" y="598"/>
                  </a:lnTo>
                  <a:lnTo>
                    <a:pt x="1942" y="703"/>
                  </a:lnTo>
                  <a:lnTo>
                    <a:pt x="1763" y="822"/>
                  </a:lnTo>
                  <a:lnTo>
                    <a:pt x="1599" y="957"/>
                  </a:lnTo>
                  <a:lnTo>
                    <a:pt x="1434" y="1091"/>
                  </a:lnTo>
                  <a:lnTo>
                    <a:pt x="1285" y="1241"/>
                  </a:lnTo>
                  <a:lnTo>
                    <a:pt x="1136" y="1390"/>
                  </a:lnTo>
                  <a:lnTo>
                    <a:pt x="986" y="1554"/>
                  </a:lnTo>
                  <a:lnTo>
                    <a:pt x="852" y="1734"/>
                  </a:lnTo>
                  <a:lnTo>
                    <a:pt x="732" y="1913"/>
                  </a:lnTo>
                  <a:lnTo>
                    <a:pt x="613" y="2092"/>
                  </a:lnTo>
                  <a:lnTo>
                    <a:pt x="508" y="2271"/>
                  </a:lnTo>
                  <a:lnTo>
                    <a:pt x="404" y="2466"/>
                  </a:lnTo>
                  <a:lnTo>
                    <a:pt x="329" y="2660"/>
                  </a:lnTo>
                  <a:lnTo>
                    <a:pt x="254" y="2854"/>
                  </a:lnTo>
                  <a:lnTo>
                    <a:pt x="179" y="3063"/>
                  </a:lnTo>
                  <a:lnTo>
                    <a:pt x="135" y="3257"/>
                  </a:lnTo>
                  <a:lnTo>
                    <a:pt x="90" y="3467"/>
                  </a:lnTo>
                  <a:lnTo>
                    <a:pt x="45" y="3676"/>
                  </a:lnTo>
                  <a:lnTo>
                    <a:pt x="30" y="3870"/>
                  </a:lnTo>
                  <a:lnTo>
                    <a:pt x="15" y="4079"/>
                  </a:lnTo>
                  <a:lnTo>
                    <a:pt x="0" y="4288"/>
                  </a:lnTo>
                  <a:lnTo>
                    <a:pt x="15" y="4497"/>
                  </a:lnTo>
                  <a:lnTo>
                    <a:pt x="30" y="4692"/>
                  </a:lnTo>
                  <a:lnTo>
                    <a:pt x="60" y="4901"/>
                  </a:lnTo>
                  <a:lnTo>
                    <a:pt x="90" y="5095"/>
                  </a:lnTo>
                  <a:lnTo>
                    <a:pt x="135" y="5304"/>
                  </a:lnTo>
                  <a:lnTo>
                    <a:pt x="179" y="5498"/>
                  </a:lnTo>
                  <a:lnTo>
                    <a:pt x="254" y="5693"/>
                  </a:lnTo>
                  <a:lnTo>
                    <a:pt x="314" y="5887"/>
                  </a:lnTo>
                  <a:lnTo>
                    <a:pt x="404" y="6081"/>
                  </a:lnTo>
                  <a:lnTo>
                    <a:pt x="493" y="6260"/>
                  </a:lnTo>
                  <a:lnTo>
                    <a:pt x="598" y="6440"/>
                  </a:lnTo>
                  <a:lnTo>
                    <a:pt x="702" y="6619"/>
                  </a:lnTo>
                  <a:lnTo>
                    <a:pt x="822" y="6798"/>
                  </a:lnTo>
                  <a:lnTo>
                    <a:pt x="956" y="6962"/>
                  </a:lnTo>
                  <a:lnTo>
                    <a:pt x="1091" y="7127"/>
                  </a:lnTo>
                  <a:lnTo>
                    <a:pt x="1240" y="7276"/>
                  </a:lnTo>
                  <a:lnTo>
                    <a:pt x="1390" y="7426"/>
                  </a:lnTo>
                  <a:lnTo>
                    <a:pt x="1554" y="7575"/>
                  </a:lnTo>
                  <a:lnTo>
                    <a:pt x="1733" y="7709"/>
                  </a:lnTo>
                  <a:lnTo>
                    <a:pt x="1912" y="7829"/>
                  </a:lnTo>
                  <a:lnTo>
                    <a:pt x="2092" y="7948"/>
                  </a:lnTo>
                  <a:lnTo>
                    <a:pt x="2286" y="8053"/>
                  </a:lnTo>
                  <a:lnTo>
                    <a:pt x="2465" y="8158"/>
                  </a:lnTo>
                  <a:lnTo>
                    <a:pt x="2659" y="8232"/>
                  </a:lnTo>
                  <a:lnTo>
                    <a:pt x="2869" y="8307"/>
                  </a:lnTo>
                  <a:lnTo>
                    <a:pt x="3063" y="8382"/>
                  </a:lnTo>
                  <a:lnTo>
                    <a:pt x="3272" y="8427"/>
                  </a:lnTo>
                  <a:lnTo>
                    <a:pt x="3466" y="8471"/>
                  </a:lnTo>
                  <a:lnTo>
                    <a:pt x="3675" y="8516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288" y="8561"/>
                  </a:lnTo>
                  <a:lnTo>
                    <a:pt x="4497" y="8546"/>
                  </a:lnTo>
                  <a:lnTo>
                    <a:pt x="4691" y="8531"/>
                  </a:lnTo>
                  <a:lnTo>
                    <a:pt x="4900" y="8516"/>
                  </a:lnTo>
                  <a:lnTo>
                    <a:pt x="5109" y="8471"/>
                  </a:lnTo>
                  <a:lnTo>
                    <a:pt x="5304" y="8427"/>
                  </a:lnTo>
                  <a:lnTo>
                    <a:pt x="5498" y="8382"/>
                  </a:lnTo>
                  <a:lnTo>
                    <a:pt x="5692" y="8307"/>
                  </a:lnTo>
                  <a:lnTo>
                    <a:pt x="5886" y="8247"/>
                  </a:lnTo>
                  <a:lnTo>
                    <a:pt x="6081" y="8158"/>
                  </a:lnTo>
                  <a:lnTo>
                    <a:pt x="6260" y="8068"/>
                  </a:lnTo>
                  <a:lnTo>
                    <a:pt x="6454" y="7963"/>
                  </a:lnTo>
                  <a:lnTo>
                    <a:pt x="6618" y="7859"/>
                  </a:lnTo>
                  <a:lnTo>
                    <a:pt x="6798" y="7739"/>
                  </a:lnTo>
                  <a:lnTo>
                    <a:pt x="6962" y="7605"/>
                  </a:lnTo>
                  <a:lnTo>
                    <a:pt x="7126" y="7470"/>
                  </a:lnTo>
                  <a:lnTo>
                    <a:pt x="7276" y="7321"/>
                  </a:lnTo>
                  <a:lnTo>
                    <a:pt x="7425" y="7172"/>
                  </a:lnTo>
                  <a:lnTo>
                    <a:pt x="7575" y="7007"/>
                  </a:lnTo>
                  <a:lnTo>
                    <a:pt x="7709" y="6828"/>
                  </a:lnTo>
                  <a:lnTo>
                    <a:pt x="7843" y="6649"/>
                  </a:lnTo>
                  <a:lnTo>
                    <a:pt x="7948" y="6469"/>
                  </a:lnTo>
                  <a:lnTo>
                    <a:pt x="8068" y="6275"/>
                  </a:lnTo>
                  <a:lnTo>
                    <a:pt x="8157" y="6096"/>
                  </a:lnTo>
                  <a:lnTo>
                    <a:pt x="8247" y="5902"/>
                  </a:lnTo>
                  <a:lnTo>
                    <a:pt x="8322" y="5693"/>
                  </a:lnTo>
                  <a:lnTo>
                    <a:pt x="8381" y="5498"/>
                  </a:lnTo>
                  <a:lnTo>
                    <a:pt x="8441" y="5304"/>
                  </a:lnTo>
                  <a:lnTo>
                    <a:pt x="8486" y="5095"/>
                  </a:lnTo>
                  <a:lnTo>
                    <a:pt x="8516" y="4886"/>
                  </a:lnTo>
                  <a:lnTo>
                    <a:pt x="8546" y="4692"/>
                  </a:lnTo>
                  <a:lnTo>
                    <a:pt x="8546" y="4483"/>
                  </a:lnTo>
                  <a:lnTo>
                    <a:pt x="8561" y="4273"/>
                  </a:lnTo>
                  <a:lnTo>
                    <a:pt x="8546" y="4064"/>
                  </a:lnTo>
                  <a:lnTo>
                    <a:pt x="8531" y="3870"/>
                  </a:lnTo>
                  <a:lnTo>
                    <a:pt x="8516" y="3661"/>
                  </a:lnTo>
                  <a:lnTo>
                    <a:pt x="8471" y="3452"/>
                  </a:lnTo>
                  <a:lnTo>
                    <a:pt x="8426" y="3257"/>
                  </a:lnTo>
                  <a:lnTo>
                    <a:pt x="8381" y="3063"/>
                  </a:lnTo>
                  <a:lnTo>
                    <a:pt x="8322" y="2869"/>
                  </a:lnTo>
                  <a:lnTo>
                    <a:pt x="8247" y="2675"/>
                  </a:lnTo>
                  <a:lnTo>
                    <a:pt x="8157" y="2481"/>
                  </a:lnTo>
                  <a:lnTo>
                    <a:pt x="8068" y="2301"/>
                  </a:lnTo>
                  <a:lnTo>
                    <a:pt x="7963" y="2107"/>
                  </a:lnTo>
                  <a:lnTo>
                    <a:pt x="7858" y="1943"/>
                  </a:lnTo>
                  <a:lnTo>
                    <a:pt x="7739" y="1764"/>
                  </a:lnTo>
                  <a:lnTo>
                    <a:pt x="7604" y="1599"/>
                  </a:lnTo>
                  <a:lnTo>
                    <a:pt x="7470" y="1435"/>
                  </a:lnTo>
                  <a:lnTo>
                    <a:pt x="7321" y="1285"/>
                  </a:lnTo>
                  <a:lnTo>
                    <a:pt x="7171" y="1136"/>
                  </a:lnTo>
                  <a:lnTo>
                    <a:pt x="7007" y="987"/>
                  </a:lnTo>
                  <a:lnTo>
                    <a:pt x="6842" y="852"/>
                  </a:lnTo>
                  <a:lnTo>
                    <a:pt x="6648" y="718"/>
                  </a:lnTo>
                  <a:lnTo>
                    <a:pt x="6469" y="613"/>
                  </a:lnTo>
                  <a:lnTo>
                    <a:pt x="6290" y="509"/>
                  </a:lnTo>
                  <a:lnTo>
                    <a:pt x="6096" y="404"/>
                  </a:lnTo>
                  <a:lnTo>
                    <a:pt x="5901" y="314"/>
                  </a:lnTo>
                  <a:lnTo>
                    <a:pt x="5707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0" y="45"/>
                  </a:lnTo>
                  <a:lnTo>
                    <a:pt x="4691" y="31"/>
                  </a:lnTo>
                  <a:lnTo>
                    <a:pt x="4482" y="16"/>
                  </a:lnTo>
                  <a:lnTo>
                    <a:pt x="427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2"/>
            <p:cNvSpPr/>
            <p:nvPr/>
          </p:nvSpPr>
          <p:spPr>
            <a:xfrm>
              <a:off x="-1159997" y="3678218"/>
              <a:ext cx="129818" cy="129818"/>
            </a:xfrm>
            <a:custGeom>
              <a:avLst/>
              <a:gdLst/>
              <a:ahLst/>
              <a:cxnLst/>
              <a:rect l="l" t="t" r="r" b="b"/>
              <a:pathLst>
                <a:path w="4617" h="4617" extrusionOk="0">
                  <a:moveTo>
                    <a:pt x="2196" y="1"/>
                  </a:moveTo>
                  <a:lnTo>
                    <a:pt x="1972" y="31"/>
                  </a:lnTo>
                  <a:lnTo>
                    <a:pt x="1763" y="75"/>
                  </a:lnTo>
                  <a:lnTo>
                    <a:pt x="1539" y="135"/>
                  </a:lnTo>
                  <a:lnTo>
                    <a:pt x="1345" y="210"/>
                  </a:lnTo>
                  <a:lnTo>
                    <a:pt x="1136" y="314"/>
                  </a:lnTo>
                  <a:lnTo>
                    <a:pt x="956" y="449"/>
                  </a:lnTo>
                  <a:lnTo>
                    <a:pt x="777" y="583"/>
                  </a:lnTo>
                  <a:lnTo>
                    <a:pt x="613" y="748"/>
                  </a:lnTo>
                  <a:lnTo>
                    <a:pt x="463" y="927"/>
                  </a:lnTo>
                  <a:lnTo>
                    <a:pt x="329" y="1121"/>
                  </a:lnTo>
                  <a:lnTo>
                    <a:pt x="224" y="1330"/>
                  </a:lnTo>
                  <a:lnTo>
                    <a:pt x="135" y="1539"/>
                  </a:lnTo>
                  <a:lnTo>
                    <a:pt x="75" y="1764"/>
                  </a:lnTo>
                  <a:lnTo>
                    <a:pt x="30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54"/>
                  </a:lnTo>
                  <a:lnTo>
                    <a:pt x="135" y="3078"/>
                  </a:lnTo>
                  <a:lnTo>
                    <a:pt x="224" y="3272"/>
                  </a:lnTo>
                  <a:lnTo>
                    <a:pt x="314" y="3482"/>
                  </a:lnTo>
                  <a:lnTo>
                    <a:pt x="448" y="3661"/>
                  </a:lnTo>
                  <a:lnTo>
                    <a:pt x="583" y="3840"/>
                  </a:lnTo>
                  <a:lnTo>
                    <a:pt x="747" y="4004"/>
                  </a:lnTo>
                  <a:lnTo>
                    <a:pt x="926" y="4154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63" y="4542"/>
                  </a:lnTo>
                  <a:lnTo>
                    <a:pt x="1987" y="4587"/>
                  </a:lnTo>
                  <a:lnTo>
                    <a:pt x="2196" y="4617"/>
                  </a:lnTo>
                  <a:lnTo>
                    <a:pt x="2420" y="4617"/>
                  </a:lnTo>
                  <a:lnTo>
                    <a:pt x="2644" y="4587"/>
                  </a:lnTo>
                  <a:lnTo>
                    <a:pt x="2869" y="4542"/>
                  </a:lnTo>
                  <a:lnTo>
                    <a:pt x="3078" y="4483"/>
                  </a:lnTo>
                  <a:lnTo>
                    <a:pt x="3287" y="4408"/>
                  </a:lnTo>
                  <a:lnTo>
                    <a:pt x="3481" y="4303"/>
                  </a:lnTo>
                  <a:lnTo>
                    <a:pt x="3675" y="4169"/>
                  </a:lnTo>
                  <a:lnTo>
                    <a:pt x="3840" y="4034"/>
                  </a:lnTo>
                  <a:lnTo>
                    <a:pt x="4004" y="3870"/>
                  </a:lnTo>
                  <a:lnTo>
                    <a:pt x="4168" y="3691"/>
                  </a:lnTo>
                  <a:lnTo>
                    <a:pt x="4288" y="3497"/>
                  </a:lnTo>
                  <a:lnTo>
                    <a:pt x="4407" y="3287"/>
                  </a:lnTo>
                  <a:lnTo>
                    <a:pt x="4482" y="3078"/>
                  </a:lnTo>
                  <a:lnTo>
                    <a:pt x="4557" y="2854"/>
                  </a:lnTo>
                  <a:lnTo>
                    <a:pt x="4587" y="2645"/>
                  </a:lnTo>
                  <a:lnTo>
                    <a:pt x="4617" y="2421"/>
                  </a:lnTo>
                  <a:lnTo>
                    <a:pt x="4617" y="2197"/>
                  </a:lnTo>
                  <a:lnTo>
                    <a:pt x="4587" y="1973"/>
                  </a:lnTo>
                  <a:lnTo>
                    <a:pt x="4557" y="1764"/>
                  </a:lnTo>
                  <a:lnTo>
                    <a:pt x="4482" y="1539"/>
                  </a:lnTo>
                  <a:lnTo>
                    <a:pt x="4407" y="1330"/>
                  </a:lnTo>
                  <a:lnTo>
                    <a:pt x="4303" y="1136"/>
                  </a:lnTo>
                  <a:lnTo>
                    <a:pt x="4183" y="957"/>
                  </a:lnTo>
                  <a:lnTo>
                    <a:pt x="4034" y="778"/>
                  </a:lnTo>
                  <a:lnTo>
                    <a:pt x="3870" y="613"/>
                  </a:lnTo>
                  <a:lnTo>
                    <a:pt x="3690" y="464"/>
                  </a:lnTo>
                  <a:lnTo>
                    <a:pt x="3496" y="329"/>
                  </a:lnTo>
                  <a:lnTo>
                    <a:pt x="3287" y="210"/>
                  </a:lnTo>
                  <a:lnTo>
                    <a:pt x="3078" y="135"/>
                  </a:lnTo>
                  <a:lnTo>
                    <a:pt x="2854" y="60"/>
                  </a:lnTo>
                  <a:lnTo>
                    <a:pt x="2644" y="31"/>
                  </a:lnTo>
                  <a:lnTo>
                    <a:pt x="24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2"/>
            <p:cNvSpPr/>
            <p:nvPr/>
          </p:nvSpPr>
          <p:spPr>
            <a:xfrm>
              <a:off x="-820589" y="3348483"/>
              <a:ext cx="139913" cy="171404"/>
            </a:xfrm>
            <a:custGeom>
              <a:avLst/>
              <a:gdLst/>
              <a:ahLst/>
              <a:cxnLst/>
              <a:rect l="l" t="t" r="r" b="b"/>
              <a:pathLst>
                <a:path w="4976" h="6096" extrusionOk="0">
                  <a:moveTo>
                    <a:pt x="4632" y="0"/>
                  </a:moveTo>
                  <a:lnTo>
                    <a:pt x="3765" y="1434"/>
                  </a:lnTo>
                  <a:lnTo>
                    <a:pt x="3287" y="1210"/>
                  </a:lnTo>
                  <a:lnTo>
                    <a:pt x="3033" y="1106"/>
                  </a:lnTo>
                  <a:lnTo>
                    <a:pt x="2749" y="1016"/>
                  </a:lnTo>
                  <a:lnTo>
                    <a:pt x="2480" y="941"/>
                  </a:lnTo>
                  <a:lnTo>
                    <a:pt x="2211" y="882"/>
                  </a:lnTo>
                  <a:lnTo>
                    <a:pt x="1957" y="837"/>
                  </a:lnTo>
                  <a:lnTo>
                    <a:pt x="1704" y="837"/>
                  </a:lnTo>
                  <a:lnTo>
                    <a:pt x="1629" y="852"/>
                  </a:lnTo>
                  <a:lnTo>
                    <a:pt x="1569" y="867"/>
                  </a:lnTo>
                  <a:lnTo>
                    <a:pt x="1524" y="897"/>
                  </a:lnTo>
                  <a:lnTo>
                    <a:pt x="1509" y="926"/>
                  </a:lnTo>
                  <a:lnTo>
                    <a:pt x="1494" y="971"/>
                  </a:lnTo>
                  <a:lnTo>
                    <a:pt x="1509" y="1016"/>
                  </a:lnTo>
                  <a:lnTo>
                    <a:pt x="1524" y="1076"/>
                  </a:lnTo>
                  <a:lnTo>
                    <a:pt x="1554" y="1136"/>
                  </a:lnTo>
                  <a:lnTo>
                    <a:pt x="1659" y="1270"/>
                  </a:lnTo>
                  <a:lnTo>
                    <a:pt x="1793" y="1419"/>
                  </a:lnTo>
                  <a:lnTo>
                    <a:pt x="1957" y="1584"/>
                  </a:lnTo>
                  <a:lnTo>
                    <a:pt x="2152" y="1748"/>
                  </a:lnTo>
                  <a:lnTo>
                    <a:pt x="2555" y="2077"/>
                  </a:lnTo>
                  <a:lnTo>
                    <a:pt x="2943" y="2361"/>
                  </a:lnTo>
                  <a:lnTo>
                    <a:pt x="3407" y="2674"/>
                  </a:lnTo>
                  <a:lnTo>
                    <a:pt x="3407" y="2674"/>
                  </a:lnTo>
                  <a:lnTo>
                    <a:pt x="2914" y="2405"/>
                  </a:lnTo>
                  <a:lnTo>
                    <a:pt x="2450" y="2181"/>
                  </a:lnTo>
                  <a:lnTo>
                    <a:pt x="1928" y="1942"/>
                  </a:lnTo>
                  <a:lnTo>
                    <a:pt x="1659" y="1823"/>
                  </a:lnTo>
                  <a:lnTo>
                    <a:pt x="1390" y="1718"/>
                  </a:lnTo>
                  <a:lnTo>
                    <a:pt x="1136" y="1629"/>
                  </a:lnTo>
                  <a:lnTo>
                    <a:pt x="882" y="1569"/>
                  </a:lnTo>
                  <a:lnTo>
                    <a:pt x="658" y="1524"/>
                  </a:lnTo>
                  <a:lnTo>
                    <a:pt x="464" y="1509"/>
                  </a:lnTo>
                  <a:lnTo>
                    <a:pt x="374" y="1524"/>
                  </a:lnTo>
                  <a:lnTo>
                    <a:pt x="299" y="1539"/>
                  </a:lnTo>
                  <a:lnTo>
                    <a:pt x="239" y="1569"/>
                  </a:lnTo>
                  <a:lnTo>
                    <a:pt x="180" y="1599"/>
                  </a:lnTo>
                  <a:lnTo>
                    <a:pt x="135" y="1643"/>
                  </a:lnTo>
                  <a:lnTo>
                    <a:pt x="120" y="1703"/>
                  </a:lnTo>
                  <a:lnTo>
                    <a:pt x="120" y="1763"/>
                  </a:lnTo>
                  <a:lnTo>
                    <a:pt x="135" y="1823"/>
                  </a:lnTo>
                  <a:lnTo>
                    <a:pt x="165" y="1897"/>
                  </a:lnTo>
                  <a:lnTo>
                    <a:pt x="210" y="1972"/>
                  </a:lnTo>
                  <a:lnTo>
                    <a:pt x="344" y="2122"/>
                  </a:lnTo>
                  <a:lnTo>
                    <a:pt x="523" y="2286"/>
                  </a:lnTo>
                  <a:lnTo>
                    <a:pt x="747" y="2465"/>
                  </a:lnTo>
                  <a:lnTo>
                    <a:pt x="986" y="2644"/>
                  </a:lnTo>
                  <a:lnTo>
                    <a:pt x="1240" y="2824"/>
                  </a:lnTo>
                  <a:lnTo>
                    <a:pt x="1763" y="3152"/>
                  </a:lnTo>
                  <a:lnTo>
                    <a:pt x="2241" y="3436"/>
                  </a:lnTo>
                  <a:lnTo>
                    <a:pt x="2719" y="3690"/>
                  </a:lnTo>
                  <a:lnTo>
                    <a:pt x="2376" y="3556"/>
                  </a:lnTo>
                  <a:lnTo>
                    <a:pt x="2017" y="3421"/>
                  </a:lnTo>
                  <a:lnTo>
                    <a:pt x="1584" y="3272"/>
                  </a:lnTo>
                  <a:lnTo>
                    <a:pt x="1136" y="3137"/>
                  </a:lnTo>
                  <a:lnTo>
                    <a:pt x="927" y="3093"/>
                  </a:lnTo>
                  <a:lnTo>
                    <a:pt x="717" y="3048"/>
                  </a:lnTo>
                  <a:lnTo>
                    <a:pt x="538" y="3018"/>
                  </a:lnTo>
                  <a:lnTo>
                    <a:pt x="374" y="3018"/>
                  </a:lnTo>
                  <a:lnTo>
                    <a:pt x="239" y="3033"/>
                  </a:lnTo>
                  <a:lnTo>
                    <a:pt x="180" y="3048"/>
                  </a:lnTo>
                  <a:lnTo>
                    <a:pt x="135" y="3078"/>
                  </a:lnTo>
                  <a:lnTo>
                    <a:pt x="105" y="3108"/>
                  </a:lnTo>
                  <a:lnTo>
                    <a:pt x="90" y="3152"/>
                  </a:lnTo>
                  <a:lnTo>
                    <a:pt x="75" y="3197"/>
                  </a:lnTo>
                  <a:lnTo>
                    <a:pt x="90" y="3242"/>
                  </a:lnTo>
                  <a:lnTo>
                    <a:pt x="150" y="3347"/>
                  </a:lnTo>
                  <a:lnTo>
                    <a:pt x="269" y="3481"/>
                  </a:lnTo>
                  <a:lnTo>
                    <a:pt x="404" y="3616"/>
                  </a:lnTo>
                  <a:lnTo>
                    <a:pt x="583" y="3750"/>
                  </a:lnTo>
                  <a:lnTo>
                    <a:pt x="971" y="4049"/>
                  </a:lnTo>
                  <a:lnTo>
                    <a:pt x="1390" y="4333"/>
                  </a:lnTo>
                  <a:lnTo>
                    <a:pt x="1763" y="4572"/>
                  </a:lnTo>
                  <a:lnTo>
                    <a:pt x="2137" y="4811"/>
                  </a:lnTo>
                  <a:lnTo>
                    <a:pt x="2137" y="4811"/>
                  </a:lnTo>
                  <a:lnTo>
                    <a:pt x="1823" y="4691"/>
                  </a:lnTo>
                  <a:lnTo>
                    <a:pt x="1509" y="4587"/>
                  </a:lnTo>
                  <a:lnTo>
                    <a:pt x="1136" y="4482"/>
                  </a:lnTo>
                  <a:lnTo>
                    <a:pt x="747" y="4392"/>
                  </a:lnTo>
                  <a:lnTo>
                    <a:pt x="568" y="4377"/>
                  </a:lnTo>
                  <a:lnTo>
                    <a:pt x="404" y="4362"/>
                  </a:lnTo>
                  <a:lnTo>
                    <a:pt x="269" y="4377"/>
                  </a:lnTo>
                  <a:lnTo>
                    <a:pt x="150" y="4407"/>
                  </a:lnTo>
                  <a:lnTo>
                    <a:pt x="90" y="4437"/>
                  </a:lnTo>
                  <a:lnTo>
                    <a:pt x="60" y="4467"/>
                  </a:lnTo>
                  <a:lnTo>
                    <a:pt x="30" y="4497"/>
                  </a:lnTo>
                  <a:lnTo>
                    <a:pt x="0" y="4557"/>
                  </a:lnTo>
                  <a:lnTo>
                    <a:pt x="0" y="4602"/>
                  </a:lnTo>
                  <a:lnTo>
                    <a:pt x="0" y="4646"/>
                  </a:lnTo>
                  <a:lnTo>
                    <a:pt x="15" y="4706"/>
                  </a:lnTo>
                  <a:lnTo>
                    <a:pt x="30" y="4751"/>
                  </a:lnTo>
                  <a:lnTo>
                    <a:pt x="120" y="4870"/>
                  </a:lnTo>
                  <a:lnTo>
                    <a:pt x="224" y="4975"/>
                  </a:lnTo>
                  <a:lnTo>
                    <a:pt x="374" y="5080"/>
                  </a:lnTo>
                  <a:lnTo>
                    <a:pt x="538" y="5199"/>
                  </a:lnTo>
                  <a:lnTo>
                    <a:pt x="717" y="5304"/>
                  </a:lnTo>
                  <a:lnTo>
                    <a:pt x="927" y="5408"/>
                  </a:lnTo>
                  <a:lnTo>
                    <a:pt x="1360" y="5602"/>
                  </a:lnTo>
                  <a:lnTo>
                    <a:pt x="1808" y="5782"/>
                  </a:lnTo>
                  <a:lnTo>
                    <a:pt x="2226" y="5946"/>
                  </a:lnTo>
                  <a:lnTo>
                    <a:pt x="2585" y="6051"/>
                  </a:lnTo>
                  <a:lnTo>
                    <a:pt x="2719" y="6081"/>
                  </a:lnTo>
                  <a:lnTo>
                    <a:pt x="2839" y="6095"/>
                  </a:lnTo>
                  <a:lnTo>
                    <a:pt x="2958" y="6066"/>
                  </a:lnTo>
                  <a:lnTo>
                    <a:pt x="3048" y="6021"/>
                  </a:lnTo>
                  <a:lnTo>
                    <a:pt x="3123" y="5961"/>
                  </a:lnTo>
                  <a:lnTo>
                    <a:pt x="3197" y="5871"/>
                  </a:lnTo>
                  <a:lnTo>
                    <a:pt x="3257" y="5797"/>
                  </a:lnTo>
                  <a:lnTo>
                    <a:pt x="3302" y="5692"/>
                  </a:lnTo>
                  <a:lnTo>
                    <a:pt x="3362" y="5498"/>
                  </a:lnTo>
                  <a:lnTo>
                    <a:pt x="3392" y="5319"/>
                  </a:lnTo>
                  <a:lnTo>
                    <a:pt x="3407" y="5139"/>
                  </a:lnTo>
                  <a:lnTo>
                    <a:pt x="3481" y="5035"/>
                  </a:lnTo>
                  <a:lnTo>
                    <a:pt x="3646" y="4751"/>
                  </a:lnTo>
                  <a:lnTo>
                    <a:pt x="3720" y="4587"/>
                  </a:lnTo>
                  <a:lnTo>
                    <a:pt x="3795" y="4407"/>
                  </a:lnTo>
                  <a:lnTo>
                    <a:pt x="3840" y="4243"/>
                  </a:lnTo>
                  <a:lnTo>
                    <a:pt x="3855" y="4168"/>
                  </a:lnTo>
                  <a:lnTo>
                    <a:pt x="3870" y="4109"/>
                  </a:lnTo>
                  <a:lnTo>
                    <a:pt x="3930" y="4049"/>
                  </a:lnTo>
                  <a:lnTo>
                    <a:pt x="3989" y="3974"/>
                  </a:lnTo>
                  <a:lnTo>
                    <a:pt x="4079" y="3869"/>
                  </a:lnTo>
                  <a:lnTo>
                    <a:pt x="4154" y="3750"/>
                  </a:lnTo>
                  <a:lnTo>
                    <a:pt x="4243" y="3616"/>
                  </a:lnTo>
                  <a:lnTo>
                    <a:pt x="4303" y="3451"/>
                  </a:lnTo>
                  <a:lnTo>
                    <a:pt x="4348" y="3272"/>
                  </a:lnTo>
                  <a:lnTo>
                    <a:pt x="4467" y="3137"/>
                  </a:lnTo>
                  <a:lnTo>
                    <a:pt x="4587" y="2988"/>
                  </a:lnTo>
                  <a:lnTo>
                    <a:pt x="4691" y="2809"/>
                  </a:lnTo>
                  <a:lnTo>
                    <a:pt x="4736" y="2704"/>
                  </a:lnTo>
                  <a:lnTo>
                    <a:pt x="4781" y="2600"/>
                  </a:lnTo>
                  <a:lnTo>
                    <a:pt x="4811" y="2495"/>
                  </a:lnTo>
                  <a:lnTo>
                    <a:pt x="4826" y="2376"/>
                  </a:lnTo>
                  <a:lnTo>
                    <a:pt x="4811" y="2271"/>
                  </a:lnTo>
                  <a:lnTo>
                    <a:pt x="4781" y="2151"/>
                  </a:lnTo>
                  <a:lnTo>
                    <a:pt x="4721" y="2047"/>
                  </a:lnTo>
                  <a:lnTo>
                    <a:pt x="4647" y="1942"/>
                  </a:lnTo>
                  <a:lnTo>
                    <a:pt x="4676" y="1897"/>
                  </a:lnTo>
                  <a:lnTo>
                    <a:pt x="4751" y="1763"/>
                  </a:lnTo>
                  <a:lnTo>
                    <a:pt x="4841" y="1554"/>
                  </a:lnTo>
                  <a:lnTo>
                    <a:pt x="4886" y="1434"/>
                  </a:lnTo>
                  <a:lnTo>
                    <a:pt x="4916" y="1300"/>
                  </a:lnTo>
                  <a:lnTo>
                    <a:pt x="4945" y="1150"/>
                  </a:lnTo>
                  <a:lnTo>
                    <a:pt x="4975" y="1001"/>
                  </a:lnTo>
                  <a:lnTo>
                    <a:pt x="4975" y="837"/>
                  </a:lnTo>
                  <a:lnTo>
                    <a:pt x="4960" y="672"/>
                  </a:lnTo>
                  <a:lnTo>
                    <a:pt x="4916" y="508"/>
                  </a:lnTo>
                  <a:lnTo>
                    <a:pt x="4856" y="329"/>
                  </a:lnTo>
                  <a:lnTo>
                    <a:pt x="4766" y="164"/>
                  </a:lnTo>
                  <a:lnTo>
                    <a:pt x="4632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2"/>
            <p:cNvSpPr/>
            <p:nvPr/>
          </p:nvSpPr>
          <p:spPr>
            <a:xfrm>
              <a:off x="-1829168" y="3041411"/>
              <a:ext cx="719583" cy="785125"/>
            </a:xfrm>
            <a:custGeom>
              <a:avLst/>
              <a:gdLst/>
              <a:ahLst/>
              <a:cxnLst/>
              <a:rect l="l" t="t" r="r" b="b"/>
              <a:pathLst>
                <a:path w="25592" h="27923" extrusionOk="0">
                  <a:moveTo>
                    <a:pt x="5827" y="0"/>
                  </a:moveTo>
                  <a:lnTo>
                    <a:pt x="5528" y="15"/>
                  </a:lnTo>
                  <a:lnTo>
                    <a:pt x="5229" y="60"/>
                  </a:lnTo>
                  <a:lnTo>
                    <a:pt x="4930" y="135"/>
                  </a:lnTo>
                  <a:lnTo>
                    <a:pt x="4647" y="239"/>
                  </a:lnTo>
                  <a:lnTo>
                    <a:pt x="4363" y="359"/>
                  </a:lnTo>
                  <a:lnTo>
                    <a:pt x="4094" y="508"/>
                  </a:lnTo>
                  <a:lnTo>
                    <a:pt x="3855" y="688"/>
                  </a:lnTo>
                  <a:lnTo>
                    <a:pt x="3616" y="897"/>
                  </a:lnTo>
                  <a:lnTo>
                    <a:pt x="3407" y="1121"/>
                  </a:lnTo>
                  <a:lnTo>
                    <a:pt x="3212" y="1375"/>
                  </a:lnTo>
                  <a:lnTo>
                    <a:pt x="3048" y="1644"/>
                  </a:lnTo>
                  <a:lnTo>
                    <a:pt x="2899" y="1928"/>
                  </a:lnTo>
                  <a:lnTo>
                    <a:pt x="2824" y="2137"/>
                  </a:lnTo>
                  <a:lnTo>
                    <a:pt x="2749" y="2301"/>
                  </a:lnTo>
                  <a:lnTo>
                    <a:pt x="2615" y="2630"/>
                  </a:lnTo>
                  <a:lnTo>
                    <a:pt x="2361" y="3287"/>
                  </a:lnTo>
                  <a:lnTo>
                    <a:pt x="2122" y="3929"/>
                  </a:lnTo>
                  <a:lnTo>
                    <a:pt x="1913" y="4587"/>
                  </a:lnTo>
                  <a:lnTo>
                    <a:pt x="1689" y="5229"/>
                  </a:lnTo>
                  <a:lnTo>
                    <a:pt x="1494" y="5887"/>
                  </a:lnTo>
                  <a:lnTo>
                    <a:pt x="1315" y="6544"/>
                  </a:lnTo>
                  <a:lnTo>
                    <a:pt x="1136" y="7201"/>
                  </a:lnTo>
                  <a:lnTo>
                    <a:pt x="957" y="7873"/>
                  </a:lnTo>
                  <a:lnTo>
                    <a:pt x="807" y="8546"/>
                  </a:lnTo>
                  <a:lnTo>
                    <a:pt x="658" y="9218"/>
                  </a:lnTo>
                  <a:lnTo>
                    <a:pt x="538" y="9890"/>
                  </a:lnTo>
                  <a:lnTo>
                    <a:pt x="419" y="10578"/>
                  </a:lnTo>
                  <a:lnTo>
                    <a:pt x="314" y="11265"/>
                  </a:lnTo>
                  <a:lnTo>
                    <a:pt x="224" y="11952"/>
                  </a:lnTo>
                  <a:lnTo>
                    <a:pt x="135" y="12654"/>
                  </a:lnTo>
                  <a:lnTo>
                    <a:pt x="75" y="13356"/>
                  </a:lnTo>
                  <a:lnTo>
                    <a:pt x="30" y="14073"/>
                  </a:lnTo>
                  <a:lnTo>
                    <a:pt x="15" y="14776"/>
                  </a:lnTo>
                  <a:lnTo>
                    <a:pt x="0" y="15493"/>
                  </a:lnTo>
                  <a:lnTo>
                    <a:pt x="15" y="16225"/>
                  </a:lnTo>
                  <a:lnTo>
                    <a:pt x="45" y="16957"/>
                  </a:lnTo>
                  <a:lnTo>
                    <a:pt x="105" y="17689"/>
                  </a:lnTo>
                  <a:lnTo>
                    <a:pt x="195" y="18421"/>
                  </a:lnTo>
                  <a:lnTo>
                    <a:pt x="314" y="19168"/>
                  </a:lnTo>
                  <a:lnTo>
                    <a:pt x="449" y="19900"/>
                  </a:lnTo>
                  <a:lnTo>
                    <a:pt x="628" y="20647"/>
                  </a:lnTo>
                  <a:lnTo>
                    <a:pt x="822" y="21394"/>
                  </a:lnTo>
                  <a:lnTo>
                    <a:pt x="1076" y="22126"/>
                  </a:lnTo>
                  <a:lnTo>
                    <a:pt x="1210" y="22499"/>
                  </a:lnTo>
                  <a:lnTo>
                    <a:pt x="1345" y="22858"/>
                  </a:lnTo>
                  <a:lnTo>
                    <a:pt x="1494" y="23216"/>
                  </a:lnTo>
                  <a:lnTo>
                    <a:pt x="1659" y="23590"/>
                  </a:lnTo>
                  <a:lnTo>
                    <a:pt x="1838" y="23948"/>
                  </a:lnTo>
                  <a:lnTo>
                    <a:pt x="2017" y="24292"/>
                  </a:lnTo>
                  <a:lnTo>
                    <a:pt x="2196" y="24591"/>
                  </a:lnTo>
                  <a:lnTo>
                    <a:pt x="2361" y="24845"/>
                  </a:lnTo>
                  <a:lnTo>
                    <a:pt x="2540" y="25069"/>
                  </a:lnTo>
                  <a:lnTo>
                    <a:pt x="2749" y="25263"/>
                  </a:lnTo>
                  <a:lnTo>
                    <a:pt x="2973" y="25442"/>
                  </a:lnTo>
                  <a:lnTo>
                    <a:pt x="3212" y="25592"/>
                  </a:lnTo>
                  <a:lnTo>
                    <a:pt x="3466" y="25711"/>
                  </a:lnTo>
                  <a:lnTo>
                    <a:pt x="3720" y="25801"/>
                  </a:lnTo>
                  <a:lnTo>
                    <a:pt x="3989" y="25876"/>
                  </a:lnTo>
                  <a:lnTo>
                    <a:pt x="4318" y="25935"/>
                  </a:lnTo>
                  <a:lnTo>
                    <a:pt x="4632" y="25995"/>
                  </a:lnTo>
                  <a:lnTo>
                    <a:pt x="5244" y="26115"/>
                  </a:lnTo>
                  <a:lnTo>
                    <a:pt x="6469" y="26324"/>
                  </a:lnTo>
                  <a:lnTo>
                    <a:pt x="7679" y="26533"/>
                  </a:lnTo>
                  <a:lnTo>
                    <a:pt x="8904" y="26727"/>
                  </a:lnTo>
                  <a:lnTo>
                    <a:pt x="10129" y="26906"/>
                  </a:lnTo>
                  <a:lnTo>
                    <a:pt x="11354" y="27086"/>
                  </a:lnTo>
                  <a:lnTo>
                    <a:pt x="12580" y="27235"/>
                  </a:lnTo>
                  <a:lnTo>
                    <a:pt x="13820" y="27385"/>
                  </a:lnTo>
                  <a:lnTo>
                    <a:pt x="15045" y="27519"/>
                  </a:lnTo>
                  <a:lnTo>
                    <a:pt x="16285" y="27638"/>
                  </a:lnTo>
                  <a:lnTo>
                    <a:pt x="17525" y="27743"/>
                  </a:lnTo>
                  <a:lnTo>
                    <a:pt x="18765" y="27818"/>
                  </a:lnTo>
                  <a:lnTo>
                    <a:pt x="20019" y="27892"/>
                  </a:lnTo>
                  <a:lnTo>
                    <a:pt x="21274" y="27922"/>
                  </a:lnTo>
                  <a:lnTo>
                    <a:pt x="23172" y="27922"/>
                  </a:lnTo>
                  <a:lnTo>
                    <a:pt x="23814" y="27892"/>
                  </a:lnTo>
                  <a:lnTo>
                    <a:pt x="24008" y="27878"/>
                  </a:lnTo>
                  <a:lnTo>
                    <a:pt x="24188" y="27848"/>
                  </a:lnTo>
                  <a:lnTo>
                    <a:pt x="24367" y="27788"/>
                  </a:lnTo>
                  <a:lnTo>
                    <a:pt x="24531" y="27728"/>
                  </a:lnTo>
                  <a:lnTo>
                    <a:pt x="24681" y="27638"/>
                  </a:lnTo>
                  <a:lnTo>
                    <a:pt x="24830" y="27549"/>
                  </a:lnTo>
                  <a:lnTo>
                    <a:pt x="24964" y="27429"/>
                  </a:lnTo>
                  <a:lnTo>
                    <a:pt x="25099" y="27310"/>
                  </a:lnTo>
                  <a:lnTo>
                    <a:pt x="25204" y="27175"/>
                  </a:lnTo>
                  <a:lnTo>
                    <a:pt x="25308" y="27026"/>
                  </a:lnTo>
                  <a:lnTo>
                    <a:pt x="25398" y="26877"/>
                  </a:lnTo>
                  <a:lnTo>
                    <a:pt x="25472" y="26712"/>
                  </a:lnTo>
                  <a:lnTo>
                    <a:pt x="25517" y="26533"/>
                  </a:lnTo>
                  <a:lnTo>
                    <a:pt x="25562" y="26354"/>
                  </a:lnTo>
                  <a:lnTo>
                    <a:pt x="25577" y="26174"/>
                  </a:lnTo>
                  <a:lnTo>
                    <a:pt x="25592" y="25980"/>
                  </a:lnTo>
                  <a:lnTo>
                    <a:pt x="25577" y="25816"/>
                  </a:lnTo>
                  <a:lnTo>
                    <a:pt x="25547" y="25637"/>
                  </a:lnTo>
                  <a:lnTo>
                    <a:pt x="25502" y="25487"/>
                  </a:lnTo>
                  <a:lnTo>
                    <a:pt x="25443" y="25323"/>
                  </a:lnTo>
                  <a:lnTo>
                    <a:pt x="25368" y="25173"/>
                  </a:lnTo>
                  <a:lnTo>
                    <a:pt x="25278" y="25039"/>
                  </a:lnTo>
                  <a:lnTo>
                    <a:pt x="25189" y="24905"/>
                  </a:lnTo>
                  <a:lnTo>
                    <a:pt x="25084" y="24785"/>
                  </a:lnTo>
                  <a:lnTo>
                    <a:pt x="24964" y="24680"/>
                  </a:lnTo>
                  <a:lnTo>
                    <a:pt x="24845" y="24576"/>
                  </a:lnTo>
                  <a:lnTo>
                    <a:pt x="24710" y="24486"/>
                  </a:lnTo>
                  <a:lnTo>
                    <a:pt x="24561" y="24397"/>
                  </a:lnTo>
                  <a:lnTo>
                    <a:pt x="24412" y="24337"/>
                  </a:lnTo>
                  <a:lnTo>
                    <a:pt x="24262" y="24277"/>
                  </a:lnTo>
                  <a:lnTo>
                    <a:pt x="24098" y="24247"/>
                  </a:lnTo>
                  <a:lnTo>
                    <a:pt x="23934" y="24217"/>
                  </a:lnTo>
                  <a:lnTo>
                    <a:pt x="23904" y="24217"/>
                  </a:lnTo>
                  <a:lnTo>
                    <a:pt x="22753" y="24083"/>
                  </a:lnTo>
                  <a:lnTo>
                    <a:pt x="21618" y="23919"/>
                  </a:lnTo>
                  <a:lnTo>
                    <a:pt x="20468" y="23724"/>
                  </a:lnTo>
                  <a:lnTo>
                    <a:pt x="19317" y="23500"/>
                  </a:lnTo>
                  <a:lnTo>
                    <a:pt x="18167" y="23261"/>
                  </a:lnTo>
                  <a:lnTo>
                    <a:pt x="17017" y="23007"/>
                  </a:lnTo>
                  <a:lnTo>
                    <a:pt x="15866" y="22723"/>
                  </a:lnTo>
                  <a:lnTo>
                    <a:pt x="14716" y="22440"/>
                  </a:lnTo>
                  <a:lnTo>
                    <a:pt x="13580" y="22141"/>
                  </a:lnTo>
                  <a:lnTo>
                    <a:pt x="12430" y="21827"/>
                  </a:lnTo>
                  <a:lnTo>
                    <a:pt x="11295" y="21498"/>
                  </a:lnTo>
                  <a:lnTo>
                    <a:pt x="10159" y="21170"/>
                  </a:lnTo>
                  <a:lnTo>
                    <a:pt x="9024" y="20811"/>
                  </a:lnTo>
                  <a:lnTo>
                    <a:pt x="7888" y="20468"/>
                  </a:lnTo>
                  <a:lnTo>
                    <a:pt x="7156" y="20228"/>
                  </a:lnTo>
                  <a:lnTo>
                    <a:pt x="7082" y="19989"/>
                  </a:lnTo>
                  <a:lnTo>
                    <a:pt x="6947" y="19586"/>
                  </a:lnTo>
                  <a:lnTo>
                    <a:pt x="6932" y="19541"/>
                  </a:lnTo>
                  <a:lnTo>
                    <a:pt x="6798" y="19078"/>
                  </a:lnTo>
                  <a:lnTo>
                    <a:pt x="6693" y="18585"/>
                  </a:lnTo>
                  <a:lnTo>
                    <a:pt x="6589" y="18092"/>
                  </a:lnTo>
                  <a:lnTo>
                    <a:pt x="6514" y="17584"/>
                  </a:lnTo>
                  <a:lnTo>
                    <a:pt x="6454" y="17061"/>
                  </a:lnTo>
                  <a:lnTo>
                    <a:pt x="6409" y="16538"/>
                  </a:lnTo>
                  <a:lnTo>
                    <a:pt x="6395" y="16016"/>
                  </a:lnTo>
                  <a:lnTo>
                    <a:pt x="6380" y="15478"/>
                  </a:lnTo>
                  <a:lnTo>
                    <a:pt x="6380" y="14925"/>
                  </a:lnTo>
                  <a:lnTo>
                    <a:pt x="6409" y="14387"/>
                  </a:lnTo>
                  <a:lnTo>
                    <a:pt x="6439" y="13834"/>
                  </a:lnTo>
                  <a:lnTo>
                    <a:pt x="6484" y="13282"/>
                  </a:lnTo>
                  <a:lnTo>
                    <a:pt x="6604" y="12057"/>
                  </a:lnTo>
                  <a:lnTo>
                    <a:pt x="6753" y="10727"/>
                  </a:lnTo>
                  <a:lnTo>
                    <a:pt x="6843" y="10040"/>
                  </a:lnTo>
                  <a:lnTo>
                    <a:pt x="6947" y="9382"/>
                  </a:lnTo>
                  <a:lnTo>
                    <a:pt x="7067" y="8740"/>
                  </a:lnTo>
                  <a:lnTo>
                    <a:pt x="7201" y="8157"/>
                  </a:lnTo>
                  <a:lnTo>
                    <a:pt x="7321" y="7679"/>
                  </a:lnTo>
                  <a:lnTo>
                    <a:pt x="7440" y="7321"/>
                  </a:lnTo>
                  <a:lnTo>
                    <a:pt x="7605" y="6962"/>
                  </a:lnTo>
                  <a:lnTo>
                    <a:pt x="7829" y="6484"/>
                  </a:lnTo>
                  <a:lnTo>
                    <a:pt x="8098" y="6006"/>
                  </a:lnTo>
                  <a:lnTo>
                    <a:pt x="8232" y="5767"/>
                  </a:lnTo>
                  <a:lnTo>
                    <a:pt x="8337" y="5513"/>
                  </a:lnTo>
                  <a:lnTo>
                    <a:pt x="8546" y="4990"/>
                  </a:lnTo>
                  <a:lnTo>
                    <a:pt x="8635" y="4736"/>
                  </a:lnTo>
                  <a:lnTo>
                    <a:pt x="8725" y="4527"/>
                  </a:lnTo>
                  <a:lnTo>
                    <a:pt x="8770" y="4422"/>
                  </a:lnTo>
                  <a:lnTo>
                    <a:pt x="8875" y="4124"/>
                  </a:lnTo>
                  <a:lnTo>
                    <a:pt x="8964" y="3810"/>
                  </a:lnTo>
                  <a:lnTo>
                    <a:pt x="9009" y="3496"/>
                  </a:lnTo>
                  <a:lnTo>
                    <a:pt x="9024" y="3182"/>
                  </a:lnTo>
                  <a:lnTo>
                    <a:pt x="9009" y="2884"/>
                  </a:lnTo>
                  <a:lnTo>
                    <a:pt x="8964" y="2570"/>
                  </a:lnTo>
                  <a:lnTo>
                    <a:pt x="8889" y="2271"/>
                  </a:lnTo>
                  <a:lnTo>
                    <a:pt x="8785" y="1987"/>
                  </a:lnTo>
                  <a:lnTo>
                    <a:pt x="8650" y="1703"/>
                  </a:lnTo>
                  <a:lnTo>
                    <a:pt x="8501" y="1449"/>
                  </a:lnTo>
                  <a:lnTo>
                    <a:pt x="8322" y="1196"/>
                  </a:lnTo>
                  <a:lnTo>
                    <a:pt x="8113" y="971"/>
                  </a:lnTo>
                  <a:lnTo>
                    <a:pt x="7888" y="747"/>
                  </a:lnTo>
                  <a:lnTo>
                    <a:pt x="7635" y="568"/>
                  </a:lnTo>
                  <a:lnTo>
                    <a:pt x="7366" y="389"/>
                  </a:lnTo>
                  <a:lnTo>
                    <a:pt x="7067" y="254"/>
                  </a:lnTo>
                  <a:lnTo>
                    <a:pt x="6768" y="135"/>
                  </a:lnTo>
                  <a:lnTo>
                    <a:pt x="6454" y="60"/>
                  </a:lnTo>
                  <a:lnTo>
                    <a:pt x="6141" y="15"/>
                  </a:lnTo>
                  <a:lnTo>
                    <a:pt x="5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2"/>
            <p:cNvSpPr/>
            <p:nvPr/>
          </p:nvSpPr>
          <p:spPr>
            <a:xfrm>
              <a:off x="-1170513" y="3700908"/>
              <a:ext cx="234022" cy="152509"/>
            </a:xfrm>
            <a:custGeom>
              <a:avLst/>
              <a:gdLst/>
              <a:ahLst/>
              <a:cxnLst/>
              <a:rect l="l" t="t" r="r" b="b"/>
              <a:pathLst>
                <a:path w="8323" h="5424" extrusionOk="0">
                  <a:moveTo>
                    <a:pt x="3526" y="0"/>
                  </a:moveTo>
                  <a:lnTo>
                    <a:pt x="3347" y="30"/>
                  </a:lnTo>
                  <a:lnTo>
                    <a:pt x="3138" y="75"/>
                  </a:lnTo>
                  <a:lnTo>
                    <a:pt x="2914" y="135"/>
                  </a:lnTo>
                  <a:lnTo>
                    <a:pt x="2451" y="284"/>
                  </a:lnTo>
                  <a:lnTo>
                    <a:pt x="1973" y="464"/>
                  </a:lnTo>
                  <a:lnTo>
                    <a:pt x="1539" y="658"/>
                  </a:lnTo>
                  <a:lnTo>
                    <a:pt x="1196" y="822"/>
                  </a:lnTo>
                  <a:lnTo>
                    <a:pt x="867" y="971"/>
                  </a:lnTo>
                  <a:lnTo>
                    <a:pt x="703" y="1166"/>
                  </a:lnTo>
                  <a:lnTo>
                    <a:pt x="568" y="1360"/>
                  </a:lnTo>
                  <a:lnTo>
                    <a:pt x="449" y="1539"/>
                  </a:lnTo>
                  <a:lnTo>
                    <a:pt x="344" y="1733"/>
                  </a:lnTo>
                  <a:lnTo>
                    <a:pt x="270" y="1913"/>
                  </a:lnTo>
                  <a:lnTo>
                    <a:pt x="195" y="2092"/>
                  </a:lnTo>
                  <a:lnTo>
                    <a:pt x="135" y="2271"/>
                  </a:lnTo>
                  <a:lnTo>
                    <a:pt x="75" y="2436"/>
                  </a:lnTo>
                  <a:lnTo>
                    <a:pt x="46" y="2615"/>
                  </a:lnTo>
                  <a:lnTo>
                    <a:pt x="16" y="2779"/>
                  </a:lnTo>
                  <a:lnTo>
                    <a:pt x="1" y="3093"/>
                  </a:lnTo>
                  <a:lnTo>
                    <a:pt x="1" y="3377"/>
                  </a:lnTo>
                  <a:lnTo>
                    <a:pt x="31" y="3646"/>
                  </a:lnTo>
                  <a:lnTo>
                    <a:pt x="75" y="3825"/>
                  </a:lnTo>
                  <a:lnTo>
                    <a:pt x="135" y="3989"/>
                  </a:lnTo>
                  <a:lnTo>
                    <a:pt x="225" y="4139"/>
                  </a:lnTo>
                  <a:lnTo>
                    <a:pt x="329" y="4273"/>
                  </a:lnTo>
                  <a:lnTo>
                    <a:pt x="449" y="4393"/>
                  </a:lnTo>
                  <a:lnTo>
                    <a:pt x="598" y="4497"/>
                  </a:lnTo>
                  <a:lnTo>
                    <a:pt x="748" y="4587"/>
                  </a:lnTo>
                  <a:lnTo>
                    <a:pt x="912" y="4647"/>
                  </a:lnTo>
                  <a:lnTo>
                    <a:pt x="2212" y="5020"/>
                  </a:lnTo>
                  <a:lnTo>
                    <a:pt x="3168" y="5289"/>
                  </a:lnTo>
                  <a:lnTo>
                    <a:pt x="3377" y="5349"/>
                  </a:lnTo>
                  <a:lnTo>
                    <a:pt x="3631" y="5379"/>
                  </a:lnTo>
                  <a:lnTo>
                    <a:pt x="3930" y="5409"/>
                  </a:lnTo>
                  <a:lnTo>
                    <a:pt x="4273" y="5423"/>
                  </a:lnTo>
                  <a:lnTo>
                    <a:pt x="4438" y="5409"/>
                  </a:lnTo>
                  <a:lnTo>
                    <a:pt x="4617" y="5379"/>
                  </a:lnTo>
                  <a:lnTo>
                    <a:pt x="4796" y="5349"/>
                  </a:lnTo>
                  <a:lnTo>
                    <a:pt x="4976" y="5289"/>
                  </a:lnTo>
                  <a:lnTo>
                    <a:pt x="5155" y="5229"/>
                  </a:lnTo>
                  <a:lnTo>
                    <a:pt x="5319" y="5140"/>
                  </a:lnTo>
                  <a:lnTo>
                    <a:pt x="5484" y="5050"/>
                  </a:lnTo>
                  <a:lnTo>
                    <a:pt x="5648" y="4930"/>
                  </a:lnTo>
                  <a:lnTo>
                    <a:pt x="5737" y="4901"/>
                  </a:lnTo>
                  <a:lnTo>
                    <a:pt x="5962" y="4826"/>
                  </a:lnTo>
                  <a:lnTo>
                    <a:pt x="6260" y="4691"/>
                  </a:lnTo>
                  <a:lnTo>
                    <a:pt x="6410" y="4617"/>
                  </a:lnTo>
                  <a:lnTo>
                    <a:pt x="6559" y="4542"/>
                  </a:lnTo>
                  <a:lnTo>
                    <a:pt x="6709" y="4437"/>
                  </a:lnTo>
                  <a:lnTo>
                    <a:pt x="6828" y="4333"/>
                  </a:lnTo>
                  <a:lnTo>
                    <a:pt x="6933" y="4213"/>
                  </a:lnTo>
                  <a:lnTo>
                    <a:pt x="7022" y="4109"/>
                  </a:lnTo>
                  <a:lnTo>
                    <a:pt x="7142" y="3915"/>
                  </a:lnTo>
                  <a:lnTo>
                    <a:pt x="7187" y="3840"/>
                  </a:lnTo>
                  <a:lnTo>
                    <a:pt x="7007" y="3870"/>
                  </a:lnTo>
                  <a:lnTo>
                    <a:pt x="6992" y="3870"/>
                  </a:lnTo>
                  <a:lnTo>
                    <a:pt x="7007" y="3855"/>
                  </a:lnTo>
                  <a:lnTo>
                    <a:pt x="7261" y="3780"/>
                  </a:lnTo>
                  <a:lnTo>
                    <a:pt x="7366" y="3750"/>
                  </a:lnTo>
                  <a:lnTo>
                    <a:pt x="7456" y="3720"/>
                  </a:lnTo>
                  <a:lnTo>
                    <a:pt x="7605" y="3631"/>
                  </a:lnTo>
                  <a:lnTo>
                    <a:pt x="7724" y="3526"/>
                  </a:lnTo>
                  <a:lnTo>
                    <a:pt x="7814" y="3422"/>
                  </a:lnTo>
                  <a:lnTo>
                    <a:pt x="7874" y="3332"/>
                  </a:lnTo>
                  <a:lnTo>
                    <a:pt x="7904" y="3257"/>
                  </a:lnTo>
                  <a:lnTo>
                    <a:pt x="7934" y="3168"/>
                  </a:lnTo>
                  <a:lnTo>
                    <a:pt x="7291" y="3257"/>
                  </a:lnTo>
                  <a:lnTo>
                    <a:pt x="6738" y="3302"/>
                  </a:lnTo>
                  <a:lnTo>
                    <a:pt x="6305" y="3317"/>
                  </a:lnTo>
                  <a:lnTo>
                    <a:pt x="5947" y="3317"/>
                  </a:lnTo>
                  <a:lnTo>
                    <a:pt x="5678" y="3302"/>
                  </a:lnTo>
                  <a:lnTo>
                    <a:pt x="5484" y="3287"/>
                  </a:lnTo>
                  <a:lnTo>
                    <a:pt x="5349" y="3272"/>
                  </a:lnTo>
                  <a:lnTo>
                    <a:pt x="5558" y="3272"/>
                  </a:lnTo>
                  <a:lnTo>
                    <a:pt x="5782" y="3287"/>
                  </a:lnTo>
                  <a:lnTo>
                    <a:pt x="6066" y="3287"/>
                  </a:lnTo>
                  <a:lnTo>
                    <a:pt x="6395" y="3257"/>
                  </a:lnTo>
                  <a:lnTo>
                    <a:pt x="6738" y="3227"/>
                  </a:lnTo>
                  <a:lnTo>
                    <a:pt x="7067" y="3168"/>
                  </a:lnTo>
                  <a:lnTo>
                    <a:pt x="7231" y="3123"/>
                  </a:lnTo>
                  <a:lnTo>
                    <a:pt x="7396" y="3078"/>
                  </a:lnTo>
                  <a:lnTo>
                    <a:pt x="7680" y="2958"/>
                  </a:lnTo>
                  <a:lnTo>
                    <a:pt x="7934" y="2824"/>
                  </a:lnTo>
                  <a:lnTo>
                    <a:pt x="8143" y="2690"/>
                  </a:lnTo>
                  <a:lnTo>
                    <a:pt x="8217" y="2630"/>
                  </a:lnTo>
                  <a:lnTo>
                    <a:pt x="8277" y="2555"/>
                  </a:lnTo>
                  <a:lnTo>
                    <a:pt x="8307" y="2495"/>
                  </a:lnTo>
                  <a:lnTo>
                    <a:pt x="8322" y="2450"/>
                  </a:lnTo>
                  <a:lnTo>
                    <a:pt x="8307" y="2391"/>
                  </a:lnTo>
                  <a:lnTo>
                    <a:pt x="8247" y="2346"/>
                  </a:lnTo>
                  <a:lnTo>
                    <a:pt x="8173" y="2316"/>
                  </a:lnTo>
                  <a:lnTo>
                    <a:pt x="8053" y="2286"/>
                  </a:lnTo>
                  <a:lnTo>
                    <a:pt x="7904" y="2271"/>
                  </a:lnTo>
                  <a:lnTo>
                    <a:pt x="7321" y="2271"/>
                  </a:lnTo>
                  <a:lnTo>
                    <a:pt x="7007" y="2286"/>
                  </a:lnTo>
                  <a:lnTo>
                    <a:pt x="6470" y="2316"/>
                  </a:lnTo>
                  <a:lnTo>
                    <a:pt x="6216" y="2316"/>
                  </a:lnTo>
                  <a:lnTo>
                    <a:pt x="5932" y="2286"/>
                  </a:lnTo>
                  <a:lnTo>
                    <a:pt x="5588" y="2241"/>
                  </a:lnTo>
                  <a:lnTo>
                    <a:pt x="5185" y="2152"/>
                  </a:lnTo>
                  <a:lnTo>
                    <a:pt x="4333" y="1928"/>
                  </a:lnTo>
                  <a:lnTo>
                    <a:pt x="3975" y="1838"/>
                  </a:lnTo>
                  <a:lnTo>
                    <a:pt x="3676" y="1733"/>
                  </a:lnTo>
                  <a:lnTo>
                    <a:pt x="3452" y="1629"/>
                  </a:lnTo>
                  <a:lnTo>
                    <a:pt x="3377" y="1584"/>
                  </a:lnTo>
                  <a:lnTo>
                    <a:pt x="3302" y="1539"/>
                  </a:lnTo>
                  <a:lnTo>
                    <a:pt x="3258" y="1494"/>
                  </a:lnTo>
                  <a:lnTo>
                    <a:pt x="3243" y="1435"/>
                  </a:lnTo>
                  <a:lnTo>
                    <a:pt x="3243" y="1390"/>
                  </a:lnTo>
                  <a:lnTo>
                    <a:pt x="3272" y="1345"/>
                  </a:lnTo>
                  <a:lnTo>
                    <a:pt x="3332" y="1300"/>
                  </a:lnTo>
                  <a:lnTo>
                    <a:pt x="3392" y="1255"/>
                  </a:lnTo>
                  <a:lnTo>
                    <a:pt x="3526" y="1181"/>
                  </a:lnTo>
                  <a:lnTo>
                    <a:pt x="3691" y="1136"/>
                  </a:lnTo>
                  <a:lnTo>
                    <a:pt x="3900" y="1121"/>
                  </a:lnTo>
                  <a:lnTo>
                    <a:pt x="4109" y="1121"/>
                  </a:lnTo>
                  <a:lnTo>
                    <a:pt x="4333" y="1151"/>
                  </a:lnTo>
                  <a:lnTo>
                    <a:pt x="4572" y="1211"/>
                  </a:lnTo>
                  <a:lnTo>
                    <a:pt x="4811" y="1315"/>
                  </a:lnTo>
                  <a:lnTo>
                    <a:pt x="4916" y="1360"/>
                  </a:lnTo>
                  <a:lnTo>
                    <a:pt x="5020" y="1405"/>
                  </a:lnTo>
                  <a:lnTo>
                    <a:pt x="5110" y="1420"/>
                  </a:lnTo>
                  <a:lnTo>
                    <a:pt x="5200" y="1435"/>
                  </a:lnTo>
                  <a:lnTo>
                    <a:pt x="5334" y="1435"/>
                  </a:lnTo>
                  <a:lnTo>
                    <a:pt x="5394" y="1405"/>
                  </a:lnTo>
                  <a:lnTo>
                    <a:pt x="5439" y="1390"/>
                  </a:lnTo>
                  <a:lnTo>
                    <a:pt x="5469" y="1360"/>
                  </a:lnTo>
                  <a:lnTo>
                    <a:pt x="5498" y="1315"/>
                  </a:lnTo>
                  <a:lnTo>
                    <a:pt x="5528" y="1225"/>
                  </a:lnTo>
                  <a:lnTo>
                    <a:pt x="5543" y="1121"/>
                  </a:lnTo>
                  <a:lnTo>
                    <a:pt x="5513" y="1016"/>
                  </a:lnTo>
                  <a:lnTo>
                    <a:pt x="5484" y="957"/>
                  </a:lnTo>
                  <a:lnTo>
                    <a:pt x="5439" y="897"/>
                  </a:lnTo>
                  <a:lnTo>
                    <a:pt x="5304" y="747"/>
                  </a:lnTo>
                  <a:lnTo>
                    <a:pt x="5110" y="598"/>
                  </a:lnTo>
                  <a:lnTo>
                    <a:pt x="4871" y="434"/>
                  </a:lnTo>
                  <a:lnTo>
                    <a:pt x="4602" y="284"/>
                  </a:lnTo>
                  <a:lnTo>
                    <a:pt x="4303" y="150"/>
                  </a:lnTo>
                  <a:lnTo>
                    <a:pt x="4154" y="105"/>
                  </a:lnTo>
                  <a:lnTo>
                    <a:pt x="4005" y="60"/>
                  </a:lnTo>
                  <a:lnTo>
                    <a:pt x="3855" y="30"/>
                  </a:lnTo>
                  <a:lnTo>
                    <a:pt x="3691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8" name="Google Shape;1528;p32"/>
          <p:cNvSpPr txBox="1"/>
          <p:nvPr/>
        </p:nvSpPr>
        <p:spPr>
          <a:xfrm>
            <a:off x="3045288" y="2558750"/>
            <a:ext cx="1390800" cy="8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 objectives</a:t>
            </a:r>
            <a:endParaRPr sz="1800" b="1" dirty="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529" name="Google Shape;1529;p32"/>
          <p:cNvGrpSpPr/>
          <p:nvPr/>
        </p:nvGrpSpPr>
        <p:grpSpPr>
          <a:xfrm>
            <a:off x="5811388" y="1276350"/>
            <a:ext cx="2743930" cy="1066800"/>
            <a:chOff x="5811388" y="1276350"/>
            <a:chExt cx="2743930" cy="1066800"/>
          </a:xfrm>
        </p:grpSpPr>
        <p:sp>
          <p:nvSpPr>
            <p:cNvPr id="1530" name="Google Shape;1530;p32"/>
            <p:cNvSpPr txBox="1"/>
            <p:nvPr/>
          </p:nvSpPr>
          <p:spPr>
            <a:xfrm>
              <a:off x="6574110" y="1883550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1" name="Google Shape;1531;p32"/>
            <p:cNvSpPr txBox="1"/>
            <p:nvPr/>
          </p:nvSpPr>
          <p:spPr>
            <a:xfrm>
              <a:off x="6773017" y="1404138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Classify data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32" name="Google Shape;1532;p32"/>
            <p:cNvSpPr txBox="1"/>
            <p:nvPr/>
          </p:nvSpPr>
          <p:spPr>
            <a:xfrm>
              <a:off x="5811388" y="1276350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24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33" name="Google Shape;1533;p32"/>
          <p:cNvGrpSpPr/>
          <p:nvPr/>
        </p:nvGrpSpPr>
        <p:grpSpPr>
          <a:xfrm>
            <a:off x="5811388" y="3608025"/>
            <a:ext cx="2743930" cy="1066800"/>
            <a:chOff x="5811388" y="3608025"/>
            <a:chExt cx="2743930" cy="1066800"/>
          </a:xfrm>
        </p:grpSpPr>
        <p:sp>
          <p:nvSpPr>
            <p:cNvPr id="1534" name="Google Shape;1534;p32"/>
            <p:cNvSpPr txBox="1"/>
            <p:nvPr/>
          </p:nvSpPr>
          <p:spPr>
            <a:xfrm>
              <a:off x="6574110" y="4215225"/>
              <a:ext cx="1981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planet where we live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35" name="Google Shape;1535;p32"/>
            <p:cNvSpPr txBox="1"/>
            <p:nvPr/>
          </p:nvSpPr>
          <p:spPr>
            <a:xfrm>
              <a:off x="6773017" y="3735813"/>
              <a:ext cx="17823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Make predictions</a:t>
              </a:r>
              <a:endParaRPr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36" name="Google Shape;1536;p32"/>
            <p:cNvSpPr txBox="1"/>
            <p:nvPr/>
          </p:nvSpPr>
          <p:spPr>
            <a:xfrm>
              <a:off x="5811388" y="3608025"/>
              <a:ext cx="6294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5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2400" b="1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cxnSp>
        <p:nvCxnSpPr>
          <p:cNvPr id="1537" name="Google Shape;1537;p32"/>
          <p:cNvCxnSpPr>
            <a:stCxn id="1438" idx="3"/>
            <a:endCxn id="1437" idx="1"/>
          </p:cNvCxnSpPr>
          <p:nvPr/>
        </p:nvCxnSpPr>
        <p:spPr>
          <a:xfrm flipV="1">
            <a:off x="4585449" y="1809750"/>
            <a:ext cx="1097901" cy="117566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8" name="Google Shape;1538;p32"/>
          <p:cNvCxnSpPr>
            <a:stCxn id="1438" idx="3"/>
            <a:endCxn id="1436" idx="1"/>
          </p:cNvCxnSpPr>
          <p:nvPr/>
        </p:nvCxnSpPr>
        <p:spPr>
          <a:xfrm>
            <a:off x="4585449" y="2985417"/>
            <a:ext cx="1097901" cy="1156008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pic>
        <p:nvPicPr>
          <p:cNvPr id="1544" name="Google Shape;1544;p33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t="3164" r="6375" b="8441"/>
          <a:stretch/>
        </p:blipFill>
        <p:spPr>
          <a:xfrm>
            <a:off x="2931850" y="1250050"/>
            <a:ext cx="4726249" cy="26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33"/>
          <p:cNvSpPr txBox="1"/>
          <p:nvPr/>
        </p:nvSpPr>
        <p:spPr>
          <a:xfrm>
            <a:off x="457200" y="448837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more info,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46" name="Google Shape;1546;p33"/>
          <p:cNvGrpSpPr/>
          <p:nvPr/>
        </p:nvGrpSpPr>
        <p:grpSpPr>
          <a:xfrm>
            <a:off x="457197" y="1090380"/>
            <a:ext cx="2381210" cy="824600"/>
            <a:chOff x="457200" y="959300"/>
            <a:chExt cx="2518200" cy="824600"/>
          </a:xfrm>
        </p:grpSpPr>
        <p:grpSp>
          <p:nvGrpSpPr>
            <p:cNvPr id="1547" name="Google Shape;1547;p33"/>
            <p:cNvGrpSpPr/>
            <p:nvPr/>
          </p:nvGrpSpPr>
          <p:grpSpPr>
            <a:xfrm>
              <a:off x="914400" y="959300"/>
              <a:ext cx="2061000" cy="824600"/>
              <a:chOff x="457200" y="959300"/>
              <a:chExt cx="2061000" cy="824600"/>
            </a:xfrm>
          </p:grpSpPr>
          <p:sp>
            <p:nvSpPr>
              <p:cNvPr id="1548" name="Google Shape;1548;p33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Active learning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49" name="Google Shape;1549;p33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50" name="Google Shape;1550;p33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51" name="Google Shape;1551;p33"/>
          <p:cNvGrpSpPr/>
          <p:nvPr/>
        </p:nvGrpSpPr>
        <p:grpSpPr>
          <a:xfrm>
            <a:off x="457191" y="2145645"/>
            <a:ext cx="2381210" cy="824600"/>
            <a:chOff x="457200" y="1964800"/>
            <a:chExt cx="2518200" cy="824600"/>
          </a:xfrm>
        </p:grpSpPr>
        <p:grpSp>
          <p:nvGrpSpPr>
            <p:cNvPr id="1552" name="Google Shape;1552;p33"/>
            <p:cNvGrpSpPr/>
            <p:nvPr/>
          </p:nvGrpSpPr>
          <p:grpSpPr>
            <a:xfrm>
              <a:off x="914400" y="1964800"/>
              <a:ext cx="2061000" cy="824600"/>
              <a:chOff x="457200" y="2087425"/>
              <a:chExt cx="2061000" cy="824600"/>
            </a:xfrm>
          </p:grpSpPr>
          <p:sp>
            <p:nvSpPr>
              <p:cNvPr id="1553" name="Google Shape;1553;p33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Maturation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54" name="Google Shape;1554;p33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55" name="Google Shape;1555;p33"/>
            <p:cNvSpPr txBox="1"/>
            <p:nvPr/>
          </p:nvSpPr>
          <p:spPr>
            <a:xfrm>
              <a:off x="457200" y="19648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556" name="Google Shape;1556;p33"/>
          <p:cNvGrpSpPr/>
          <p:nvPr/>
        </p:nvGrpSpPr>
        <p:grpSpPr>
          <a:xfrm>
            <a:off x="457197" y="3200910"/>
            <a:ext cx="2381210" cy="824600"/>
            <a:chOff x="457200" y="959300"/>
            <a:chExt cx="2518200" cy="824600"/>
          </a:xfrm>
        </p:grpSpPr>
        <p:grpSp>
          <p:nvGrpSpPr>
            <p:cNvPr id="1557" name="Google Shape;1557;p33"/>
            <p:cNvGrpSpPr/>
            <p:nvPr/>
          </p:nvGrpSpPr>
          <p:grpSpPr>
            <a:xfrm>
              <a:off x="914400" y="959300"/>
              <a:ext cx="2061000" cy="824600"/>
              <a:chOff x="457200" y="959300"/>
              <a:chExt cx="2061000" cy="824600"/>
            </a:xfrm>
          </p:grpSpPr>
          <p:sp>
            <p:nvSpPr>
              <p:cNvPr id="1558" name="Google Shape;1558;p33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Motor synergies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559" name="Google Shape;1559;p33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Neptune is very far away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60" name="Google Shape;1560;p33"/>
            <p:cNvSpPr txBox="1"/>
            <p:nvPr/>
          </p:nvSpPr>
          <p:spPr>
            <a:xfrm>
              <a:off x="457200" y="959300"/>
              <a:ext cx="4572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561" name="Google Shape;1561;p33"/>
          <p:cNvSpPr/>
          <p:nvPr/>
        </p:nvSpPr>
        <p:spPr>
          <a:xfrm>
            <a:off x="377190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100%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62" name="Google Shape;1562;p33"/>
          <p:cNvSpPr/>
          <p:nvPr/>
        </p:nvSpPr>
        <p:spPr>
          <a:xfrm>
            <a:off x="512445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63" name="Google Shape;1563;p33"/>
          <p:cNvSpPr/>
          <p:nvPr/>
        </p:nvSpPr>
        <p:spPr>
          <a:xfrm>
            <a:off x="6477000" y="3958300"/>
            <a:ext cx="924000" cy="295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25%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564" name="Google Shape;1564;p33"/>
          <p:cNvGrpSpPr/>
          <p:nvPr/>
        </p:nvGrpSpPr>
        <p:grpSpPr>
          <a:xfrm>
            <a:off x="7008555" y="1088126"/>
            <a:ext cx="1678246" cy="3165373"/>
            <a:chOff x="3161760" y="1088175"/>
            <a:chExt cx="1931905" cy="3643804"/>
          </a:xfrm>
        </p:grpSpPr>
        <p:sp>
          <p:nvSpPr>
            <p:cNvPr id="1565" name="Google Shape;1565;p33"/>
            <p:cNvSpPr/>
            <p:nvPr/>
          </p:nvSpPr>
          <p:spPr>
            <a:xfrm>
              <a:off x="3482626" y="4612138"/>
              <a:ext cx="1422734" cy="119841"/>
            </a:xfrm>
            <a:custGeom>
              <a:avLst/>
              <a:gdLst/>
              <a:ahLst/>
              <a:cxnLst/>
              <a:rect l="l" t="t" r="r" b="b"/>
              <a:pathLst>
                <a:path w="51797" h="4363" extrusionOk="0">
                  <a:moveTo>
                    <a:pt x="25891" y="1"/>
                  </a:moveTo>
                  <a:lnTo>
                    <a:pt x="23247" y="16"/>
                  </a:lnTo>
                  <a:lnTo>
                    <a:pt x="20677" y="45"/>
                  </a:lnTo>
                  <a:lnTo>
                    <a:pt x="18197" y="105"/>
                  </a:lnTo>
                  <a:lnTo>
                    <a:pt x="15822" y="180"/>
                  </a:lnTo>
                  <a:lnTo>
                    <a:pt x="13551" y="270"/>
                  </a:lnTo>
                  <a:lnTo>
                    <a:pt x="11415" y="374"/>
                  </a:lnTo>
                  <a:lnTo>
                    <a:pt x="9428" y="509"/>
                  </a:lnTo>
                  <a:lnTo>
                    <a:pt x="7590" y="643"/>
                  </a:lnTo>
                  <a:lnTo>
                    <a:pt x="5917" y="792"/>
                  </a:lnTo>
                  <a:lnTo>
                    <a:pt x="4423" y="972"/>
                  </a:lnTo>
                  <a:lnTo>
                    <a:pt x="3751" y="1061"/>
                  </a:lnTo>
                  <a:lnTo>
                    <a:pt x="3123" y="1151"/>
                  </a:lnTo>
                  <a:lnTo>
                    <a:pt x="2555" y="1241"/>
                  </a:lnTo>
                  <a:lnTo>
                    <a:pt x="2033" y="1330"/>
                  </a:lnTo>
                  <a:lnTo>
                    <a:pt x="1569" y="1435"/>
                  </a:lnTo>
                  <a:lnTo>
                    <a:pt x="1166" y="1539"/>
                  </a:lnTo>
                  <a:lnTo>
                    <a:pt x="808" y="1644"/>
                  </a:lnTo>
                  <a:lnTo>
                    <a:pt x="524" y="1749"/>
                  </a:lnTo>
                  <a:lnTo>
                    <a:pt x="300" y="1853"/>
                  </a:lnTo>
                  <a:lnTo>
                    <a:pt x="210" y="1913"/>
                  </a:lnTo>
                  <a:lnTo>
                    <a:pt x="135" y="1958"/>
                  </a:lnTo>
                  <a:lnTo>
                    <a:pt x="75" y="2018"/>
                  </a:lnTo>
                  <a:lnTo>
                    <a:pt x="31" y="2077"/>
                  </a:lnTo>
                  <a:lnTo>
                    <a:pt x="1" y="2122"/>
                  </a:lnTo>
                  <a:lnTo>
                    <a:pt x="1" y="2182"/>
                  </a:lnTo>
                  <a:lnTo>
                    <a:pt x="1" y="2242"/>
                  </a:lnTo>
                  <a:lnTo>
                    <a:pt x="31" y="2301"/>
                  </a:lnTo>
                  <a:lnTo>
                    <a:pt x="75" y="2346"/>
                  </a:lnTo>
                  <a:lnTo>
                    <a:pt x="135" y="2406"/>
                  </a:lnTo>
                  <a:lnTo>
                    <a:pt x="210" y="2466"/>
                  </a:lnTo>
                  <a:lnTo>
                    <a:pt x="300" y="2511"/>
                  </a:lnTo>
                  <a:lnTo>
                    <a:pt x="524" y="2630"/>
                  </a:lnTo>
                  <a:lnTo>
                    <a:pt x="808" y="2735"/>
                  </a:lnTo>
                  <a:lnTo>
                    <a:pt x="1166" y="2839"/>
                  </a:lnTo>
                  <a:lnTo>
                    <a:pt x="1569" y="2929"/>
                  </a:lnTo>
                  <a:lnTo>
                    <a:pt x="2033" y="3033"/>
                  </a:lnTo>
                  <a:lnTo>
                    <a:pt x="2555" y="3123"/>
                  </a:lnTo>
                  <a:lnTo>
                    <a:pt x="3123" y="3228"/>
                  </a:lnTo>
                  <a:lnTo>
                    <a:pt x="3751" y="3317"/>
                  </a:lnTo>
                  <a:lnTo>
                    <a:pt x="4423" y="3407"/>
                  </a:lnTo>
                  <a:lnTo>
                    <a:pt x="5917" y="3571"/>
                  </a:lnTo>
                  <a:lnTo>
                    <a:pt x="7590" y="3721"/>
                  </a:lnTo>
                  <a:lnTo>
                    <a:pt x="9428" y="3870"/>
                  </a:lnTo>
                  <a:lnTo>
                    <a:pt x="11415" y="3990"/>
                  </a:lnTo>
                  <a:lnTo>
                    <a:pt x="13551" y="4094"/>
                  </a:lnTo>
                  <a:lnTo>
                    <a:pt x="15822" y="4184"/>
                  </a:lnTo>
                  <a:lnTo>
                    <a:pt x="18197" y="4258"/>
                  </a:lnTo>
                  <a:lnTo>
                    <a:pt x="20677" y="4318"/>
                  </a:lnTo>
                  <a:lnTo>
                    <a:pt x="23247" y="4348"/>
                  </a:lnTo>
                  <a:lnTo>
                    <a:pt x="25891" y="4363"/>
                  </a:lnTo>
                  <a:lnTo>
                    <a:pt x="28550" y="4348"/>
                  </a:lnTo>
                  <a:lnTo>
                    <a:pt x="31120" y="4318"/>
                  </a:lnTo>
                  <a:lnTo>
                    <a:pt x="33600" y="4258"/>
                  </a:lnTo>
                  <a:lnTo>
                    <a:pt x="35975" y="4184"/>
                  </a:lnTo>
                  <a:lnTo>
                    <a:pt x="38246" y="4094"/>
                  </a:lnTo>
                  <a:lnTo>
                    <a:pt x="40383" y="3990"/>
                  </a:lnTo>
                  <a:lnTo>
                    <a:pt x="42370" y="3870"/>
                  </a:lnTo>
                  <a:lnTo>
                    <a:pt x="44207" y="3721"/>
                  </a:lnTo>
                  <a:lnTo>
                    <a:pt x="45880" y="3571"/>
                  </a:lnTo>
                  <a:lnTo>
                    <a:pt x="47374" y="3407"/>
                  </a:lnTo>
                  <a:lnTo>
                    <a:pt x="48047" y="3317"/>
                  </a:lnTo>
                  <a:lnTo>
                    <a:pt x="48674" y="3228"/>
                  </a:lnTo>
                  <a:lnTo>
                    <a:pt x="49242" y="3123"/>
                  </a:lnTo>
                  <a:lnTo>
                    <a:pt x="49765" y="3033"/>
                  </a:lnTo>
                  <a:lnTo>
                    <a:pt x="50228" y="2929"/>
                  </a:lnTo>
                  <a:lnTo>
                    <a:pt x="50631" y="2839"/>
                  </a:lnTo>
                  <a:lnTo>
                    <a:pt x="50975" y="2735"/>
                  </a:lnTo>
                  <a:lnTo>
                    <a:pt x="51274" y="2630"/>
                  </a:lnTo>
                  <a:lnTo>
                    <a:pt x="51498" y="2511"/>
                  </a:lnTo>
                  <a:lnTo>
                    <a:pt x="51587" y="2466"/>
                  </a:lnTo>
                  <a:lnTo>
                    <a:pt x="51662" y="2406"/>
                  </a:lnTo>
                  <a:lnTo>
                    <a:pt x="51722" y="2346"/>
                  </a:lnTo>
                  <a:lnTo>
                    <a:pt x="51767" y="2301"/>
                  </a:lnTo>
                  <a:lnTo>
                    <a:pt x="51781" y="2242"/>
                  </a:lnTo>
                  <a:lnTo>
                    <a:pt x="51796" y="2182"/>
                  </a:lnTo>
                  <a:lnTo>
                    <a:pt x="51781" y="2122"/>
                  </a:lnTo>
                  <a:lnTo>
                    <a:pt x="51767" y="2077"/>
                  </a:lnTo>
                  <a:lnTo>
                    <a:pt x="51722" y="2018"/>
                  </a:lnTo>
                  <a:lnTo>
                    <a:pt x="51662" y="1958"/>
                  </a:lnTo>
                  <a:lnTo>
                    <a:pt x="51587" y="1913"/>
                  </a:lnTo>
                  <a:lnTo>
                    <a:pt x="51498" y="1853"/>
                  </a:lnTo>
                  <a:lnTo>
                    <a:pt x="51274" y="1749"/>
                  </a:lnTo>
                  <a:lnTo>
                    <a:pt x="50975" y="1644"/>
                  </a:lnTo>
                  <a:lnTo>
                    <a:pt x="50631" y="1539"/>
                  </a:lnTo>
                  <a:lnTo>
                    <a:pt x="50228" y="1435"/>
                  </a:lnTo>
                  <a:lnTo>
                    <a:pt x="49765" y="1330"/>
                  </a:lnTo>
                  <a:lnTo>
                    <a:pt x="49242" y="1241"/>
                  </a:lnTo>
                  <a:lnTo>
                    <a:pt x="48674" y="1151"/>
                  </a:lnTo>
                  <a:lnTo>
                    <a:pt x="48047" y="1061"/>
                  </a:lnTo>
                  <a:lnTo>
                    <a:pt x="47374" y="972"/>
                  </a:lnTo>
                  <a:lnTo>
                    <a:pt x="45880" y="792"/>
                  </a:lnTo>
                  <a:lnTo>
                    <a:pt x="44207" y="643"/>
                  </a:lnTo>
                  <a:lnTo>
                    <a:pt x="42370" y="509"/>
                  </a:lnTo>
                  <a:lnTo>
                    <a:pt x="40383" y="374"/>
                  </a:lnTo>
                  <a:lnTo>
                    <a:pt x="38246" y="270"/>
                  </a:lnTo>
                  <a:lnTo>
                    <a:pt x="35975" y="180"/>
                  </a:lnTo>
                  <a:lnTo>
                    <a:pt x="33600" y="105"/>
                  </a:lnTo>
                  <a:lnTo>
                    <a:pt x="31120" y="45"/>
                  </a:lnTo>
                  <a:lnTo>
                    <a:pt x="28550" y="16"/>
                  </a:lnTo>
                  <a:lnTo>
                    <a:pt x="25891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3"/>
            <p:cNvSpPr/>
            <p:nvPr/>
          </p:nvSpPr>
          <p:spPr>
            <a:xfrm>
              <a:off x="3811319" y="2050000"/>
              <a:ext cx="695972" cy="569594"/>
            </a:xfrm>
            <a:custGeom>
              <a:avLst/>
              <a:gdLst/>
              <a:ahLst/>
              <a:cxnLst/>
              <a:rect l="l" t="t" r="r" b="b"/>
              <a:pathLst>
                <a:path w="25338" h="20737" extrusionOk="0">
                  <a:moveTo>
                    <a:pt x="2525" y="0"/>
                  </a:moveTo>
                  <a:lnTo>
                    <a:pt x="2256" y="15"/>
                  </a:lnTo>
                  <a:lnTo>
                    <a:pt x="2017" y="45"/>
                  </a:lnTo>
                  <a:lnTo>
                    <a:pt x="1778" y="105"/>
                  </a:lnTo>
                  <a:lnTo>
                    <a:pt x="1539" y="194"/>
                  </a:lnTo>
                  <a:lnTo>
                    <a:pt x="1315" y="299"/>
                  </a:lnTo>
                  <a:lnTo>
                    <a:pt x="1121" y="434"/>
                  </a:lnTo>
                  <a:lnTo>
                    <a:pt x="927" y="568"/>
                  </a:lnTo>
                  <a:lnTo>
                    <a:pt x="747" y="732"/>
                  </a:lnTo>
                  <a:lnTo>
                    <a:pt x="583" y="912"/>
                  </a:lnTo>
                  <a:lnTo>
                    <a:pt x="434" y="1106"/>
                  </a:lnTo>
                  <a:lnTo>
                    <a:pt x="314" y="1315"/>
                  </a:lnTo>
                  <a:lnTo>
                    <a:pt x="210" y="1539"/>
                  </a:lnTo>
                  <a:lnTo>
                    <a:pt x="120" y="1763"/>
                  </a:lnTo>
                  <a:lnTo>
                    <a:pt x="60" y="2002"/>
                  </a:lnTo>
                  <a:lnTo>
                    <a:pt x="15" y="2256"/>
                  </a:lnTo>
                  <a:lnTo>
                    <a:pt x="0" y="2510"/>
                  </a:lnTo>
                  <a:lnTo>
                    <a:pt x="0" y="18226"/>
                  </a:lnTo>
                  <a:lnTo>
                    <a:pt x="15" y="18480"/>
                  </a:lnTo>
                  <a:lnTo>
                    <a:pt x="60" y="18734"/>
                  </a:lnTo>
                  <a:lnTo>
                    <a:pt x="120" y="18973"/>
                  </a:lnTo>
                  <a:lnTo>
                    <a:pt x="210" y="19198"/>
                  </a:lnTo>
                  <a:lnTo>
                    <a:pt x="314" y="19422"/>
                  </a:lnTo>
                  <a:lnTo>
                    <a:pt x="434" y="19631"/>
                  </a:lnTo>
                  <a:lnTo>
                    <a:pt x="583" y="19825"/>
                  </a:lnTo>
                  <a:lnTo>
                    <a:pt x="747" y="20004"/>
                  </a:lnTo>
                  <a:lnTo>
                    <a:pt x="927" y="20154"/>
                  </a:lnTo>
                  <a:lnTo>
                    <a:pt x="1121" y="20303"/>
                  </a:lnTo>
                  <a:lnTo>
                    <a:pt x="1315" y="20438"/>
                  </a:lnTo>
                  <a:lnTo>
                    <a:pt x="1539" y="20542"/>
                  </a:lnTo>
                  <a:lnTo>
                    <a:pt x="1778" y="20617"/>
                  </a:lnTo>
                  <a:lnTo>
                    <a:pt x="2017" y="20677"/>
                  </a:lnTo>
                  <a:lnTo>
                    <a:pt x="2256" y="20721"/>
                  </a:lnTo>
                  <a:lnTo>
                    <a:pt x="2525" y="20736"/>
                  </a:lnTo>
                  <a:lnTo>
                    <a:pt x="22828" y="20736"/>
                  </a:lnTo>
                  <a:lnTo>
                    <a:pt x="23082" y="20721"/>
                  </a:lnTo>
                  <a:lnTo>
                    <a:pt x="23336" y="20677"/>
                  </a:lnTo>
                  <a:lnTo>
                    <a:pt x="23575" y="20617"/>
                  </a:lnTo>
                  <a:lnTo>
                    <a:pt x="23799" y="20542"/>
                  </a:lnTo>
                  <a:lnTo>
                    <a:pt x="24023" y="20438"/>
                  </a:lnTo>
                  <a:lnTo>
                    <a:pt x="24232" y="20303"/>
                  </a:lnTo>
                  <a:lnTo>
                    <a:pt x="24427" y="20154"/>
                  </a:lnTo>
                  <a:lnTo>
                    <a:pt x="24606" y="20004"/>
                  </a:lnTo>
                  <a:lnTo>
                    <a:pt x="24755" y="19825"/>
                  </a:lnTo>
                  <a:lnTo>
                    <a:pt x="24905" y="19631"/>
                  </a:lnTo>
                  <a:lnTo>
                    <a:pt x="25039" y="19422"/>
                  </a:lnTo>
                  <a:lnTo>
                    <a:pt x="25144" y="19198"/>
                  </a:lnTo>
                  <a:lnTo>
                    <a:pt x="25218" y="18973"/>
                  </a:lnTo>
                  <a:lnTo>
                    <a:pt x="25278" y="18734"/>
                  </a:lnTo>
                  <a:lnTo>
                    <a:pt x="25323" y="18480"/>
                  </a:lnTo>
                  <a:lnTo>
                    <a:pt x="25338" y="18226"/>
                  </a:lnTo>
                  <a:lnTo>
                    <a:pt x="25338" y="2510"/>
                  </a:lnTo>
                  <a:lnTo>
                    <a:pt x="25323" y="2256"/>
                  </a:lnTo>
                  <a:lnTo>
                    <a:pt x="25278" y="2002"/>
                  </a:lnTo>
                  <a:lnTo>
                    <a:pt x="25218" y="1763"/>
                  </a:lnTo>
                  <a:lnTo>
                    <a:pt x="25144" y="1539"/>
                  </a:lnTo>
                  <a:lnTo>
                    <a:pt x="25039" y="1315"/>
                  </a:lnTo>
                  <a:lnTo>
                    <a:pt x="24905" y="1106"/>
                  </a:lnTo>
                  <a:lnTo>
                    <a:pt x="24755" y="912"/>
                  </a:lnTo>
                  <a:lnTo>
                    <a:pt x="24606" y="732"/>
                  </a:lnTo>
                  <a:lnTo>
                    <a:pt x="24427" y="568"/>
                  </a:lnTo>
                  <a:lnTo>
                    <a:pt x="24232" y="434"/>
                  </a:lnTo>
                  <a:lnTo>
                    <a:pt x="24023" y="299"/>
                  </a:lnTo>
                  <a:lnTo>
                    <a:pt x="23799" y="194"/>
                  </a:lnTo>
                  <a:lnTo>
                    <a:pt x="23575" y="105"/>
                  </a:lnTo>
                  <a:lnTo>
                    <a:pt x="23336" y="45"/>
                  </a:lnTo>
                  <a:lnTo>
                    <a:pt x="23082" y="15"/>
                  </a:lnTo>
                  <a:lnTo>
                    <a:pt x="22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3"/>
            <p:cNvSpPr/>
            <p:nvPr/>
          </p:nvSpPr>
          <p:spPr>
            <a:xfrm>
              <a:off x="3686154" y="2309340"/>
              <a:ext cx="73091" cy="73064"/>
            </a:xfrm>
            <a:custGeom>
              <a:avLst/>
              <a:gdLst/>
              <a:ahLst/>
              <a:cxnLst/>
              <a:rect l="l" t="t" r="r" b="b"/>
              <a:pathLst>
                <a:path w="2661" h="2660" extrusionOk="0">
                  <a:moveTo>
                    <a:pt x="359" y="0"/>
                  </a:moveTo>
                  <a:lnTo>
                    <a:pt x="300" y="15"/>
                  </a:lnTo>
                  <a:lnTo>
                    <a:pt x="225" y="30"/>
                  </a:lnTo>
                  <a:lnTo>
                    <a:pt x="165" y="75"/>
                  </a:lnTo>
                  <a:lnTo>
                    <a:pt x="105" y="120"/>
                  </a:lnTo>
                  <a:lnTo>
                    <a:pt x="61" y="164"/>
                  </a:lnTo>
                  <a:lnTo>
                    <a:pt x="31" y="224"/>
                  </a:lnTo>
                  <a:lnTo>
                    <a:pt x="16" y="299"/>
                  </a:lnTo>
                  <a:lnTo>
                    <a:pt x="1" y="374"/>
                  </a:lnTo>
                  <a:lnTo>
                    <a:pt x="1" y="2301"/>
                  </a:lnTo>
                  <a:lnTo>
                    <a:pt x="16" y="2375"/>
                  </a:lnTo>
                  <a:lnTo>
                    <a:pt x="31" y="2435"/>
                  </a:lnTo>
                  <a:lnTo>
                    <a:pt x="61" y="2510"/>
                  </a:lnTo>
                  <a:lnTo>
                    <a:pt x="105" y="2555"/>
                  </a:lnTo>
                  <a:lnTo>
                    <a:pt x="165" y="2600"/>
                  </a:lnTo>
                  <a:lnTo>
                    <a:pt x="225" y="2629"/>
                  </a:lnTo>
                  <a:lnTo>
                    <a:pt x="300" y="2659"/>
                  </a:lnTo>
                  <a:lnTo>
                    <a:pt x="2615" y="2659"/>
                  </a:lnTo>
                  <a:lnTo>
                    <a:pt x="2645" y="2644"/>
                  </a:lnTo>
                  <a:lnTo>
                    <a:pt x="2660" y="2629"/>
                  </a:lnTo>
                  <a:lnTo>
                    <a:pt x="2660" y="2600"/>
                  </a:lnTo>
                  <a:lnTo>
                    <a:pt x="2660" y="75"/>
                  </a:lnTo>
                  <a:lnTo>
                    <a:pt x="2660" y="45"/>
                  </a:lnTo>
                  <a:lnTo>
                    <a:pt x="2645" y="30"/>
                  </a:lnTo>
                  <a:lnTo>
                    <a:pt x="2615" y="15"/>
                  </a:lnTo>
                  <a:lnTo>
                    <a:pt x="260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3"/>
            <p:cNvSpPr/>
            <p:nvPr/>
          </p:nvSpPr>
          <p:spPr>
            <a:xfrm>
              <a:off x="4559374" y="2309340"/>
              <a:ext cx="73064" cy="73064"/>
            </a:xfrm>
            <a:custGeom>
              <a:avLst/>
              <a:gdLst/>
              <a:ahLst/>
              <a:cxnLst/>
              <a:rect l="l" t="t" r="r" b="b"/>
              <a:pathLst>
                <a:path w="2660" h="2660" extrusionOk="0">
                  <a:moveTo>
                    <a:pt x="75" y="0"/>
                  </a:moveTo>
                  <a:lnTo>
                    <a:pt x="45" y="15"/>
                  </a:lnTo>
                  <a:lnTo>
                    <a:pt x="30" y="30"/>
                  </a:lnTo>
                  <a:lnTo>
                    <a:pt x="15" y="45"/>
                  </a:lnTo>
                  <a:lnTo>
                    <a:pt x="0" y="75"/>
                  </a:lnTo>
                  <a:lnTo>
                    <a:pt x="0" y="2600"/>
                  </a:lnTo>
                  <a:lnTo>
                    <a:pt x="15" y="2629"/>
                  </a:lnTo>
                  <a:lnTo>
                    <a:pt x="30" y="2644"/>
                  </a:lnTo>
                  <a:lnTo>
                    <a:pt x="45" y="2659"/>
                  </a:lnTo>
                  <a:lnTo>
                    <a:pt x="2376" y="2659"/>
                  </a:lnTo>
                  <a:lnTo>
                    <a:pt x="2435" y="2629"/>
                  </a:lnTo>
                  <a:lnTo>
                    <a:pt x="2495" y="2600"/>
                  </a:lnTo>
                  <a:lnTo>
                    <a:pt x="2555" y="2555"/>
                  </a:lnTo>
                  <a:lnTo>
                    <a:pt x="2600" y="2510"/>
                  </a:lnTo>
                  <a:lnTo>
                    <a:pt x="2630" y="2435"/>
                  </a:lnTo>
                  <a:lnTo>
                    <a:pt x="2645" y="2375"/>
                  </a:lnTo>
                  <a:lnTo>
                    <a:pt x="2660" y="2301"/>
                  </a:lnTo>
                  <a:lnTo>
                    <a:pt x="2660" y="374"/>
                  </a:lnTo>
                  <a:lnTo>
                    <a:pt x="2645" y="299"/>
                  </a:lnTo>
                  <a:lnTo>
                    <a:pt x="2630" y="224"/>
                  </a:lnTo>
                  <a:lnTo>
                    <a:pt x="2600" y="164"/>
                  </a:lnTo>
                  <a:lnTo>
                    <a:pt x="2555" y="120"/>
                  </a:lnTo>
                  <a:lnTo>
                    <a:pt x="2495" y="75"/>
                  </a:lnTo>
                  <a:lnTo>
                    <a:pt x="2435" y="30"/>
                  </a:lnTo>
                  <a:lnTo>
                    <a:pt x="2376" y="15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3"/>
            <p:cNvSpPr/>
            <p:nvPr/>
          </p:nvSpPr>
          <p:spPr>
            <a:xfrm>
              <a:off x="4507242" y="2213728"/>
              <a:ext cx="104679" cy="261408"/>
            </a:xfrm>
            <a:custGeom>
              <a:avLst/>
              <a:gdLst/>
              <a:ahLst/>
              <a:cxnLst/>
              <a:rect l="l" t="t" r="r" b="b"/>
              <a:pathLst>
                <a:path w="3811" h="9517" extrusionOk="0">
                  <a:moveTo>
                    <a:pt x="1" y="0"/>
                  </a:moveTo>
                  <a:lnTo>
                    <a:pt x="1" y="9517"/>
                  </a:lnTo>
                  <a:lnTo>
                    <a:pt x="2765" y="9517"/>
                  </a:lnTo>
                  <a:lnTo>
                    <a:pt x="2869" y="9502"/>
                  </a:lnTo>
                  <a:lnTo>
                    <a:pt x="2974" y="9487"/>
                  </a:lnTo>
                  <a:lnTo>
                    <a:pt x="3079" y="9472"/>
                  </a:lnTo>
                  <a:lnTo>
                    <a:pt x="3168" y="9427"/>
                  </a:lnTo>
                  <a:lnTo>
                    <a:pt x="3258" y="9382"/>
                  </a:lnTo>
                  <a:lnTo>
                    <a:pt x="3347" y="9337"/>
                  </a:lnTo>
                  <a:lnTo>
                    <a:pt x="3422" y="9278"/>
                  </a:lnTo>
                  <a:lnTo>
                    <a:pt x="3497" y="9218"/>
                  </a:lnTo>
                  <a:lnTo>
                    <a:pt x="3572" y="9143"/>
                  </a:lnTo>
                  <a:lnTo>
                    <a:pt x="3631" y="9053"/>
                  </a:lnTo>
                  <a:lnTo>
                    <a:pt x="3676" y="8979"/>
                  </a:lnTo>
                  <a:lnTo>
                    <a:pt x="3721" y="8889"/>
                  </a:lnTo>
                  <a:lnTo>
                    <a:pt x="3751" y="8785"/>
                  </a:lnTo>
                  <a:lnTo>
                    <a:pt x="3781" y="8695"/>
                  </a:lnTo>
                  <a:lnTo>
                    <a:pt x="3796" y="8590"/>
                  </a:lnTo>
                  <a:lnTo>
                    <a:pt x="3811" y="8486"/>
                  </a:lnTo>
                  <a:lnTo>
                    <a:pt x="3811" y="1046"/>
                  </a:lnTo>
                  <a:lnTo>
                    <a:pt x="3796" y="926"/>
                  </a:lnTo>
                  <a:lnTo>
                    <a:pt x="3781" y="837"/>
                  </a:lnTo>
                  <a:lnTo>
                    <a:pt x="3751" y="732"/>
                  </a:lnTo>
                  <a:lnTo>
                    <a:pt x="3721" y="643"/>
                  </a:lnTo>
                  <a:lnTo>
                    <a:pt x="3676" y="553"/>
                  </a:lnTo>
                  <a:lnTo>
                    <a:pt x="3631" y="463"/>
                  </a:lnTo>
                  <a:lnTo>
                    <a:pt x="3572" y="389"/>
                  </a:lnTo>
                  <a:lnTo>
                    <a:pt x="3497" y="314"/>
                  </a:lnTo>
                  <a:lnTo>
                    <a:pt x="3422" y="239"/>
                  </a:lnTo>
                  <a:lnTo>
                    <a:pt x="3347" y="179"/>
                  </a:lnTo>
                  <a:lnTo>
                    <a:pt x="3258" y="135"/>
                  </a:lnTo>
                  <a:lnTo>
                    <a:pt x="3168" y="90"/>
                  </a:lnTo>
                  <a:lnTo>
                    <a:pt x="3079" y="45"/>
                  </a:lnTo>
                  <a:lnTo>
                    <a:pt x="2974" y="30"/>
                  </a:lnTo>
                  <a:lnTo>
                    <a:pt x="2869" y="15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3"/>
            <p:cNvSpPr/>
            <p:nvPr/>
          </p:nvSpPr>
          <p:spPr>
            <a:xfrm>
              <a:off x="3707083" y="2213728"/>
              <a:ext cx="104267" cy="261408"/>
            </a:xfrm>
            <a:custGeom>
              <a:avLst/>
              <a:gdLst/>
              <a:ahLst/>
              <a:cxnLst/>
              <a:rect l="l" t="t" r="r" b="b"/>
              <a:pathLst>
                <a:path w="3796" h="9517" extrusionOk="0">
                  <a:moveTo>
                    <a:pt x="3795" y="0"/>
                  </a:moveTo>
                  <a:lnTo>
                    <a:pt x="3556" y="15"/>
                  </a:lnTo>
                  <a:lnTo>
                    <a:pt x="3302" y="45"/>
                  </a:lnTo>
                  <a:lnTo>
                    <a:pt x="3063" y="75"/>
                  </a:lnTo>
                  <a:lnTo>
                    <a:pt x="2824" y="135"/>
                  </a:lnTo>
                  <a:lnTo>
                    <a:pt x="2585" y="209"/>
                  </a:lnTo>
                  <a:lnTo>
                    <a:pt x="2346" y="299"/>
                  </a:lnTo>
                  <a:lnTo>
                    <a:pt x="2122" y="403"/>
                  </a:lnTo>
                  <a:lnTo>
                    <a:pt x="1898" y="523"/>
                  </a:lnTo>
                  <a:lnTo>
                    <a:pt x="1689" y="643"/>
                  </a:lnTo>
                  <a:lnTo>
                    <a:pt x="1480" y="792"/>
                  </a:lnTo>
                  <a:lnTo>
                    <a:pt x="1286" y="956"/>
                  </a:lnTo>
                  <a:lnTo>
                    <a:pt x="1106" y="1121"/>
                  </a:lnTo>
                  <a:lnTo>
                    <a:pt x="867" y="1390"/>
                  </a:lnTo>
                  <a:lnTo>
                    <a:pt x="643" y="1688"/>
                  </a:lnTo>
                  <a:lnTo>
                    <a:pt x="464" y="2002"/>
                  </a:lnTo>
                  <a:lnTo>
                    <a:pt x="374" y="2166"/>
                  </a:lnTo>
                  <a:lnTo>
                    <a:pt x="300" y="2331"/>
                  </a:lnTo>
                  <a:lnTo>
                    <a:pt x="225" y="2495"/>
                  </a:lnTo>
                  <a:lnTo>
                    <a:pt x="165" y="2674"/>
                  </a:lnTo>
                  <a:lnTo>
                    <a:pt x="120" y="2854"/>
                  </a:lnTo>
                  <a:lnTo>
                    <a:pt x="75" y="3048"/>
                  </a:lnTo>
                  <a:lnTo>
                    <a:pt x="46" y="3227"/>
                  </a:lnTo>
                  <a:lnTo>
                    <a:pt x="16" y="3421"/>
                  </a:lnTo>
                  <a:lnTo>
                    <a:pt x="1" y="3615"/>
                  </a:lnTo>
                  <a:lnTo>
                    <a:pt x="1" y="3810"/>
                  </a:lnTo>
                  <a:lnTo>
                    <a:pt x="1" y="5707"/>
                  </a:lnTo>
                  <a:lnTo>
                    <a:pt x="16" y="6036"/>
                  </a:lnTo>
                  <a:lnTo>
                    <a:pt x="46" y="6349"/>
                  </a:lnTo>
                  <a:lnTo>
                    <a:pt x="120" y="6663"/>
                  </a:lnTo>
                  <a:lnTo>
                    <a:pt x="210" y="6962"/>
                  </a:lnTo>
                  <a:lnTo>
                    <a:pt x="329" y="7261"/>
                  </a:lnTo>
                  <a:lnTo>
                    <a:pt x="464" y="7530"/>
                  </a:lnTo>
                  <a:lnTo>
                    <a:pt x="628" y="7799"/>
                  </a:lnTo>
                  <a:lnTo>
                    <a:pt x="807" y="8053"/>
                  </a:lnTo>
                  <a:lnTo>
                    <a:pt x="1002" y="8277"/>
                  </a:lnTo>
                  <a:lnTo>
                    <a:pt x="1211" y="8501"/>
                  </a:lnTo>
                  <a:lnTo>
                    <a:pt x="1450" y="8695"/>
                  </a:lnTo>
                  <a:lnTo>
                    <a:pt x="1704" y="8874"/>
                  </a:lnTo>
                  <a:lnTo>
                    <a:pt x="1958" y="9039"/>
                  </a:lnTo>
                  <a:lnTo>
                    <a:pt x="2242" y="9173"/>
                  </a:lnTo>
                  <a:lnTo>
                    <a:pt x="2526" y="9293"/>
                  </a:lnTo>
                  <a:lnTo>
                    <a:pt x="2824" y="9382"/>
                  </a:lnTo>
                  <a:lnTo>
                    <a:pt x="3063" y="9442"/>
                  </a:lnTo>
                  <a:lnTo>
                    <a:pt x="3302" y="9487"/>
                  </a:lnTo>
                  <a:lnTo>
                    <a:pt x="3556" y="9502"/>
                  </a:lnTo>
                  <a:lnTo>
                    <a:pt x="3795" y="9517"/>
                  </a:lnTo>
                  <a:lnTo>
                    <a:pt x="37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3"/>
            <p:cNvSpPr/>
            <p:nvPr/>
          </p:nvSpPr>
          <p:spPr>
            <a:xfrm>
              <a:off x="3920472" y="2182938"/>
              <a:ext cx="125169" cy="157197"/>
            </a:xfrm>
            <a:custGeom>
              <a:avLst/>
              <a:gdLst/>
              <a:ahLst/>
              <a:cxnLst/>
              <a:rect l="l" t="t" r="r" b="b"/>
              <a:pathLst>
                <a:path w="4557" h="5723" extrusionOk="0">
                  <a:moveTo>
                    <a:pt x="2271" y="1"/>
                  </a:moveTo>
                  <a:lnTo>
                    <a:pt x="2047" y="16"/>
                  </a:lnTo>
                  <a:lnTo>
                    <a:pt x="1823" y="60"/>
                  </a:lnTo>
                  <a:lnTo>
                    <a:pt x="1599" y="105"/>
                  </a:lnTo>
                  <a:lnTo>
                    <a:pt x="1390" y="180"/>
                  </a:lnTo>
                  <a:lnTo>
                    <a:pt x="1196" y="285"/>
                  </a:lnTo>
                  <a:lnTo>
                    <a:pt x="1001" y="404"/>
                  </a:lnTo>
                  <a:lnTo>
                    <a:pt x="837" y="524"/>
                  </a:lnTo>
                  <a:lnTo>
                    <a:pt x="673" y="673"/>
                  </a:lnTo>
                  <a:lnTo>
                    <a:pt x="523" y="837"/>
                  </a:lnTo>
                  <a:lnTo>
                    <a:pt x="389" y="1017"/>
                  </a:lnTo>
                  <a:lnTo>
                    <a:pt x="284" y="1196"/>
                  </a:lnTo>
                  <a:lnTo>
                    <a:pt x="180" y="1405"/>
                  </a:lnTo>
                  <a:lnTo>
                    <a:pt x="105" y="1614"/>
                  </a:lnTo>
                  <a:lnTo>
                    <a:pt x="45" y="1823"/>
                  </a:lnTo>
                  <a:lnTo>
                    <a:pt x="15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15" y="3691"/>
                  </a:lnTo>
                  <a:lnTo>
                    <a:pt x="45" y="3915"/>
                  </a:lnTo>
                  <a:lnTo>
                    <a:pt x="105" y="4124"/>
                  </a:lnTo>
                  <a:lnTo>
                    <a:pt x="180" y="4333"/>
                  </a:lnTo>
                  <a:lnTo>
                    <a:pt x="284" y="4542"/>
                  </a:lnTo>
                  <a:lnTo>
                    <a:pt x="389" y="4722"/>
                  </a:lnTo>
                  <a:lnTo>
                    <a:pt x="523" y="4901"/>
                  </a:lnTo>
                  <a:lnTo>
                    <a:pt x="673" y="5065"/>
                  </a:lnTo>
                  <a:lnTo>
                    <a:pt x="837" y="5215"/>
                  </a:lnTo>
                  <a:lnTo>
                    <a:pt x="1001" y="5334"/>
                  </a:lnTo>
                  <a:lnTo>
                    <a:pt x="1196" y="5454"/>
                  </a:lnTo>
                  <a:lnTo>
                    <a:pt x="1390" y="5543"/>
                  </a:lnTo>
                  <a:lnTo>
                    <a:pt x="1599" y="5618"/>
                  </a:lnTo>
                  <a:lnTo>
                    <a:pt x="1823" y="5678"/>
                  </a:lnTo>
                  <a:lnTo>
                    <a:pt x="2047" y="5723"/>
                  </a:lnTo>
                  <a:lnTo>
                    <a:pt x="2510" y="5723"/>
                  </a:lnTo>
                  <a:lnTo>
                    <a:pt x="2734" y="5678"/>
                  </a:lnTo>
                  <a:lnTo>
                    <a:pt x="2958" y="5618"/>
                  </a:lnTo>
                  <a:lnTo>
                    <a:pt x="3168" y="5543"/>
                  </a:lnTo>
                  <a:lnTo>
                    <a:pt x="3362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85" y="5065"/>
                  </a:lnTo>
                  <a:lnTo>
                    <a:pt x="4034" y="4901"/>
                  </a:lnTo>
                  <a:lnTo>
                    <a:pt x="4169" y="4722"/>
                  </a:lnTo>
                  <a:lnTo>
                    <a:pt x="4273" y="4542"/>
                  </a:lnTo>
                  <a:lnTo>
                    <a:pt x="4378" y="4333"/>
                  </a:lnTo>
                  <a:lnTo>
                    <a:pt x="4452" y="4124"/>
                  </a:lnTo>
                  <a:lnTo>
                    <a:pt x="4512" y="3915"/>
                  </a:lnTo>
                  <a:lnTo>
                    <a:pt x="4542" y="3691"/>
                  </a:lnTo>
                  <a:lnTo>
                    <a:pt x="4557" y="3452"/>
                  </a:lnTo>
                  <a:lnTo>
                    <a:pt x="4557" y="2286"/>
                  </a:lnTo>
                  <a:lnTo>
                    <a:pt x="4542" y="2047"/>
                  </a:lnTo>
                  <a:lnTo>
                    <a:pt x="4512" y="1823"/>
                  </a:lnTo>
                  <a:lnTo>
                    <a:pt x="4452" y="1614"/>
                  </a:lnTo>
                  <a:lnTo>
                    <a:pt x="4378" y="1405"/>
                  </a:lnTo>
                  <a:lnTo>
                    <a:pt x="4273" y="1196"/>
                  </a:lnTo>
                  <a:lnTo>
                    <a:pt x="4169" y="1017"/>
                  </a:lnTo>
                  <a:lnTo>
                    <a:pt x="4034" y="837"/>
                  </a:lnTo>
                  <a:lnTo>
                    <a:pt x="3885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62" y="285"/>
                  </a:lnTo>
                  <a:lnTo>
                    <a:pt x="3168" y="180"/>
                  </a:lnTo>
                  <a:lnTo>
                    <a:pt x="2958" y="105"/>
                  </a:lnTo>
                  <a:lnTo>
                    <a:pt x="2734" y="60"/>
                  </a:lnTo>
                  <a:lnTo>
                    <a:pt x="2510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3"/>
            <p:cNvSpPr/>
            <p:nvPr/>
          </p:nvSpPr>
          <p:spPr>
            <a:xfrm>
              <a:off x="3936073" y="2198539"/>
              <a:ext cx="93994" cy="126405"/>
            </a:xfrm>
            <a:custGeom>
              <a:avLst/>
              <a:gdLst/>
              <a:ahLst/>
              <a:cxnLst/>
              <a:rect l="l" t="t" r="r" b="b"/>
              <a:pathLst>
                <a:path w="3422" h="4602" extrusionOk="0">
                  <a:moveTo>
                    <a:pt x="1703" y="0"/>
                  </a:moveTo>
                  <a:lnTo>
                    <a:pt x="1539" y="15"/>
                  </a:lnTo>
                  <a:lnTo>
                    <a:pt x="1360" y="30"/>
                  </a:lnTo>
                  <a:lnTo>
                    <a:pt x="1195" y="75"/>
                  </a:lnTo>
                  <a:lnTo>
                    <a:pt x="1046" y="135"/>
                  </a:lnTo>
                  <a:lnTo>
                    <a:pt x="896" y="210"/>
                  </a:lnTo>
                  <a:lnTo>
                    <a:pt x="747" y="299"/>
                  </a:lnTo>
                  <a:lnTo>
                    <a:pt x="613" y="389"/>
                  </a:lnTo>
                  <a:lnTo>
                    <a:pt x="493" y="508"/>
                  </a:lnTo>
                  <a:lnTo>
                    <a:pt x="388" y="628"/>
                  </a:lnTo>
                  <a:lnTo>
                    <a:pt x="284" y="762"/>
                  </a:lnTo>
                  <a:lnTo>
                    <a:pt x="194" y="897"/>
                  </a:lnTo>
                  <a:lnTo>
                    <a:pt x="135" y="1046"/>
                  </a:lnTo>
                  <a:lnTo>
                    <a:pt x="75" y="1210"/>
                  </a:lnTo>
                  <a:lnTo>
                    <a:pt x="30" y="1375"/>
                  </a:lnTo>
                  <a:lnTo>
                    <a:pt x="0" y="1539"/>
                  </a:lnTo>
                  <a:lnTo>
                    <a:pt x="0" y="1718"/>
                  </a:lnTo>
                  <a:lnTo>
                    <a:pt x="0" y="2884"/>
                  </a:lnTo>
                  <a:lnTo>
                    <a:pt x="0" y="3063"/>
                  </a:lnTo>
                  <a:lnTo>
                    <a:pt x="30" y="3227"/>
                  </a:lnTo>
                  <a:lnTo>
                    <a:pt x="75" y="3392"/>
                  </a:lnTo>
                  <a:lnTo>
                    <a:pt x="135" y="3556"/>
                  </a:lnTo>
                  <a:lnTo>
                    <a:pt x="194" y="3705"/>
                  </a:lnTo>
                  <a:lnTo>
                    <a:pt x="284" y="3840"/>
                  </a:lnTo>
                  <a:lnTo>
                    <a:pt x="388" y="3974"/>
                  </a:lnTo>
                  <a:lnTo>
                    <a:pt x="493" y="4094"/>
                  </a:lnTo>
                  <a:lnTo>
                    <a:pt x="613" y="4213"/>
                  </a:lnTo>
                  <a:lnTo>
                    <a:pt x="747" y="4303"/>
                  </a:lnTo>
                  <a:lnTo>
                    <a:pt x="896" y="4393"/>
                  </a:lnTo>
                  <a:lnTo>
                    <a:pt x="1046" y="4467"/>
                  </a:lnTo>
                  <a:lnTo>
                    <a:pt x="1195" y="4527"/>
                  </a:lnTo>
                  <a:lnTo>
                    <a:pt x="1360" y="4572"/>
                  </a:lnTo>
                  <a:lnTo>
                    <a:pt x="1539" y="4587"/>
                  </a:lnTo>
                  <a:lnTo>
                    <a:pt x="1703" y="4602"/>
                  </a:lnTo>
                  <a:lnTo>
                    <a:pt x="1882" y="4587"/>
                  </a:lnTo>
                  <a:lnTo>
                    <a:pt x="2047" y="4572"/>
                  </a:lnTo>
                  <a:lnTo>
                    <a:pt x="2211" y="4527"/>
                  </a:lnTo>
                  <a:lnTo>
                    <a:pt x="2375" y="4467"/>
                  </a:lnTo>
                  <a:lnTo>
                    <a:pt x="2525" y="4393"/>
                  </a:lnTo>
                  <a:lnTo>
                    <a:pt x="2674" y="4303"/>
                  </a:lnTo>
                  <a:lnTo>
                    <a:pt x="2794" y="4213"/>
                  </a:lnTo>
                  <a:lnTo>
                    <a:pt x="2928" y="4094"/>
                  </a:lnTo>
                  <a:lnTo>
                    <a:pt x="3033" y="3974"/>
                  </a:lnTo>
                  <a:lnTo>
                    <a:pt x="3137" y="3840"/>
                  </a:lnTo>
                  <a:lnTo>
                    <a:pt x="3212" y="3705"/>
                  </a:lnTo>
                  <a:lnTo>
                    <a:pt x="3287" y="3556"/>
                  </a:lnTo>
                  <a:lnTo>
                    <a:pt x="3347" y="3392"/>
                  </a:lnTo>
                  <a:lnTo>
                    <a:pt x="3391" y="3227"/>
                  </a:lnTo>
                  <a:lnTo>
                    <a:pt x="3421" y="3063"/>
                  </a:lnTo>
                  <a:lnTo>
                    <a:pt x="3421" y="2884"/>
                  </a:lnTo>
                  <a:lnTo>
                    <a:pt x="3421" y="1718"/>
                  </a:lnTo>
                  <a:lnTo>
                    <a:pt x="3421" y="1539"/>
                  </a:lnTo>
                  <a:lnTo>
                    <a:pt x="3391" y="1375"/>
                  </a:lnTo>
                  <a:lnTo>
                    <a:pt x="3347" y="1210"/>
                  </a:lnTo>
                  <a:lnTo>
                    <a:pt x="3287" y="1046"/>
                  </a:lnTo>
                  <a:lnTo>
                    <a:pt x="3212" y="897"/>
                  </a:lnTo>
                  <a:lnTo>
                    <a:pt x="3137" y="762"/>
                  </a:lnTo>
                  <a:lnTo>
                    <a:pt x="3033" y="628"/>
                  </a:lnTo>
                  <a:lnTo>
                    <a:pt x="2928" y="508"/>
                  </a:lnTo>
                  <a:lnTo>
                    <a:pt x="2794" y="389"/>
                  </a:lnTo>
                  <a:lnTo>
                    <a:pt x="2674" y="299"/>
                  </a:lnTo>
                  <a:lnTo>
                    <a:pt x="2525" y="210"/>
                  </a:lnTo>
                  <a:lnTo>
                    <a:pt x="2375" y="135"/>
                  </a:lnTo>
                  <a:lnTo>
                    <a:pt x="2211" y="75"/>
                  </a:lnTo>
                  <a:lnTo>
                    <a:pt x="2047" y="30"/>
                  </a:lnTo>
                  <a:lnTo>
                    <a:pt x="1882" y="15"/>
                  </a:lnTo>
                  <a:lnTo>
                    <a:pt x="170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3"/>
            <p:cNvSpPr/>
            <p:nvPr/>
          </p:nvSpPr>
          <p:spPr>
            <a:xfrm>
              <a:off x="3951235" y="2213728"/>
              <a:ext cx="63642" cy="95642"/>
            </a:xfrm>
            <a:custGeom>
              <a:avLst/>
              <a:gdLst/>
              <a:ahLst/>
              <a:cxnLst/>
              <a:rect l="l" t="t" r="r" b="b"/>
              <a:pathLst>
                <a:path w="2317" h="3482" extrusionOk="0">
                  <a:moveTo>
                    <a:pt x="1151" y="0"/>
                  </a:moveTo>
                  <a:lnTo>
                    <a:pt x="1032" y="15"/>
                  </a:lnTo>
                  <a:lnTo>
                    <a:pt x="927" y="30"/>
                  </a:lnTo>
                  <a:lnTo>
                    <a:pt x="808" y="60"/>
                  </a:lnTo>
                  <a:lnTo>
                    <a:pt x="703" y="90"/>
                  </a:lnTo>
                  <a:lnTo>
                    <a:pt x="613" y="150"/>
                  </a:lnTo>
                  <a:lnTo>
                    <a:pt x="509" y="209"/>
                  </a:lnTo>
                  <a:lnTo>
                    <a:pt x="419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195" y="523"/>
                  </a:lnTo>
                  <a:lnTo>
                    <a:pt x="135" y="613"/>
                  </a:lnTo>
                  <a:lnTo>
                    <a:pt x="90" y="717"/>
                  </a:lnTo>
                  <a:lnTo>
                    <a:pt x="46" y="822"/>
                  </a:lnTo>
                  <a:lnTo>
                    <a:pt x="31" y="926"/>
                  </a:lnTo>
                  <a:lnTo>
                    <a:pt x="1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6" y="2629"/>
                  </a:lnTo>
                  <a:lnTo>
                    <a:pt x="90" y="2779"/>
                  </a:lnTo>
                  <a:lnTo>
                    <a:pt x="150" y="2898"/>
                  </a:lnTo>
                  <a:lnTo>
                    <a:pt x="240" y="3033"/>
                  </a:lnTo>
                  <a:lnTo>
                    <a:pt x="329" y="3137"/>
                  </a:lnTo>
                  <a:lnTo>
                    <a:pt x="449" y="3242"/>
                  </a:lnTo>
                  <a:lnTo>
                    <a:pt x="569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71" y="3481"/>
                  </a:lnTo>
                  <a:lnTo>
                    <a:pt x="1390" y="3466"/>
                  </a:lnTo>
                  <a:lnTo>
                    <a:pt x="1495" y="3436"/>
                  </a:lnTo>
                  <a:lnTo>
                    <a:pt x="1599" y="3391"/>
                  </a:lnTo>
                  <a:lnTo>
                    <a:pt x="1704" y="3347"/>
                  </a:lnTo>
                  <a:lnTo>
                    <a:pt x="1809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8" y="3063"/>
                  </a:lnTo>
                  <a:lnTo>
                    <a:pt x="2107" y="2973"/>
                  </a:lnTo>
                  <a:lnTo>
                    <a:pt x="2167" y="2883"/>
                  </a:lnTo>
                  <a:lnTo>
                    <a:pt x="2227" y="2779"/>
                  </a:lnTo>
                  <a:lnTo>
                    <a:pt x="2257" y="2674"/>
                  </a:lnTo>
                  <a:lnTo>
                    <a:pt x="2287" y="2570"/>
                  </a:lnTo>
                  <a:lnTo>
                    <a:pt x="2302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2" y="986"/>
                  </a:lnTo>
                  <a:lnTo>
                    <a:pt x="2257" y="822"/>
                  </a:lnTo>
                  <a:lnTo>
                    <a:pt x="2212" y="672"/>
                  </a:lnTo>
                  <a:lnTo>
                    <a:pt x="2122" y="538"/>
                  </a:lnTo>
                  <a:lnTo>
                    <a:pt x="2048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9" y="209"/>
                  </a:lnTo>
                  <a:lnTo>
                    <a:pt x="1704" y="150"/>
                  </a:lnTo>
                  <a:lnTo>
                    <a:pt x="1599" y="90"/>
                  </a:lnTo>
                  <a:lnTo>
                    <a:pt x="1495" y="60"/>
                  </a:lnTo>
                  <a:lnTo>
                    <a:pt x="1390" y="30"/>
                  </a:lnTo>
                  <a:lnTo>
                    <a:pt x="1271" y="15"/>
                  </a:lnTo>
                  <a:lnTo>
                    <a:pt x="11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3"/>
            <p:cNvSpPr/>
            <p:nvPr/>
          </p:nvSpPr>
          <p:spPr>
            <a:xfrm>
              <a:off x="3955355" y="2228478"/>
              <a:ext cx="59522" cy="80892"/>
            </a:xfrm>
            <a:custGeom>
              <a:avLst/>
              <a:gdLst/>
              <a:ahLst/>
              <a:cxnLst/>
              <a:rect l="l" t="t" r="r" b="b"/>
              <a:pathLst>
                <a:path w="2167" h="2945" extrusionOk="0">
                  <a:moveTo>
                    <a:pt x="1972" y="1"/>
                  </a:moveTo>
                  <a:lnTo>
                    <a:pt x="0" y="2361"/>
                  </a:lnTo>
                  <a:lnTo>
                    <a:pt x="90" y="2496"/>
                  </a:lnTo>
                  <a:lnTo>
                    <a:pt x="179" y="2600"/>
                  </a:lnTo>
                  <a:lnTo>
                    <a:pt x="299" y="2705"/>
                  </a:lnTo>
                  <a:lnTo>
                    <a:pt x="419" y="2795"/>
                  </a:lnTo>
                  <a:lnTo>
                    <a:pt x="553" y="2854"/>
                  </a:lnTo>
                  <a:lnTo>
                    <a:pt x="702" y="2914"/>
                  </a:lnTo>
                  <a:lnTo>
                    <a:pt x="852" y="2944"/>
                  </a:lnTo>
                  <a:lnTo>
                    <a:pt x="1121" y="2944"/>
                  </a:lnTo>
                  <a:lnTo>
                    <a:pt x="1240" y="2929"/>
                  </a:lnTo>
                  <a:lnTo>
                    <a:pt x="1345" y="2899"/>
                  </a:lnTo>
                  <a:lnTo>
                    <a:pt x="1449" y="2854"/>
                  </a:lnTo>
                  <a:lnTo>
                    <a:pt x="1554" y="2810"/>
                  </a:lnTo>
                  <a:lnTo>
                    <a:pt x="1659" y="2750"/>
                  </a:lnTo>
                  <a:lnTo>
                    <a:pt x="1748" y="2690"/>
                  </a:lnTo>
                  <a:lnTo>
                    <a:pt x="1823" y="2615"/>
                  </a:lnTo>
                  <a:lnTo>
                    <a:pt x="1898" y="2526"/>
                  </a:lnTo>
                  <a:lnTo>
                    <a:pt x="1957" y="2436"/>
                  </a:lnTo>
                  <a:lnTo>
                    <a:pt x="2017" y="2346"/>
                  </a:lnTo>
                  <a:lnTo>
                    <a:pt x="2077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66" y="1794"/>
                  </a:lnTo>
                  <a:lnTo>
                    <a:pt x="2166" y="628"/>
                  </a:lnTo>
                  <a:lnTo>
                    <a:pt x="2152" y="449"/>
                  </a:lnTo>
                  <a:lnTo>
                    <a:pt x="2107" y="285"/>
                  </a:lnTo>
                  <a:lnTo>
                    <a:pt x="2062" y="135"/>
                  </a:lnTo>
                  <a:lnTo>
                    <a:pt x="1972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3"/>
            <p:cNvSpPr/>
            <p:nvPr/>
          </p:nvSpPr>
          <p:spPr>
            <a:xfrm>
              <a:off x="4275836" y="2182938"/>
              <a:ext cx="124757" cy="157197"/>
            </a:xfrm>
            <a:custGeom>
              <a:avLst/>
              <a:gdLst/>
              <a:ahLst/>
              <a:cxnLst/>
              <a:rect l="l" t="t" r="r" b="b"/>
              <a:pathLst>
                <a:path w="4542" h="5723" extrusionOk="0">
                  <a:moveTo>
                    <a:pt x="2271" y="1"/>
                  </a:moveTo>
                  <a:lnTo>
                    <a:pt x="2032" y="16"/>
                  </a:lnTo>
                  <a:lnTo>
                    <a:pt x="1808" y="60"/>
                  </a:lnTo>
                  <a:lnTo>
                    <a:pt x="1599" y="105"/>
                  </a:lnTo>
                  <a:lnTo>
                    <a:pt x="1389" y="180"/>
                  </a:lnTo>
                  <a:lnTo>
                    <a:pt x="1180" y="285"/>
                  </a:lnTo>
                  <a:lnTo>
                    <a:pt x="1001" y="404"/>
                  </a:lnTo>
                  <a:lnTo>
                    <a:pt x="822" y="524"/>
                  </a:lnTo>
                  <a:lnTo>
                    <a:pt x="657" y="673"/>
                  </a:lnTo>
                  <a:lnTo>
                    <a:pt x="508" y="837"/>
                  </a:lnTo>
                  <a:lnTo>
                    <a:pt x="388" y="1017"/>
                  </a:lnTo>
                  <a:lnTo>
                    <a:pt x="269" y="1196"/>
                  </a:lnTo>
                  <a:lnTo>
                    <a:pt x="164" y="1405"/>
                  </a:lnTo>
                  <a:lnTo>
                    <a:pt x="90" y="1614"/>
                  </a:lnTo>
                  <a:lnTo>
                    <a:pt x="45" y="1823"/>
                  </a:lnTo>
                  <a:lnTo>
                    <a:pt x="0" y="2047"/>
                  </a:lnTo>
                  <a:lnTo>
                    <a:pt x="0" y="2286"/>
                  </a:lnTo>
                  <a:lnTo>
                    <a:pt x="0" y="3452"/>
                  </a:lnTo>
                  <a:lnTo>
                    <a:pt x="0" y="3691"/>
                  </a:lnTo>
                  <a:lnTo>
                    <a:pt x="45" y="3915"/>
                  </a:lnTo>
                  <a:lnTo>
                    <a:pt x="90" y="4124"/>
                  </a:lnTo>
                  <a:lnTo>
                    <a:pt x="164" y="4333"/>
                  </a:lnTo>
                  <a:lnTo>
                    <a:pt x="269" y="4542"/>
                  </a:lnTo>
                  <a:lnTo>
                    <a:pt x="388" y="4722"/>
                  </a:lnTo>
                  <a:lnTo>
                    <a:pt x="508" y="4901"/>
                  </a:lnTo>
                  <a:lnTo>
                    <a:pt x="657" y="5065"/>
                  </a:lnTo>
                  <a:lnTo>
                    <a:pt x="822" y="5215"/>
                  </a:lnTo>
                  <a:lnTo>
                    <a:pt x="1001" y="5334"/>
                  </a:lnTo>
                  <a:lnTo>
                    <a:pt x="1180" y="5454"/>
                  </a:lnTo>
                  <a:lnTo>
                    <a:pt x="1389" y="5543"/>
                  </a:lnTo>
                  <a:lnTo>
                    <a:pt x="1599" y="5618"/>
                  </a:lnTo>
                  <a:lnTo>
                    <a:pt x="1808" y="5678"/>
                  </a:lnTo>
                  <a:lnTo>
                    <a:pt x="2032" y="5723"/>
                  </a:lnTo>
                  <a:lnTo>
                    <a:pt x="2495" y="5723"/>
                  </a:lnTo>
                  <a:lnTo>
                    <a:pt x="2719" y="5678"/>
                  </a:lnTo>
                  <a:lnTo>
                    <a:pt x="2943" y="5618"/>
                  </a:lnTo>
                  <a:lnTo>
                    <a:pt x="3152" y="5543"/>
                  </a:lnTo>
                  <a:lnTo>
                    <a:pt x="3347" y="5454"/>
                  </a:lnTo>
                  <a:lnTo>
                    <a:pt x="3541" y="5334"/>
                  </a:lnTo>
                  <a:lnTo>
                    <a:pt x="3720" y="5215"/>
                  </a:lnTo>
                  <a:lnTo>
                    <a:pt x="3869" y="5065"/>
                  </a:lnTo>
                  <a:lnTo>
                    <a:pt x="4019" y="4901"/>
                  </a:lnTo>
                  <a:lnTo>
                    <a:pt x="4153" y="4722"/>
                  </a:lnTo>
                  <a:lnTo>
                    <a:pt x="4273" y="4542"/>
                  </a:lnTo>
                  <a:lnTo>
                    <a:pt x="4362" y="4333"/>
                  </a:lnTo>
                  <a:lnTo>
                    <a:pt x="4437" y="4124"/>
                  </a:lnTo>
                  <a:lnTo>
                    <a:pt x="4497" y="3915"/>
                  </a:lnTo>
                  <a:lnTo>
                    <a:pt x="4527" y="3691"/>
                  </a:lnTo>
                  <a:lnTo>
                    <a:pt x="4542" y="3452"/>
                  </a:lnTo>
                  <a:lnTo>
                    <a:pt x="4542" y="2286"/>
                  </a:lnTo>
                  <a:lnTo>
                    <a:pt x="4527" y="2047"/>
                  </a:lnTo>
                  <a:lnTo>
                    <a:pt x="4497" y="1823"/>
                  </a:lnTo>
                  <a:lnTo>
                    <a:pt x="4437" y="1614"/>
                  </a:lnTo>
                  <a:lnTo>
                    <a:pt x="4362" y="1405"/>
                  </a:lnTo>
                  <a:lnTo>
                    <a:pt x="4273" y="1196"/>
                  </a:lnTo>
                  <a:lnTo>
                    <a:pt x="4153" y="1017"/>
                  </a:lnTo>
                  <a:lnTo>
                    <a:pt x="4019" y="837"/>
                  </a:lnTo>
                  <a:lnTo>
                    <a:pt x="3869" y="673"/>
                  </a:lnTo>
                  <a:lnTo>
                    <a:pt x="3720" y="524"/>
                  </a:lnTo>
                  <a:lnTo>
                    <a:pt x="3541" y="404"/>
                  </a:lnTo>
                  <a:lnTo>
                    <a:pt x="3347" y="285"/>
                  </a:lnTo>
                  <a:lnTo>
                    <a:pt x="3152" y="180"/>
                  </a:lnTo>
                  <a:lnTo>
                    <a:pt x="2943" y="105"/>
                  </a:lnTo>
                  <a:lnTo>
                    <a:pt x="2719" y="60"/>
                  </a:lnTo>
                  <a:lnTo>
                    <a:pt x="2495" y="16"/>
                  </a:lnTo>
                  <a:lnTo>
                    <a:pt x="2271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3"/>
            <p:cNvSpPr/>
            <p:nvPr/>
          </p:nvSpPr>
          <p:spPr>
            <a:xfrm>
              <a:off x="4290997" y="2198539"/>
              <a:ext cx="94406" cy="126405"/>
            </a:xfrm>
            <a:custGeom>
              <a:avLst/>
              <a:gdLst/>
              <a:ahLst/>
              <a:cxnLst/>
              <a:rect l="l" t="t" r="r" b="b"/>
              <a:pathLst>
                <a:path w="3437" h="4602" extrusionOk="0">
                  <a:moveTo>
                    <a:pt x="1719" y="0"/>
                  </a:moveTo>
                  <a:lnTo>
                    <a:pt x="1540" y="15"/>
                  </a:lnTo>
                  <a:lnTo>
                    <a:pt x="1375" y="30"/>
                  </a:lnTo>
                  <a:lnTo>
                    <a:pt x="1211" y="75"/>
                  </a:lnTo>
                  <a:lnTo>
                    <a:pt x="1047" y="135"/>
                  </a:lnTo>
                  <a:lnTo>
                    <a:pt x="897" y="210"/>
                  </a:lnTo>
                  <a:lnTo>
                    <a:pt x="763" y="299"/>
                  </a:lnTo>
                  <a:lnTo>
                    <a:pt x="628" y="389"/>
                  </a:lnTo>
                  <a:lnTo>
                    <a:pt x="509" y="508"/>
                  </a:lnTo>
                  <a:lnTo>
                    <a:pt x="389" y="628"/>
                  </a:lnTo>
                  <a:lnTo>
                    <a:pt x="300" y="762"/>
                  </a:lnTo>
                  <a:lnTo>
                    <a:pt x="210" y="897"/>
                  </a:lnTo>
                  <a:lnTo>
                    <a:pt x="135" y="1046"/>
                  </a:lnTo>
                  <a:lnTo>
                    <a:pt x="76" y="1210"/>
                  </a:lnTo>
                  <a:lnTo>
                    <a:pt x="31" y="1375"/>
                  </a:lnTo>
                  <a:lnTo>
                    <a:pt x="16" y="1539"/>
                  </a:lnTo>
                  <a:lnTo>
                    <a:pt x="1" y="1718"/>
                  </a:lnTo>
                  <a:lnTo>
                    <a:pt x="1" y="2884"/>
                  </a:lnTo>
                  <a:lnTo>
                    <a:pt x="16" y="3063"/>
                  </a:lnTo>
                  <a:lnTo>
                    <a:pt x="31" y="3227"/>
                  </a:lnTo>
                  <a:lnTo>
                    <a:pt x="76" y="3392"/>
                  </a:lnTo>
                  <a:lnTo>
                    <a:pt x="135" y="3556"/>
                  </a:lnTo>
                  <a:lnTo>
                    <a:pt x="210" y="3705"/>
                  </a:lnTo>
                  <a:lnTo>
                    <a:pt x="300" y="3840"/>
                  </a:lnTo>
                  <a:lnTo>
                    <a:pt x="389" y="3974"/>
                  </a:lnTo>
                  <a:lnTo>
                    <a:pt x="509" y="4094"/>
                  </a:lnTo>
                  <a:lnTo>
                    <a:pt x="628" y="4213"/>
                  </a:lnTo>
                  <a:lnTo>
                    <a:pt x="763" y="4303"/>
                  </a:lnTo>
                  <a:lnTo>
                    <a:pt x="897" y="4393"/>
                  </a:lnTo>
                  <a:lnTo>
                    <a:pt x="1047" y="4467"/>
                  </a:lnTo>
                  <a:lnTo>
                    <a:pt x="1211" y="4527"/>
                  </a:lnTo>
                  <a:lnTo>
                    <a:pt x="1375" y="4572"/>
                  </a:lnTo>
                  <a:lnTo>
                    <a:pt x="1540" y="4587"/>
                  </a:lnTo>
                  <a:lnTo>
                    <a:pt x="1719" y="4602"/>
                  </a:lnTo>
                  <a:lnTo>
                    <a:pt x="1883" y="4587"/>
                  </a:lnTo>
                  <a:lnTo>
                    <a:pt x="2062" y="4572"/>
                  </a:lnTo>
                  <a:lnTo>
                    <a:pt x="2227" y="4527"/>
                  </a:lnTo>
                  <a:lnTo>
                    <a:pt x="2376" y="4467"/>
                  </a:lnTo>
                  <a:lnTo>
                    <a:pt x="2526" y="4393"/>
                  </a:lnTo>
                  <a:lnTo>
                    <a:pt x="2675" y="4303"/>
                  </a:lnTo>
                  <a:lnTo>
                    <a:pt x="2809" y="4213"/>
                  </a:lnTo>
                  <a:lnTo>
                    <a:pt x="2929" y="4094"/>
                  </a:lnTo>
                  <a:lnTo>
                    <a:pt x="3034" y="3974"/>
                  </a:lnTo>
                  <a:lnTo>
                    <a:pt x="3138" y="3840"/>
                  </a:lnTo>
                  <a:lnTo>
                    <a:pt x="3228" y="3705"/>
                  </a:lnTo>
                  <a:lnTo>
                    <a:pt x="3302" y="3556"/>
                  </a:lnTo>
                  <a:lnTo>
                    <a:pt x="3347" y="3392"/>
                  </a:lnTo>
                  <a:lnTo>
                    <a:pt x="3392" y="3227"/>
                  </a:lnTo>
                  <a:lnTo>
                    <a:pt x="3422" y="3063"/>
                  </a:lnTo>
                  <a:lnTo>
                    <a:pt x="3437" y="2884"/>
                  </a:lnTo>
                  <a:lnTo>
                    <a:pt x="3437" y="1718"/>
                  </a:lnTo>
                  <a:lnTo>
                    <a:pt x="3422" y="1539"/>
                  </a:lnTo>
                  <a:lnTo>
                    <a:pt x="3392" y="1375"/>
                  </a:lnTo>
                  <a:lnTo>
                    <a:pt x="3347" y="1210"/>
                  </a:lnTo>
                  <a:lnTo>
                    <a:pt x="3302" y="1046"/>
                  </a:lnTo>
                  <a:lnTo>
                    <a:pt x="3228" y="897"/>
                  </a:lnTo>
                  <a:lnTo>
                    <a:pt x="3138" y="762"/>
                  </a:lnTo>
                  <a:lnTo>
                    <a:pt x="3034" y="628"/>
                  </a:lnTo>
                  <a:lnTo>
                    <a:pt x="2929" y="508"/>
                  </a:lnTo>
                  <a:lnTo>
                    <a:pt x="2809" y="389"/>
                  </a:lnTo>
                  <a:lnTo>
                    <a:pt x="2675" y="299"/>
                  </a:lnTo>
                  <a:lnTo>
                    <a:pt x="2526" y="210"/>
                  </a:lnTo>
                  <a:lnTo>
                    <a:pt x="2376" y="135"/>
                  </a:lnTo>
                  <a:lnTo>
                    <a:pt x="2227" y="75"/>
                  </a:lnTo>
                  <a:lnTo>
                    <a:pt x="2062" y="30"/>
                  </a:lnTo>
                  <a:lnTo>
                    <a:pt x="1883" y="15"/>
                  </a:lnTo>
                  <a:lnTo>
                    <a:pt x="171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33"/>
            <p:cNvSpPr/>
            <p:nvPr/>
          </p:nvSpPr>
          <p:spPr>
            <a:xfrm>
              <a:off x="4306186" y="2213728"/>
              <a:ext cx="63642" cy="95642"/>
            </a:xfrm>
            <a:custGeom>
              <a:avLst/>
              <a:gdLst/>
              <a:ahLst/>
              <a:cxnLst/>
              <a:rect l="l" t="t" r="r" b="b"/>
              <a:pathLst>
                <a:path w="2317" h="3482" extrusionOk="0">
                  <a:moveTo>
                    <a:pt x="1166" y="0"/>
                  </a:moveTo>
                  <a:lnTo>
                    <a:pt x="1046" y="15"/>
                  </a:lnTo>
                  <a:lnTo>
                    <a:pt x="927" y="30"/>
                  </a:lnTo>
                  <a:lnTo>
                    <a:pt x="822" y="60"/>
                  </a:lnTo>
                  <a:lnTo>
                    <a:pt x="718" y="90"/>
                  </a:lnTo>
                  <a:lnTo>
                    <a:pt x="613" y="150"/>
                  </a:lnTo>
                  <a:lnTo>
                    <a:pt x="523" y="209"/>
                  </a:lnTo>
                  <a:lnTo>
                    <a:pt x="434" y="269"/>
                  </a:lnTo>
                  <a:lnTo>
                    <a:pt x="344" y="344"/>
                  </a:lnTo>
                  <a:lnTo>
                    <a:pt x="270" y="433"/>
                  </a:lnTo>
                  <a:lnTo>
                    <a:pt x="210" y="523"/>
                  </a:lnTo>
                  <a:lnTo>
                    <a:pt x="150" y="613"/>
                  </a:lnTo>
                  <a:lnTo>
                    <a:pt x="90" y="717"/>
                  </a:lnTo>
                  <a:lnTo>
                    <a:pt x="60" y="822"/>
                  </a:lnTo>
                  <a:lnTo>
                    <a:pt x="30" y="926"/>
                  </a:lnTo>
                  <a:lnTo>
                    <a:pt x="16" y="1046"/>
                  </a:lnTo>
                  <a:lnTo>
                    <a:pt x="1" y="1165"/>
                  </a:lnTo>
                  <a:lnTo>
                    <a:pt x="1" y="2331"/>
                  </a:lnTo>
                  <a:lnTo>
                    <a:pt x="16" y="2480"/>
                  </a:lnTo>
                  <a:lnTo>
                    <a:pt x="45" y="2629"/>
                  </a:lnTo>
                  <a:lnTo>
                    <a:pt x="90" y="2779"/>
                  </a:lnTo>
                  <a:lnTo>
                    <a:pt x="165" y="2898"/>
                  </a:lnTo>
                  <a:lnTo>
                    <a:pt x="240" y="3033"/>
                  </a:lnTo>
                  <a:lnTo>
                    <a:pt x="344" y="3137"/>
                  </a:lnTo>
                  <a:lnTo>
                    <a:pt x="449" y="3242"/>
                  </a:lnTo>
                  <a:lnTo>
                    <a:pt x="568" y="3332"/>
                  </a:lnTo>
                  <a:lnTo>
                    <a:pt x="703" y="3391"/>
                  </a:lnTo>
                  <a:lnTo>
                    <a:pt x="852" y="3451"/>
                  </a:lnTo>
                  <a:lnTo>
                    <a:pt x="1002" y="3481"/>
                  </a:lnTo>
                  <a:lnTo>
                    <a:pt x="1285" y="3481"/>
                  </a:lnTo>
                  <a:lnTo>
                    <a:pt x="1390" y="3466"/>
                  </a:lnTo>
                  <a:lnTo>
                    <a:pt x="1509" y="3436"/>
                  </a:lnTo>
                  <a:lnTo>
                    <a:pt x="1614" y="3391"/>
                  </a:lnTo>
                  <a:lnTo>
                    <a:pt x="1719" y="3347"/>
                  </a:lnTo>
                  <a:lnTo>
                    <a:pt x="1808" y="3287"/>
                  </a:lnTo>
                  <a:lnTo>
                    <a:pt x="1898" y="3227"/>
                  </a:lnTo>
                  <a:lnTo>
                    <a:pt x="1973" y="3152"/>
                  </a:lnTo>
                  <a:lnTo>
                    <a:pt x="2047" y="3063"/>
                  </a:lnTo>
                  <a:lnTo>
                    <a:pt x="2122" y="2973"/>
                  </a:lnTo>
                  <a:lnTo>
                    <a:pt x="2182" y="2883"/>
                  </a:lnTo>
                  <a:lnTo>
                    <a:pt x="2227" y="2779"/>
                  </a:lnTo>
                  <a:lnTo>
                    <a:pt x="2271" y="2674"/>
                  </a:lnTo>
                  <a:lnTo>
                    <a:pt x="2301" y="2570"/>
                  </a:lnTo>
                  <a:lnTo>
                    <a:pt x="2316" y="2450"/>
                  </a:lnTo>
                  <a:lnTo>
                    <a:pt x="2316" y="2331"/>
                  </a:lnTo>
                  <a:lnTo>
                    <a:pt x="2316" y="1165"/>
                  </a:lnTo>
                  <a:lnTo>
                    <a:pt x="2301" y="986"/>
                  </a:lnTo>
                  <a:lnTo>
                    <a:pt x="2271" y="822"/>
                  </a:lnTo>
                  <a:lnTo>
                    <a:pt x="2212" y="672"/>
                  </a:lnTo>
                  <a:lnTo>
                    <a:pt x="2137" y="538"/>
                  </a:lnTo>
                  <a:lnTo>
                    <a:pt x="2062" y="433"/>
                  </a:lnTo>
                  <a:lnTo>
                    <a:pt x="1973" y="344"/>
                  </a:lnTo>
                  <a:lnTo>
                    <a:pt x="1898" y="269"/>
                  </a:lnTo>
                  <a:lnTo>
                    <a:pt x="1808" y="209"/>
                  </a:lnTo>
                  <a:lnTo>
                    <a:pt x="1719" y="150"/>
                  </a:lnTo>
                  <a:lnTo>
                    <a:pt x="1614" y="90"/>
                  </a:lnTo>
                  <a:lnTo>
                    <a:pt x="1509" y="60"/>
                  </a:lnTo>
                  <a:lnTo>
                    <a:pt x="1390" y="30"/>
                  </a:lnTo>
                  <a:lnTo>
                    <a:pt x="1285" y="1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33"/>
            <p:cNvSpPr/>
            <p:nvPr/>
          </p:nvSpPr>
          <p:spPr>
            <a:xfrm>
              <a:off x="4310691" y="2228478"/>
              <a:ext cx="59138" cy="80892"/>
            </a:xfrm>
            <a:custGeom>
              <a:avLst/>
              <a:gdLst/>
              <a:ahLst/>
              <a:cxnLst/>
              <a:rect l="l" t="t" r="r" b="b"/>
              <a:pathLst>
                <a:path w="2153" h="2945" extrusionOk="0">
                  <a:moveTo>
                    <a:pt x="1973" y="1"/>
                  </a:moveTo>
                  <a:lnTo>
                    <a:pt x="1" y="2361"/>
                  </a:lnTo>
                  <a:lnTo>
                    <a:pt x="76" y="2496"/>
                  </a:lnTo>
                  <a:lnTo>
                    <a:pt x="180" y="2600"/>
                  </a:lnTo>
                  <a:lnTo>
                    <a:pt x="285" y="2705"/>
                  </a:lnTo>
                  <a:lnTo>
                    <a:pt x="404" y="2795"/>
                  </a:lnTo>
                  <a:lnTo>
                    <a:pt x="539" y="2854"/>
                  </a:lnTo>
                  <a:lnTo>
                    <a:pt x="688" y="2914"/>
                  </a:lnTo>
                  <a:lnTo>
                    <a:pt x="838" y="2944"/>
                  </a:lnTo>
                  <a:lnTo>
                    <a:pt x="1121" y="2944"/>
                  </a:lnTo>
                  <a:lnTo>
                    <a:pt x="1226" y="2929"/>
                  </a:lnTo>
                  <a:lnTo>
                    <a:pt x="1345" y="2899"/>
                  </a:lnTo>
                  <a:lnTo>
                    <a:pt x="1450" y="2854"/>
                  </a:lnTo>
                  <a:lnTo>
                    <a:pt x="1555" y="2810"/>
                  </a:lnTo>
                  <a:lnTo>
                    <a:pt x="1644" y="2750"/>
                  </a:lnTo>
                  <a:lnTo>
                    <a:pt x="1734" y="2690"/>
                  </a:lnTo>
                  <a:lnTo>
                    <a:pt x="1809" y="2615"/>
                  </a:lnTo>
                  <a:lnTo>
                    <a:pt x="1883" y="2526"/>
                  </a:lnTo>
                  <a:lnTo>
                    <a:pt x="1958" y="2436"/>
                  </a:lnTo>
                  <a:lnTo>
                    <a:pt x="2018" y="2346"/>
                  </a:lnTo>
                  <a:lnTo>
                    <a:pt x="2063" y="2242"/>
                  </a:lnTo>
                  <a:lnTo>
                    <a:pt x="2107" y="2137"/>
                  </a:lnTo>
                  <a:lnTo>
                    <a:pt x="2137" y="2033"/>
                  </a:lnTo>
                  <a:lnTo>
                    <a:pt x="2152" y="1913"/>
                  </a:lnTo>
                  <a:lnTo>
                    <a:pt x="2152" y="1794"/>
                  </a:lnTo>
                  <a:lnTo>
                    <a:pt x="2152" y="628"/>
                  </a:lnTo>
                  <a:lnTo>
                    <a:pt x="2137" y="449"/>
                  </a:lnTo>
                  <a:lnTo>
                    <a:pt x="2107" y="285"/>
                  </a:lnTo>
                  <a:lnTo>
                    <a:pt x="2048" y="135"/>
                  </a:lnTo>
                  <a:lnTo>
                    <a:pt x="1973" y="1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3"/>
            <p:cNvSpPr/>
            <p:nvPr/>
          </p:nvSpPr>
          <p:spPr>
            <a:xfrm>
              <a:off x="4146578" y="1879707"/>
              <a:ext cx="25462" cy="170326"/>
            </a:xfrm>
            <a:custGeom>
              <a:avLst/>
              <a:gdLst/>
              <a:ahLst/>
              <a:cxnLst/>
              <a:rect l="l" t="t" r="r" b="b"/>
              <a:pathLst>
                <a:path w="927" h="6201" extrusionOk="0">
                  <a:moveTo>
                    <a:pt x="0" y="0"/>
                  </a:moveTo>
                  <a:lnTo>
                    <a:pt x="0" y="6200"/>
                  </a:lnTo>
                  <a:lnTo>
                    <a:pt x="926" y="620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3"/>
            <p:cNvSpPr/>
            <p:nvPr/>
          </p:nvSpPr>
          <p:spPr>
            <a:xfrm>
              <a:off x="4054647" y="2619547"/>
              <a:ext cx="208890" cy="56638"/>
            </a:xfrm>
            <a:custGeom>
              <a:avLst/>
              <a:gdLst/>
              <a:ahLst/>
              <a:cxnLst/>
              <a:rect l="l" t="t" r="r" b="b"/>
              <a:pathLst>
                <a:path w="7605" h="2062" extrusionOk="0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5"/>
                  </a:lnTo>
                  <a:lnTo>
                    <a:pt x="16" y="224"/>
                  </a:lnTo>
                  <a:lnTo>
                    <a:pt x="1" y="284"/>
                  </a:lnTo>
                  <a:lnTo>
                    <a:pt x="1" y="1778"/>
                  </a:lnTo>
                  <a:lnTo>
                    <a:pt x="16" y="1838"/>
                  </a:lnTo>
                  <a:lnTo>
                    <a:pt x="30" y="1883"/>
                  </a:lnTo>
                  <a:lnTo>
                    <a:pt x="60" y="1928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284" y="2062"/>
                  </a:lnTo>
                  <a:lnTo>
                    <a:pt x="7321" y="2062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8"/>
                  </a:lnTo>
                  <a:lnTo>
                    <a:pt x="7575" y="1883"/>
                  </a:lnTo>
                  <a:lnTo>
                    <a:pt x="7605" y="1838"/>
                  </a:lnTo>
                  <a:lnTo>
                    <a:pt x="7605" y="1778"/>
                  </a:lnTo>
                  <a:lnTo>
                    <a:pt x="7605" y="284"/>
                  </a:lnTo>
                  <a:lnTo>
                    <a:pt x="7605" y="224"/>
                  </a:lnTo>
                  <a:lnTo>
                    <a:pt x="7575" y="165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3"/>
            <p:cNvSpPr/>
            <p:nvPr/>
          </p:nvSpPr>
          <p:spPr>
            <a:xfrm>
              <a:off x="4054647" y="2675359"/>
              <a:ext cx="208890" cy="56226"/>
            </a:xfrm>
            <a:custGeom>
              <a:avLst/>
              <a:gdLst/>
              <a:ahLst/>
              <a:cxnLst/>
              <a:rect l="l" t="t" r="r" b="b"/>
              <a:pathLst>
                <a:path w="7605" h="2047" extrusionOk="0">
                  <a:moveTo>
                    <a:pt x="225" y="0"/>
                  </a:moveTo>
                  <a:lnTo>
                    <a:pt x="180" y="15"/>
                  </a:lnTo>
                  <a:lnTo>
                    <a:pt x="135" y="45"/>
                  </a:lnTo>
                  <a:lnTo>
                    <a:pt x="90" y="75"/>
                  </a:lnTo>
                  <a:lnTo>
                    <a:pt x="60" y="120"/>
                  </a:lnTo>
                  <a:lnTo>
                    <a:pt x="30" y="164"/>
                  </a:lnTo>
                  <a:lnTo>
                    <a:pt x="16" y="224"/>
                  </a:lnTo>
                  <a:lnTo>
                    <a:pt x="1" y="269"/>
                  </a:lnTo>
                  <a:lnTo>
                    <a:pt x="1" y="1778"/>
                  </a:lnTo>
                  <a:lnTo>
                    <a:pt x="16" y="1823"/>
                  </a:lnTo>
                  <a:lnTo>
                    <a:pt x="30" y="1882"/>
                  </a:lnTo>
                  <a:lnTo>
                    <a:pt x="60" y="1927"/>
                  </a:lnTo>
                  <a:lnTo>
                    <a:pt x="90" y="1972"/>
                  </a:lnTo>
                  <a:lnTo>
                    <a:pt x="135" y="2002"/>
                  </a:lnTo>
                  <a:lnTo>
                    <a:pt x="180" y="2032"/>
                  </a:lnTo>
                  <a:lnTo>
                    <a:pt x="225" y="2047"/>
                  </a:lnTo>
                  <a:lnTo>
                    <a:pt x="7381" y="2047"/>
                  </a:lnTo>
                  <a:lnTo>
                    <a:pt x="7426" y="2032"/>
                  </a:lnTo>
                  <a:lnTo>
                    <a:pt x="7485" y="2002"/>
                  </a:lnTo>
                  <a:lnTo>
                    <a:pt x="7515" y="1972"/>
                  </a:lnTo>
                  <a:lnTo>
                    <a:pt x="7560" y="1927"/>
                  </a:lnTo>
                  <a:lnTo>
                    <a:pt x="7575" y="1882"/>
                  </a:lnTo>
                  <a:lnTo>
                    <a:pt x="7605" y="1823"/>
                  </a:lnTo>
                  <a:lnTo>
                    <a:pt x="7605" y="1778"/>
                  </a:lnTo>
                  <a:lnTo>
                    <a:pt x="7605" y="269"/>
                  </a:lnTo>
                  <a:lnTo>
                    <a:pt x="7605" y="224"/>
                  </a:lnTo>
                  <a:lnTo>
                    <a:pt x="7575" y="164"/>
                  </a:lnTo>
                  <a:lnTo>
                    <a:pt x="7560" y="120"/>
                  </a:lnTo>
                  <a:lnTo>
                    <a:pt x="7515" y="75"/>
                  </a:lnTo>
                  <a:lnTo>
                    <a:pt x="7485" y="45"/>
                  </a:lnTo>
                  <a:lnTo>
                    <a:pt x="7426" y="15"/>
                  </a:lnTo>
                  <a:lnTo>
                    <a:pt x="73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3"/>
            <p:cNvSpPr/>
            <p:nvPr/>
          </p:nvSpPr>
          <p:spPr>
            <a:xfrm>
              <a:off x="3714472" y="2722959"/>
              <a:ext cx="889672" cy="854789"/>
            </a:xfrm>
            <a:custGeom>
              <a:avLst/>
              <a:gdLst/>
              <a:ahLst/>
              <a:cxnLst/>
              <a:rect l="l" t="t" r="r" b="b"/>
              <a:pathLst>
                <a:path w="32390" h="31120" extrusionOk="0">
                  <a:moveTo>
                    <a:pt x="3437" y="0"/>
                  </a:moveTo>
                  <a:lnTo>
                    <a:pt x="3258" y="15"/>
                  </a:lnTo>
                  <a:lnTo>
                    <a:pt x="3078" y="30"/>
                  </a:lnTo>
                  <a:lnTo>
                    <a:pt x="2899" y="75"/>
                  </a:lnTo>
                  <a:lnTo>
                    <a:pt x="2720" y="105"/>
                  </a:lnTo>
                  <a:lnTo>
                    <a:pt x="2540" y="164"/>
                  </a:lnTo>
                  <a:lnTo>
                    <a:pt x="2212" y="284"/>
                  </a:lnTo>
                  <a:lnTo>
                    <a:pt x="1898" y="433"/>
                  </a:lnTo>
                  <a:lnTo>
                    <a:pt x="1599" y="613"/>
                  </a:lnTo>
                  <a:lnTo>
                    <a:pt x="1315" y="822"/>
                  </a:lnTo>
                  <a:lnTo>
                    <a:pt x="1061" y="1061"/>
                  </a:lnTo>
                  <a:lnTo>
                    <a:pt x="822" y="1315"/>
                  </a:lnTo>
                  <a:lnTo>
                    <a:pt x="613" y="1599"/>
                  </a:lnTo>
                  <a:lnTo>
                    <a:pt x="434" y="1897"/>
                  </a:lnTo>
                  <a:lnTo>
                    <a:pt x="285" y="2211"/>
                  </a:lnTo>
                  <a:lnTo>
                    <a:pt x="165" y="2540"/>
                  </a:lnTo>
                  <a:lnTo>
                    <a:pt x="105" y="2719"/>
                  </a:lnTo>
                  <a:lnTo>
                    <a:pt x="75" y="2898"/>
                  </a:lnTo>
                  <a:lnTo>
                    <a:pt x="31" y="3078"/>
                  </a:lnTo>
                  <a:lnTo>
                    <a:pt x="16" y="3257"/>
                  </a:lnTo>
                  <a:lnTo>
                    <a:pt x="1" y="3436"/>
                  </a:lnTo>
                  <a:lnTo>
                    <a:pt x="1" y="3630"/>
                  </a:lnTo>
                  <a:lnTo>
                    <a:pt x="1" y="27489"/>
                  </a:lnTo>
                  <a:lnTo>
                    <a:pt x="1" y="27683"/>
                  </a:lnTo>
                  <a:lnTo>
                    <a:pt x="16" y="27862"/>
                  </a:lnTo>
                  <a:lnTo>
                    <a:pt x="31" y="28042"/>
                  </a:lnTo>
                  <a:lnTo>
                    <a:pt x="75" y="28221"/>
                  </a:lnTo>
                  <a:lnTo>
                    <a:pt x="105" y="28400"/>
                  </a:lnTo>
                  <a:lnTo>
                    <a:pt x="165" y="28564"/>
                  </a:lnTo>
                  <a:lnTo>
                    <a:pt x="285" y="28908"/>
                  </a:lnTo>
                  <a:lnTo>
                    <a:pt x="434" y="29222"/>
                  </a:lnTo>
                  <a:lnTo>
                    <a:pt x="613" y="29521"/>
                  </a:lnTo>
                  <a:lnTo>
                    <a:pt x="822" y="29804"/>
                  </a:lnTo>
                  <a:lnTo>
                    <a:pt x="1061" y="30058"/>
                  </a:lnTo>
                  <a:lnTo>
                    <a:pt x="1315" y="30297"/>
                  </a:lnTo>
                  <a:lnTo>
                    <a:pt x="1599" y="30507"/>
                  </a:lnTo>
                  <a:lnTo>
                    <a:pt x="1898" y="30686"/>
                  </a:lnTo>
                  <a:lnTo>
                    <a:pt x="2212" y="30835"/>
                  </a:lnTo>
                  <a:lnTo>
                    <a:pt x="2540" y="30955"/>
                  </a:lnTo>
                  <a:lnTo>
                    <a:pt x="2720" y="31000"/>
                  </a:lnTo>
                  <a:lnTo>
                    <a:pt x="2899" y="31044"/>
                  </a:lnTo>
                  <a:lnTo>
                    <a:pt x="3078" y="31074"/>
                  </a:lnTo>
                  <a:lnTo>
                    <a:pt x="3258" y="31104"/>
                  </a:lnTo>
                  <a:lnTo>
                    <a:pt x="3437" y="31119"/>
                  </a:lnTo>
                  <a:lnTo>
                    <a:pt x="28939" y="31119"/>
                  </a:lnTo>
                  <a:lnTo>
                    <a:pt x="29118" y="31104"/>
                  </a:lnTo>
                  <a:lnTo>
                    <a:pt x="29312" y="31074"/>
                  </a:lnTo>
                  <a:lnTo>
                    <a:pt x="29491" y="31044"/>
                  </a:lnTo>
                  <a:lnTo>
                    <a:pt x="29656" y="31000"/>
                  </a:lnTo>
                  <a:lnTo>
                    <a:pt x="29835" y="30955"/>
                  </a:lnTo>
                  <a:lnTo>
                    <a:pt x="30164" y="30835"/>
                  </a:lnTo>
                  <a:lnTo>
                    <a:pt x="30477" y="30686"/>
                  </a:lnTo>
                  <a:lnTo>
                    <a:pt x="30776" y="30507"/>
                  </a:lnTo>
                  <a:lnTo>
                    <a:pt x="31060" y="30297"/>
                  </a:lnTo>
                  <a:lnTo>
                    <a:pt x="31314" y="30058"/>
                  </a:lnTo>
                  <a:lnTo>
                    <a:pt x="31553" y="29804"/>
                  </a:lnTo>
                  <a:lnTo>
                    <a:pt x="31762" y="29521"/>
                  </a:lnTo>
                  <a:lnTo>
                    <a:pt x="31942" y="29222"/>
                  </a:lnTo>
                  <a:lnTo>
                    <a:pt x="32106" y="28908"/>
                  </a:lnTo>
                  <a:lnTo>
                    <a:pt x="32225" y="28564"/>
                  </a:lnTo>
                  <a:lnTo>
                    <a:pt x="32270" y="28400"/>
                  </a:lnTo>
                  <a:lnTo>
                    <a:pt x="32315" y="28221"/>
                  </a:lnTo>
                  <a:lnTo>
                    <a:pt x="32345" y="28042"/>
                  </a:lnTo>
                  <a:lnTo>
                    <a:pt x="32360" y="27862"/>
                  </a:lnTo>
                  <a:lnTo>
                    <a:pt x="32375" y="27683"/>
                  </a:lnTo>
                  <a:lnTo>
                    <a:pt x="32390" y="27489"/>
                  </a:lnTo>
                  <a:lnTo>
                    <a:pt x="32390" y="3630"/>
                  </a:lnTo>
                  <a:lnTo>
                    <a:pt x="32375" y="3436"/>
                  </a:lnTo>
                  <a:lnTo>
                    <a:pt x="32360" y="3257"/>
                  </a:lnTo>
                  <a:lnTo>
                    <a:pt x="32345" y="3078"/>
                  </a:lnTo>
                  <a:lnTo>
                    <a:pt x="32315" y="2898"/>
                  </a:lnTo>
                  <a:lnTo>
                    <a:pt x="32270" y="2719"/>
                  </a:lnTo>
                  <a:lnTo>
                    <a:pt x="32225" y="2540"/>
                  </a:lnTo>
                  <a:lnTo>
                    <a:pt x="32106" y="2211"/>
                  </a:lnTo>
                  <a:lnTo>
                    <a:pt x="31942" y="1897"/>
                  </a:lnTo>
                  <a:lnTo>
                    <a:pt x="31762" y="1599"/>
                  </a:lnTo>
                  <a:lnTo>
                    <a:pt x="31553" y="1315"/>
                  </a:lnTo>
                  <a:lnTo>
                    <a:pt x="31314" y="1061"/>
                  </a:lnTo>
                  <a:lnTo>
                    <a:pt x="31060" y="822"/>
                  </a:lnTo>
                  <a:lnTo>
                    <a:pt x="30776" y="613"/>
                  </a:lnTo>
                  <a:lnTo>
                    <a:pt x="30477" y="433"/>
                  </a:lnTo>
                  <a:lnTo>
                    <a:pt x="30164" y="284"/>
                  </a:lnTo>
                  <a:lnTo>
                    <a:pt x="29835" y="164"/>
                  </a:lnTo>
                  <a:lnTo>
                    <a:pt x="29656" y="105"/>
                  </a:lnTo>
                  <a:lnTo>
                    <a:pt x="29491" y="75"/>
                  </a:lnTo>
                  <a:lnTo>
                    <a:pt x="29312" y="30"/>
                  </a:lnTo>
                  <a:lnTo>
                    <a:pt x="29118" y="15"/>
                  </a:lnTo>
                  <a:lnTo>
                    <a:pt x="289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3"/>
            <p:cNvSpPr/>
            <p:nvPr/>
          </p:nvSpPr>
          <p:spPr>
            <a:xfrm>
              <a:off x="4517515" y="2778332"/>
              <a:ext cx="33263" cy="33291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18"/>
                  </a:lnTo>
                  <a:lnTo>
                    <a:pt x="45" y="838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2"/>
                  </a:lnTo>
                  <a:lnTo>
                    <a:pt x="1106" y="942"/>
                  </a:lnTo>
                  <a:lnTo>
                    <a:pt x="1166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3"/>
            <p:cNvSpPr/>
            <p:nvPr/>
          </p:nvSpPr>
          <p:spPr>
            <a:xfrm>
              <a:off x="4517515" y="348617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69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5" y="374"/>
                  </a:lnTo>
                  <a:lnTo>
                    <a:pt x="15" y="479"/>
                  </a:lnTo>
                  <a:lnTo>
                    <a:pt x="0" y="598"/>
                  </a:lnTo>
                  <a:lnTo>
                    <a:pt x="15" y="733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1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1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3"/>
            <p:cNvSpPr/>
            <p:nvPr/>
          </p:nvSpPr>
          <p:spPr>
            <a:xfrm>
              <a:off x="3768224" y="2778332"/>
              <a:ext cx="33263" cy="33291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6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18"/>
                  </a:lnTo>
                  <a:lnTo>
                    <a:pt x="46" y="838"/>
                  </a:lnTo>
                  <a:lnTo>
                    <a:pt x="90" y="942"/>
                  </a:lnTo>
                  <a:lnTo>
                    <a:pt x="165" y="1032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2"/>
                  </a:lnTo>
                  <a:lnTo>
                    <a:pt x="1106" y="942"/>
                  </a:lnTo>
                  <a:lnTo>
                    <a:pt x="1151" y="838"/>
                  </a:lnTo>
                  <a:lnTo>
                    <a:pt x="1196" y="718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6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3"/>
            <p:cNvSpPr/>
            <p:nvPr/>
          </p:nvSpPr>
          <p:spPr>
            <a:xfrm>
              <a:off x="3768224" y="348617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598" y="1"/>
                  </a:moveTo>
                  <a:lnTo>
                    <a:pt x="479" y="16"/>
                  </a:lnTo>
                  <a:lnTo>
                    <a:pt x="359" y="45"/>
                  </a:lnTo>
                  <a:lnTo>
                    <a:pt x="255" y="105"/>
                  </a:lnTo>
                  <a:lnTo>
                    <a:pt x="165" y="180"/>
                  </a:lnTo>
                  <a:lnTo>
                    <a:pt x="90" y="270"/>
                  </a:lnTo>
                  <a:lnTo>
                    <a:pt x="46" y="374"/>
                  </a:lnTo>
                  <a:lnTo>
                    <a:pt x="1" y="479"/>
                  </a:lnTo>
                  <a:lnTo>
                    <a:pt x="1" y="598"/>
                  </a:lnTo>
                  <a:lnTo>
                    <a:pt x="1" y="733"/>
                  </a:lnTo>
                  <a:lnTo>
                    <a:pt x="46" y="837"/>
                  </a:lnTo>
                  <a:lnTo>
                    <a:pt x="90" y="942"/>
                  </a:lnTo>
                  <a:lnTo>
                    <a:pt x="165" y="1031"/>
                  </a:lnTo>
                  <a:lnTo>
                    <a:pt x="255" y="1106"/>
                  </a:lnTo>
                  <a:lnTo>
                    <a:pt x="359" y="1166"/>
                  </a:lnTo>
                  <a:lnTo>
                    <a:pt x="479" y="1196"/>
                  </a:lnTo>
                  <a:lnTo>
                    <a:pt x="598" y="1211"/>
                  </a:lnTo>
                  <a:lnTo>
                    <a:pt x="718" y="1196"/>
                  </a:lnTo>
                  <a:lnTo>
                    <a:pt x="837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51" y="837"/>
                  </a:lnTo>
                  <a:lnTo>
                    <a:pt x="1196" y="733"/>
                  </a:lnTo>
                  <a:lnTo>
                    <a:pt x="1211" y="598"/>
                  </a:lnTo>
                  <a:lnTo>
                    <a:pt x="1196" y="479"/>
                  </a:lnTo>
                  <a:lnTo>
                    <a:pt x="1151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37" y="45"/>
                  </a:lnTo>
                  <a:lnTo>
                    <a:pt x="718" y="16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3"/>
            <p:cNvSpPr/>
            <p:nvPr/>
          </p:nvSpPr>
          <p:spPr>
            <a:xfrm>
              <a:off x="3832249" y="2972850"/>
              <a:ext cx="675041" cy="359083"/>
            </a:xfrm>
            <a:custGeom>
              <a:avLst/>
              <a:gdLst/>
              <a:ahLst/>
              <a:cxnLst/>
              <a:rect l="l" t="t" r="r" b="b"/>
              <a:pathLst>
                <a:path w="24576" h="13073" extrusionOk="0">
                  <a:moveTo>
                    <a:pt x="2032" y="0"/>
                  </a:moveTo>
                  <a:lnTo>
                    <a:pt x="1823" y="15"/>
                  </a:lnTo>
                  <a:lnTo>
                    <a:pt x="1629" y="45"/>
                  </a:lnTo>
                  <a:lnTo>
                    <a:pt x="1420" y="90"/>
                  </a:lnTo>
                  <a:lnTo>
                    <a:pt x="1240" y="165"/>
                  </a:lnTo>
                  <a:lnTo>
                    <a:pt x="1061" y="239"/>
                  </a:lnTo>
                  <a:lnTo>
                    <a:pt x="897" y="344"/>
                  </a:lnTo>
                  <a:lnTo>
                    <a:pt x="732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50" y="1240"/>
                  </a:lnTo>
                  <a:lnTo>
                    <a:pt x="90" y="1434"/>
                  </a:lnTo>
                  <a:lnTo>
                    <a:pt x="45" y="1629"/>
                  </a:lnTo>
                  <a:lnTo>
                    <a:pt x="0" y="1823"/>
                  </a:lnTo>
                  <a:lnTo>
                    <a:pt x="0" y="2032"/>
                  </a:lnTo>
                  <a:lnTo>
                    <a:pt x="0" y="11041"/>
                  </a:lnTo>
                  <a:lnTo>
                    <a:pt x="0" y="11250"/>
                  </a:lnTo>
                  <a:lnTo>
                    <a:pt x="45" y="11444"/>
                  </a:lnTo>
                  <a:lnTo>
                    <a:pt x="90" y="11638"/>
                  </a:lnTo>
                  <a:lnTo>
                    <a:pt x="150" y="11832"/>
                  </a:lnTo>
                  <a:lnTo>
                    <a:pt x="239" y="12012"/>
                  </a:lnTo>
                  <a:lnTo>
                    <a:pt x="344" y="12176"/>
                  </a:lnTo>
                  <a:lnTo>
                    <a:pt x="463" y="12325"/>
                  </a:lnTo>
                  <a:lnTo>
                    <a:pt x="598" y="12475"/>
                  </a:lnTo>
                  <a:lnTo>
                    <a:pt x="732" y="12609"/>
                  </a:lnTo>
                  <a:lnTo>
                    <a:pt x="897" y="12729"/>
                  </a:lnTo>
                  <a:lnTo>
                    <a:pt x="1061" y="12833"/>
                  </a:lnTo>
                  <a:lnTo>
                    <a:pt x="1240" y="12908"/>
                  </a:lnTo>
                  <a:lnTo>
                    <a:pt x="1420" y="12983"/>
                  </a:lnTo>
                  <a:lnTo>
                    <a:pt x="1629" y="13028"/>
                  </a:lnTo>
                  <a:lnTo>
                    <a:pt x="1823" y="13057"/>
                  </a:lnTo>
                  <a:lnTo>
                    <a:pt x="2032" y="13072"/>
                  </a:lnTo>
                  <a:lnTo>
                    <a:pt x="22544" y="13072"/>
                  </a:lnTo>
                  <a:lnTo>
                    <a:pt x="22753" y="13057"/>
                  </a:lnTo>
                  <a:lnTo>
                    <a:pt x="22948" y="13028"/>
                  </a:lnTo>
                  <a:lnTo>
                    <a:pt x="23142" y="12983"/>
                  </a:lnTo>
                  <a:lnTo>
                    <a:pt x="23336" y="12908"/>
                  </a:lnTo>
                  <a:lnTo>
                    <a:pt x="23515" y="12833"/>
                  </a:lnTo>
                  <a:lnTo>
                    <a:pt x="23680" y="12729"/>
                  </a:lnTo>
                  <a:lnTo>
                    <a:pt x="23829" y="12609"/>
                  </a:lnTo>
                  <a:lnTo>
                    <a:pt x="23978" y="12475"/>
                  </a:lnTo>
                  <a:lnTo>
                    <a:pt x="24113" y="12325"/>
                  </a:lnTo>
                  <a:lnTo>
                    <a:pt x="24232" y="12176"/>
                  </a:lnTo>
                  <a:lnTo>
                    <a:pt x="24322" y="12012"/>
                  </a:lnTo>
                  <a:lnTo>
                    <a:pt x="24412" y="11832"/>
                  </a:lnTo>
                  <a:lnTo>
                    <a:pt x="24486" y="11638"/>
                  </a:lnTo>
                  <a:lnTo>
                    <a:pt x="24531" y="11444"/>
                  </a:lnTo>
                  <a:lnTo>
                    <a:pt x="24561" y="11250"/>
                  </a:lnTo>
                  <a:lnTo>
                    <a:pt x="24576" y="11041"/>
                  </a:lnTo>
                  <a:lnTo>
                    <a:pt x="24576" y="2032"/>
                  </a:lnTo>
                  <a:lnTo>
                    <a:pt x="24561" y="1823"/>
                  </a:lnTo>
                  <a:lnTo>
                    <a:pt x="24531" y="1629"/>
                  </a:lnTo>
                  <a:lnTo>
                    <a:pt x="24486" y="1434"/>
                  </a:lnTo>
                  <a:lnTo>
                    <a:pt x="24412" y="1240"/>
                  </a:lnTo>
                  <a:lnTo>
                    <a:pt x="24322" y="1061"/>
                  </a:lnTo>
                  <a:lnTo>
                    <a:pt x="24232" y="897"/>
                  </a:lnTo>
                  <a:lnTo>
                    <a:pt x="24113" y="747"/>
                  </a:lnTo>
                  <a:lnTo>
                    <a:pt x="23978" y="598"/>
                  </a:lnTo>
                  <a:lnTo>
                    <a:pt x="23829" y="463"/>
                  </a:lnTo>
                  <a:lnTo>
                    <a:pt x="23680" y="344"/>
                  </a:lnTo>
                  <a:lnTo>
                    <a:pt x="23515" y="239"/>
                  </a:lnTo>
                  <a:lnTo>
                    <a:pt x="23336" y="165"/>
                  </a:lnTo>
                  <a:lnTo>
                    <a:pt x="23142" y="90"/>
                  </a:lnTo>
                  <a:lnTo>
                    <a:pt x="22948" y="45"/>
                  </a:lnTo>
                  <a:lnTo>
                    <a:pt x="22753" y="15"/>
                  </a:lnTo>
                  <a:lnTo>
                    <a:pt x="2254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3"/>
            <p:cNvSpPr/>
            <p:nvPr/>
          </p:nvSpPr>
          <p:spPr>
            <a:xfrm>
              <a:off x="3889270" y="2999932"/>
              <a:ext cx="560996" cy="79216"/>
            </a:xfrm>
            <a:custGeom>
              <a:avLst/>
              <a:gdLst/>
              <a:ahLst/>
              <a:cxnLst/>
              <a:rect l="l" t="t" r="r" b="b"/>
              <a:pathLst>
                <a:path w="20424" h="2884" extrusionOk="0">
                  <a:moveTo>
                    <a:pt x="255" y="0"/>
                  </a:moveTo>
                  <a:lnTo>
                    <a:pt x="195" y="15"/>
                  </a:lnTo>
                  <a:lnTo>
                    <a:pt x="135" y="45"/>
                  </a:lnTo>
                  <a:lnTo>
                    <a:pt x="91" y="90"/>
                  </a:lnTo>
                  <a:lnTo>
                    <a:pt x="46" y="135"/>
                  </a:lnTo>
                  <a:lnTo>
                    <a:pt x="31" y="194"/>
                  </a:lnTo>
                  <a:lnTo>
                    <a:pt x="1" y="254"/>
                  </a:lnTo>
                  <a:lnTo>
                    <a:pt x="1" y="314"/>
                  </a:lnTo>
                  <a:lnTo>
                    <a:pt x="1" y="2570"/>
                  </a:lnTo>
                  <a:lnTo>
                    <a:pt x="1" y="2630"/>
                  </a:lnTo>
                  <a:lnTo>
                    <a:pt x="31" y="2689"/>
                  </a:lnTo>
                  <a:lnTo>
                    <a:pt x="46" y="2749"/>
                  </a:lnTo>
                  <a:lnTo>
                    <a:pt x="91" y="2794"/>
                  </a:lnTo>
                  <a:lnTo>
                    <a:pt x="135" y="2839"/>
                  </a:lnTo>
                  <a:lnTo>
                    <a:pt x="195" y="2869"/>
                  </a:lnTo>
                  <a:lnTo>
                    <a:pt x="255" y="2884"/>
                  </a:lnTo>
                  <a:lnTo>
                    <a:pt x="20169" y="2884"/>
                  </a:lnTo>
                  <a:lnTo>
                    <a:pt x="20229" y="2869"/>
                  </a:lnTo>
                  <a:lnTo>
                    <a:pt x="20289" y="2839"/>
                  </a:lnTo>
                  <a:lnTo>
                    <a:pt x="20334" y="2794"/>
                  </a:lnTo>
                  <a:lnTo>
                    <a:pt x="20364" y="2749"/>
                  </a:lnTo>
                  <a:lnTo>
                    <a:pt x="20394" y="2689"/>
                  </a:lnTo>
                  <a:lnTo>
                    <a:pt x="20408" y="2630"/>
                  </a:lnTo>
                  <a:lnTo>
                    <a:pt x="20423" y="2570"/>
                  </a:lnTo>
                  <a:lnTo>
                    <a:pt x="20423" y="314"/>
                  </a:lnTo>
                  <a:lnTo>
                    <a:pt x="20408" y="254"/>
                  </a:lnTo>
                  <a:lnTo>
                    <a:pt x="20394" y="194"/>
                  </a:lnTo>
                  <a:lnTo>
                    <a:pt x="20364" y="135"/>
                  </a:lnTo>
                  <a:lnTo>
                    <a:pt x="20334" y="90"/>
                  </a:lnTo>
                  <a:lnTo>
                    <a:pt x="20289" y="45"/>
                  </a:lnTo>
                  <a:lnTo>
                    <a:pt x="20229" y="15"/>
                  </a:lnTo>
                  <a:lnTo>
                    <a:pt x="201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3"/>
            <p:cNvSpPr/>
            <p:nvPr/>
          </p:nvSpPr>
          <p:spPr>
            <a:xfrm>
              <a:off x="3910199" y="3026602"/>
              <a:ext cx="519960" cy="25874"/>
            </a:xfrm>
            <a:custGeom>
              <a:avLst/>
              <a:gdLst/>
              <a:ahLst/>
              <a:cxnLst/>
              <a:rect l="l" t="t" r="r" b="b"/>
              <a:pathLst>
                <a:path w="18930" h="942" extrusionOk="0">
                  <a:moveTo>
                    <a:pt x="2361" y="0"/>
                  </a:moveTo>
                  <a:lnTo>
                    <a:pt x="2257" y="15"/>
                  </a:lnTo>
                  <a:lnTo>
                    <a:pt x="2152" y="30"/>
                  </a:lnTo>
                  <a:lnTo>
                    <a:pt x="2063" y="60"/>
                  </a:lnTo>
                  <a:lnTo>
                    <a:pt x="1973" y="105"/>
                  </a:lnTo>
                  <a:lnTo>
                    <a:pt x="1883" y="150"/>
                  </a:lnTo>
                  <a:lnTo>
                    <a:pt x="1794" y="209"/>
                  </a:lnTo>
                  <a:lnTo>
                    <a:pt x="1734" y="284"/>
                  </a:lnTo>
                  <a:lnTo>
                    <a:pt x="1659" y="374"/>
                  </a:lnTo>
                  <a:lnTo>
                    <a:pt x="1584" y="463"/>
                  </a:lnTo>
                  <a:lnTo>
                    <a:pt x="1495" y="523"/>
                  </a:lnTo>
                  <a:lnTo>
                    <a:pt x="1390" y="568"/>
                  </a:lnTo>
                  <a:lnTo>
                    <a:pt x="1271" y="583"/>
                  </a:lnTo>
                  <a:lnTo>
                    <a:pt x="1151" y="568"/>
                  </a:lnTo>
                  <a:lnTo>
                    <a:pt x="1047" y="523"/>
                  </a:lnTo>
                  <a:lnTo>
                    <a:pt x="942" y="463"/>
                  </a:lnTo>
                  <a:lnTo>
                    <a:pt x="867" y="374"/>
                  </a:lnTo>
                  <a:lnTo>
                    <a:pt x="837" y="344"/>
                  </a:lnTo>
                  <a:lnTo>
                    <a:pt x="808" y="314"/>
                  </a:lnTo>
                  <a:lnTo>
                    <a:pt x="763" y="299"/>
                  </a:lnTo>
                  <a:lnTo>
                    <a:pt x="180" y="299"/>
                  </a:lnTo>
                  <a:lnTo>
                    <a:pt x="105" y="314"/>
                  </a:lnTo>
                  <a:lnTo>
                    <a:pt x="46" y="344"/>
                  </a:lnTo>
                  <a:lnTo>
                    <a:pt x="16" y="404"/>
                  </a:lnTo>
                  <a:lnTo>
                    <a:pt x="1" y="478"/>
                  </a:lnTo>
                  <a:lnTo>
                    <a:pt x="16" y="538"/>
                  </a:lnTo>
                  <a:lnTo>
                    <a:pt x="46" y="598"/>
                  </a:lnTo>
                  <a:lnTo>
                    <a:pt x="105" y="643"/>
                  </a:lnTo>
                  <a:lnTo>
                    <a:pt x="180" y="658"/>
                  </a:lnTo>
                  <a:lnTo>
                    <a:pt x="628" y="658"/>
                  </a:lnTo>
                  <a:lnTo>
                    <a:pt x="703" y="717"/>
                  </a:lnTo>
                  <a:lnTo>
                    <a:pt x="763" y="777"/>
                  </a:lnTo>
                  <a:lnTo>
                    <a:pt x="837" y="822"/>
                  </a:lnTo>
                  <a:lnTo>
                    <a:pt x="912" y="867"/>
                  </a:lnTo>
                  <a:lnTo>
                    <a:pt x="1002" y="897"/>
                  </a:lnTo>
                  <a:lnTo>
                    <a:pt x="1091" y="927"/>
                  </a:lnTo>
                  <a:lnTo>
                    <a:pt x="1181" y="942"/>
                  </a:lnTo>
                  <a:lnTo>
                    <a:pt x="1271" y="942"/>
                  </a:lnTo>
                  <a:lnTo>
                    <a:pt x="1375" y="927"/>
                  </a:lnTo>
                  <a:lnTo>
                    <a:pt x="1465" y="912"/>
                  </a:lnTo>
                  <a:lnTo>
                    <a:pt x="1570" y="882"/>
                  </a:lnTo>
                  <a:lnTo>
                    <a:pt x="1659" y="837"/>
                  </a:lnTo>
                  <a:lnTo>
                    <a:pt x="1749" y="792"/>
                  </a:lnTo>
                  <a:lnTo>
                    <a:pt x="1823" y="732"/>
                  </a:lnTo>
                  <a:lnTo>
                    <a:pt x="1898" y="658"/>
                  </a:lnTo>
                  <a:lnTo>
                    <a:pt x="1958" y="568"/>
                  </a:lnTo>
                  <a:lnTo>
                    <a:pt x="2033" y="478"/>
                  </a:lnTo>
                  <a:lnTo>
                    <a:pt x="2137" y="419"/>
                  </a:lnTo>
                  <a:lnTo>
                    <a:pt x="2242" y="374"/>
                  </a:lnTo>
                  <a:lnTo>
                    <a:pt x="2361" y="359"/>
                  </a:lnTo>
                  <a:lnTo>
                    <a:pt x="2481" y="374"/>
                  </a:lnTo>
                  <a:lnTo>
                    <a:pt x="2585" y="419"/>
                  </a:lnTo>
                  <a:lnTo>
                    <a:pt x="2675" y="478"/>
                  </a:lnTo>
                  <a:lnTo>
                    <a:pt x="2765" y="568"/>
                  </a:lnTo>
                  <a:lnTo>
                    <a:pt x="2824" y="658"/>
                  </a:lnTo>
                  <a:lnTo>
                    <a:pt x="2899" y="732"/>
                  </a:lnTo>
                  <a:lnTo>
                    <a:pt x="2974" y="792"/>
                  </a:lnTo>
                  <a:lnTo>
                    <a:pt x="3063" y="837"/>
                  </a:lnTo>
                  <a:lnTo>
                    <a:pt x="3153" y="882"/>
                  </a:lnTo>
                  <a:lnTo>
                    <a:pt x="3243" y="912"/>
                  </a:lnTo>
                  <a:lnTo>
                    <a:pt x="3347" y="927"/>
                  </a:lnTo>
                  <a:lnTo>
                    <a:pt x="3452" y="942"/>
                  </a:lnTo>
                  <a:lnTo>
                    <a:pt x="3556" y="927"/>
                  </a:lnTo>
                  <a:lnTo>
                    <a:pt x="3661" y="912"/>
                  </a:lnTo>
                  <a:lnTo>
                    <a:pt x="3751" y="882"/>
                  </a:lnTo>
                  <a:lnTo>
                    <a:pt x="3840" y="837"/>
                  </a:lnTo>
                  <a:lnTo>
                    <a:pt x="3930" y="792"/>
                  </a:lnTo>
                  <a:lnTo>
                    <a:pt x="4005" y="732"/>
                  </a:lnTo>
                  <a:lnTo>
                    <a:pt x="4079" y="658"/>
                  </a:lnTo>
                  <a:lnTo>
                    <a:pt x="4154" y="568"/>
                  </a:lnTo>
                  <a:lnTo>
                    <a:pt x="4229" y="478"/>
                  </a:lnTo>
                  <a:lnTo>
                    <a:pt x="4318" y="419"/>
                  </a:lnTo>
                  <a:lnTo>
                    <a:pt x="4423" y="374"/>
                  </a:lnTo>
                  <a:lnTo>
                    <a:pt x="4543" y="359"/>
                  </a:lnTo>
                  <a:lnTo>
                    <a:pt x="4662" y="374"/>
                  </a:lnTo>
                  <a:lnTo>
                    <a:pt x="4767" y="419"/>
                  </a:lnTo>
                  <a:lnTo>
                    <a:pt x="4871" y="478"/>
                  </a:lnTo>
                  <a:lnTo>
                    <a:pt x="4946" y="568"/>
                  </a:lnTo>
                  <a:lnTo>
                    <a:pt x="5006" y="658"/>
                  </a:lnTo>
                  <a:lnTo>
                    <a:pt x="5080" y="732"/>
                  </a:lnTo>
                  <a:lnTo>
                    <a:pt x="5155" y="792"/>
                  </a:lnTo>
                  <a:lnTo>
                    <a:pt x="5245" y="837"/>
                  </a:lnTo>
                  <a:lnTo>
                    <a:pt x="5334" y="882"/>
                  </a:lnTo>
                  <a:lnTo>
                    <a:pt x="5439" y="912"/>
                  </a:lnTo>
                  <a:lnTo>
                    <a:pt x="5529" y="927"/>
                  </a:lnTo>
                  <a:lnTo>
                    <a:pt x="5633" y="942"/>
                  </a:lnTo>
                  <a:lnTo>
                    <a:pt x="5738" y="927"/>
                  </a:lnTo>
                  <a:lnTo>
                    <a:pt x="5842" y="912"/>
                  </a:lnTo>
                  <a:lnTo>
                    <a:pt x="5932" y="882"/>
                  </a:lnTo>
                  <a:lnTo>
                    <a:pt x="6036" y="837"/>
                  </a:lnTo>
                  <a:lnTo>
                    <a:pt x="6111" y="792"/>
                  </a:lnTo>
                  <a:lnTo>
                    <a:pt x="6201" y="732"/>
                  </a:lnTo>
                  <a:lnTo>
                    <a:pt x="6261" y="658"/>
                  </a:lnTo>
                  <a:lnTo>
                    <a:pt x="6335" y="568"/>
                  </a:lnTo>
                  <a:lnTo>
                    <a:pt x="6410" y="478"/>
                  </a:lnTo>
                  <a:lnTo>
                    <a:pt x="6500" y="419"/>
                  </a:lnTo>
                  <a:lnTo>
                    <a:pt x="6619" y="389"/>
                  </a:lnTo>
                  <a:lnTo>
                    <a:pt x="6724" y="374"/>
                  </a:lnTo>
                  <a:lnTo>
                    <a:pt x="6843" y="389"/>
                  </a:lnTo>
                  <a:lnTo>
                    <a:pt x="6948" y="419"/>
                  </a:lnTo>
                  <a:lnTo>
                    <a:pt x="7052" y="478"/>
                  </a:lnTo>
                  <a:lnTo>
                    <a:pt x="7127" y="568"/>
                  </a:lnTo>
                  <a:lnTo>
                    <a:pt x="7187" y="658"/>
                  </a:lnTo>
                  <a:lnTo>
                    <a:pt x="7262" y="732"/>
                  </a:lnTo>
                  <a:lnTo>
                    <a:pt x="7336" y="792"/>
                  </a:lnTo>
                  <a:lnTo>
                    <a:pt x="7426" y="837"/>
                  </a:lnTo>
                  <a:lnTo>
                    <a:pt x="7515" y="882"/>
                  </a:lnTo>
                  <a:lnTo>
                    <a:pt x="7620" y="912"/>
                  </a:lnTo>
                  <a:lnTo>
                    <a:pt x="7725" y="927"/>
                  </a:lnTo>
                  <a:lnTo>
                    <a:pt x="7814" y="942"/>
                  </a:lnTo>
                  <a:lnTo>
                    <a:pt x="7829" y="942"/>
                  </a:lnTo>
                  <a:lnTo>
                    <a:pt x="7919" y="927"/>
                  </a:lnTo>
                  <a:lnTo>
                    <a:pt x="8023" y="912"/>
                  </a:lnTo>
                  <a:lnTo>
                    <a:pt x="8128" y="882"/>
                  </a:lnTo>
                  <a:lnTo>
                    <a:pt x="8218" y="837"/>
                  </a:lnTo>
                  <a:lnTo>
                    <a:pt x="8307" y="792"/>
                  </a:lnTo>
                  <a:lnTo>
                    <a:pt x="8382" y="732"/>
                  </a:lnTo>
                  <a:lnTo>
                    <a:pt x="8457" y="658"/>
                  </a:lnTo>
                  <a:lnTo>
                    <a:pt x="8516" y="568"/>
                  </a:lnTo>
                  <a:lnTo>
                    <a:pt x="8591" y="478"/>
                  </a:lnTo>
                  <a:lnTo>
                    <a:pt x="8696" y="419"/>
                  </a:lnTo>
                  <a:lnTo>
                    <a:pt x="8800" y="389"/>
                  </a:lnTo>
                  <a:lnTo>
                    <a:pt x="8920" y="374"/>
                  </a:lnTo>
                  <a:lnTo>
                    <a:pt x="9024" y="389"/>
                  </a:lnTo>
                  <a:lnTo>
                    <a:pt x="9144" y="419"/>
                  </a:lnTo>
                  <a:lnTo>
                    <a:pt x="9234" y="478"/>
                  </a:lnTo>
                  <a:lnTo>
                    <a:pt x="9308" y="568"/>
                  </a:lnTo>
                  <a:lnTo>
                    <a:pt x="9383" y="658"/>
                  </a:lnTo>
                  <a:lnTo>
                    <a:pt x="9443" y="732"/>
                  </a:lnTo>
                  <a:lnTo>
                    <a:pt x="9532" y="792"/>
                  </a:lnTo>
                  <a:lnTo>
                    <a:pt x="9607" y="837"/>
                  </a:lnTo>
                  <a:lnTo>
                    <a:pt x="9712" y="882"/>
                  </a:lnTo>
                  <a:lnTo>
                    <a:pt x="9801" y="912"/>
                  </a:lnTo>
                  <a:lnTo>
                    <a:pt x="9906" y="927"/>
                  </a:lnTo>
                  <a:lnTo>
                    <a:pt x="10010" y="942"/>
                  </a:lnTo>
                  <a:lnTo>
                    <a:pt x="10115" y="927"/>
                  </a:lnTo>
                  <a:lnTo>
                    <a:pt x="10205" y="912"/>
                  </a:lnTo>
                  <a:lnTo>
                    <a:pt x="10309" y="882"/>
                  </a:lnTo>
                  <a:lnTo>
                    <a:pt x="10399" y="837"/>
                  </a:lnTo>
                  <a:lnTo>
                    <a:pt x="10488" y="792"/>
                  </a:lnTo>
                  <a:lnTo>
                    <a:pt x="10563" y="732"/>
                  </a:lnTo>
                  <a:lnTo>
                    <a:pt x="10638" y="658"/>
                  </a:lnTo>
                  <a:lnTo>
                    <a:pt x="10698" y="568"/>
                  </a:lnTo>
                  <a:lnTo>
                    <a:pt x="10787" y="478"/>
                  </a:lnTo>
                  <a:lnTo>
                    <a:pt x="10877" y="419"/>
                  </a:lnTo>
                  <a:lnTo>
                    <a:pt x="10981" y="389"/>
                  </a:lnTo>
                  <a:lnTo>
                    <a:pt x="11101" y="374"/>
                  </a:lnTo>
                  <a:lnTo>
                    <a:pt x="11221" y="389"/>
                  </a:lnTo>
                  <a:lnTo>
                    <a:pt x="11325" y="419"/>
                  </a:lnTo>
                  <a:lnTo>
                    <a:pt x="11415" y="478"/>
                  </a:lnTo>
                  <a:lnTo>
                    <a:pt x="11504" y="568"/>
                  </a:lnTo>
                  <a:lnTo>
                    <a:pt x="11564" y="658"/>
                  </a:lnTo>
                  <a:lnTo>
                    <a:pt x="11639" y="732"/>
                  </a:lnTo>
                  <a:lnTo>
                    <a:pt x="11714" y="792"/>
                  </a:lnTo>
                  <a:lnTo>
                    <a:pt x="11803" y="837"/>
                  </a:lnTo>
                  <a:lnTo>
                    <a:pt x="11893" y="882"/>
                  </a:lnTo>
                  <a:lnTo>
                    <a:pt x="11982" y="912"/>
                  </a:lnTo>
                  <a:lnTo>
                    <a:pt x="12087" y="927"/>
                  </a:lnTo>
                  <a:lnTo>
                    <a:pt x="12192" y="942"/>
                  </a:lnTo>
                  <a:lnTo>
                    <a:pt x="12296" y="927"/>
                  </a:lnTo>
                  <a:lnTo>
                    <a:pt x="12401" y="912"/>
                  </a:lnTo>
                  <a:lnTo>
                    <a:pt x="12490" y="882"/>
                  </a:lnTo>
                  <a:lnTo>
                    <a:pt x="12580" y="837"/>
                  </a:lnTo>
                  <a:lnTo>
                    <a:pt x="12670" y="792"/>
                  </a:lnTo>
                  <a:lnTo>
                    <a:pt x="12744" y="732"/>
                  </a:lnTo>
                  <a:lnTo>
                    <a:pt x="12819" y="658"/>
                  </a:lnTo>
                  <a:lnTo>
                    <a:pt x="12894" y="568"/>
                  </a:lnTo>
                  <a:lnTo>
                    <a:pt x="12968" y="478"/>
                  </a:lnTo>
                  <a:lnTo>
                    <a:pt x="13058" y="419"/>
                  </a:lnTo>
                  <a:lnTo>
                    <a:pt x="13163" y="389"/>
                  </a:lnTo>
                  <a:lnTo>
                    <a:pt x="13282" y="374"/>
                  </a:lnTo>
                  <a:lnTo>
                    <a:pt x="13402" y="389"/>
                  </a:lnTo>
                  <a:lnTo>
                    <a:pt x="13506" y="419"/>
                  </a:lnTo>
                  <a:lnTo>
                    <a:pt x="13596" y="478"/>
                  </a:lnTo>
                  <a:lnTo>
                    <a:pt x="13686" y="568"/>
                  </a:lnTo>
                  <a:lnTo>
                    <a:pt x="13745" y="658"/>
                  </a:lnTo>
                  <a:lnTo>
                    <a:pt x="13820" y="732"/>
                  </a:lnTo>
                  <a:lnTo>
                    <a:pt x="13895" y="792"/>
                  </a:lnTo>
                  <a:lnTo>
                    <a:pt x="13984" y="837"/>
                  </a:lnTo>
                  <a:lnTo>
                    <a:pt x="14074" y="882"/>
                  </a:lnTo>
                  <a:lnTo>
                    <a:pt x="14179" y="912"/>
                  </a:lnTo>
                  <a:lnTo>
                    <a:pt x="14268" y="927"/>
                  </a:lnTo>
                  <a:lnTo>
                    <a:pt x="14373" y="942"/>
                  </a:lnTo>
                  <a:lnTo>
                    <a:pt x="14477" y="927"/>
                  </a:lnTo>
                  <a:lnTo>
                    <a:pt x="14582" y="912"/>
                  </a:lnTo>
                  <a:lnTo>
                    <a:pt x="14672" y="882"/>
                  </a:lnTo>
                  <a:lnTo>
                    <a:pt x="14776" y="837"/>
                  </a:lnTo>
                  <a:lnTo>
                    <a:pt x="14851" y="792"/>
                  </a:lnTo>
                  <a:lnTo>
                    <a:pt x="14940" y="732"/>
                  </a:lnTo>
                  <a:lnTo>
                    <a:pt x="15015" y="658"/>
                  </a:lnTo>
                  <a:lnTo>
                    <a:pt x="15075" y="568"/>
                  </a:lnTo>
                  <a:lnTo>
                    <a:pt x="15150" y="478"/>
                  </a:lnTo>
                  <a:lnTo>
                    <a:pt x="15239" y="419"/>
                  </a:lnTo>
                  <a:lnTo>
                    <a:pt x="15359" y="389"/>
                  </a:lnTo>
                  <a:lnTo>
                    <a:pt x="15463" y="374"/>
                  </a:lnTo>
                  <a:lnTo>
                    <a:pt x="15583" y="389"/>
                  </a:lnTo>
                  <a:lnTo>
                    <a:pt x="15687" y="419"/>
                  </a:lnTo>
                  <a:lnTo>
                    <a:pt x="15792" y="478"/>
                  </a:lnTo>
                  <a:lnTo>
                    <a:pt x="15867" y="568"/>
                  </a:lnTo>
                  <a:lnTo>
                    <a:pt x="15926" y="658"/>
                  </a:lnTo>
                  <a:lnTo>
                    <a:pt x="16001" y="732"/>
                  </a:lnTo>
                  <a:lnTo>
                    <a:pt x="16076" y="792"/>
                  </a:lnTo>
                  <a:lnTo>
                    <a:pt x="16166" y="837"/>
                  </a:lnTo>
                  <a:lnTo>
                    <a:pt x="16255" y="882"/>
                  </a:lnTo>
                  <a:lnTo>
                    <a:pt x="16360" y="912"/>
                  </a:lnTo>
                  <a:lnTo>
                    <a:pt x="16464" y="942"/>
                  </a:lnTo>
                  <a:lnTo>
                    <a:pt x="16659" y="942"/>
                  </a:lnTo>
                  <a:lnTo>
                    <a:pt x="16763" y="912"/>
                  </a:lnTo>
                  <a:lnTo>
                    <a:pt x="16868" y="882"/>
                  </a:lnTo>
                  <a:lnTo>
                    <a:pt x="16957" y="837"/>
                  </a:lnTo>
                  <a:lnTo>
                    <a:pt x="17047" y="792"/>
                  </a:lnTo>
                  <a:lnTo>
                    <a:pt x="17122" y="732"/>
                  </a:lnTo>
                  <a:lnTo>
                    <a:pt x="17196" y="658"/>
                  </a:lnTo>
                  <a:lnTo>
                    <a:pt x="17256" y="568"/>
                  </a:lnTo>
                  <a:lnTo>
                    <a:pt x="17331" y="478"/>
                  </a:lnTo>
                  <a:lnTo>
                    <a:pt x="17435" y="419"/>
                  </a:lnTo>
                  <a:lnTo>
                    <a:pt x="17540" y="374"/>
                  </a:lnTo>
                  <a:lnTo>
                    <a:pt x="17659" y="359"/>
                  </a:lnTo>
                  <a:lnTo>
                    <a:pt x="17779" y="374"/>
                  </a:lnTo>
                  <a:lnTo>
                    <a:pt x="17884" y="419"/>
                  </a:lnTo>
                  <a:lnTo>
                    <a:pt x="17973" y="478"/>
                  </a:lnTo>
                  <a:lnTo>
                    <a:pt x="18048" y="568"/>
                  </a:lnTo>
                  <a:lnTo>
                    <a:pt x="18078" y="598"/>
                  </a:lnTo>
                  <a:lnTo>
                    <a:pt x="18123" y="628"/>
                  </a:lnTo>
                  <a:lnTo>
                    <a:pt x="18152" y="643"/>
                  </a:lnTo>
                  <a:lnTo>
                    <a:pt x="18197" y="643"/>
                  </a:lnTo>
                  <a:lnTo>
                    <a:pt x="18750" y="658"/>
                  </a:lnTo>
                  <a:lnTo>
                    <a:pt x="18825" y="643"/>
                  </a:lnTo>
                  <a:lnTo>
                    <a:pt x="18870" y="598"/>
                  </a:lnTo>
                  <a:lnTo>
                    <a:pt x="18914" y="538"/>
                  </a:lnTo>
                  <a:lnTo>
                    <a:pt x="18929" y="478"/>
                  </a:lnTo>
                  <a:lnTo>
                    <a:pt x="18914" y="404"/>
                  </a:lnTo>
                  <a:lnTo>
                    <a:pt x="18870" y="344"/>
                  </a:lnTo>
                  <a:lnTo>
                    <a:pt x="18825" y="314"/>
                  </a:lnTo>
                  <a:lnTo>
                    <a:pt x="18750" y="299"/>
                  </a:lnTo>
                  <a:lnTo>
                    <a:pt x="18287" y="284"/>
                  </a:lnTo>
                  <a:lnTo>
                    <a:pt x="18227" y="224"/>
                  </a:lnTo>
                  <a:lnTo>
                    <a:pt x="18152" y="165"/>
                  </a:lnTo>
                  <a:lnTo>
                    <a:pt x="18078" y="120"/>
                  </a:lnTo>
                  <a:lnTo>
                    <a:pt x="18003" y="75"/>
                  </a:lnTo>
                  <a:lnTo>
                    <a:pt x="17928" y="45"/>
                  </a:lnTo>
                  <a:lnTo>
                    <a:pt x="17839" y="15"/>
                  </a:lnTo>
                  <a:lnTo>
                    <a:pt x="17749" y="0"/>
                  </a:lnTo>
                  <a:lnTo>
                    <a:pt x="17659" y="0"/>
                  </a:lnTo>
                  <a:lnTo>
                    <a:pt x="17555" y="15"/>
                  </a:lnTo>
                  <a:lnTo>
                    <a:pt x="17450" y="30"/>
                  </a:lnTo>
                  <a:lnTo>
                    <a:pt x="17361" y="60"/>
                  </a:lnTo>
                  <a:lnTo>
                    <a:pt x="17256" y="105"/>
                  </a:lnTo>
                  <a:lnTo>
                    <a:pt x="17181" y="150"/>
                  </a:lnTo>
                  <a:lnTo>
                    <a:pt x="17092" y="209"/>
                  </a:lnTo>
                  <a:lnTo>
                    <a:pt x="17017" y="284"/>
                  </a:lnTo>
                  <a:lnTo>
                    <a:pt x="16957" y="374"/>
                  </a:lnTo>
                  <a:lnTo>
                    <a:pt x="16883" y="463"/>
                  </a:lnTo>
                  <a:lnTo>
                    <a:pt x="16778" y="523"/>
                  </a:lnTo>
                  <a:lnTo>
                    <a:pt x="16673" y="568"/>
                  </a:lnTo>
                  <a:lnTo>
                    <a:pt x="16569" y="568"/>
                  </a:lnTo>
                  <a:lnTo>
                    <a:pt x="16449" y="553"/>
                  </a:lnTo>
                  <a:lnTo>
                    <a:pt x="16345" y="523"/>
                  </a:lnTo>
                  <a:lnTo>
                    <a:pt x="16240" y="463"/>
                  </a:lnTo>
                  <a:lnTo>
                    <a:pt x="16166" y="374"/>
                  </a:lnTo>
                  <a:lnTo>
                    <a:pt x="16106" y="284"/>
                  </a:lnTo>
                  <a:lnTo>
                    <a:pt x="16031" y="209"/>
                  </a:lnTo>
                  <a:lnTo>
                    <a:pt x="15941" y="150"/>
                  </a:lnTo>
                  <a:lnTo>
                    <a:pt x="15867" y="105"/>
                  </a:lnTo>
                  <a:lnTo>
                    <a:pt x="15777" y="60"/>
                  </a:lnTo>
                  <a:lnTo>
                    <a:pt x="15673" y="30"/>
                  </a:lnTo>
                  <a:lnTo>
                    <a:pt x="15568" y="15"/>
                  </a:lnTo>
                  <a:lnTo>
                    <a:pt x="15463" y="0"/>
                  </a:lnTo>
                  <a:lnTo>
                    <a:pt x="15359" y="15"/>
                  </a:lnTo>
                  <a:lnTo>
                    <a:pt x="15269" y="30"/>
                  </a:lnTo>
                  <a:lnTo>
                    <a:pt x="15165" y="60"/>
                  </a:lnTo>
                  <a:lnTo>
                    <a:pt x="15075" y="105"/>
                  </a:lnTo>
                  <a:lnTo>
                    <a:pt x="14985" y="150"/>
                  </a:lnTo>
                  <a:lnTo>
                    <a:pt x="14911" y="209"/>
                  </a:lnTo>
                  <a:lnTo>
                    <a:pt x="14836" y="284"/>
                  </a:lnTo>
                  <a:lnTo>
                    <a:pt x="14776" y="374"/>
                  </a:lnTo>
                  <a:lnTo>
                    <a:pt x="14701" y="463"/>
                  </a:lnTo>
                  <a:lnTo>
                    <a:pt x="14597" y="523"/>
                  </a:lnTo>
                  <a:lnTo>
                    <a:pt x="14492" y="553"/>
                  </a:lnTo>
                  <a:lnTo>
                    <a:pt x="14373" y="568"/>
                  </a:lnTo>
                  <a:lnTo>
                    <a:pt x="14268" y="553"/>
                  </a:lnTo>
                  <a:lnTo>
                    <a:pt x="14149" y="523"/>
                  </a:lnTo>
                  <a:lnTo>
                    <a:pt x="14059" y="463"/>
                  </a:lnTo>
                  <a:lnTo>
                    <a:pt x="13984" y="374"/>
                  </a:lnTo>
                  <a:lnTo>
                    <a:pt x="13910" y="284"/>
                  </a:lnTo>
                  <a:lnTo>
                    <a:pt x="13850" y="209"/>
                  </a:lnTo>
                  <a:lnTo>
                    <a:pt x="13760" y="150"/>
                  </a:lnTo>
                  <a:lnTo>
                    <a:pt x="13671" y="105"/>
                  </a:lnTo>
                  <a:lnTo>
                    <a:pt x="13581" y="60"/>
                  </a:lnTo>
                  <a:lnTo>
                    <a:pt x="13491" y="30"/>
                  </a:lnTo>
                  <a:lnTo>
                    <a:pt x="13387" y="15"/>
                  </a:lnTo>
                  <a:lnTo>
                    <a:pt x="13282" y="0"/>
                  </a:lnTo>
                  <a:lnTo>
                    <a:pt x="13178" y="15"/>
                  </a:lnTo>
                  <a:lnTo>
                    <a:pt x="13073" y="30"/>
                  </a:lnTo>
                  <a:lnTo>
                    <a:pt x="12983" y="60"/>
                  </a:lnTo>
                  <a:lnTo>
                    <a:pt x="12894" y="105"/>
                  </a:lnTo>
                  <a:lnTo>
                    <a:pt x="12804" y="150"/>
                  </a:lnTo>
                  <a:lnTo>
                    <a:pt x="12729" y="209"/>
                  </a:lnTo>
                  <a:lnTo>
                    <a:pt x="12655" y="284"/>
                  </a:lnTo>
                  <a:lnTo>
                    <a:pt x="12595" y="374"/>
                  </a:lnTo>
                  <a:lnTo>
                    <a:pt x="12505" y="463"/>
                  </a:lnTo>
                  <a:lnTo>
                    <a:pt x="12416" y="523"/>
                  </a:lnTo>
                  <a:lnTo>
                    <a:pt x="12311" y="553"/>
                  </a:lnTo>
                  <a:lnTo>
                    <a:pt x="12192" y="568"/>
                  </a:lnTo>
                  <a:lnTo>
                    <a:pt x="12072" y="553"/>
                  </a:lnTo>
                  <a:lnTo>
                    <a:pt x="11967" y="523"/>
                  </a:lnTo>
                  <a:lnTo>
                    <a:pt x="11878" y="463"/>
                  </a:lnTo>
                  <a:lnTo>
                    <a:pt x="11788" y="374"/>
                  </a:lnTo>
                  <a:lnTo>
                    <a:pt x="11728" y="284"/>
                  </a:lnTo>
                  <a:lnTo>
                    <a:pt x="11654" y="209"/>
                  </a:lnTo>
                  <a:lnTo>
                    <a:pt x="11579" y="150"/>
                  </a:lnTo>
                  <a:lnTo>
                    <a:pt x="11489" y="105"/>
                  </a:lnTo>
                  <a:lnTo>
                    <a:pt x="11400" y="60"/>
                  </a:lnTo>
                  <a:lnTo>
                    <a:pt x="11310" y="30"/>
                  </a:lnTo>
                  <a:lnTo>
                    <a:pt x="11206" y="15"/>
                  </a:lnTo>
                  <a:lnTo>
                    <a:pt x="11101" y="0"/>
                  </a:lnTo>
                  <a:lnTo>
                    <a:pt x="10996" y="15"/>
                  </a:lnTo>
                  <a:lnTo>
                    <a:pt x="10892" y="30"/>
                  </a:lnTo>
                  <a:lnTo>
                    <a:pt x="10802" y="60"/>
                  </a:lnTo>
                  <a:lnTo>
                    <a:pt x="10713" y="105"/>
                  </a:lnTo>
                  <a:lnTo>
                    <a:pt x="10623" y="150"/>
                  </a:lnTo>
                  <a:lnTo>
                    <a:pt x="10533" y="209"/>
                  </a:lnTo>
                  <a:lnTo>
                    <a:pt x="10474" y="284"/>
                  </a:lnTo>
                  <a:lnTo>
                    <a:pt x="10399" y="374"/>
                  </a:lnTo>
                  <a:lnTo>
                    <a:pt x="10324" y="463"/>
                  </a:lnTo>
                  <a:lnTo>
                    <a:pt x="10234" y="523"/>
                  </a:lnTo>
                  <a:lnTo>
                    <a:pt x="10115" y="553"/>
                  </a:lnTo>
                  <a:lnTo>
                    <a:pt x="10010" y="568"/>
                  </a:lnTo>
                  <a:lnTo>
                    <a:pt x="9891" y="553"/>
                  </a:lnTo>
                  <a:lnTo>
                    <a:pt x="9786" y="523"/>
                  </a:lnTo>
                  <a:lnTo>
                    <a:pt x="9682" y="463"/>
                  </a:lnTo>
                  <a:lnTo>
                    <a:pt x="9607" y="374"/>
                  </a:lnTo>
                  <a:lnTo>
                    <a:pt x="9547" y="284"/>
                  </a:lnTo>
                  <a:lnTo>
                    <a:pt x="9473" y="209"/>
                  </a:lnTo>
                  <a:lnTo>
                    <a:pt x="9398" y="150"/>
                  </a:lnTo>
                  <a:lnTo>
                    <a:pt x="9308" y="105"/>
                  </a:lnTo>
                  <a:lnTo>
                    <a:pt x="9219" y="60"/>
                  </a:lnTo>
                  <a:lnTo>
                    <a:pt x="9114" y="30"/>
                  </a:lnTo>
                  <a:lnTo>
                    <a:pt x="9024" y="15"/>
                  </a:lnTo>
                  <a:lnTo>
                    <a:pt x="8920" y="0"/>
                  </a:lnTo>
                  <a:lnTo>
                    <a:pt x="8815" y="15"/>
                  </a:lnTo>
                  <a:lnTo>
                    <a:pt x="8711" y="30"/>
                  </a:lnTo>
                  <a:lnTo>
                    <a:pt x="8606" y="60"/>
                  </a:lnTo>
                  <a:lnTo>
                    <a:pt x="8516" y="105"/>
                  </a:lnTo>
                  <a:lnTo>
                    <a:pt x="8442" y="150"/>
                  </a:lnTo>
                  <a:lnTo>
                    <a:pt x="8352" y="209"/>
                  </a:lnTo>
                  <a:lnTo>
                    <a:pt x="8277" y="284"/>
                  </a:lnTo>
                  <a:lnTo>
                    <a:pt x="8218" y="374"/>
                  </a:lnTo>
                  <a:lnTo>
                    <a:pt x="8143" y="463"/>
                  </a:lnTo>
                  <a:lnTo>
                    <a:pt x="8053" y="523"/>
                  </a:lnTo>
                  <a:lnTo>
                    <a:pt x="7934" y="568"/>
                  </a:lnTo>
                  <a:lnTo>
                    <a:pt x="7829" y="583"/>
                  </a:lnTo>
                  <a:lnTo>
                    <a:pt x="7710" y="568"/>
                  </a:lnTo>
                  <a:lnTo>
                    <a:pt x="7590" y="523"/>
                  </a:lnTo>
                  <a:lnTo>
                    <a:pt x="7501" y="463"/>
                  </a:lnTo>
                  <a:lnTo>
                    <a:pt x="7426" y="374"/>
                  </a:lnTo>
                  <a:lnTo>
                    <a:pt x="7366" y="284"/>
                  </a:lnTo>
                  <a:lnTo>
                    <a:pt x="7291" y="209"/>
                  </a:lnTo>
                  <a:lnTo>
                    <a:pt x="7202" y="150"/>
                  </a:lnTo>
                  <a:lnTo>
                    <a:pt x="7127" y="105"/>
                  </a:lnTo>
                  <a:lnTo>
                    <a:pt x="7022" y="60"/>
                  </a:lnTo>
                  <a:lnTo>
                    <a:pt x="6933" y="30"/>
                  </a:lnTo>
                  <a:lnTo>
                    <a:pt x="6828" y="15"/>
                  </a:lnTo>
                  <a:lnTo>
                    <a:pt x="6724" y="0"/>
                  </a:lnTo>
                  <a:lnTo>
                    <a:pt x="6619" y="15"/>
                  </a:lnTo>
                  <a:lnTo>
                    <a:pt x="6529" y="30"/>
                  </a:lnTo>
                  <a:lnTo>
                    <a:pt x="6425" y="60"/>
                  </a:lnTo>
                  <a:lnTo>
                    <a:pt x="6335" y="105"/>
                  </a:lnTo>
                  <a:lnTo>
                    <a:pt x="6246" y="150"/>
                  </a:lnTo>
                  <a:lnTo>
                    <a:pt x="6171" y="209"/>
                  </a:lnTo>
                  <a:lnTo>
                    <a:pt x="6096" y="284"/>
                  </a:lnTo>
                  <a:lnTo>
                    <a:pt x="6036" y="374"/>
                  </a:lnTo>
                  <a:lnTo>
                    <a:pt x="5962" y="463"/>
                  </a:lnTo>
                  <a:lnTo>
                    <a:pt x="5857" y="523"/>
                  </a:lnTo>
                  <a:lnTo>
                    <a:pt x="5753" y="553"/>
                  </a:lnTo>
                  <a:lnTo>
                    <a:pt x="5633" y="568"/>
                  </a:lnTo>
                  <a:lnTo>
                    <a:pt x="5529" y="553"/>
                  </a:lnTo>
                  <a:lnTo>
                    <a:pt x="5409" y="523"/>
                  </a:lnTo>
                  <a:lnTo>
                    <a:pt x="5319" y="463"/>
                  </a:lnTo>
                  <a:lnTo>
                    <a:pt x="5245" y="374"/>
                  </a:lnTo>
                  <a:lnTo>
                    <a:pt x="5170" y="284"/>
                  </a:lnTo>
                  <a:lnTo>
                    <a:pt x="5110" y="209"/>
                  </a:lnTo>
                  <a:lnTo>
                    <a:pt x="5021" y="150"/>
                  </a:lnTo>
                  <a:lnTo>
                    <a:pt x="4931" y="105"/>
                  </a:lnTo>
                  <a:lnTo>
                    <a:pt x="4841" y="60"/>
                  </a:lnTo>
                  <a:lnTo>
                    <a:pt x="4752" y="30"/>
                  </a:lnTo>
                  <a:lnTo>
                    <a:pt x="4647" y="15"/>
                  </a:lnTo>
                  <a:lnTo>
                    <a:pt x="4543" y="0"/>
                  </a:lnTo>
                  <a:lnTo>
                    <a:pt x="4438" y="15"/>
                  </a:lnTo>
                  <a:lnTo>
                    <a:pt x="4333" y="30"/>
                  </a:lnTo>
                  <a:lnTo>
                    <a:pt x="4244" y="60"/>
                  </a:lnTo>
                  <a:lnTo>
                    <a:pt x="4154" y="105"/>
                  </a:lnTo>
                  <a:lnTo>
                    <a:pt x="4064" y="150"/>
                  </a:lnTo>
                  <a:lnTo>
                    <a:pt x="3990" y="209"/>
                  </a:lnTo>
                  <a:lnTo>
                    <a:pt x="3915" y="284"/>
                  </a:lnTo>
                  <a:lnTo>
                    <a:pt x="3855" y="374"/>
                  </a:lnTo>
                  <a:lnTo>
                    <a:pt x="3766" y="463"/>
                  </a:lnTo>
                  <a:lnTo>
                    <a:pt x="3676" y="523"/>
                  </a:lnTo>
                  <a:lnTo>
                    <a:pt x="3571" y="553"/>
                  </a:lnTo>
                  <a:lnTo>
                    <a:pt x="3452" y="568"/>
                  </a:lnTo>
                  <a:lnTo>
                    <a:pt x="3332" y="553"/>
                  </a:lnTo>
                  <a:lnTo>
                    <a:pt x="3228" y="523"/>
                  </a:lnTo>
                  <a:lnTo>
                    <a:pt x="3138" y="463"/>
                  </a:lnTo>
                  <a:lnTo>
                    <a:pt x="3049" y="374"/>
                  </a:lnTo>
                  <a:lnTo>
                    <a:pt x="2989" y="284"/>
                  </a:lnTo>
                  <a:lnTo>
                    <a:pt x="2914" y="209"/>
                  </a:lnTo>
                  <a:lnTo>
                    <a:pt x="2839" y="150"/>
                  </a:lnTo>
                  <a:lnTo>
                    <a:pt x="2750" y="105"/>
                  </a:lnTo>
                  <a:lnTo>
                    <a:pt x="2660" y="60"/>
                  </a:lnTo>
                  <a:lnTo>
                    <a:pt x="2570" y="30"/>
                  </a:lnTo>
                  <a:lnTo>
                    <a:pt x="2466" y="15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3"/>
            <p:cNvSpPr/>
            <p:nvPr/>
          </p:nvSpPr>
          <p:spPr>
            <a:xfrm>
              <a:off x="3893390" y="3245730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209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209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3"/>
            <p:cNvSpPr/>
            <p:nvPr/>
          </p:nvSpPr>
          <p:spPr>
            <a:xfrm>
              <a:off x="3893390" y="3181294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1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5"/>
                  </a:lnTo>
                  <a:lnTo>
                    <a:pt x="90" y="195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45" y="628"/>
                  </a:lnTo>
                  <a:lnTo>
                    <a:pt x="90" y="703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7"/>
                  </a:lnTo>
                  <a:lnTo>
                    <a:pt x="16419" y="897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3"/>
                  </a:lnTo>
                  <a:lnTo>
                    <a:pt x="16748" y="628"/>
                  </a:lnTo>
                  <a:lnTo>
                    <a:pt x="16778" y="538"/>
                  </a:lnTo>
                  <a:lnTo>
                    <a:pt x="16778" y="449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5"/>
                  </a:lnTo>
                  <a:lnTo>
                    <a:pt x="16658" y="135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3"/>
            <p:cNvSpPr/>
            <p:nvPr/>
          </p:nvSpPr>
          <p:spPr>
            <a:xfrm>
              <a:off x="3893390" y="3116885"/>
              <a:ext cx="460850" cy="24638"/>
            </a:xfrm>
            <a:custGeom>
              <a:avLst/>
              <a:gdLst/>
              <a:ahLst/>
              <a:cxnLst/>
              <a:rect l="l" t="t" r="r" b="b"/>
              <a:pathLst>
                <a:path w="16778" h="897" extrusionOk="0">
                  <a:moveTo>
                    <a:pt x="449" y="0"/>
                  </a:moveTo>
                  <a:lnTo>
                    <a:pt x="359" y="15"/>
                  </a:lnTo>
                  <a:lnTo>
                    <a:pt x="284" y="45"/>
                  </a:lnTo>
                  <a:lnTo>
                    <a:pt x="209" y="75"/>
                  </a:lnTo>
                  <a:lnTo>
                    <a:pt x="135" y="134"/>
                  </a:lnTo>
                  <a:lnTo>
                    <a:pt x="90" y="194"/>
                  </a:lnTo>
                  <a:lnTo>
                    <a:pt x="45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45" y="627"/>
                  </a:lnTo>
                  <a:lnTo>
                    <a:pt x="90" y="702"/>
                  </a:lnTo>
                  <a:lnTo>
                    <a:pt x="135" y="762"/>
                  </a:lnTo>
                  <a:lnTo>
                    <a:pt x="209" y="822"/>
                  </a:lnTo>
                  <a:lnTo>
                    <a:pt x="284" y="867"/>
                  </a:lnTo>
                  <a:lnTo>
                    <a:pt x="359" y="896"/>
                  </a:lnTo>
                  <a:lnTo>
                    <a:pt x="16419" y="896"/>
                  </a:lnTo>
                  <a:lnTo>
                    <a:pt x="16509" y="867"/>
                  </a:lnTo>
                  <a:lnTo>
                    <a:pt x="16583" y="822"/>
                  </a:lnTo>
                  <a:lnTo>
                    <a:pt x="16658" y="762"/>
                  </a:lnTo>
                  <a:lnTo>
                    <a:pt x="16703" y="702"/>
                  </a:lnTo>
                  <a:lnTo>
                    <a:pt x="16748" y="627"/>
                  </a:lnTo>
                  <a:lnTo>
                    <a:pt x="16778" y="538"/>
                  </a:lnTo>
                  <a:lnTo>
                    <a:pt x="16778" y="448"/>
                  </a:lnTo>
                  <a:lnTo>
                    <a:pt x="16778" y="359"/>
                  </a:lnTo>
                  <a:lnTo>
                    <a:pt x="16748" y="284"/>
                  </a:lnTo>
                  <a:lnTo>
                    <a:pt x="16703" y="194"/>
                  </a:lnTo>
                  <a:lnTo>
                    <a:pt x="16658" y="134"/>
                  </a:lnTo>
                  <a:lnTo>
                    <a:pt x="16583" y="75"/>
                  </a:lnTo>
                  <a:lnTo>
                    <a:pt x="16509" y="45"/>
                  </a:lnTo>
                  <a:lnTo>
                    <a:pt x="16419" y="15"/>
                  </a:lnTo>
                  <a:lnTo>
                    <a:pt x="163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3"/>
            <p:cNvSpPr/>
            <p:nvPr/>
          </p:nvSpPr>
          <p:spPr>
            <a:xfrm>
              <a:off x="4425199" y="3245730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209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209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3"/>
            <p:cNvSpPr/>
            <p:nvPr/>
          </p:nvSpPr>
          <p:spPr>
            <a:xfrm>
              <a:off x="4425199" y="3181294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1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5"/>
                  </a:lnTo>
                  <a:lnTo>
                    <a:pt x="75" y="195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9"/>
                  </a:lnTo>
                  <a:lnTo>
                    <a:pt x="15" y="538"/>
                  </a:lnTo>
                  <a:lnTo>
                    <a:pt x="30" y="628"/>
                  </a:lnTo>
                  <a:lnTo>
                    <a:pt x="75" y="703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7"/>
                  </a:lnTo>
                  <a:lnTo>
                    <a:pt x="553" y="897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3"/>
                  </a:lnTo>
                  <a:lnTo>
                    <a:pt x="867" y="628"/>
                  </a:lnTo>
                  <a:lnTo>
                    <a:pt x="896" y="538"/>
                  </a:lnTo>
                  <a:lnTo>
                    <a:pt x="911" y="449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5"/>
                  </a:lnTo>
                  <a:lnTo>
                    <a:pt x="777" y="135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33"/>
            <p:cNvSpPr/>
            <p:nvPr/>
          </p:nvSpPr>
          <p:spPr>
            <a:xfrm>
              <a:off x="4425199" y="3116885"/>
              <a:ext cx="25050" cy="24638"/>
            </a:xfrm>
            <a:custGeom>
              <a:avLst/>
              <a:gdLst/>
              <a:ahLst/>
              <a:cxnLst/>
              <a:rect l="l" t="t" r="r" b="b"/>
              <a:pathLst>
                <a:path w="912" h="897" extrusionOk="0">
                  <a:moveTo>
                    <a:pt x="448" y="0"/>
                  </a:moveTo>
                  <a:lnTo>
                    <a:pt x="359" y="15"/>
                  </a:lnTo>
                  <a:lnTo>
                    <a:pt x="269" y="45"/>
                  </a:lnTo>
                  <a:lnTo>
                    <a:pt x="194" y="75"/>
                  </a:lnTo>
                  <a:lnTo>
                    <a:pt x="135" y="134"/>
                  </a:lnTo>
                  <a:lnTo>
                    <a:pt x="75" y="194"/>
                  </a:lnTo>
                  <a:lnTo>
                    <a:pt x="30" y="284"/>
                  </a:lnTo>
                  <a:lnTo>
                    <a:pt x="15" y="359"/>
                  </a:lnTo>
                  <a:lnTo>
                    <a:pt x="0" y="448"/>
                  </a:lnTo>
                  <a:lnTo>
                    <a:pt x="15" y="538"/>
                  </a:lnTo>
                  <a:lnTo>
                    <a:pt x="30" y="627"/>
                  </a:lnTo>
                  <a:lnTo>
                    <a:pt x="75" y="702"/>
                  </a:lnTo>
                  <a:lnTo>
                    <a:pt x="135" y="762"/>
                  </a:lnTo>
                  <a:lnTo>
                    <a:pt x="194" y="822"/>
                  </a:lnTo>
                  <a:lnTo>
                    <a:pt x="269" y="867"/>
                  </a:lnTo>
                  <a:lnTo>
                    <a:pt x="359" y="896"/>
                  </a:lnTo>
                  <a:lnTo>
                    <a:pt x="553" y="896"/>
                  </a:lnTo>
                  <a:lnTo>
                    <a:pt x="642" y="867"/>
                  </a:lnTo>
                  <a:lnTo>
                    <a:pt x="717" y="822"/>
                  </a:lnTo>
                  <a:lnTo>
                    <a:pt x="777" y="762"/>
                  </a:lnTo>
                  <a:lnTo>
                    <a:pt x="837" y="702"/>
                  </a:lnTo>
                  <a:lnTo>
                    <a:pt x="867" y="627"/>
                  </a:lnTo>
                  <a:lnTo>
                    <a:pt x="896" y="538"/>
                  </a:lnTo>
                  <a:lnTo>
                    <a:pt x="911" y="448"/>
                  </a:lnTo>
                  <a:lnTo>
                    <a:pt x="896" y="359"/>
                  </a:lnTo>
                  <a:lnTo>
                    <a:pt x="867" y="284"/>
                  </a:lnTo>
                  <a:lnTo>
                    <a:pt x="837" y="194"/>
                  </a:lnTo>
                  <a:lnTo>
                    <a:pt x="777" y="134"/>
                  </a:lnTo>
                  <a:lnTo>
                    <a:pt x="717" y="75"/>
                  </a:lnTo>
                  <a:lnTo>
                    <a:pt x="642" y="45"/>
                  </a:lnTo>
                  <a:lnTo>
                    <a:pt x="553" y="15"/>
                  </a:lnTo>
                  <a:lnTo>
                    <a:pt x="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33"/>
            <p:cNvSpPr/>
            <p:nvPr/>
          </p:nvSpPr>
          <p:spPr>
            <a:xfrm>
              <a:off x="3851119" y="2546514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60" y="374"/>
                  </a:lnTo>
                  <a:lnTo>
                    <a:pt x="15" y="493"/>
                  </a:lnTo>
                  <a:lnTo>
                    <a:pt x="1" y="613"/>
                  </a:lnTo>
                  <a:lnTo>
                    <a:pt x="15" y="732"/>
                  </a:lnTo>
                  <a:lnTo>
                    <a:pt x="60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21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21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33"/>
            <p:cNvSpPr/>
            <p:nvPr/>
          </p:nvSpPr>
          <p:spPr>
            <a:xfrm>
              <a:off x="3851119" y="208650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60" y="359"/>
                  </a:lnTo>
                  <a:lnTo>
                    <a:pt x="15" y="479"/>
                  </a:lnTo>
                  <a:lnTo>
                    <a:pt x="1" y="598"/>
                  </a:lnTo>
                  <a:lnTo>
                    <a:pt x="15" y="718"/>
                  </a:lnTo>
                  <a:lnTo>
                    <a:pt x="60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21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21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33"/>
            <p:cNvSpPr/>
            <p:nvPr/>
          </p:nvSpPr>
          <p:spPr>
            <a:xfrm>
              <a:off x="4435445" y="2546514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69" y="105"/>
                  </a:lnTo>
                  <a:lnTo>
                    <a:pt x="180" y="179"/>
                  </a:lnTo>
                  <a:lnTo>
                    <a:pt x="105" y="269"/>
                  </a:lnTo>
                  <a:lnTo>
                    <a:pt x="45" y="374"/>
                  </a:lnTo>
                  <a:lnTo>
                    <a:pt x="16" y="493"/>
                  </a:lnTo>
                  <a:lnTo>
                    <a:pt x="1" y="613"/>
                  </a:lnTo>
                  <a:lnTo>
                    <a:pt x="16" y="732"/>
                  </a:lnTo>
                  <a:lnTo>
                    <a:pt x="45" y="852"/>
                  </a:lnTo>
                  <a:lnTo>
                    <a:pt x="105" y="941"/>
                  </a:lnTo>
                  <a:lnTo>
                    <a:pt x="180" y="1046"/>
                  </a:lnTo>
                  <a:lnTo>
                    <a:pt x="269" y="1106"/>
                  </a:lnTo>
                  <a:lnTo>
                    <a:pt x="374" y="1165"/>
                  </a:lnTo>
                  <a:lnTo>
                    <a:pt x="494" y="1210"/>
                  </a:lnTo>
                  <a:lnTo>
                    <a:pt x="733" y="1210"/>
                  </a:lnTo>
                  <a:lnTo>
                    <a:pt x="852" y="1165"/>
                  </a:lnTo>
                  <a:lnTo>
                    <a:pt x="957" y="1106"/>
                  </a:lnTo>
                  <a:lnTo>
                    <a:pt x="1046" y="1046"/>
                  </a:lnTo>
                  <a:lnTo>
                    <a:pt x="1106" y="941"/>
                  </a:lnTo>
                  <a:lnTo>
                    <a:pt x="1166" y="852"/>
                  </a:lnTo>
                  <a:lnTo>
                    <a:pt x="1211" y="732"/>
                  </a:lnTo>
                  <a:lnTo>
                    <a:pt x="1211" y="613"/>
                  </a:lnTo>
                  <a:lnTo>
                    <a:pt x="1211" y="493"/>
                  </a:lnTo>
                  <a:lnTo>
                    <a:pt x="1166" y="374"/>
                  </a:lnTo>
                  <a:lnTo>
                    <a:pt x="1106" y="269"/>
                  </a:lnTo>
                  <a:lnTo>
                    <a:pt x="1046" y="179"/>
                  </a:lnTo>
                  <a:lnTo>
                    <a:pt x="957" y="105"/>
                  </a:lnTo>
                  <a:lnTo>
                    <a:pt x="852" y="45"/>
                  </a:lnTo>
                  <a:lnTo>
                    <a:pt x="733" y="15"/>
                  </a:lnTo>
                  <a:lnTo>
                    <a:pt x="613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33"/>
            <p:cNvSpPr/>
            <p:nvPr/>
          </p:nvSpPr>
          <p:spPr>
            <a:xfrm>
              <a:off x="4435445" y="2086503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94" y="1"/>
                  </a:moveTo>
                  <a:lnTo>
                    <a:pt x="374" y="46"/>
                  </a:lnTo>
                  <a:lnTo>
                    <a:pt x="269" y="105"/>
                  </a:lnTo>
                  <a:lnTo>
                    <a:pt x="180" y="165"/>
                  </a:lnTo>
                  <a:lnTo>
                    <a:pt x="105" y="255"/>
                  </a:lnTo>
                  <a:lnTo>
                    <a:pt x="45" y="359"/>
                  </a:lnTo>
                  <a:lnTo>
                    <a:pt x="16" y="479"/>
                  </a:lnTo>
                  <a:lnTo>
                    <a:pt x="1" y="598"/>
                  </a:lnTo>
                  <a:lnTo>
                    <a:pt x="16" y="718"/>
                  </a:lnTo>
                  <a:lnTo>
                    <a:pt x="45" y="837"/>
                  </a:lnTo>
                  <a:lnTo>
                    <a:pt x="105" y="942"/>
                  </a:lnTo>
                  <a:lnTo>
                    <a:pt x="180" y="1032"/>
                  </a:lnTo>
                  <a:lnTo>
                    <a:pt x="269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57" y="1106"/>
                  </a:lnTo>
                  <a:lnTo>
                    <a:pt x="1046" y="1032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211" y="718"/>
                  </a:lnTo>
                  <a:lnTo>
                    <a:pt x="1211" y="598"/>
                  </a:lnTo>
                  <a:lnTo>
                    <a:pt x="1211" y="479"/>
                  </a:lnTo>
                  <a:lnTo>
                    <a:pt x="1166" y="359"/>
                  </a:lnTo>
                  <a:lnTo>
                    <a:pt x="1106" y="255"/>
                  </a:lnTo>
                  <a:lnTo>
                    <a:pt x="1046" y="165"/>
                  </a:lnTo>
                  <a:lnTo>
                    <a:pt x="957" y="105"/>
                  </a:lnTo>
                  <a:lnTo>
                    <a:pt x="852" y="46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33"/>
            <p:cNvSpPr/>
            <p:nvPr/>
          </p:nvSpPr>
          <p:spPr>
            <a:xfrm>
              <a:off x="3784649" y="2213728"/>
              <a:ext cx="26698" cy="261408"/>
            </a:xfrm>
            <a:custGeom>
              <a:avLst/>
              <a:gdLst/>
              <a:ahLst/>
              <a:cxnLst/>
              <a:rect l="l" t="t" r="r" b="b"/>
              <a:pathLst>
                <a:path w="972" h="9517" extrusionOk="0">
                  <a:moveTo>
                    <a:pt x="971" y="0"/>
                  </a:moveTo>
                  <a:lnTo>
                    <a:pt x="732" y="15"/>
                  </a:lnTo>
                  <a:lnTo>
                    <a:pt x="478" y="45"/>
                  </a:lnTo>
                  <a:lnTo>
                    <a:pt x="239" y="75"/>
                  </a:lnTo>
                  <a:lnTo>
                    <a:pt x="0" y="135"/>
                  </a:lnTo>
                  <a:lnTo>
                    <a:pt x="0" y="9382"/>
                  </a:lnTo>
                  <a:lnTo>
                    <a:pt x="239" y="9442"/>
                  </a:lnTo>
                  <a:lnTo>
                    <a:pt x="478" y="9487"/>
                  </a:lnTo>
                  <a:lnTo>
                    <a:pt x="732" y="9502"/>
                  </a:lnTo>
                  <a:lnTo>
                    <a:pt x="971" y="9517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33"/>
            <p:cNvSpPr/>
            <p:nvPr/>
          </p:nvSpPr>
          <p:spPr>
            <a:xfrm>
              <a:off x="4507242" y="2213728"/>
              <a:ext cx="26726" cy="261408"/>
            </a:xfrm>
            <a:custGeom>
              <a:avLst/>
              <a:gdLst/>
              <a:ahLst/>
              <a:cxnLst/>
              <a:rect l="l" t="t" r="r" b="b"/>
              <a:pathLst>
                <a:path w="973" h="9517" extrusionOk="0">
                  <a:moveTo>
                    <a:pt x="1" y="0"/>
                  </a:moveTo>
                  <a:lnTo>
                    <a:pt x="1" y="9517"/>
                  </a:lnTo>
                  <a:lnTo>
                    <a:pt x="255" y="9502"/>
                  </a:lnTo>
                  <a:lnTo>
                    <a:pt x="494" y="9487"/>
                  </a:lnTo>
                  <a:lnTo>
                    <a:pt x="733" y="9442"/>
                  </a:lnTo>
                  <a:lnTo>
                    <a:pt x="972" y="9382"/>
                  </a:lnTo>
                  <a:lnTo>
                    <a:pt x="972" y="135"/>
                  </a:lnTo>
                  <a:lnTo>
                    <a:pt x="733" y="75"/>
                  </a:lnTo>
                  <a:lnTo>
                    <a:pt x="494" y="45"/>
                  </a:lnTo>
                  <a:lnTo>
                    <a:pt x="255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3"/>
            <p:cNvSpPr/>
            <p:nvPr/>
          </p:nvSpPr>
          <p:spPr>
            <a:xfrm>
              <a:off x="4104718" y="1800521"/>
              <a:ext cx="112864" cy="112452"/>
            </a:xfrm>
            <a:custGeom>
              <a:avLst/>
              <a:gdLst/>
              <a:ahLst/>
              <a:cxnLst/>
              <a:rect l="l" t="t" r="r" b="b"/>
              <a:pathLst>
                <a:path w="4109" h="4094" extrusionOk="0">
                  <a:moveTo>
                    <a:pt x="1838" y="0"/>
                  </a:moveTo>
                  <a:lnTo>
                    <a:pt x="1644" y="30"/>
                  </a:lnTo>
                  <a:lnTo>
                    <a:pt x="1449" y="90"/>
                  </a:lnTo>
                  <a:lnTo>
                    <a:pt x="1255" y="149"/>
                  </a:lnTo>
                  <a:lnTo>
                    <a:pt x="1076" y="239"/>
                  </a:lnTo>
                  <a:lnTo>
                    <a:pt x="912" y="344"/>
                  </a:lnTo>
                  <a:lnTo>
                    <a:pt x="747" y="463"/>
                  </a:lnTo>
                  <a:lnTo>
                    <a:pt x="598" y="598"/>
                  </a:lnTo>
                  <a:lnTo>
                    <a:pt x="463" y="747"/>
                  </a:lnTo>
                  <a:lnTo>
                    <a:pt x="359" y="896"/>
                  </a:lnTo>
                  <a:lnTo>
                    <a:pt x="254" y="1061"/>
                  </a:lnTo>
                  <a:lnTo>
                    <a:pt x="165" y="1240"/>
                  </a:lnTo>
                  <a:lnTo>
                    <a:pt x="90" y="1434"/>
                  </a:lnTo>
                  <a:lnTo>
                    <a:pt x="45" y="1628"/>
                  </a:lnTo>
                  <a:lnTo>
                    <a:pt x="15" y="1838"/>
                  </a:lnTo>
                  <a:lnTo>
                    <a:pt x="0" y="2047"/>
                  </a:lnTo>
                  <a:lnTo>
                    <a:pt x="15" y="2256"/>
                  </a:lnTo>
                  <a:lnTo>
                    <a:pt x="45" y="2465"/>
                  </a:lnTo>
                  <a:lnTo>
                    <a:pt x="90" y="2659"/>
                  </a:lnTo>
                  <a:lnTo>
                    <a:pt x="165" y="2839"/>
                  </a:lnTo>
                  <a:lnTo>
                    <a:pt x="254" y="3018"/>
                  </a:lnTo>
                  <a:lnTo>
                    <a:pt x="359" y="3197"/>
                  </a:lnTo>
                  <a:lnTo>
                    <a:pt x="463" y="3346"/>
                  </a:lnTo>
                  <a:lnTo>
                    <a:pt x="598" y="3496"/>
                  </a:lnTo>
                  <a:lnTo>
                    <a:pt x="747" y="3630"/>
                  </a:lnTo>
                  <a:lnTo>
                    <a:pt x="912" y="3750"/>
                  </a:lnTo>
                  <a:lnTo>
                    <a:pt x="1076" y="3854"/>
                  </a:lnTo>
                  <a:lnTo>
                    <a:pt x="1255" y="3929"/>
                  </a:lnTo>
                  <a:lnTo>
                    <a:pt x="1449" y="4004"/>
                  </a:lnTo>
                  <a:lnTo>
                    <a:pt x="1644" y="4049"/>
                  </a:lnTo>
                  <a:lnTo>
                    <a:pt x="1838" y="4079"/>
                  </a:lnTo>
                  <a:lnTo>
                    <a:pt x="2047" y="4093"/>
                  </a:lnTo>
                  <a:lnTo>
                    <a:pt x="2256" y="4079"/>
                  </a:lnTo>
                  <a:lnTo>
                    <a:pt x="2465" y="4049"/>
                  </a:lnTo>
                  <a:lnTo>
                    <a:pt x="2659" y="4004"/>
                  </a:lnTo>
                  <a:lnTo>
                    <a:pt x="2854" y="3929"/>
                  </a:lnTo>
                  <a:lnTo>
                    <a:pt x="3033" y="3854"/>
                  </a:lnTo>
                  <a:lnTo>
                    <a:pt x="3197" y="3750"/>
                  </a:lnTo>
                  <a:lnTo>
                    <a:pt x="3362" y="3630"/>
                  </a:lnTo>
                  <a:lnTo>
                    <a:pt x="3496" y="3496"/>
                  </a:lnTo>
                  <a:lnTo>
                    <a:pt x="3631" y="3346"/>
                  </a:lnTo>
                  <a:lnTo>
                    <a:pt x="3750" y="3197"/>
                  </a:lnTo>
                  <a:lnTo>
                    <a:pt x="3855" y="3018"/>
                  </a:lnTo>
                  <a:lnTo>
                    <a:pt x="3944" y="2839"/>
                  </a:lnTo>
                  <a:lnTo>
                    <a:pt x="4004" y="2659"/>
                  </a:lnTo>
                  <a:lnTo>
                    <a:pt x="4064" y="2465"/>
                  </a:lnTo>
                  <a:lnTo>
                    <a:pt x="4094" y="2256"/>
                  </a:lnTo>
                  <a:lnTo>
                    <a:pt x="4109" y="2047"/>
                  </a:lnTo>
                  <a:lnTo>
                    <a:pt x="4094" y="1838"/>
                  </a:lnTo>
                  <a:lnTo>
                    <a:pt x="4064" y="1628"/>
                  </a:lnTo>
                  <a:lnTo>
                    <a:pt x="4004" y="1434"/>
                  </a:lnTo>
                  <a:lnTo>
                    <a:pt x="3944" y="1240"/>
                  </a:lnTo>
                  <a:lnTo>
                    <a:pt x="3855" y="1061"/>
                  </a:lnTo>
                  <a:lnTo>
                    <a:pt x="3750" y="896"/>
                  </a:lnTo>
                  <a:lnTo>
                    <a:pt x="3631" y="747"/>
                  </a:lnTo>
                  <a:lnTo>
                    <a:pt x="3496" y="598"/>
                  </a:lnTo>
                  <a:lnTo>
                    <a:pt x="3362" y="463"/>
                  </a:lnTo>
                  <a:lnTo>
                    <a:pt x="3197" y="344"/>
                  </a:lnTo>
                  <a:lnTo>
                    <a:pt x="3033" y="239"/>
                  </a:lnTo>
                  <a:lnTo>
                    <a:pt x="2854" y="149"/>
                  </a:lnTo>
                  <a:lnTo>
                    <a:pt x="2659" y="90"/>
                  </a:lnTo>
                  <a:lnTo>
                    <a:pt x="2465" y="30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33"/>
            <p:cNvSpPr/>
            <p:nvPr/>
          </p:nvSpPr>
          <p:spPr>
            <a:xfrm>
              <a:off x="4120292" y="1815683"/>
              <a:ext cx="81688" cy="82100"/>
            </a:xfrm>
            <a:custGeom>
              <a:avLst/>
              <a:gdLst/>
              <a:ahLst/>
              <a:cxnLst/>
              <a:rect l="l" t="t" r="r" b="b"/>
              <a:pathLst>
                <a:path w="2974" h="2989" extrusionOk="0">
                  <a:moveTo>
                    <a:pt x="1480" y="1"/>
                  </a:moveTo>
                  <a:lnTo>
                    <a:pt x="1346" y="16"/>
                  </a:lnTo>
                  <a:lnTo>
                    <a:pt x="1196" y="31"/>
                  </a:lnTo>
                  <a:lnTo>
                    <a:pt x="1062" y="61"/>
                  </a:lnTo>
                  <a:lnTo>
                    <a:pt x="927" y="105"/>
                  </a:lnTo>
                  <a:lnTo>
                    <a:pt x="793" y="180"/>
                  </a:lnTo>
                  <a:lnTo>
                    <a:pt x="658" y="255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30" y="554"/>
                  </a:lnTo>
                  <a:lnTo>
                    <a:pt x="240" y="673"/>
                  </a:lnTo>
                  <a:lnTo>
                    <a:pt x="165" y="793"/>
                  </a:lnTo>
                  <a:lnTo>
                    <a:pt x="106" y="927"/>
                  </a:lnTo>
                  <a:lnTo>
                    <a:pt x="61" y="1061"/>
                  </a:lnTo>
                  <a:lnTo>
                    <a:pt x="16" y="1211"/>
                  </a:lnTo>
                  <a:lnTo>
                    <a:pt x="1" y="1345"/>
                  </a:lnTo>
                  <a:lnTo>
                    <a:pt x="1" y="1495"/>
                  </a:lnTo>
                  <a:lnTo>
                    <a:pt x="1" y="1629"/>
                  </a:lnTo>
                  <a:lnTo>
                    <a:pt x="16" y="1779"/>
                  </a:lnTo>
                  <a:lnTo>
                    <a:pt x="61" y="1913"/>
                  </a:lnTo>
                  <a:lnTo>
                    <a:pt x="106" y="2062"/>
                  </a:lnTo>
                  <a:lnTo>
                    <a:pt x="165" y="2182"/>
                  </a:lnTo>
                  <a:lnTo>
                    <a:pt x="240" y="2316"/>
                  </a:lnTo>
                  <a:lnTo>
                    <a:pt x="330" y="2436"/>
                  </a:lnTo>
                  <a:lnTo>
                    <a:pt x="434" y="2555"/>
                  </a:lnTo>
                  <a:lnTo>
                    <a:pt x="539" y="2645"/>
                  </a:lnTo>
                  <a:lnTo>
                    <a:pt x="658" y="2735"/>
                  </a:lnTo>
                  <a:lnTo>
                    <a:pt x="793" y="2809"/>
                  </a:lnTo>
                  <a:lnTo>
                    <a:pt x="927" y="2869"/>
                  </a:lnTo>
                  <a:lnTo>
                    <a:pt x="1062" y="2929"/>
                  </a:lnTo>
                  <a:lnTo>
                    <a:pt x="1196" y="2959"/>
                  </a:lnTo>
                  <a:lnTo>
                    <a:pt x="1346" y="2974"/>
                  </a:lnTo>
                  <a:lnTo>
                    <a:pt x="1480" y="2989"/>
                  </a:lnTo>
                  <a:lnTo>
                    <a:pt x="1629" y="2974"/>
                  </a:lnTo>
                  <a:lnTo>
                    <a:pt x="1764" y="2959"/>
                  </a:lnTo>
                  <a:lnTo>
                    <a:pt x="1913" y="2929"/>
                  </a:lnTo>
                  <a:lnTo>
                    <a:pt x="2048" y="2869"/>
                  </a:lnTo>
                  <a:lnTo>
                    <a:pt x="2182" y="2809"/>
                  </a:lnTo>
                  <a:lnTo>
                    <a:pt x="2302" y="2735"/>
                  </a:lnTo>
                  <a:lnTo>
                    <a:pt x="2421" y="2645"/>
                  </a:lnTo>
                  <a:lnTo>
                    <a:pt x="2541" y="2555"/>
                  </a:lnTo>
                  <a:lnTo>
                    <a:pt x="2645" y="2436"/>
                  </a:lnTo>
                  <a:lnTo>
                    <a:pt x="2735" y="2316"/>
                  </a:lnTo>
                  <a:lnTo>
                    <a:pt x="2810" y="2182"/>
                  </a:lnTo>
                  <a:lnTo>
                    <a:pt x="2869" y="2062"/>
                  </a:lnTo>
                  <a:lnTo>
                    <a:pt x="2914" y="1913"/>
                  </a:lnTo>
                  <a:lnTo>
                    <a:pt x="2944" y="1779"/>
                  </a:lnTo>
                  <a:lnTo>
                    <a:pt x="2974" y="1644"/>
                  </a:lnTo>
                  <a:lnTo>
                    <a:pt x="2974" y="1495"/>
                  </a:lnTo>
                  <a:lnTo>
                    <a:pt x="2974" y="1345"/>
                  </a:lnTo>
                  <a:lnTo>
                    <a:pt x="2944" y="1211"/>
                  </a:lnTo>
                  <a:lnTo>
                    <a:pt x="2914" y="1061"/>
                  </a:lnTo>
                  <a:lnTo>
                    <a:pt x="2869" y="927"/>
                  </a:lnTo>
                  <a:lnTo>
                    <a:pt x="2810" y="793"/>
                  </a:lnTo>
                  <a:lnTo>
                    <a:pt x="2735" y="673"/>
                  </a:lnTo>
                  <a:lnTo>
                    <a:pt x="2645" y="554"/>
                  </a:lnTo>
                  <a:lnTo>
                    <a:pt x="2541" y="434"/>
                  </a:lnTo>
                  <a:lnTo>
                    <a:pt x="2421" y="329"/>
                  </a:lnTo>
                  <a:lnTo>
                    <a:pt x="2302" y="255"/>
                  </a:lnTo>
                  <a:lnTo>
                    <a:pt x="2182" y="180"/>
                  </a:lnTo>
                  <a:lnTo>
                    <a:pt x="2048" y="105"/>
                  </a:lnTo>
                  <a:lnTo>
                    <a:pt x="1913" y="61"/>
                  </a:lnTo>
                  <a:lnTo>
                    <a:pt x="1764" y="31"/>
                  </a:lnTo>
                  <a:lnTo>
                    <a:pt x="1629" y="16"/>
                  </a:lnTo>
                  <a:lnTo>
                    <a:pt x="148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3"/>
            <p:cNvSpPr/>
            <p:nvPr/>
          </p:nvSpPr>
          <p:spPr>
            <a:xfrm>
              <a:off x="4132213" y="1827603"/>
              <a:ext cx="69767" cy="70179"/>
            </a:xfrm>
            <a:custGeom>
              <a:avLst/>
              <a:gdLst/>
              <a:ahLst/>
              <a:cxnLst/>
              <a:rect l="l" t="t" r="r" b="b"/>
              <a:pathLst>
                <a:path w="2540" h="2555" extrusionOk="0">
                  <a:moveTo>
                    <a:pt x="2107" y="0"/>
                  </a:moveTo>
                  <a:lnTo>
                    <a:pt x="0" y="2121"/>
                  </a:lnTo>
                  <a:lnTo>
                    <a:pt x="105" y="2211"/>
                  </a:lnTo>
                  <a:lnTo>
                    <a:pt x="224" y="2301"/>
                  </a:lnTo>
                  <a:lnTo>
                    <a:pt x="359" y="2375"/>
                  </a:lnTo>
                  <a:lnTo>
                    <a:pt x="493" y="2435"/>
                  </a:lnTo>
                  <a:lnTo>
                    <a:pt x="628" y="2495"/>
                  </a:lnTo>
                  <a:lnTo>
                    <a:pt x="762" y="2525"/>
                  </a:lnTo>
                  <a:lnTo>
                    <a:pt x="912" y="2540"/>
                  </a:lnTo>
                  <a:lnTo>
                    <a:pt x="1046" y="2555"/>
                  </a:lnTo>
                  <a:lnTo>
                    <a:pt x="1195" y="2540"/>
                  </a:lnTo>
                  <a:lnTo>
                    <a:pt x="1330" y="2525"/>
                  </a:lnTo>
                  <a:lnTo>
                    <a:pt x="1479" y="2495"/>
                  </a:lnTo>
                  <a:lnTo>
                    <a:pt x="1614" y="2435"/>
                  </a:lnTo>
                  <a:lnTo>
                    <a:pt x="1748" y="2375"/>
                  </a:lnTo>
                  <a:lnTo>
                    <a:pt x="1868" y="2301"/>
                  </a:lnTo>
                  <a:lnTo>
                    <a:pt x="1987" y="2211"/>
                  </a:lnTo>
                  <a:lnTo>
                    <a:pt x="2107" y="2121"/>
                  </a:lnTo>
                  <a:lnTo>
                    <a:pt x="2211" y="2002"/>
                  </a:lnTo>
                  <a:lnTo>
                    <a:pt x="2301" y="1882"/>
                  </a:lnTo>
                  <a:lnTo>
                    <a:pt x="2376" y="1748"/>
                  </a:lnTo>
                  <a:lnTo>
                    <a:pt x="2435" y="1628"/>
                  </a:lnTo>
                  <a:lnTo>
                    <a:pt x="2480" y="1479"/>
                  </a:lnTo>
                  <a:lnTo>
                    <a:pt x="2510" y="1345"/>
                  </a:lnTo>
                  <a:lnTo>
                    <a:pt x="2540" y="1210"/>
                  </a:lnTo>
                  <a:lnTo>
                    <a:pt x="2540" y="1061"/>
                  </a:lnTo>
                  <a:lnTo>
                    <a:pt x="2540" y="911"/>
                  </a:lnTo>
                  <a:lnTo>
                    <a:pt x="2510" y="777"/>
                  </a:lnTo>
                  <a:lnTo>
                    <a:pt x="2480" y="627"/>
                  </a:lnTo>
                  <a:lnTo>
                    <a:pt x="2435" y="493"/>
                  </a:lnTo>
                  <a:lnTo>
                    <a:pt x="2376" y="359"/>
                  </a:lnTo>
                  <a:lnTo>
                    <a:pt x="2301" y="239"/>
                  </a:lnTo>
                  <a:lnTo>
                    <a:pt x="2211" y="120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3"/>
            <p:cNvSpPr/>
            <p:nvPr/>
          </p:nvSpPr>
          <p:spPr>
            <a:xfrm>
              <a:off x="3975872" y="2415608"/>
              <a:ext cx="369740" cy="138711"/>
            </a:xfrm>
            <a:custGeom>
              <a:avLst/>
              <a:gdLst/>
              <a:ahLst/>
              <a:cxnLst/>
              <a:rect l="l" t="t" r="r" b="b"/>
              <a:pathLst>
                <a:path w="13461" h="5050" extrusionOk="0">
                  <a:moveTo>
                    <a:pt x="1016" y="0"/>
                  </a:moveTo>
                  <a:lnTo>
                    <a:pt x="867" y="30"/>
                  </a:lnTo>
                  <a:lnTo>
                    <a:pt x="717" y="75"/>
                  </a:lnTo>
                  <a:lnTo>
                    <a:pt x="583" y="150"/>
                  </a:lnTo>
                  <a:lnTo>
                    <a:pt x="463" y="224"/>
                  </a:lnTo>
                  <a:lnTo>
                    <a:pt x="344" y="329"/>
                  </a:lnTo>
                  <a:lnTo>
                    <a:pt x="254" y="434"/>
                  </a:lnTo>
                  <a:lnTo>
                    <a:pt x="165" y="568"/>
                  </a:lnTo>
                  <a:lnTo>
                    <a:pt x="90" y="703"/>
                  </a:lnTo>
                  <a:lnTo>
                    <a:pt x="45" y="852"/>
                  </a:lnTo>
                  <a:lnTo>
                    <a:pt x="15" y="1001"/>
                  </a:lnTo>
                  <a:lnTo>
                    <a:pt x="0" y="1151"/>
                  </a:lnTo>
                  <a:lnTo>
                    <a:pt x="0" y="1300"/>
                  </a:lnTo>
                  <a:lnTo>
                    <a:pt x="30" y="1435"/>
                  </a:lnTo>
                  <a:lnTo>
                    <a:pt x="75" y="1584"/>
                  </a:lnTo>
                  <a:lnTo>
                    <a:pt x="135" y="1733"/>
                  </a:lnTo>
                  <a:lnTo>
                    <a:pt x="284" y="1972"/>
                  </a:lnTo>
                  <a:lnTo>
                    <a:pt x="448" y="2226"/>
                  </a:lnTo>
                  <a:lnTo>
                    <a:pt x="643" y="2495"/>
                  </a:lnTo>
                  <a:lnTo>
                    <a:pt x="867" y="2764"/>
                  </a:lnTo>
                  <a:lnTo>
                    <a:pt x="1136" y="3048"/>
                  </a:lnTo>
                  <a:lnTo>
                    <a:pt x="1434" y="3317"/>
                  </a:lnTo>
                  <a:lnTo>
                    <a:pt x="1763" y="3601"/>
                  </a:lnTo>
                  <a:lnTo>
                    <a:pt x="2137" y="3855"/>
                  </a:lnTo>
                  <a:lnTo>
                    <a:pt x="2331" y="3974"/>
                  </a:lnTo>
                  <a:lnTo>
                    <a:pt x="2555" y="4094"/>
                  </a:lnTo>
                  <a:lnTo>
                    <a:pt x="2764" y="4213"/>
                  </a:lnTo>
                  <a:lnTo>
                    <a:pt x="3003" y="4333"/>
                  </a:lnTo>
                  <a:lnTo>
                    <a:pt x="3242" y="4437"/>
                  </a:lnTo>
                  <a:lnTo>
                    <a:pt x="3511" y="4527"/>
                  </a:lnTo>
                  <a:lnTo>
                    <a:pt x="3765" y="4617"/>
                  </a:lnTo>
                  <a:lnTo>
                    <a:pt x="4049" y="4706"/>
                  </a:lnTo>
                  <a:lnTo>
                    <a:pt x="4348" y="4781"/>
                  </a:lnTo>
                  <a:lnTo>
                    <a:pt x="4646" y="4856"/>
                  </a:lnTo>
                  <a:lnTo>
                    <a:pt x="4960" y="4915"/>
                  </a:lnTo>
                  <a:lnTo>
                    <a:pt x="5289" y="4960"/>
                  </a:lnTo>
                  <a:lnTo>
                    <a:pt x="5632" y="5005"/>
                  </a:lnTo>
                  <a:lnTo>
                    <a:pt x="5991" y="5020"/>
                  </a:lnTo>
                  <a:lnTo>
                    <a:pt x="6364" y="5050"/>
                  </a:lnTo>
                  <a:lnTo>
                    <a:pt x="7126" y="5050"/>
                  </a:lnTo>
                  <a:lnTo>
                    <a:pt x="7500" y="5020"/>
                  </a:lnTo>
                  <a:lnTo>
                    <a:pt x="7858" y="4990"/>
                  </a:lnTo>
                  <a:lnTo>
                    <a:pt x="8202" y="4960"/>
                  </a:lnTo>
                  <a:lnTo>
                    <a:pt x="8531" y="4915"/>
                  </a:lnTo>
                  <a:lnTo>
                    <a:pt x="8844" y="4856"/>
                  </a:lnTo>
                  <a:lnTo>
                    <a:pt x="9143" y="4781"/>
                  </a:lnTo>
                  <a:lnTo>
                    <a:pt x="9442" y="4706"/>
                  </a:lnTo>
                  <a:lnTo>
                    <a:pt x="9711" y="4617"/>
                  </a:lnTo>
                  <a:lnTo>
                    <a:pt x="9980" y="4527"/>
                  </a:lnTo>
                  <a:lnTo>
                    <a:pt x="10234" y="4422"/>
                  </a:lnTo>
                  <a:lnTo>
                    <a:pt x="10473" y="4318"/>
                  </a:lnTo>
                  <a:lnTo>
                    <a:pt x="10712" y="4213"/>
                  </a:lnTo>
                  <a:lnTo>
                    <a:pt x="10936" y="4094"/>
                  </a:lnTo>
                  <a:lnTo>
                    <a:pt x="11145" y="3974"/>
                  </a:lnTo>
                  <a:lnTo>
                    <a:pt x="11339" y="3855"/>
                  </a:lnTo>
                  <a:lnTo>
                    <a:pt x="11713" y="3586"/>
                  </a:lnTo>
                  <a:lnTo>
                    <a:pt x="12042" y="3317"/>
                  </a:lnTo>
                  <a:lnTo>
                    <a:pt x="12340" y="3048"/>
                  </a:lnTo>
                  <a:lnTo>
                    <a:pt x="12594" y="2764"/>
                  </a:lnTo>
                  <a:lnTo>
                    <a:pt x="12818" y="2495"/>
                  </a:lnTo>
                  <a:lnTo>
                    <a:pt x="13013" y="2226"/>
                  </a:lnTo>
                  <a:lnTo>
                    <a:pt x="13177" y="1957"/>
                  </a:lnTo>
                  <a:lnTo>
                    <a:pt x="13326" y="1718"/>
                  </a:lnTo>
                  <a:lnTo>
                    <a:pt x="13386" y="1584"/>
                  </a:lnTo>
                  <a:lnTo>
                    <a:pt x="13431" y="1435"/>
                  </a:lnTo>
                  <a:lnTo>
                    <a:pt x="13461" y="1285"/>
                  </a:lnTo>
                  <a:lnTo>
                    <a:pt x="13461" y="1136"/>
                  </a:lnTo>
                  <a:lnTo>
                    <a:pt x="13446" y="986"/>
                  </a:lnTo>
                  <a:lnTo>
                    <a:pt x="13416" y="837"/>
                  </a:lnTo>
                  <a:lnTo>
                    <a:pt x="13356" y="703"/>
                  </a:lnTo>
                  <a:lnTo>
                    <a:pt x="13296" y="568"/>
                  </a:lnTo>
                  <a:lnTo>
                    <a:pt x="13207" y="434"/>
                  </a:lnTo>
                  <a:lnTo>
                    <a:pt x="13102" y="329"/>
                  </a:lnTo>
                  <a:lnTo>
                    <a:pt x="12998" y="224"/>
                  </a:lnTo>
                  <a:lnTo>
                    <a:pt x="12863" y="150"/>
                  </a:lnTo>
                  <a:lnTo>
                    <a:pt x="12729" y="75"/>
                  </a:lnTo>
                  <a:lnTo>
                    <a:pt x="12594" y="30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3"/>
            <p:cNvSpPr/>
            <p:nvPr/>
          </p:nvSpPr>
          <p:spPr>
            <a:xfrm>
              <a:off x="3991034" y="2430797"/>
              <a:ext cx="339004" cy="108359"/>
            </a:xfrm>
            <a:custGeom>
              <a:avLst/>
              <a:gdLst/>
              <a:ahLst/>
              <a:cxnLst/>
              <a:rect l="l" t="t" r="r" b="b"/>
              <a:pathLst>
                <a:path w="12342" h="3945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" y="657"/>
                  </a:lnTo>
                  <a:lnTo>
                    <a:pt x="16" y="747"/>
                  </a:lnTo>
                  <a:lnTo>
                    <a:pt x="46" y="822"/>
                  </a:lnTo>
                  <a:lnTo>
                    <a:pt x="76" y="911"/>
                  </a:lnTo>
                  <a:lnTo>
                    <a:pt x="285" y="1240"/>
                  </a:lnTo>
                  <a:lnTo>
                    <a:pt x="404" y="1419"/>
                  </a:lnTo>
                  <a:lnTo>
                    <a:pt x="539" y="1614"/>
                  </a:lnTo>
                  <a:lnTo>
                    <a:pt x="718" y="1823"/>
                  </a:lnTo>
                  <a:lnTo>
                    <a:pt x="897" y="2017"/>
                  </a:lnTo>
                  <a:lnTo>
                    <a:pt x="1106" y="2226"/>
                  </a:lnTo>
                  <a:lnTo>
                    <a:pt x="1346" y="2435"/>
                  </a:lnTo>
                  <a:lnTo>
                    <a:pt x="1600" y="2629"/>
                  </a:lnTo>
                  <a:lnTo>
                    <a:pt x="1883" y="2824"/>
                  </a:lnTo>
                  <a:lnTo>
                    <a:pt x="2182" y="3003"/>
                  </a:lnTo>
                  <a:lnTo>
                    <a:pt x="2511" y="3182"/>
                  </a:lnTo>
                  <a:lnTo>
                    <a:pt x="2869" y="3347"/>
                  </a:lnTo>
                  <a:lnTo>
                    <a:pt x="3243" y="3481"/>
                  </a:lnTo>
                  <a:lnTo>
                    <a:pt x="3661" y="3616"/>
                  </a:lnTo>
                  <a:lnTo>
                    <a:pt x="4109" y="3720"/>
                  </a:lnTo>
                  <a:lnTo>
                    <a:pt x="4572" y="3810"/>
                  </a:lnTo>
                  <a:lnTo>
                    <a:pt x="5080" y="3884"/>
                  </a:lnTo>
                  <a:lnTo>
                    <a:pt x="5618" y="3929"/>
                  </a:lnTo>
                  <a:lnTo>
                    <a:pt x="6186" y="3944"/>
                  </a:lnTo>
                  <a:lnTo>
                    <a:pt x="6769" y="3929"/>
                  </a:lnTo>
                  <a:lnTo>
                    <a:pt x="7291" y="3884"/>
                  </a:lnTo>
                  <a:lnTo>
                    <a:pt x="7799" y="3810"/>
                  </a:lnTo>
                  <a:lnTo>
                    <a:pt x="8278" y="3720"/>
                  </a:lnTo>
                  <a:lnTo>
                    <a:pt x="8711" y="3616"/>
                  </a:lnTo>
                  <a:lnTo>
                    <a:pt x="9129" y="3481"/>
                  </a:lnTo>
                  <a:lnTo>
                    <a:pt x="9517" y="3347"/>
                  </a:lnTo>
                  <a:lnTo>
                    <a:pt x="9861" y="3182"/>
                  </a:lnTo>
                  <a:lnTo>
                    <a:pt x="10190" y="3003"/>
                  </a:lnTo>
                  <a:lnTo>
                    <a:pt x="10489" y="2824"/>
                  </a:lnTo>
                  <a:lnTo>
                    <a:pt x="10772" y="2629"/>
                  </a:lnTo>
                  <a:lnTo>
                    <a:pt x="11026" y="2435"/>
                  </a:lnTo>
                  <a:lnTo>
                    <a:pt x="11250" y="2226"/>
                  </a:lnTo>
                  <a:lnTo>
                    <a:pt x="11460" y="2017"/>
                  </a:lnTo>
                  <a:lnTo>
                    <a:pt x="11654" y="1823"/>
                  </a:lnTo>
                  <a:lnTo>
                    <a:pt x="11818" y="1614"/>
                  </a:lnTo>
                  <a:lnTo>
                    <a:pt x="11953" y="1419"/>
                  </a:lnTo>
                  <a:lnTo>
                    <a:pt x="12072" y="1240"/>
                  </a:lnTo>
                  <a:lnTo>
                    <a:pt x="12281" y="897"/>
                  </a:lnTo>
                  <a:lnTo>
                    <a:pt x="12311" y="822"/>
                  </a:lnTo>
                  <a:lnTo>
                    <a:pt x="12326" y="747"/>
                  </a:lnTo>
                  <a:lnTo>
                    <a:pt x="12341" y="657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3"/>
            <p:cNvSpPr/>
            <p:nvPr/>
          </p:nvSpPr>
          <p:spPr>
            <a:xfrm>
              <a:off x="3991034" y="2430797"/>
              <a:ext cx="339004" cy="16014"/>
            </a:xfrm>
            <a:custGeom>
              <a:avLst/>
              <a:gdLst/>
              <a:ahLst/>
              <a:cxnLst/>
              <a:rect l="l" t="t" r="r" b="b"/>
              <a:pathLst>
                <a:path w="12342" h="583" extrusionOk="0">
                  <a:moveTo>
                    <a:pt x="613" y="0"/>
                  </a:moveTo>
                  <a:lnTo>
                    <a:pt x="494" y="15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79"/>
                  </a:lnTo>
                  <a:lnTo>
                    <a:pt x="120" y="269"/>
                  </a:lnTo>
                  <a:lnTo>
                    <a:pt x="61" y="359"/>
                  </a:lnTo>
                  <a:lnTo>
                    <a:pt x="16" y="463"/>
                  </a:lnTo>
                  <a:lnTo>
                    <a:pt x="1" y="583"/>
                  </a:lnTo>
                  <a:lnTo>
                    <a:pt x="12341" y="583"/>
                  </a:lnTo>
                  <a:lnTo>
                    <a:pt x="12326" y="463"/>
                  </a:lnTo>
                  <a:lnTo>
                    <a:pt x="12296" y="359"/>
                  </a:lnTo>
                  <a:lnTo>
                    <a:pt x="12237" y="269"/>
                  </a:lnTo>
                  <a:lnTo>
                    <a:pt x="12162" y="179"/>
                  </a:lnTo>
                  <a:lnTo>
                    <a:pt x="12072" y="105"/>
                  </a:lnTo>
                  <a:lnTo>
                    <a:pt x="11968" y="45"/>
                  </a:lnTo>
                  <a:lnTo>
                    <a:pt x="11863" y="15"/>
                  </a:lnTo>
                  <a:lnTo>
                    <a:pt x="11744" y="0"/>
                  </a:lnTo>
                  <a:close/>
                </a:path>
              </a:pathLst>
            </a:custGeom>
            <a:solidFill>
              <a:srgbClr val="DE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3"/>
            <p:cNvSpPr/>
            <p:nvPr/>
          </p:nvSpPr>
          <p:spPr>
            <a:xfrm>
              <a:off x="4731315" y="3532949"/>
              <a:ext cx="99734" cy="147748"/>
            </a:xfrm>
            <a:custGeom>
              <a:avLst/>
              <a:gdLst/>
              <a:ahLst/>
              <a:cxnLst/>
              <a:rect l="l" t="t" r="r" b="b"/>
              <a:pathLst>
                <a:path w="3631" h="5379" extrusionOk="0">
                  <a:moveTo>
                    <a:pt x="2614" y="1"/>
                  </a:moveTo>
                  <a:lnTo>
                    <a:pt x="2510" y="16"/>
                  </a:lnTo>
                  <a:lnTo>
                    <a:pt x="2420" y="31"/>
                  </a:lnTo>
                  <a:lnTo>
                    <a:pt x="2331" y="60"/>
                  </a:lnTo>
                  <a:lnTo>
                    <a:pt x="2241" y="90"/>
                  </a:lnTo>
                  <a:lnTo>
                    <a:pt x="2151" y="135"/>
                  </a:lnTo>
                  <a:lnTo>
                    <a:pt x="2077" y="195"/>
                  </a:lnTo>
                  <a:lnTo>
                    <a:pt x="2002" y="255"/>
                  </a:lnTo>
                  <a:lnTo>
                    <a:pt x="1927" y="314"/>
                  </a:lnTo>
                  <a:lnTo>
                    <a:pt x="1867" y="389"/>
                  </a:lnTo>
                  <a:lnTo>
                    <a:pt x="1808" y="479"/>
                  </a:lnTo>
                  <a:lnTo>
                    <a:pt x="1763" y="553"/>
                  </a:lnTo>
                  <a:lnTo>
                    <a:pt x="105" y="3960"/>
                  </a:lnTo>
                  <a:lnTo>
                    <a:pt x="60" y="4064"/>
                  </a:lnTo>
                  <a:lnTo>
                    <a:pt x="30" y="4154"/>
                  </a:lnTo>
                  <a:lnTo>
                    <a:pt x="15" y="4244"/>
                  </a:lnTo>
                  <a:lnTo>
                    <a:pt x="0" y="4348"/>
                  </a:lnTo>
                  <a:lnTo>
                    <a:pt x="0" y="4438"/>
                  </a:lnTo>
                  <a:lnTo>
                    <a:pt x="15" y="4527"/>
                  </a:lnTo>
                  <a:lnTo>
                    <a:pt x="30" y="4632"/>
                  </a:lnTo>
                  <a:lnTo>
                    <a:pt x="60" y="4722"/>
                  </a:lnTo>
                  <a:lnTo>
                    <a:pt x="90" y="4811"/>
                  </a:lnTo>
                  <a:lnTo>
                    <a:pt x="134" y="4886"/>
                  </a:lnTo>
                  <a:lnTo>
                    <a:pt x="194" y="4961"/>
                  </a:lnTo>
                  <a:lnTo>
                    <a:pt x="254" y="5035"/>
                  </a:lnTo>
                  <a:lnTo>
                    <a:pt x="314" y="5110"/>
                  </a:lnTo>
                  <a:lnTo>
                    <a:pt x="388" y="5170"/>
                  </a:lnTo>
                  <a:lnTo>
                    <a:pt x="463" y="5230"/>
                  </a:lnTo>
                  <a:lnTo>
                    <a:pt x="553" y="5274"/>
                  </a:lnTo>
                  <a:lnTo>
                    <a:pt x="657" y="5319"/>
                  </a:lnTo>
                  <a:lnTo>
                    <a:pt x="777" y="5349"/>
                  </a:lnTo>
                  <a:lnTo>
                    <a:pt x="881" y="5379"/>
                  </a:lnTo>
                  <a:lnTo>
                    <a:pt x="986" y="5379"/>
                  </a:lnTo>
                  <a:lnTo>
                    <a:pt x="1120" y="5364"/>
                  </a:lnTo>
                  <a:lnTo>
                    <a:pt x="1255" y="5349"/>
                  </a:lnTo>
                  <a:lnTo>
                    <a:pt x="1389" y="5304"/>
                  </a:lnTo>
                  <a:lnTo>
                    <a:pt x="1509" y="5230"/>
                  </a:lnTo>
                  <a:lnTo>
                    <a:pt x="1614" y="5155"/>
                  </a:lnTo>
                  <a:lnTo>
                    <a:pt x="1718" y="5065"/>
                  </a:lnTo>
                  <a:lnTo>
                    <a:pt x="1808" y="4946"/>
                  </a:lnTo>
                  <a:lnTo>
                    <a:pt x="1867" y="4826"/>
                  </a:lnTo>
                  <a:lnTo>
                    <a:pt x="3541" y="1420"/>
                  </a:lnTo>
                  <a:lnTo>
                    <a:pt x="3571" y="1330"/>
                  </a:lnTo>
                  <a:lnTo>
                    <a:pt x="3600" y="1241"/>
                  </a:lnTo>
                  <a:lnTo>
                    <a:pt x="3615" y="1136"/>
                  </a:lnTo>
                  <a:lnTo>
                    <a:pt x="3630" y="1046"/>
                  </a:lnTo>
                  <a:lnTo>
                    <a:pt x="3630" y="942"/>
                  </a:lnTo>
                  <a:lnTo>
                    <a:pt x="3630" y="852"/>
                  </a:lnTo>
                  <a:lnTo>
                    <a:pt x="3600" y="763"/>
                  </a:lnTo>
                  <a:lnTo>
                    <a:pt x="3586" y="673"/>
                  </a:lnTo>
                  <a:lnTo>
                    <a:pt x="3541" y="583"/>
                  </a:lnTo>
                  <a:lnTo>
                    <a:pt x="3496" y="494"/>
                  </a:lnTo>
                  <a:lnTo>
                    <a:pt x="3451" y="419"/>
                  </a:lnTo>
                  <a:lnTo>
                    <a:pt x="3391" y="344"/>
                  </a:lnTo>
                  <a:lnTo>
                    <a:pt x="3317" y="270"/>
                  </a:lnTo>
                  <a:lnTo>
                    <a:pt x="3257" y="210"/>
                  </a:lnTo>
                  <a:lnTo>
                    <a:pt x="3167" y="150"/>
                  </a:lnTo>
                  <a:lnTo>
                    <a:pt x="3078" y="105"/>
                  </a:lnTo>
                  <a:lnTo>
                    <a:pt x="2988" y="60"/>
                  </a:lnTo>
                  <a:lnTo>
                    <a:pt x="2898" y="31"/>
                  </a:lnTo>
                  <a:lnTo>
                    <a:pt x="2794" y="16"/>
                  </a:lnTo>
                  <a:lnTo>
                    <a:pt x="2704" y="16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3"/>
            <p:cNvSpPr/>
            <p:nvPr/>
          </p:nvSpPr>
          <p:spPr>
            <a:xfrm>
              <a:off x="4814182" y="3562503"/>
              <a:ext cx="84160" cy="185900"/>
            </a:xfrm>
            <a:custGeom>
              <a:avLst/>
              <a:gdLst/>
              <a:ahLst/>
              <a:cxnLst/>
              <a:rect l="l" t="t" r="r" b="b"/>
              <a:pathLst>
                <a:path w="3064" h="6768" extrusionOk="0">
                  <a:moveTo>
                    <a:pt x="867" y="0"/>
                  </a:moveTo>
                  <a:lnTo>
                    <a:pt x="763" y="30"/>
                  </a:lnTo>
                  <a:lnTo>
                    <a:pt x="673" y="45"/>
                  </a:lnTo>
                  <a:lnTo>
                    <a:pt x="583" y="90"/>
                  </a:lnTo>
                  <a:lnTo>
                    <a:pt x="494" y="135"/>
                  </a:lnTo>
                  <a:lnTo>
                    <a:pt x="404" y="180"/>
                  </a:lnTo>
                  <a:lnTo>
                    <a:pt x="330" y="239"/>
                  </a:lnTo>
                  <a:lnTo>
                    <a:pt x="270" y="314"/>
                  </a:lnTo>
                  <a:lnTo>
                    <a:pt x="210" y="389"/>
                  </a:lnTo>
                  <a:lnTo>
                    <a:pt x="150" y="463"/>
                  </a:lnTo>
                  <a:lnTo>
                    <a:pt x="105" y="538"/>
                  </a:lnTo>
                  <a:lnTo>
                    <a:pt x="61" y="628"/>
                  </a:lnTo>
                  <a:lnTo>
                    <a:pt x="31" y="717"/>
                  </a:lnTo>
                  <a:lnTo>
                    <a:pt x="16" y="807"/>
                  </a:lnTo>
                  <a:lnTo>
                    <a:pt x="1" y="912"/>
                  </a:lnTo>
                  <a:lnTo>
                    <a:pt x="1" y="1001"/>
                  </a:lnTo>
                  <a:lnTo>
                    <a:pt x="16" y="1106"/>
                  </a:lnTo>
                  <a:lnTo>
                    <a:pt x="31" y="1196"/>
                  </a:lnTo>
                  <a:lnTo>
                    <a:pt x="1121" y="6006"/>
                  </a:lnTo>
                  <a:lnTo>
                    <a:pt x="1166" y="6170"/>
                  </a:lnTo>
                  <a:lnTo>
                    <a:pt x="1241" y="6320"/>
                  </a:lnTo>
                  <a:lnTo>
                    <a:pt x="1345" y="6454"/>
                  </a:lnTo>
                  <a:lnTo>
                    <a:pt x="1465" y="6559"/>
                  </a:lnTo>
                  <a:lnTo>
                    <a:pt x="1599" y="6648"/>
                  </a:lnTo>
                  <a:lnTo>
                    <a:pt x="1749" y="6723"/>
                  </a:lnTo>
                  <a:lnTo>
                    <a:pt x="1913" y="6753"/>
                  </a:lnTo>
                  <a:lnTo>
                    <a:pt x="2077" y="6768"/>
                  </a:lnTo>
                  <a:lnTo>
                    <a:pt x="2182" y="6768"/>
                  </a:lnTo>
                  <a:lnTo>
                    <a:pt x="2287" y="6753"/>
                  </a:lnTo>
                  <a:lnTo>
                    <a:pt x="2391" y="6723"/>
                  </a:lnTo>
                  <a:lnTo>
                    <a:pt x="2481" y="6678"/>
                  </a:lnTo>
                  <a:lnTo>
                    <a:pt x="2570" y="6648"/>
                  </a:lnTo>
                  <a:lnTo>
                    <a:pt x="2645" y="6589"/>
                  </a:lnTo>
                  <a:lnTo>
                    <a:pt x="2720" y="6529"/>
                  </a:lnTo>
                  <a:lnTo>
                    <a:pt x="2795" y="6469"/>
                  </a:lnTo>
                  <a:lnTo>
                    <a:pt x="2854" y="6394"/>
                  </a:lnTo>
                  <a:lnTo>
                    <a:pt x="2914" y="6320"/>
                  </a:lnTo>
                  <a:lnTo>
                    <a:pt x="2959" y="6230"/>
                  </a:lnTo>
                  <a:lnTo>
                    <a:pt x="2989" y="6141"/>
                  </a:lnTo>
                  <a:lnTo>
                    <a:pt x="3019" y="6051"/>
                  </a:lnTo>
                  <a:lnTo>
                    <a:pt x="3049" y="5961"/>
                  </a:lnTo>
                  <a:lnTo>
                    <a:pt x="3063" y="5872"/>
                  </a:lnTo>
                  <a:lnTo>
                    <a:pt x="3063" y="5767"/>
                  </a:lnTo>
                  <a:lnTo>
                    <a:pt x="3049" y="5677"/>
                  </a:lnTo>
                  <a:lnTo>
                    <a:pt x="3034" y="5573"/>
                  </a:lnTo>
                  <a:lnTo>
                    <a:pt x="1943" y="762"/>
                  </a:lnTo>
                  <a:lnTo>
                    <a:pt x="1913" y="673"/>
                  </a:lnTo>
                  <a:lnTo>
                    <a:pt x="1883" y="583"/>
                  </a:lnTo>
                  <a:lnTo>
                    <a:pt x="1838" y="493"/>
                  </a:lnTo>
                  <a:lnTo>
                    <a:pt x="1779" y="404"/>
                  </a:lnTo>
                  <a:lnTo>
                    <a:pt x="1719" y="329"/>
                  </a:lnTo>
                  <a:lnTo>
                    <a:pt x="1659" y="269"/>
                  </a:lnTo>
                  <a:lnTo>
                    <a:pt x="1584" y="210"/>
                  </a:lnTo>
                  <a:lnTo>
                    <a:pt x="1510" y="150"/>
                  </a:lnTo>
                  <a:lnTo>
                    <a:pt x="1420" y="105"/>
                  </a:lnTo>
                  <a:lnTo>
                    <a:pt x="1345" y="60"/>
                  </a:lnTo>
                  <a:lnTo>
                    <a:pt x="1256" y="30"/>
                  </a:lnTo>
                  <a:lnTo>
                    <a:pt x="1151" y="15"/>
                  </a:lnTo>
                  <a:lnTo>
                    <a:pt x="10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33"/>
            <p:cNvSpPr/>
            <p:nvPr/>
          </p:nvSpPr>
          <p:spPr>
            <a:xfrm>
              <a:off x="4890100" y="3562915"/>
              <a:ext cx="87841" cy="185103"/>
            </a:xfrm>
            <a:custGeom>
              <a:avLst/>
              <a:gdLst/>
              <a:ahLst/>
              <a:cxnLst/>
              <a:rect l="l" t="t" r="r" b="b"/>
              <a:pathLst>
                <a:path w="3198" h="6739" extrusionOk="0">
                  <a:moveTo>
                    <a:pt x="942" y="0"/>
                  </a:moveTo>
                  <a:lnTo>
                    <a:pt x="837" y="15"/>
                  </a:lnTo>
                  <a:lnTo>
                    <a:pt x="748" y="30"/>
                  </a:lnTo>
                  <a:lnTo>
                    <a:pt x="643" y="60"/>
                  </a:lnTo>
                  <a:lnTo>
                    <a:pt x="553" y="105"/>
                  </a:lnTo>
                  <a:lnTo>
                    <a:pt x="479" y="150"/>
                  </a:lnTo>
                  <a:lnTo>
                    <a:pt x="389" y="209"/>
                  </a:lnTo>
                  <a:lnTo>
                    <a:pt x="314" y="269"/>
                  </a:lnTo>
                  <a:lnTo>
                    <a:pt x="255" y="329"/>
                  </a:lnTo>
                  <a:lnTo>
                    <a:pt x="195" y="404"/>
                  </a:lnTo>
                  <a:lnTo>
                    <a:pt x="150" y="478"/>
                  </a:lnTo>
                  <a:lnTo>
                    <a:pt x="105" y="568"/>
                  </a:lnTo>
                  <a:lnTo>
                    <a:pt x="60" y="658"/>
                  </a:lnTo>
                  <a:lnTo>
                    <a:pt x="31" y="747"/>
                  </a:lnTo>
                  <a:lnTo>
                    <a:pt x="16" y="837"/>
                  </a:lnTo>
                  <a:lnTo>
                    <a:pt x="1" y="941"/>
                  </a:lnTo>
                  <a:lnTo>
                    <a:pt x="1" y="1031"/>
                  </a:lnTo>
                  <a:lnTo>
                    <a:pt x="16" y="1136"/>
                  </a:lnTo>
                  <a:lnTo>
                    <a:pt x="31" y="1225"/>
                  </a:lnTo>
                  <a:lnTo>
                    <a:pt x="1256" y="6006"/>
                  </a:lnTo>
                  <a:lnTo>
                    <a:pt x="1315" y="6155"/>
                  </a:lnTo>
                  <a:lnTo>
                    <a:pt x="1390" y="6305"/>
                  </a:lnTo>
                  <a:lnTo>
                    <a:pt x="1495" y="6439"/>
                  </a:lnTo>
                  <a:lnTo>
                    <a:pt x="1614" y="6544"/>
                  </a:lnTo>
                  <a:lnTo>
                    <a:pt x="1749" y="6619"/>
                  </a:lnTo>
                  <a:lnTo>
                    <a:pt x="1898" y="6693"/>
                  </a:lnTo>
                  <a:lnTo>
                    <a:pt x="2047" y="6723"/>
                  </a:lnTo>
                  <a:lnTo>
                    <a:pt x="2212" y="6738"/>
                  </a:lnTo>
                  <a:lnTo>
                    <a:pt x="2331" y="6738"/>
                  </a:lnTo>
                  <a:lnTo>
                    <a:pt x="2451" y="6708"/>
                  </a:lnTo>
                  <a:lnTo>
                    <a:pt x="2555" y="6678"/>
                  </a:lnTo>
                  <a:lnTo>
                    <a:pt x="2645" y="6648"/>
                  </a:lnTo>
                  <a:lnTo>
                    <a:pt x="2735" y="6604"/>
                  </a:lnTo>
                  <a:lnTo>
                    <a:pt x="2809" y="6544"/>
                  </a:lnTo>
                  <a:lnTo>
                    <a:pt x="2884" y="6484"/>
                  </a:lnTo>
                  <a:lnTo>
                    <a:pt x="2944" y="6409"/>
                  </a:lnTo>
                  <a:lnTo>
                    <a:pt x="3004" y="6335"/>
                  </a:lnTo>
                  <a:lnTo>
                    <a:pt x="3063" y="6260"/>
                  </a:lnTo>
                  <a:lnTo>
                    <a:pt x="3108" y="6170"/>
                  </a:lnTo>
                  <a:lnTo>
                    <a:pt x="3138" y="6096"/>
                  </a:lnTo>
                  <a:lnTo>
                    <a:pt x="3168" y="5991"/>
                  </a:lnTo>
                  <a:lnTo>
                    <a:pt x="3183" y="5901"/>
                  </a:lnTo>
                  <a:lnTo>
                    <a:pt x="3198" y="5812"/>
                  </a:lnTo>
                  <a:lnTo>
                    <a:pt x="3198" y="5707"/>
                  </a:lnTo>
                  <a:lnTo>
                    <a:pt x="3183" y="5618"/>
                  </a:lnTo>
                  <a:lnTo>
                    <a:pt x="3168" y="5513"/>
                  </a:lnTo>
                  <a:lnTo>
                    <a:pt x="1943" y="747"/>
                  </a:lnTo>
                  <a:lnTo>
                    <a:pt x="1913" y="643"/>
                  </a:lnTo>
                  <a:lnTo>
                    <a:pt x="1868" y="553"/>
                  </a:lnTo>
                  <a:lnTo>
                    <a:pt x="1823" y="463"/>
                  </a:lnTo>
                  <a:lnTo>
                    <a:pt x="1778" y="389"/>
                  </a:lnTo>
                  <a:lnTo>
                    <a:pt x="1704" y="314"/>
                  </a:lnTo>
                  <a:lnTo>
                    <a:pt x="1644" y="254"/>
                  </a:lnTo>
                  <a:lnTo>
                    <a:pt x="1569" y="195"/>
                  </a:lnTo>
                  <a:lnTo>
                    <a:pt x="1495" y="135"/>
                  </a:lnTo>
                  <a:lnTo>
                    <a:pt x="1405" y="90"/>
                  </a:lnTo>
                  <a:lnTo>
                    <a:pt x="1315" y="60"/>
                  </a:lnTo>
                  <a:lnTo>
                    <a:pt x="1226" y="30"/>
                  </a:lnTo>
                  <a:lnTo>
                    <a:pt x="1136" y="15"/>
                  </a:lnTo>
                  <a:lnTo>
                    <a:pt x="104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33"/>
            <p:cNvSpPr/>
            <p:nvPr/>
          </p:nvSpPr>
          <p:spPr>
            <a:xfrm>
              <a:off x="4948797" y="3523528"/>
              <a:ext cx="91934" cy="184252"/>
            </a:xfrm>
            <a:custGeom>
              <a:avLst/>
              <a:gdLst/>
              <a:ahLst/>
              <a:cxnLst/>
              <a:rect l="l" t="t" r="r" b="b"/>
              <a:pathLst>
                <a:path w="3347" h="6708" extrusionOk="0">
                  <a:moveTo>
                    <a:pt x="911" y="0"/>
                  </a:moveTo>
                  <a:lnTo>
                    <a:pt x="807" y="15"/>
                  </a:lnTo>
                  <a:lnTo>
                    <a:pt x="717" y="45"/>
                  </a:lnTo>
                  <a:lnTo>
                    <a:pt x="613" y="75"/>
                  </a:lnTo>
                  <a:lnTo>
                    <a:pt x="523" y="120"/>
                  </a:lnTo>
                  <a:lnTo>
                    <a:pt x="448" y="164"/>
                  </a:lnTo>
                  <a:lnTo>
                    <a:pt x="359" y="224"/>
                  </a:lnTo>
                  <a:lnTo>
                    <a:pt x="299" y="284"/>
                  </a:lnTo>
                  <a:lnTo>
                    <a:pt x="224" y="359"/>
                  </a:lnTo>
                  <a:lnTo>
                    <a:pt x="179" y="433"/>
                  </a:lnTo>
                  <a:lnTo>
                    <a:pt x="120" y="508"/>
                  </a:lnTo>
                  <a:lnTo>
                    <a:pt x="75" y="598"/>
                  </a:lnTo>
                  <a:lnTo>
                    <a:pt x="45" y="687"/>
                  </a:lnTo>
                  <a:lnTo>
                    <a:pt x="30" y="777"/>
                  </a:lnTo>
                  <a:lnTo>
                    <a:pt x="15" y="867"/>
                  </a:lnTo>
                  <a:lnTo>
                    <a:pt x="0" y="971"/>
                  </a:lnTo>
                  <a:lnTo>
                    <a:pt x="0" y="1061"/>
                  </a:lnTo>
                  <a:lnTo>
                    <a:pt x="15" y="1165"/>
                  </a:lnTo>
                  <a:lnTo>
                    <a:pt x="45" y="1255"/>
                  </a:lnTo>
                  <a:lnTo>
                    <a:pt x="1419" y="5991"/>
                  </a:lnTo>
                  <a:lnTo>
                    <a:pt x="1479" y="6140"/>
                  </a:lnTo>
                  <a:lnTo>
                    <a:pt x="1554" y="6290"/>
                  </a:lnTo>
                  <a:lnTo>
                    <a:pt x="1658" y="6409"/>
                  </a:lnTo>
                  <a:lnTo>
                    <a:pt x="1778" y="6514"/>
                  </a:lnTo>
                  <a:lnTo>
                    <a:pt x="1897" y="6588"/>
                  </a:lnTo>
                  <a:lnTo>
                    <a:pt x="2047" y="6648"/>
                  </a:lnTo>
                  <a:lnTo>
                    <a:pt x="2196" y="6693"/>
                  </a:lnTo>
                  <a:lnTo>
                    <a:pt x="2360" y="6708"/>
                  </a:lnTo>
                  <a:lnTo>
                    <a:pt x="2495" y="6693"/>
                  </a:lnTo>
                  <a:lnTo>
                    <a:pt x="2629" y="6663"/>
                  </a:lnTo>
                  <a:lnTo>
                    <a:pt x="2734" y="6633"/>
                  </a:lnTo>
                  <a:lnTo>
                    <a:pt x="2824" y="6588"/>
                  </a:lnTo>
                  <a:lnTo>
                    <a:pt x="2898" y="6544"/>
                  </a:lnTo>
                  <a:lnTo>
                    <a:pt x="2973" y="6484"/>
                  </a:lnTo>
                  <a:lnTo>
                    <a:pt x="3048" y="6424"/>
                  </a:lnTo>
                  <a:lnTo>
                    <a:pt x="3107" y="6349"/>
                  </a:lnTo>
                  <a:lnTo>
                    <a:pt x="3167" y="6275"/>
                  </a:lnTo>
                  <a:lnTo>
                    <a:pt x="3212" y="6185"/>
                  </a:lnTo>
                  <a:lnTo>
                    <a:pt x="3257" y="6110"/>
                  </a:lnTo>
                  <a:lnTo>
                    <a:pt x="3287" y="6021"/>
                  </a:lnTo>
                  <a:lnTo>
                    <a:pt x="3317" y="5931"/>
                  </a:lnTo>
                  <a:lnTo>
                    <a:pt x="3332" y="5827"/>
                  </a:lnTo>
                  <a:lnTo>
                    <a:pt x="3346" y="5737"/>
                  </a:lnTo>
                  <a:lnTo>
                    <a:pt x="3332" y="5632"/>
                  </a:lnTo>
                  <a:lnTo>
                    <a:pt x="3332" y="5543"/>
                  </a:lnTo>
                  <a:lnTo>
                    <a:pt x="3302" y="5438"/>
                  </a:lnTo>
                  <a:lnTo>
                    <a:pt x="1927" y="717"/>
                  </a:lnTo>
                  <a:lnTo>
                    <a:pt x="1897" y="613"/>
                  </a:lnTo>
                  <a:lnTo>
                    <a:pt x="1853" y="523"/>
                  </a:lnTo>
                  <a:lnTo>
                    <a:pt x="1808" y="448"/>
                  </a:lnTo>
                  <a:lnTo>
                    <a:pt x="1748" y="359"/>
                  </a:lnTo>
                  <a:lnTo>
                    <a:pt x="1688" y="299"/>
                  </a:lnTo>
                  <a:lnTo>
                    <a:pt x="1614" y="224"/>
                  </a:lnTo>
                  <a:lnTo>
                    <a:pt x="1539" y="179"/>
                  </a:lnTo>
                  <a:lnTo>
                    <a:pt x="1464" y="120"/>
                  </a:lnTo>
                  <a:lnTo>
                    <a:pt x="1374" y="75"/>
                  </a:lnTo>
                  <a:lnTo>
                    <a:pt x="1285" y="45"/>
                  </a:lnTo>
                  <a:lnTo>
                    <a:pt x="1195" y="30"/>
                  </a:lnTo>
                  <a:lnTo>
                    <a:pt x="1106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33"/>
            <p:cNvSpPr/>
            <p:nvPr/>
          </p:nvSpPr>
          <p:spPr>
            <a:xfrm>
              <a:off x="4596701" y="2837028"/>
              <a:ext cx="323402" cy="396823"/>
            </a:xfrm>
            <a:custGeom>
              <a:avLst/>
              <a:gdLst/>
              <a:ahLst/>
              <a:cxnLst/>
              <a:rect l="l" t="t" r="r" b="b"/>
              <a:pathLst>
                <a:path w="11774" h="14447" extrusionOk="0">
                  <a:moveTo>
                    <a:pt x="1868" y="0"/>
                  </a:moveTo>
                  <a:lnTo>
                    <a:pt x="1495" y="30"/>
                  </a:lnTo>
                  <a:lnTo>
                    <a:pt x="1121" y="60"/>
                  </a:lnTo>
                  <a:lnTo>
                    <a:pt x="748" y="120"/>
                  </a:lnTo>
                  <a:lnTo>
                    <a:pt x="374" y="194"/>
                  </a:lnTo>
                  <a:lnTo>
                    <a:pt x="1" y="269"/>
                  </a:lnTo>
                  <a:lnTo>
                    <a:pt x="1719" y="6858"/>
                  </a:lnTo>
                  <a:lnTo>
                    <a:pt x="2242" y="8844"/>
                  </a:lnTo>
                  <a:lnTo>
                    <a:pt x="3527" y="13789"/>
                  </a:lnTo>
                  <a:lnTo>
                    <a:pt x="3556" y="13909"/>
                  </a:lnTo>
                  <a:lnTo>
                    <a:pt x="3616" y="14028"/>
                  </a:lnTo>
                  <a:lnTo>
                    <a:pt x="3691" y="14118"/>
                  </a:lnTo>
                  <a:lnTo>
                    <a:pt x="3766" y="14208"/>
                  </a:lnTo>
                  <a:lnTo>
                    <a:pt x="3855" y="14282"/>
                  </a:lnTo>
                  <a:lnTo>
                    <a:pt x="3960" y="14342"/>
                  </a:lnTo>
                  <a:lnTo>
                    <a:pt x="4064" y="14387"/>
                  </a:lnTo>
                  <a:lnTo>
                    <a:pt x="4169" y="14417"/>
                  </a:lnTo>
                  <a:lnTo>
                    <a:pt x="4274" y="14432"/>
                  </a:lnTo>
                  <a:lnTo>
                    <a:pt x="4393" y="14447"/>
                  </a:lnTo>
                  <a:lnTo>
                    <a:pt x="4513" y="14432"/>
                  </a:lnTo>
                  <a:lnTo>
                    <a:pt x="4617" y="14402"/>
                  </a:lnTo>
                  <a:lnTo>
                    <a:pt x="4722" y="14357"/>
                  </a:lnTo>
                  <a:lnTo>
                    <a:pt x="4826" y="14297"/>
                  </a:lnTo>
                  <a:lnTo>
                    <a:pt x="4931" y="14223"/>
                  </a:lnTo>
                  <a:lnTo>
                    <a:pt x="5021" y="14133"/>
                  </a:lnTo>
                  <a:lnTo>
                    <a:pt x="5304" y="13804"/>
                  </a:lnTo>
                  <a:lnTo>
                    <a:pt x="5588" y="13506"/>
                  </a:lnTo>
                  <a:lnTo>
                    <a:pt x="5887" y="13237"/>
                  </a:lnTo>
                  <a:lnTo>
                    <a:pt x="6201" y="13013"/>
                  </a:lnTo>
                  <a:lnTo>
                    <a:pt x="6515" y="12818"/>
                  </a:lnTo>
                  <a:lnTo>
                    <a:pt x="6843" y="12639"/>
                  </a:lnTo>
                  <a:lnTo>
                    <a:pt x="7187" y="12505"/>
                  </a:lnTo>
                  <a:lnTo>
                    <a:pt x="7530" y="12400"/>
                  </a:lnTo>
                  <a:lnTo>
                    <a:pt x="7874" y="12325"/>
                  </a:lnTo>
                  <a:lnTo>
                    <a:pt x="8248" y="12281"/>
                  </a:lnTo>
                  <a:lnTo>
                    <a:pt x="8606" y="12266"/>
                  </a:lnTo>
                  <a:lnTo>
                    <a:pt x="8994" y="12295"/>
                  </a:lnTo>
                  <a:lnTo>
                    <a:pt x="9383" y="12340"/>
                  </a:lnTo>
                  <a:lnTo>
                    <a:pt x="9771" y="12430"/>
                  </a:lnTo>
                  <a:lnTo>
                    <a:pt x="10175" y="12549"/>
                  </a:lnTo>
                  <a:lnTo>
                    <a:pt x="10593" y="12699"/>
                  </a:lnTo>
                  <a:lnTo>
                    <a:pt x="10713" y="12729"/>
                  </a:lnTo>
                  <a:lnTo>
                    <a:pt x="10832" y="12744"/>
                  </a:lnTo>
                  <a:lnTo>
                    <a:pt x="10967" y="12759"/>
                  </a:lnTo>
                  <a:lnTo>
                    <a:pt x="11071" y="12744"/>
                  </a:lnTo>
                  <a:lnTo>
                    <a:pt x="11191" y="12714"/>
                  </a:lnTo>
                  <a:lnTo>
                    <a:pt x="11295" y="12669"/>
                  </a:lnTo>
                  <a:lnTo>
                    <a:pt x="11400" y="12609"/>
                  </a:lnTo>
                  <a:lnTo>
                    <a:pt x="11489" y="12535"/>
                  </a:lnTo>
                  <a:lnTo>
                    <a:pt x="11564" y="12460"/>
                  </a:lnTo>
                  <a:lnTo>
                    <a:pt x="11639" y="12370"/>
                  </a:lnTo>
                  <a:lnTo>
                    <a:pt x="11684" y="12266"/>
                  </a:lnTo>
                  <a:lnTo>
                    <a:pt x="11728" y="12161"/>
                  </a:lnTo>
                  <a:lnTo>
                    <a:pt x="11758" y="12042"/>
                  </a:lnTo>
                  <a:lnTo>
                    <a:pt x="11773" y="11922"/>
                  </a:lnTo>
                  <a:lnTo>
                    <a:pt x="11773" y="11802"/>
                  </a:lnTo>
                  <a:lnTo>
                    <a:pt x="11743" y="11683"/>
                  </a:lnTo>
                  <a:lnTo>
                    <a:pt x="10817" y="8127"/>
                  </a:lnTo>
                  <a:lnTo>
                    <a:pt x="10369" y="6350"/>
                  </a:lnTo>
                  <a:lnTo>
                    <a:pt x="10249" y="5946"/>
                  </a:lnTo>
                  <a:lnTo>
                    <a:pt x="10100" y="5543"/>
                  </a:lnTo>
                  <a:lnTo>
                    <a:pt x="9951" y="5139"/>
                  </a:lnTo>
                  <a:lnTo>
                    <a:pt x="9771" y="4766"/>
                  </a:lnTo>
                  <a:lnTo>
                    <a:pt x="9607" y="4437"/>
                  </a:lnTo>
                  <a:lnTo>
                    <a:pt x="9413" y="4109"/>
                  </a:lnTo>
                  <a:lnTo>
                    <a:pt x="9219" y="3795"/>
                  </a:lnTo>
                  <a:lnTo>
                    <a:pt x="9024" y="3496"/>
                  </a:lnTo>
                  <a:lnTo>
                    <a:pt x="8800" y="3212"/>
                  </a:lnTo>
                  <a:lnTo>
                    <a:pt x="8561" y="2943"/>
                  </a:lnTo>
                  <a:lnTo>
                    <a:pt x="8322" y="2674"/>
                  </a:lnTo>
                  <a:lnTo>
                    <a:pt x="8068" y="2406"/>
                  </a:lnTo>
                  <a:lnTo>
                    <a:pt x="7814" y="2166"/>
                  </a:lnTo>
                  <a:lnTo>
                    <a:pt x="7545" y="1927"/>
                  </a:lnTo>
                  <a:lnTo>
                    <a:pt x="7261" y="1718"/>
                  </a:lnTo>
                  <a:lnTo>
                    <a:pt x="6963" y="1509"/>
                  </a:lnTo>
                  <a:lnTo>
                    <a:pt x="6664" y="1315"/>
                  </a:lnTo>
                  <a:lnTo>
                    <a:pt x="6365" y="1121"/>
                  </a:lnTo>
                  <a:lnTo>
                    <a:pt x="6051" y="956"/>
                  </a:lnTo>
                  <a:lnTo>
                    <a:pt x="5723" y="792"/>
                  </a:lnTo>
                  <a:lnTo>
                    <a:pt x="5409" y="658"/>
                  </a:lnTo>
                  <a:lnTo>
                    <a:pt x="5065" y="523"/>
                  </a:lnTo>
                  <a:lnTo>
                    <a:pt x="4737" y="404"/>
                  </a:lnTo>
                  <a:lnTo>
                    <a:pt x="4393" y="299"/>
                  </a:lnTo>
                  <a:lnTo>
                    <a:pt x="4035" y="209"/>
                  </a:lnTo>
                  <a:lnTo>
                    <a:pt x="3676" y="135"/>
                  </a:lnTo>
                  <a:lnTo>
                    <a:pt x="3332" y="75"/>
                  </a:lnTo>
                  <a:lnTo>
                    <a:pt x="2959" y="45"/>
                  </a:lnTo>
                  <a:lnTo>
                    <a:pt x="2600" y="15"/>
                  </a:lnTo>
                  <a:lnTo>
                    <a:pt x="22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33"/>
            <p:cNvSpPr/>
            <p:nvPr/>
          </p:nvSpPr>
          <p:spPr>
            <a:xfrm>
              <a:off x="4745241" y="3342962"/>
              <a:ext cx="264320" cy="299588"/>
            </a:xfrm>
            <a:custGeom>
              <a:avLst/>
              <a:gdLst/>
              <a:ahLst/>
              <a:cxnLst/>
              <a:rect l="l" t="t" r="r" b="b"/>
              <a:pathLst>
                <a:path w="9623" h="10907" extrusionOk="0">
                  <a:moveTo>
                    <a:pt x="7411" y="1"/>
                  </a:moveTo>
                  <a:lnTo>
                    <a:pt x="7306" y="16"/>
                  </a:lnTo>
                  <a:lnTo>
                    <a:pt x="7202" y="46"/>
                  </a:lnTo>
                  <a:lnTo>
                    <a:pt x="7097" y="90"/>
                  </a:lnTo>
                  <a:lnTo>
                    <a:pt x="7008" y="150"/>
                  </a:lnTo>
                  <a:lnTo>
                    <a:pt x="6918" y="240"/>
                  </a:lnTo>
                  <a:lnTo>
                    <a:pt x="6843" y="329"/>
                  </a:lnTo>
                  <a:lnTo>
                    <a:pt x="6559" y="688"/>
                  </a:lnTo>
                  <a:lnTo>
                    <a:pt x="6261" y="1032"/>
                  </a:lnTo>
                  <a:lnTo>
                    <a:pt x="5947" y="1315"/>
                  </a:lnTo>
                  <a:lnTo>
                    <a:pt x="5633" y="1584"/>
                  </a:lnTo>
                  <a:lnTo>
                    <a:pt x="5319" y="1808"/>
                  </a:lnTo>
                  <a:lnTo>
                    <a:pt x="5155" y="1898"/>
                  </a:lnTo>
                  <a:lnTo>
                    <a:pt x="4976" y="1988"/>
                  </a:lnTo>
                  <a:lnTo>
                    <a:pt x="4812" y="2062"/>
                  </a:lnTo>
                  <a:lnTo>
                    <a:pt x="4632" y="2137"/>
                  </a:lnTo>
                  <a:lnTo>
                    <a:pt x="4468" y="2197"/>
                  </a:lnTo>
                  <a:lnTo>
                    <a:pt x="4289" y="2257"/>
                  </a:lnTo>
                  <a:lnTo>
                    <a:pt x="4109" y="2286"/>
                  </a:lnTo>
                  <a:lnTo>
                    <a:pt x="3930" y="2331"/>
                  </a:lnTo>
                  <a:lnTo>
                    <a:pt x="3736" y="2346"/>
                  </a:lnTo>
                  <a:lnTo>
                    <a:pt x="3557" y="2361"/>
                  </a:lnTo>
                  <a:lnTo>
                    <a:pt x="3362" y="2376"/>
                  </a:lnTo>
                  <a:lnTo>
                    <a:pt x="3168" y="2361"/>
                  </a:lnTo>
                  <a:lnTo>
                    <a:pt x="2780" y="2331"/>
                  </a:lnTo>
                  <a:lnTo>
                    <a:pt x="2391" y="2257"/>
                  </a:lnTo>
                  <a:lnTo>
                    <a:pt x="1973" y="2152"/>
                  </a:lnTo>
                  <a:lnTo>
                    <a:pt x="1555" y="2018"/>
                  </a:lnTo>
                  <a:lnTo>
                    <a:pt x="1136" y="1823"/>
                  </a:lnTo>
                  <a:lnTo>
                    <a:pt x="1017" y="1793"/>
                  </a:lnTo>
                  <a:lnTo>
                    <a:pt x="897" y="1764"/>
                  </a:lnTo>
                  <a:lnTo>
                    <a:pt x="793" y="1749"/>
                  </a:lnTo>
                  <a:lnTo>
                    <a:pt x="673" y="1764"/>
                  </a:lnTo>
                  <a:lnTo>
                    <a:pt x="569" y="1793"/>
                  </a:lnTo>
                  <a:lnTo>
                    <a:pt x="479" y="1823"/>
                  </a:lnTo>
                  <a:lnTo>
                    <a:pt x="374" y="1883"/>
                  </a:lnTo>
                  <a:lnTo>
                    <a:pt x="285" y="1943"/>
                  </a:lnTo>
                  <a:lnTo>
                    <a:pt x="210" y="2018"/>
                  </a:lnTo>
                  <a:lnTo>
                    <a:pt x="150" y="2092"/>
                  </a:lnTo>
                  <a:lnTo>
                    <a:pt x="91" y="2197"/>
                  </a:lnTo>
                  <a:lnTo>
                    <a:pt x="46" y="2286"/>
                  </a:lnTo>
                  <a:lnTo>
                    <a:pt x="16" y="2391"/>
                  </a:lnTo>
                  <a:lnTo>
                    <a:pt x="1" y="2511"/>
                  </a:lnTo>
                  <a:lnTo>
                    <a:pt x="16" y="2630"/>
                  </a:lnTo>
                  <a:lnTo>
                    <a:pt x="31" y="2750"/>
                  </a:lnTo>
                  <a:lnTo>
                    <a:pt x="1256" y="7695"/>
                  </a:lnTo>
                  <a:lnTo>
                    <a:pt x="1316" y="7904"/>
                  </a:lnTo>
                  <a:lnTo>
                    <a:pt x="1390" y="8113"/>
                  </a:lnTo>
                  <a:lnTo>
                    <a:pt x="1465" y="8307"/>
                  </a:lnTo>
                  <a:lnTo>
                    <a:pt x="1555" y="8501"/>
                  </a:lnTo>
                  <a:lnTo>
                    <a:pt x="1644" y="8696"/>
                  </a:lnTo>
                  <a:lnTo>
                    <a:pt x="1749" y="8875"/>
                  </a:lnTo>
                  <a:lnTo>
                    <a:pt x="1868" y="9054"/>
                  </a:lnTo>
                  <a:lnTo>
                    <a:pt x="1988" y="9218"/>
                  </a:lnTo>
                  <a:lnTo>
                    <a:pt x="2122" y="9383"/>
                  </a:lnTo>
                  <a:lnTo>
                    <a:pt x="2257" y="9547"/>
                  </a:lnTo>
                  <a:lnTo>
                    <a:pt x="2391" y="9682"/>
                  </a:lnTo>
                  <a:lnTo>
                    <a:pt x="2556" y="9831"/>
                  </a:lnTo>
                  <a:lnTo>
                    <a:pt x="2705" y="9965"/>
                  </a:lnTo>
                  <a:lnTo>
                    <a:pt x="2869" y="10085"/>
                  </a:lnTo>
                  <a:lnTo>
                    <a:pt x="3034" y="10204"/>
                  </a:lnTo>
                  <a:lnTo>
                    <a:pt x="3213" y="10309"/>
                  </a:lnTo>
                  <a:lnTo>
                    <a:pt x="3392" y="10414"/>
                  </a:lnTo>
                  <a:lnTo>
                    <a:pt x="3572" y="10503"/>
                  </a:lnTo>
                  <a:lnTo>
                    <a:pt x="3766" y="10593"/>
                  </a:lnTo>
                  <a:lnTo>
                    <a:pt x="3945" y="10668"/>
                  </a:lnTo>
                  <a:lnTo>
                    <a:pt x="4154" y="10727"/>
                  </a:lnTo>
                  <a:lnTo>
                    <a:pt x="4348" y="10787"/>
                  </a:lnTo>
                  <a:lnTo>
                    <a:pt x="4543" y="10832"/>
                  </a:lnTo>
                  <a:lnTo>
                    <a:pt x="4752" y="10862"/>
                  </a:lnTo>
                  <a:lnTo>
                    <a:pt x="4961" y="10892"/>
                  </a:lnTo>
                  <a:lnTo>
                    <a:pt x="5170" y="10907"/>
                  </a:lnTo>
                  <a:lnTo>
                    <a:pt x="5588" y="10907"/>
                  </a:lnTo>
                  <a:lnTo>
                    <a:pt x="5812" y="10892"/>
                  </a:lnTo>
                  <a:lnTo>
                    <a:pt x="6022" y="10862"/>
                  </a:lnTo>
                  <a:lnTo>
                    <a:pt x="6231" y="10817"/>
                  </a:lnTo>
                  <a:lnTo>
                    <a:pt x="6455" y="10772"/>
                  </a:lnTo>
                  <a:lnTo>
                    <a:pt x="6664" y="10712"/>
                  </a:lnTo>
                  <a:lnTo>
                    <a:pt x="6858" y="10638"/>
                  </a:lnTo>
                  <a:lnTo>
                    <a:pt x="7052" y="10563"/>
                  </a:lnTo>
                  <a:lnTo>
                    <a:pt x="7247" y="10473"/>
                  </a:lnTo>
                  <a:lnTo>
                    <a:pt x="7441" y="10384"/>
                  </a:lnTo>
                  <a:lnTo>
                    <a:pt x="7620" y="10279"/>
                  </a:lnTo>
                  <a:lnTo>
                    <a:pt x="7785" y="10160"/>
                  </a:lnTo>
                  <a:lnTo>
                    <a:pt x="7949" y="10040"/>
                  </a:lnTo>
                  <a:lnTo>
                    <a:pt x="8113" y="9921"/>
                  </a:lnTo>
                  <a:lnTo>
                    <a:pt x="8263" y="9771"/>
                  </a:lnTo>
                  <a:lnTo>
                    <a:pt x="8412" y="9637"/>
                  </a:lnTo>
                  <a:lnTo>
                    <a:pt x="8546" y="9487"/>
                  </a:lnTo>
                  <a:lnTo>
                    <a:pt x="8681" y="9338"/>
                  </a:lnTo>
                  <a:lnTo>
                    <a:pt x="8800" y="9174"/>
                  </a:lnTo>
                  <a:lnTo>
                    <a:pt x="8920" y="9009"/>
                  </a:lnTo>
                  <a:lnTo>
                    <a:pt x="9025" y="8830"/>
                  </a:lnTo>
                  <a:lnTo>
                    <a:pt x="9129" y="8651"/>
                  </a:lnTo>
                  <a:lnTo>
                    <a:pt x="9219" y="8471"/>
                  </a:lnTo>
                  <a:lnTo>
                    <a:pt x="9308" y="8292"/>
                  </a:lnTo>
                  <a:lnTo>
                    <a:pt x="9383" y="8098"/>
                  </a:lnTo>
                  <a:lnTo>
                    <a:pt x="9443" y="7904"/>
                  </a:lnTo>
                  <a:lnTo>
                    <a:pt x="9503" y="7710"/>
                  </a:lnTo>
                  <a:lnTo>
                    <a:pt x="9547" y="7515"/>
                  </a:lnTo>
                  <a:lnTo>
                    <a:pt x="9577" y="7306"/>
                  </a:lnTo>
                  <a:lnTo>
                    <a:pt x="9607" y="7112"/>
                  </a:lnTo>
                  <a:lnTo>
                    <a:pt x="9622" y="6903"/>
                  </a:lnTo>
                  <a:lnTo>
                    <a:pt x="9622" y="6694"/>
                  </a:lnTo>
                  <a:lnTo>
                    <a:pt x="9622" y="6484"/>
                  </a:lnTo>
                  <a:lnTo>
                    <a:pt x="9607" y="6275"/>
                  </a:lnTo>
                  <a:lnTo>
                    <a:pt x="9577" y="6066"/>
                  </a:lnTo>
                  <a:lnTo>
                    <a:pt x="9547" y="5857"/>
                  </a:lnTo>
                  <a:lnTo>
                    <a:pt x="9503" y="5633"/>
                  </a:lnTo>
                  <a:lnTo>
                    <a:pt x="8248" y="598"/>
                  </a:lnTo>
                  <a:lnTo>
                    <a:pt x="8203" y="479"/>
                  </a:lnTo>
                  <a:lnTo>
                    <a:pt x="8158" y="374"/>
                  </a:lnTo>
                  <a:lnTo>
                    <a:pt x="8083" y="285"/>
                  </a:lnTo>
                  <a:lnTo>
                    <a:pt x="8009" y="210"/>
                  </a:lnTo>
                  <a:lnTo>
                    <a:pt x="7919" y="135"/>
                  </a:lnTo>
                  <a:lnTo>
                    <a:pt x="7829" y="75"/>
                  </a:lnTo>
                  <a:lnTo>
                    <a:pt x="7740" y="46"/>
                  </a:lnTo>
                  <a:lnTo>
                    <a:pt x="7635" y="16"/>
                  </a:lnTo>
                  <a:lnTo>
                    <a:pt x="7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33"/>
            <p:cNvSpPr/>
            <p:nvPr/>
          </p:nvSpPr>
          <p:spPr>
            <a:xfrm>
              <a:off x="4715302" y="3173905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31" y="45"/>
                  </a:lnTo>
                  <a:lnTo>
                    <a:pt x="3422" y="90"/>
                  </a:lnTo>
                  <a:lnTo>
                    <a:pt x="3197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8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0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3"/>
                  </a:lnTo>
                  <a:lnTo>
                    <a:pt x="703" y="1928"/>
                  </a:lnTo>
                  <a:lnTo>
                    <a:pt x="583" y="2107"/>
                  </a:lnTo>
                  <a:lnTo>
                    <a:pt x="493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39" y="2854"/>
                  </a:lnTo>
                  <a:lnTo>
                    <a:pt x="180" y="3048"/>
                  </a:lnTo>
                  <a:lnTo>
                    <a:pt x="120" y="3242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0" y="4064"/>
                  </a:lnTo>
                  <a:lnTo>
                    <a:pt x="0" y="4288"/>
                  </a:lnTo>
                  <a:lnTo>
                    <a:pt x="0" y="4497"/>
                  </a:lnTo>
                  <a:lnTo>
                    <a:pt x="30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1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8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0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57" y="8427"/>
                  </a:lnTo>
                  <a:lnTo>
                    <a:pt x="3451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30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76" y="8202"/>
                  </a:lnTo>
                  <a:lnTo>
                    <a:pt x="6170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201" y="7396"/>
                  </a:lnTo>
                  <a:lnTo>
                    <a:pt x="7336" y="7246"/>
                  </a:lnTo>
                  <a:lnTo>
                    <a:pt x="7485" y="7097"/>
                  </a:lnTo>
                  <a:lnTo>
                    <a:pt x="7620" y="6947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7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2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3" y="2017"/>
                  </a:lnTo>
                  <a:lnTo>
                    <a:pt x="7799" y="1838"/>
                  </a:lnTo>
                  <a:lnTo>
                    <a:pt x="7664" y="1674"/>
                  </a:lnTo>
                  <a:lnTo>
                    <a:pt x="7545" y="1510"/>
                  </a:lnTo>
                  <a:lnTo>
                    <a:pt x="7395" y="1360"/>
                  </a:lnTo>
                  <a:lnTo>
                    <a:pt x="7261" y="1211"/>
                  </a:lnTo>
                  <a:lnTo>
                    <a:pt x="7112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2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5"/>
                  </a:lnTo>
                  <a:lnTo>
                    <a:pt x="4691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33"/>
            <p:cNvSpPr/>
            <p:nvPr/>
          </p:nvSpPr>
          <p:spPr>
            <a:xfrm>
              <a:off x="4769467" y="3228069"/>
              <a:ext cx="126817" cy="126433"/>
            </a:xfrm>
            <a:custGeom>
              <a:avLst/>
              <a:gdLst/>
              <a:ahLst/>
              <a:cxnLst/>
              <a:rect l="l" t="t" r="r" b="b"/>
              <a:pathLst>
                <a:path w="4617" h="4603" extrusionOk="0">
                  <a:moveTo>
                    <a:pt x="2182" y="1"/>
                  </a:moveTo>
                  <a:lnTo>
                    <a:pt x="1958" y="16"/>
                  </a:lnTo>
                  <a:lnTo>
                    <a:pt x="1718" y="75"/>
                  </a:lnTo>
                  <a:lnTo>
                    <a:pt x="1494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2" y="613"/>
                  </a:lnTo>
                  <a:lnTo>
                    <a:pt x="568" y="777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35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0" y="2197"/>
                  </a:lnTo>
                  <a:lnTo>
                    <a:pt x="0" y="2421"/>
                  </a:lnTo>
                  <a:lnTo>
                    <a:pt x="30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39" y="3317"/>
                  </a:lnTo>
                  <a:lnTo>
                    <a:pt x="344" y="3526"/>
                  </a:lnTo>
                  <a:lnTo>
                    <a:pt x="478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2"/>
                  </a:lnTo>
                  <a:lnTo>
                    <a:pt x="1748" y="4542"/>
                  </a:lnTo>
                  <a:lnTo>
                    <a:pt x="1972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5" y="4139"/>
                  </a:lnTo>
                  <a:lnTo>
                    <a:pt x="3885" y="3989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17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5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6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45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33"/>
            <p:cNvSpPr/>
            <p:nvPr/>
          </p:nvSpPr>
          <p:spPr>
            <a:xfrm>
              <a:off x="4585220" y="2745921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31" y="46"/>
                  </a:lnTo>
                  <a:lnTo>
                    <a:pt x="3407" y="90"/>
                  </a:lnTo>
                  <a:lnTo>
                    <a:pt x="3198" y="135"/>
                  </a:lnTo>
                  <a:lnTo>
                    <a:pt x="2988" y="195"/>
                  </a:lnTo>
                  <a:lnTo>
                    <a:pt x="2779" y="270"/>
                  </a:lnTo>
                  <a:lnTo>
                    <a:pt x="2585" y="344"/>
                  </a:lnTo>
                  <a:lnTo>
                    <a:pt x="2391" y="434"/>
                  </a:lnTo>
                  <a:lnTo>
                    <a:pt x="2197" y="539"/>
                  </a:lnTo>
                  <a:lnTo>
                    <a:pt x="2017" y="643"/>
                  </a:lnTo>
                  <a:lnTo>
                    <a:pt x="1838" y="763"/>
                  </a:lnTo>
                  <a:lnTo>
                    <a:pt x="1674" y="882"/>
                  </a:lnTo>
                  <a:lnTo>
                    <a:pt x="1509" y="1017"/>
                  </a:lnTo>
                  <a:lnTo>
                    <a:pt x="1360" y="1151"/>
                  </a:lnTo>
                  <a:lnTo>
                    <a:pt x="1211" y="1300"/>
                  </a:lnTo>
                  <a:lnTo>
                    <a:pt x="1076" y="1450"/>
                  </a:lnTo>
                  <a:lnTo>
                    <a:pt x="942" y="1599"/>
                  </a:lnTo>
                  <a:lnTo>
                    <a:pt x="807" y="1764"/>
                  </a:lnTo>
                  <a:lnTo>
                    <a:pt x="703" y="1943"/>
                  </a:lnTo>
                  <a:lnTo>
                    <a:pt x="583" y="2107"/>
                  </a:lnTo>
                  <a:lnTo>
                    <a:pt x="494" y="2286"/>
                  </a:lnTo>
                  <a:lnTo>
                    <a:pt x="404" y="2466"/>
                  </a:lnTo>
                  <a:lnTo>
                    <a:pt x="314" y="2660"/>
                  </a:lnTo>
                  <a:lnTo>
                    <a:pt x="240" y="2854"/>
                  </a:lnTo>
                  <a:lnTo>
                    <a:pt x="180" y="3048"/>
                  </a:lnTo>
                  <a:lnTo>
                    <a:pt x="120" y="3243"/>
                  </a:lnTo>
                  <a:lnTo>
                    <a:pt x="75" y="3452"/>
                  </a:lnTo>
                  <a:lnTo>
                    <a:pt x="45" y="3661"/>
                  </a:lnTo>
                  <a:lnTo>
                    <a:pt x="15" y="3855"/>
                  </a:lnTo>
                  <a:lnTo>
                    <a:pt x="1" y="4064"/>
                  </a:lnTo>
                  <a:lnTo>
                    <a:pt x="1" y="4288"/>
                  </a:lnTo>
                  <a:lnTo>
                    <a:pt x="1" y="4497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49"/>
                  </a:lnTo>
                  <a:lnTo>
                    <a:pt x="195" y="5558"/>
                  </a:lnTo>
                  <a:lnTo>
                    <a:pt x="269" y="5767"/>
                  </a:lnTo>
                  <a:lnTo>
                    <a:pt x="344" y="5962"/>
                  </a:lnTo>
                  <a:lnTo>
                    <a:pt x="434" y="6156"/>
                  </a:lnTo>
                  <a:lnTo>
                    <a:pt x="538" y="6350"/>
                  </a:lnTo>
                  <a:lnTo>
                    <a:pt x="643" y="6529"/>
                  </a:lnTo>
                  <a:lnTo>
                    <a:pt x="762" y="6709"/>
                  </a:lnTo>
                  <a:lnTo>
                    <a:pt x="882" y="6873"/>
                  </a:lnTo>
                  <a:lnTo>
                    <a:pt x="1016" y="7037"/>
                  </a:lnTo>
                  <a:lnTo>
                    <a:pt x="1151" y="7187"/>
                  </a:lnTo>
                  <a:lnTo>
                    <a:pt x="1300" y="7336"/>
                  </a:lnTo>
                  <a:lnTo>
                    <a:pt x="1450" y="7485"/>
                  </a:lnTo>
                  <a:lnTo>
                    <a:pt x="1599" y="7605"/>
                  </a:lnTo>
                  <a:lnTo>
                    <a:pt x="1763" y="7739"/>
                  </a:lnTo>
                  <a:lnTo>
                    <a:pt x="1943" y="7859"/>
                  </a:lnTo>
                  <a:lnTo>
                    <a:pt x="2107" y="7963"/>
                  </a:lnTo>
                  <a:lnTo>
                    <a:pt x="2286" y="8053"/>
                  </a:lnTo>
                  <a:lnTo>
                    <a:pt x="2481" y="8158"/>
                  </a:lnTo>
                  <a:lnTo>
                    <a:pt x="2660" y="8232"/>
                  </a:lnTo>
                  <a:lnTo>
                    <a:pt x="2854" y="8307"/>
                  </a:lnTo>
                  <a:lnTo>
                    <a:pt x="3048" y="8367"/>
                  </a:lnTo>
                  <a:lnTo>
                    <a:pt x="3242" y="8427"/>
                  </a:lnTo>
                  <a:lnTo>
                    <a:pt x="3452" y="8471"/>
                  </a:lnTo>
                  <a:lnTo>
                    <a:pt x="3661" y="8501"/>
                  </a:lnTo>
                  <a:lnTo>
                    <a:pt x="3870" y="8531"/>
                  </a:lnTo>
                  <a:lnTo>
                    <a:pt x="407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1"/>
                  </a:lnTo>
                  <a:lnTo>
                    <a:pt x="5140" y="8456"/>
                  </a:lnTo>
                  <a:lnTo>
                    <a:pt x="5349" y="8412"/>
                  </a:lnTo>
                  <a:lnTo>
                    <a:pt x="5558" y="8352"/>
                  </a:lnTo>
                  <a:lnTo>
                    <a:pt x="5767" y="8277"/>
                  </a:lnTo>
                  <a:lnTo>
                    <a:pt x="5961" y="8202"/>
                  </a:lnTo>
                  <a:lnTo>
                    <a:pt x="6156" y="8113"/>
                  </a:lnTo>
                  <a:lnTo>
                    <a:pt x="6350" y="8008"/>
                  </a:lnTo>
                  <a:lnTo>
                    <a:pt x="6529" y="7904"/>
                  </a:lnTo>
                  <a:lnTo>
                    <a:pt x="6708" y="7784"/>
                  </a:lnTo>
                  <a:lnTo>
                    <a:pt x="6873" y="7665"/>
                  </a:lnTo>
                  <a:lnTo>
                    <a:pt x="7037" y="7530"/>
                  </a:lnTo>
                  <a:lnTo>
                    <a:pt x="7186" y="7396"/>
                  </a:lnTo>
                  <a:lnTo>
                    <a:pt x="7336" y="7261"/>
                  </a:lnTo>
                  <a:lnTo>
                    <a:pt x="7485" y="7097"/>
                  </a:lnTo>
                  <a:lnTo>
                    <a:pt x="7620" y="6948"/>
                  </a:lnTo>
                  <a:lnTo>
                    <a:pt x="7739" y="6783"/>
                  </a:lnTo>
                  <a:lnTo>
                    <a:pt x="7859" y="6619"/>
                  </a:lnTo>
                  <a:lnTo>
                    <a:pt x="7963" y="6440"/>
                  </a:lnTo>
                  <a:lnTo>
                    <a:pt x="8068" y="6260"/>
                  </a:lnTo>
                  <a:lnTo>
                    <a:pt x="8158" y="6081"/>
                  </a:lnTo>
                  <a:lnTo>
                    <a:pt x="8232" y="5887"/>
                  </a:lnTo>
                  <a:lnTo>
                    <a:pt x="8307" y="5693"/>
                  </a:lnTo>
                  <a:lnTo>
                    <a:pt x="8367" y="5498"/>
                  </a:lnTo>
                  <a:lnTo>
                    <a:pt x="8426" y="5304"/>
                  </a:lnTo>
                  <a:lnTo>
                    <a:pt x="8471" y="5095"/>
                  </a:lnTo>
                  <a:lnTo>
                    <a:pt x="8501" y="4886"/>
                  </a:lnTo>
                  <a:lnTo>
                    <a:pt x="8531" y="4692"/>
                  </a:lnTo>
                  <a:lnTo>
                    <a:pt x="8546" y="4483"/>
                  </a:lnTo>
                  <a:lnTo>
                    <a:pt x="8546" y="4258"/>
                  </a:lnTo>
                  <a:lnTo>
                    <a:pt x="8546" y="4049"/>
                  </a:lnTo>
                  <a:lnTo>
                    <a:pt x="8531" y="3840"/>
                  </a:lnTo>
                  <a:lnTo>
                    <a:pt x="8501" y="3631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2989"/>
                  </a:lnTo>
                  <a:lnTo>
                    <a:pt x="8277" y="2779"/>
                  </a:lnTo>
                  <a:lnTo>
                    <a:pt x="8202" y="2585"/>
                  </a:lnTo>
                  <a:lnTo>
                    <a:pt x="8113" y="2391"/>
                  </a:lnTo>
                  <a:lnTo>
                    <a:pt x="8008" y="2197"/>
                  </a:lnTo>
                  <a:lnTo>
                    <a:pt x="7904" y="2018"/>
                  </a:lnTo>
                  <a:lnTo>
                    <a:pt x="7784" y="1838"/>
                  </a:lnTo>
                  <a:lnTo>
                    <a:pt x="7665" y="1674"/>
                  </a:lnTo>
                  <a:lnTo>
                    <a:pt x="7530" y="1510"/>
                  </a:lnTo>
                  <a:lnTo>
                    <a:pt x="7396" y="1360"/>
                  </a:lnTo>
                  <a:lnTo>
                    <a:pt x="7261" y="1211"/>
                  </a:lnTo>
                  <a:lnTo>
                    <a:pt x="7097" y="1061"/>
                  </a:lnTo>
                  <a:lnTo>
                    <a:pt x="6947" y="942"/>
                  </a:lnTo>
                  <a:lnTo>
                    <a:pt x="6783" y="807"/>
                  </a:lnTo>
                  <a:lnTo>
                    <a:pt x="6619" y="703"/>
                  </a:lnTo>
                  <a:lnTo>
                    <a:pt x="6439" y="583"/>
                  </a:lnTo>
                  <a:lnTo>
                    <a:pt x="6260" y="494"/>
                  </a:lnTo>
                  <a:lnTo>
                    <a:pt x="6081" y="404"/>
                  </a:lnTo>
                  <a:lnTo>
                    <a:pt x="5887" y="314"/>
                  </a:lnTo>
                  <a:lnTo>
                    <a:pt x="5693" y="240"/>
                  </a:lnTo>
                  <a:lnTo>
                    <a:pt x="5498" y="180"/>
                  </a:lnTo>
                  <a:lnTo>
                    <a:pt x="5304" y="120"/>
                  </a:lnTo>
                  <a:lnTo>
                    <a:pt x="5095" y="75"/>
                  </a:lnTo>
                  <a:lnTo>
                    <a:pt x="4901" y="46"/>
                  </a:lnTo>
                  <a:lnTo>
                    <a:pt x="4692" y="16"/>
                  </a:lnTo>
                  <a:lnTo>
                    <a:pt x="448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33"/>
            <p:cNvSpPr/>
            <p:nvPr/>
          </p:nvSpPr>
          <p:spPr>
            <a:xfrm>
              <a:off x="4639385" y="2800085"/>
              <a:ext cx="126405" cy="126433"/>
            </a:xfrm>
            <a:custGeom>
              <a:avLst/>
              <a:gdLst/>
              <a:ahLst/>
              <a:cxnLst/>
              <a:rect l="l" t="t" r="r" b="b"/>
              <a:pathLst>
                <a:path w="4602" h="4603" extrusionOk="0">
                  <a:moveTo>
                    <a:pt x="2182" y="1"/>
                  </a:moveTo>
                  <a:lnTo>
                    <a:pt x="1958" y="16"/>
                  </a:lnTo>
                  <a:lnTo>
                    <a:pt x="1719" y="75"/>
                  </a:lnTo>
                  <a:lnTo>
                    <a:pt x="1495" y="135"/>
                  </a:lnTo>
                  <a:lnTo>
                    <a:pt x="1285" y="225"/>
                  </a:lnTo>
                  <a:lnTo>
                    <a:pt x="1091" y="344"/>
                  </a:lnTo>
                  <a:lnTo>
                    <a:pt x="897" y="464"/>
                  </a:lnTo>
                  <a:lnTo>
                    <a:pt x="733" y="613"/>
                  </a:lnTo>
                  <a:lnTo>
                    <a:pt x="568" y="778"/>
                  </a:lnTo>
                  <a:lnTo>
                    <a:pt x="434" y="942"/>
                  </a:lnTo>
                  <a:lnTo>
                    <a:pt x="314" y="1136"/>
                  </a:lnTo>
                  <a:lnTo>
                    <a:pt x="210" y="1330"/>
                  </a:lnTo>
                  <a:lnTo>
                    <a:pt x="120" y="1539"/>
                  </a:lnTo>
                  <a:lnTo>
                    <a:pt x="60" y="1749"/>
                  </a:lnTo>
                  <a:lnTo>
                    <a:pt x="15" y="1973"/>
                  </a:lnTo>
                  <a:lnTo>
                    <a:pt x="1" y="2197"/>
                  </a:lnTo>
                  <a:lnTo>
                    <a:pt x="1" y="2421"/>
                  </a:lnTo>
                  <a:lnTo>
                    <a:pt x="15" y="2645"/>
                  </a:lnTo>
                  <a:lnTo>
                    <a:pt x="75" y="2884"/>
                  </a:lnTo>
                  <a:lnTo>
                    <a:pt x="135" y="3108"/>
                  </a:lnTo>
                  <a:lnTo>
                    <a:pt x="225" y="3317"/>
                  </a:lnTo>
                  <a:lnTo>
                    <a:pt x="344" y="3526"/>
                  </a:lnTo>
                  <a:lnTo>
                    <a:pt x="479" y="3706"/>
                  </a:lnTo>
                  <a:lnTo>
                    <a:pt x="613" y="3870"/>
                  </a:lnTo>
                  <a:lnTo>
                    <a:pt x="777" y="4034"/>
                  </a:lnTo>
                  <a:lnTo>
                    <a:pt x="957" y="4169"/>
                  </a:lnTo>
                  <a:lnTo>
                    <a:pt x="1136" y="4288"/>
                  </a:lnTo>
                  <a:lnTo>
                    <a:pt x="1330" y="4393"/>
                  </a:lnTo>
                  <a:lnTo>
                    <a:pt x="1539" y="4483"/>
                  </a:lnTo>
                  <a:lnTo>
                    <a:pt x="1748" y="4542"/>
                  </a:lnTo>
                  <a:lnTo>
                    <a:pt x="1973" y="4587"/>
                  </a:lnTo>
                  <a:lnTo>
                    <a:pt x="2197" y="4602"/>
                  </a:lnTo>
                  <a:lnTo>
                    <a:pt x="2421" y="4602"/>
                  </a:lnTo>
                  <a:lnTo>
                    <a:pt x="2660" y="4587"/>
                  </a:lnTo>
                  <a:lnTo>
                    <a:pt x="2884" y="4542"/>
                  </a:lnTo>
                  <a:lnTo>
                    <a:pt x="3108" y="4468"/>
                  </a:lnTo>
                  <a:lnTo>
                    <a:pt x="3317" y="4378"/>
                  </a:lnTo>
                  <a:lnTo>
                    <a:pt x="3526" y="4258"/>
                  </a:lnTo>
                  <a:lnTo>
                    <a:pt x="3706" y="4139"/>
                  </a:lnTo>
                  <a:lnTo>
                    <a:pt x="3885" y="3990"/>
                  </a:lnTo>
                  <a:lnTo>
                    <a:pt x="4034" y="3825"/>
                  </a:lnTo>
                  <a:lnTo>
                    <a:pt x="4169" y="3661"/>
                  </a:lnTo>
                  <a:lnTo>
                    <a:pt x="4288" y="3467"/>
                  </a:lnTo>
                  <a:lnTo>
                    <a:pt x="4393" y="3272"/>
                  </a:lnTo>
                  <a:lnTo>
                    <a:pt x="4482" y="3063"/>
                  </a:lnTo>
                  <a:lnTo>
                    <a:pt x="4542" y="2854"/>
                  </a:lnTo>
                  <a:lnTo>
                    <a:pt x="4587" y="2630"/>
                  </a:lnTo>
                  <a:lnTo>
                    <a:pt x="4602" y="2406"/>
                  </a:lnTo>
                  <a:lnTo>
                    <a:pt x="4602" y="2182"/>
                  </a:lnTo>
                  <a:lnTo>
                    <a:pt x="4587" y="1958"/>
                  </a:lnTo>
                  <a:lnTo>
                    <a:pt x="4542" y="1719"/>
                  </a:lnTo>
                  <a:lnTo>
                    <a:pt x="4467" y="1495"/>
                  </a:lnTo>
                  <a:lnTo>
                    <a:pt x="4378" y="1286"/>
                  </a:lnTo>
                  <a:lnTo>
                    <a:pt x="4258" y="1076"/>
                  </a:lnTo>
                  <a:lnTo>
                    <a:pt x="4139" y="897"/>
                  </a:lnTo>
                  <a:lnTo>
                    <a:pt x="3989" y="733"/>
                  </a:lnTo>
                  <a:lnTo>
                    <a:pt x="3825" y="568"/>
                  </a:lnTo>
                  <a:lnTo>
                    <a:pt x="3661" y="434"/>
                  </a:lnTo>
                  <a:lnTo>
                    <a:pt x="3467" y="314"/>
                  </a:lnTo>
                  <a:lnTo>
                    <a:pt x="3272" y="210"/>
                  </a:lnTo>
                  <a:lnTo>
                    <a:pt x="3063" y="120"/>
                  </a:lnTo>
                  <a:lnTo>
                    <a:pt x="2854" y="60"/>
                  </a:lnTo>
                  <a:lnTo>
                    <a:pt x="2630" y="16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33"/>
            <p:cNvSpPr/>
            <p:nvPr/>
          </p:nvSpPr>
          <p:spPr>
            <a:xfrm>
              <a:off x="3756743" y="3631856"/>
              <a:ext cx="233117" cy="407508"/>
            </a:xfrm>
            <a:custGeom>
              <a:avLst/>
              <a:gdLst/>
              <a:ahLst/>
              <a:cxnLst/>
              <a:rect l="l" t="t" r="r" b="b"/>
              <a:pathLst>
                <a:path w="8487" h="14836" extrusionOk="0">
                  <a:moveTo>
                    <a:pt x="0" y="0"/>
                  </a:moveTo>
                  <a:lnTo>
                    <a:pt x="0" y="13984"/>
                  </a:lnTo>
                  <a:lnTo>
                    <a:pt x="0" y="14118"/>
                  </a:lnTo>
                  <a:lnTo>
                    <a:pt x="30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4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5" y="14745"/>
                  </a:lnTo>
                  <a:lnTo>
                    <a:pt x="1375" y="14671"/>
                  </a:lnTo>
                  <a:lnTo>
                    <a:pt x="1733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5" y="13685"/>
                  </a:lnTo>
                  <a:lnTo>
                    <a:pt x="5334" y="13759"/>
                  </a:lnTo>
                  <a:lnTo>
                    <a:pt x="5692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4" y="14820"/>
                  </a:lnTo>
                  <a:lnTo>
                    <a:pt x="7814" y="14805"/>
                  </a:lnTo>
                  <a:lnTo>
                    <a:pt x="7918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2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1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33"/>
            <p:cNvSpPr/>
            <p:nvPr/>
          </p:nvSpPr>
          <p:spPr>
            <a:xfrm>
              <a:off x="3756743" y="3818546"/>
              <a:ext cx="233117" cy="96054"/>
            </a:xfrm>
            <a:custGeom>
              <a:avLst/>
              <a:gdLst/>
              <a:ahLst/>
              <a:cxnLst/>
              <a:rect l="l" t="t" r="r" b="b"/>
              <a:pathLst>
                <a:path w="8487" h="3497" extrusionOk="0">
                  <a:moveTo>
                    <a:pt x="0" y="1"/>
                  </a:moveTo>
                  <a:lnTo>
                    <a:pt x="0" y="2540"/>
                  </a:lnTo>
                  <a:lnTo>
                    <a:pt x="90" y="2660"/>
                  </a:lnTo>
                  <a:lnTo>
                    <a:pt x="210" y="2749"/>
                  </a:lnTo>
                  <a:lnTo>
                    <a:pt x="329" y="2854"/>
                  </a:lnTo>
                  <a:lnTo>
                    <a:pt x="449" y="2929"/>
                  </a:lnTo>
                  <a:lnTo>
                    <a:pt x="583" y="3018"/>
                  </a:lnTo>
                  <a:lnTo>
                    <a:pt x="732" y="3093"/>
                  </a:lnTo>
                  <a:lnTo>
                    <a:pt x="882" y="3153"/>
                  </a:lnTo>
                  <a:lnTo>
                    <a:pt x="1061" y="3213"/>
                  </a:lnTo>
                  <a:lnTo>
                    <a:pt x="1420" y="3302"/>
                  </a:lnTo>
                  <a:lnTo>
                    <a:pt x="1823" y="3377"/>
                  </a:lnTo>
                  <a:lnTo>
                    <a:pt x="2271" y="3437"/>
                  </a:lnTo>
                  <a:lnTo>
                    <a:pt x="2764" y="3467"/>
                  </a:lnTo>
                  <a:lnTo>
                    <a:pt x="3302" y="3496"/>
                  </a:lnTo>
                  <a:lnTo>
                    <a:pt x="5199" y="3496"/>
                  </a:lnTo>
                  <a:lnTo>
                    <a:pt x="6738" y="3482"/>
                  </a:lnTo>
                  <a:lnTo>
                    <a:pt x="8486" y="346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3"/>
            <p:cNvSpPr/>
            <p:nvPr/>
          </p:nvSpPr>
          <p:spPr>
            <a:xfrm>
              <a:off x="3756743" y="4202227"/>
              <a:ext cx="233117" cy="406684"/>
            </a:xfrm>
            <a:custGeom>
              <a:avLst/>
              <a:gdLst/>
              <a:ahLst/>
              <a:cxnLst/>
              <a:rect l="l" t="t" r="r" b="b"/>
              <a:pathLst>
                <a:path w="8487" h="14806" extrusionOk="0">
                  <a:moveTo>
                    <a:pt x="762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69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0" y="568"/>
                  </a:lnTo>
                  <a:lnTo>
                    <a:pt x="0" y="672"/>
                  </a:lnTo>
                  <a:lnTo>
                    <a:pt x="0" y="792"/>
                  </a:lnTo>
                  <a:lnTo>
                    <a:pt x="0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1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3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1" y="209"/>
                  </a:lnTo>
                  <a:lnTo>
                    <a:pt x="6828" y="493"/>
                  </a:lnTo>
                  <a:lnTo>
                    <a:pt x="6454" y="732"/>
                  </a:lnTo>
                  <a:lnTo>
                    <a:pt x="6096" y="941"/>
                  </a:lnTo>
                  <a:lnTo>
                    <a:pt x="5722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85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33"/>
            <p:cNvSpPr/>
            <p:nvPr/>
          </p:nvSpPr>
          <p:spPr>
            <a:xfrm>
              <a:off x="3690274" y="4571103"/>
              <a:ext cx="370152" cy="119456"/>
            </a:xfrm>
            <a:custGeom>
              <a:avLst/>
              <a:gdLst/>
              <a:ahLst/>
              <a:cxnLst/>
              <a:rect l="l" t="t" r="r" b="b"/>
              <a:pathLst>
                <a:path w="13476" h="4349" extrusionOk="0">
                  <a:moveTo>
                    <a:pt x="2017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19" y="90"/>
                  </a:lnTo>
                  <a:lnTo>
                    <a:pt x="1225" y="165"/>
                  </a:lnTo>
                  <a:lnTo>
                    <a:pt x="1046" y="240"/>
                  </a:lnTo>
                  <a:lnTo>
                    <a:pt x="882" y="344"/>
                  </a:lnTo>
                  <a:lnTo>
                    <a:pt x="732" y="464"/>
                  </a:lnTo>
                  <a:lnTo>
                    <a:pt x="583" y="598"/>
                  </a:lnTo>
                  <a:lnTo>
                    <a:pt x="463" y="733"/>
                  </a:lnTo>
                  <a:lnTo>
                    <a:pt x="344" y="897"/>
                  </a:lnTo>
                  <a:lnTo>
                    <a:pt x="239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5" y="1614"/>
                  </a:lnTo>
                  <a:lnTo>
                    <a:pt x="15" y="1808"/>
                  </a:lnTo>
                  <a:lnTo>
                    <a:pt x="0" y="2018"/>
                  </a:lnTo>
                  <a:lnTo>
                    <a:pt x="0" y="2331"/>
                  </a:lnTo>
                  <a:lnTo>
                    <a:pt x="15" y="2540"/>
                  </a:lnTo>
                  <a:lnTo>
                    <a:pt x="45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39" y="3302"/>
                  </a:lnTo>
                  <a:lnTo>
                    <a:pt x="344" y="3467"/>
                  </a:lnTo>
                  <a:lnTo>
                    <a:pt x="463" y="3616"/>
                  </a:lnTo>
                  <a:lnTo>
                    <a:pt x="583" y="3765"/>
                  </a:lnTo>
                  <a:lnTo>
                    <a:pt x="732" y="3885"/>
                  </a:lnTo>
                  <a:lnTo>
                    <a:pt x="882" y="4005"/>
                  </a:lnTo>
                  <a:lnTo>
                    <a:pt x="1046" y="4109"/>
                  </a:lnTo>
                  <a:lnTo>
                    <a:pt x="1225" y="4184"/>
                  </a:lnTo>
                  <a:lnTo>
                    <a:pt x="1419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7" y="4348"/>
                  </a:lnTo>
                  <a:lnTo>
                    <a:pt x="11459" y="4348"/>
                  </a:lnTo>
                  <a:lnTo>
                    <a:pt x="11668" y="4333"/>
                  </a:lnTo>
                  <a:lnTo>
                    <a:pt x="11862" y="4303"/>
                  </a:lnTo>
                  <a:lnTo>
                    <a:pt x="12056" y="4258"/>
                  </a:lnTo>
                  <a:lnTo>
                    <a:pt x="12236" y="4184"/>
                  </a:lnTo>
                  <a:lnTo>
                    <a:pt x="12415" y="4109"/>
                  </a:lnTo>
                  <a:lnTo>
                    <a:pt x="12579" y="4005"/>
                  </a:lnTo>
                  <a:lnTo>
                    <a:pt x="12744" y="3885"/>
                  </a:lnTo>
                  <a:lnTo>
                    <a:pt x="12878" y="3765"/>
                  </a:lnTo>
                  <a:lnTo>
                    <a:pt x="13013" y="3616"/>
                  </a:lnTo>
                  <a:lnTo>
                    <a:pt x="13132" y="3467"/>
                  </a:lnTo>
                  <a:lnTo>
                    <a:pt x="13222" y="3302"/>
                  </a:lnTo>
                  <a:lnTo>
                    <a:pt x="13311" y="3123"/>
                  </a:lnTo>
                  <a:lnTo>
                    <a:pt x="13386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6" y="1420"/>
                  </a:lnTo>
                  <a:lnTo>
                    <a:pt x="13311" y="1226"/>
                  </a:lnTo>
                  <a:lnTo>
                    <a:pt x="13222" y="1061"/>
                  </a:lnTo>
                  <a:lnTo>
                    <a:pt x="13132" y="897"/>
                  </a:lnTo>
                  <a:lnTo>
                    <a:pt x="13013" y="733"/>
                  </a:lnTo>
                  <a:lnTo>
                    <a:pt x="12878" y="598"/>
                  </a:lnTo>
                  <a:lnTo>
                    <a:pt x="12744" y="464"/>
                  </a:lnTo>
                  <a:lnTo>
                    <a:pt x="12579" y="344"/>
                  </a:lnTo>
                  <a:lnTo>
                    <a:pt x="12415" y="240"/>
                  </a:lnTo>
                  <a:lnTo>
                    <a:pt x="12236" y="165"/>
                  </a:lnTo>
                  <a:lnTo>
                    <a:pt x="12056" y="90"/>
                  </a:lnTo>
                  <a:lnTo>
                    <a:pt x="11862" y="46"/>
                  </a:lnTo>
                  <a:lnTo>
                    <a:pt x="11668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33"/>
            <p:cNvSpPr/>
            <p:nvPr/>
          </p:nvSpPr>
          <p:spPr>
            <a:xfrm>
              <a:off x="3756743" y="4006061"/>
              <a:ext cx="234737" cy="234765"/>
            </a:xfrm>
            <a:custGeom>
              <a:avLst/>
              <a:gdLst/>
              <a:ahLst/>
              <a:cxnLst/>
              <a:rect l="l" t="t" r="r" b="b"/>
              <a:pathLst>
                <a:path w="8546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3" y="195"/>
                  </a:lnTo>
                  <a:lnTo>
                    <a:pt x="2809" y="255"/>
                  </a:lnTo>
                  <a:lnTo>
                    <a:pt x="2615" y="330"/>
                  </a:lnTo>
                  <a:lnTo>
                    <a:pt x="2421" y="419"/>
                  </a:lnTo>
                  <a:lnTo>
                    <a:pt x="2241" y="509"/>
                  </a:lnTo>
                  <a:lnTo>
                    <a:pt x="2062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405" y="1107"/>
                  </a:lnTo>
                  <a:lnTo>
                    <a:pt x="1255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2" y="1883"/>
                  </a:lnTo>
                  <a:lnTo>
                    <a:pt x="613" y="2063"/>
                  </a:lnTo>
                  <a:lnTo>
                    <a:pt x="508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4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5" y="3840"/>
                  </a:lnTo>
                  <a:lnTo>
                    <a:pt x="0" y="4050"/>
                  </a:lnTo>
                  <a:lnTo>
                    <a:pt x="0" y="4274"/>
                  </a:lnTo>
                  <a:lnTo>
                    <a:pt x="0" y="4498"/>
                  </a:lnTo>
                  <a:lnTo>
                    <a:pt x="15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4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8" y="6305"/>
                  </a:lnTo>
                  <a:lnTo>
                    <a:pt x="613" y="6485"/>
                  </a:lnTo>
                  <a:lnTo>
                    <a:pt x="732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5" y="7291"/>
                  </a:lnTo>
                  <a:lnTo>
                    <a:pt x="1405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62" y="7934"/>
                  </a:lnTo>
                  <a:lnTo>
                    <a:pt x="2241" y="8024"/>
                  </a:lnTo>
                  <a:lnTo>
                    <a:pt x="2421" y="8128"/>
                  </a:lnTo>
                  <a:lnTo>
                    <a:pt x="2615" y="8218"/>
                  </a:lnTo>
                  <a:lnTo>
                    <a:pt x="2809" y="8292"/>
                  </a:lnTo>
                  <a:lnTo>
                    <a:pt x="3003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6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1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0" y="7142"/>
                  </a:lnTo>
                  <a:lnTo>
                    <a:pt x="7575" y="6993"/>
                  </a:lnTo>
                  <a:lnTo>
                    <a:pt x="7694" y="6828"/>
                  </a:lnTo>
                  <a:lnTo>
                    <a:pt x="7814" y="6664"/>
                  </a:lnTo>
                  <a:lnTo>
                    <a:pt x="7933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17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1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31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31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1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17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3" y="2063"/>
                  </a:lnTo>
                  <a:lnTo>
                    <a:pt x="7814" y="1883"/>
                  </a:lnTo>
                  <a:lnTo>
                    <a:pt x="7694" y="1719"/>
                  </a:lnTo>
                  <a:lnTo>
                    <a:pt x="7575" y="1555"/>
                  </a:lnTo>
                  <a:lnTo>
                    <a:pt x="7440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1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6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33"/>
            <p:cNvSpPr/>
            <p:nvPr/>
          </p:nvSpPr>
          <p:spPr>
            <a:xfrm>
              <a:off x="3810495" y="4059840"/>
              <a:ext cx="126817" cy="126817"/>
            </a:xfrm>
            <a:custGeom>
              <a:avLst/>
              <a:gdLst/>
              <a:ahLst/>
              <a:cxnLst/>
              <a:rect l="l" t="t" r="r" b="b"/>
              <a:pathLst>
                <a:path w="4617" h="4617" extrusionOk="0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1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8" y="852"/>
                  </a:lnTo>
                  <a:lnTo>
                    <a:pt x="404" y="1031"/>
                  </a:lnTo>
                  <a:lnTo>
                    <a:pt x="284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0" y="1853"/>
                  </a:lnTo>
                  <a:lnTo>
                    <a:pt x="15" y="2077"/>
                  </a:lnTo>
                  <a:lnTo>
                    <a:pt x="1" y="2316"/>
                  </a:lnTo>
                  <a:lnTo>
                    <a:pt x="15" y="2555"/>
                  </a:lnTo>
                  <a:lnTo>
                    <a:pt x="60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4" y="3406"/>
                  </a:lnTo>
                  <a:lnTo>
                    <a:pt x="404" y="3600"/>
                  </a:lnTo>
                  <a:lnTo>
                    <a:pt x="538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1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79" y="4572"/>
                  </a:lnTo>
                  <a:lnTo>
                    <a:pt x="3003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8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2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2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8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3" y="105"/>
                  </a:lnTo>
                  <a:lnTo>
                    <a:pt x="2779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33"/>
            <p:cNvSpPr/>
            <p:nvPr/>
          </p:nvSpPr>
          <p:spPr>
            <a:xfrm>
              <a:off x="4332857" y="3631856"/>
              <a:ext cx="233117" cy="407508"/>
            </a:xfrm>
            <a:custGeom>
              <a:avLst/>
              <a:gdLst/>
              <a:ahLst/>
              <a:cxnLst/>
              <a:rect l="l" t="t" r="r" b="b"/>
              <a:pathLst>
                <a:path w="8487" h="14836" extrusionOk="0">
                  <a:moveTo>
                    <a:pt x="1" y="0"/>
                  </a:moveTo>
                  <a:lnTo>
                    <a:pt x="1" y="13984"/>
                  </a:lnTo>
                  <a:lnTo>
                    <a:pt x="1" y="14118"/>
                  </a:lnTo>
                  <a:lnTo>
                    <a:pt x="31" y="14238"/>
                  </a:lnTo>
                  <a:lnTo>
                    <a:pt x="75" y="14342"/>
                  </a:lnTo>
                  <a:lnTo>
                    <a:pt x="135" y="14447"/>
                  </a:lnTo>
                  <a:lnTo>
                    <a:pt x="195" y="14536"/>
                  </a:lnTo>
                  <a:lnTo>
                    <a:pt x="285" y="14626"/>
                  </a:lnTo>
                  <a:lnTo>
                    <a:pt x="374" y="14701"/>
                  </a:lnTo>
                  <a:lnTo>
                    <a:pt x="464" y="14745"/>
                  </a:lnTo>
                  <a:lnTo>
                    <a:pt x="568" y="14790"/>
                  </a:lnTo>
                  <a:lnTo>
                    <a:pt x="688" y="14820"/>
                  </a:lnTo>
                  <a:lnTo>
                    <a:pt x="792" y="14835"/>
                  </a:lnTo>
                  <a:lnTo>
                    <a:pt x="912" y="14835"/>
                  </a:lnTo>
                  <a:lnTo>
                    <a:pt x="1031" y="14820"/>
                  </a:lnTo>
                  <a:lnTo>
                    <a:pt x="1151" y="14790"/>
                  </a:lnTo>
                  <a:lnTo>
                    <a:pt x="1256" y="14745"/>
                  </a:lnTo>
                  <a:lnTo>
                    <a:pt x="1360" y="14671"/>
                  </a:lnTo>
                  <a:lnTo>
                    <a:pt x="1734" y="14432"/>
                  </a:lnTo>
                  <a:lnTo>
                    <a:pt x="2092" y="14223"/>
                  </a:lnTo>
                  <a:lnTo>
                    <a:pt x="2451" y="14028"/>
                  </a:lnTo>
                  <a:lnTo>
                    <a:pt x="2824" y="13894"/>
                  </a:lnTo>
                  <a:lnTo>
                    <a:pt x="3183" y="13774"/>
                  </a:lnTo>
                  <a:lnTo>
                    <a:pt x="3541" y="13685"/>
                  </a:lnTo>
                  <a:lnTo>
                    <a:pt x="3900" y="13640"/>
                  </a:lnTo>
                  <a:lnTo>
                    <a:pt x="4258" y="13625"/>
                  </a:lnTo>
                  <a:lnTo>
                    <a:pt x="4617" y="13640"/>
                  </a:lnTo>
                  <a:lnTo>
                    <a:pt x="4976" y="13685"/>
                  </a:lnTo>
                  <a:lnTo>
                    <a:pt x="5334" y="13759"/>
                  </a:lnTo>
                  <a:lnTo>
                    <a:pt x="5693" y="13879"/>
                  </a:lnTo>
                  <a:lnTo>
                    <a:pt x="6051" y="14028"/>
                  </a:lnTo>
                  <a:lnTo>
                    <a:pt x="6410" y="14208"/>
                  </a:lnTo>
                  <a:lnTo>
                    <a:pt x="6768" y="14417"/>
                  </a:lnTo>
                  <a:lnTo>
                    <a:pt x="7127" y="14656"/>
                  </a:lnTo>
                  <a:lnTo>
                    <a:pt x="7231" y="14731"/>
                  </a:lnTo>
                  <a:lnTo>
                    <a:pt x="7351" y="14775"/>
                  </a:lnTo>
                  <a:lnTo>
                    <a:pt x="7470" y="14805"/>
                  </a:lnTo>
                  <a:lnTo>
                    <a:pt x="7575" y="14820"/>
                  </a:lnTo>
                  <a:lnTo>
                    <a:pt x="7695" y="14820"/>
                  </a:lnTo>
                  <a:lnTo>
                    <a:pt x="7814" y="14805"/>
                  </a:lnTo>
                  <a:lnTo>
                    <a:pt x="7919" y="14775"/>
                  </a:lnTo>
                  <a:lnTo>
                    <a:pt x="8023" y="14731"/>
                  </a:lnTo>
                  <a:lnTo>
                    <a:pt x="8113" y="14671"/>
                  </a:lnTo>
                  <a:lnTo>
                    <a:pt x="8203" y="14596"/>
                  </a:lnTo>
                  <a:lnTo>
                    <a:pt x="8292" y="14521"/>
                  </a:lnTo>
                  <a:lnTo>
                    <a:pt x="8352" y="14432"/>
                  </a:lnTo>
                  <a:lnTo>
                    <a:pt x="8412" y="14327"/>
                  </a:lnTo>
                  <a:lnTo>
                    <a:pt x="8456" y="14208"/>
                  </a:lnTo>
                  <a:lnTo>
                    <a:pt x="8486" y="14088"/>
                  </a:lnTo>
                  <a:lnTo>
                    <a:pt x="8486" y="13969"/>
                  </a:lnTo>
                  <a:lnTo>
                    <a:pt x="84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33"/>
            <p:cNvSpPr/>
            <p:nvPr/>
          </p:nvSpPr>
          <p:spPr>
            <a:xfrm>
              <a:off x="4332857" y="3818546"/>
              <a:ext cx="233117" cy="97290"/>
            </a:xfrm>
            <a:custGeom>
              <a:avLst/>
              <a:gdLst/>
              <a:ahLst/>
              <a:cxnLst/>
              <a:rect l="l" t="t" r="r" b="b"/>
              <a:pathLst>
                <a:path w="8487" h="3542" extrusionOk="0">
                  <a:moveTo>
                    <a:pt x="1" y="1"/>
                  </a:moveTo>
                  <a:lnTo>
                    <a:pt x="1" y="3511"/>
                  </a:lnTo>
                  <a:lnTo>
                    <a:pt x="1898" y="3526"/>
                  </a:lnTo>
                  <a:lnTo>
                    <a:pt x="3541" y="3541"/>
                  </a:lnTo>
                  <a:lnTo>
                    <a:pt x="4273" y="3541"/>
                  </a:lnTo>
                  <a:lnTo>
                    <a:pt x="4931" y="3526"/>
                  </a:lnTo>
                  <a:lnTo>
                    <a:pt x="5528" y="3496"/>
                  </a:lnTo>
                  <a:lnTo>
                    <a:pt x="6081" y="3452"/>
                  </a:lnTo>
                  <a:lnTo>
                    <a:pt x="6559" y="3392"/>
                  </a:lnTo>
                  <a:lnTo>
                    <a:pt x="6783" y="3347"/>
                  </a:lnTo>
                  <a:lnTo>
                    <a:pt x="6992" y="3302"/>
                  </a:lnTo>
                  <a:lnTo>
                    <a:pt x="7187" y="3242"/>
                  </a:lnTo>
                  <a:lnTo>
                    <a:pt x="7366" y="3183"/>
                  </a:lnTo>
                  <a:lnTo>
                    <a:pt x="7530" y="3123"/>
                  </a:lnTo>
                  <a:lnTo>
                    <a:pt x="7695" y="3033"/>
                  </a:lnTo>
                  <a:lnTo>
                    <a:pt x="7829" y="2944"/>
                  </a:lnTo>
                  <a:lnTo>
                    <a:pt x="7963" y="2854"/>
                  </a:lnTo>
                  <a:lnTo>
                    <a:pt x="8083" y="2749"/>
                  </a:lnTo>
                  <a:lnTo>
                    <a:pt x="8188" y="2630"/>
                  </a:lnTo>
                  <a:lnTo>
                    <a:pt x="8277" y="2510"/>
                  </a:lnTo>
                  <a:lnTo>
                    <a:pt x="8367" y="2361"/>
                  </a:lnTo>
                  <a:lnTo>
                    <a:pt x="8427" y="2212"/>
                  </a:lnTo>
                  <a:lnTo>
                    <a:pt x="8486" y="2047"/>
                  </a:lnTo>
                  <a:lnTo>
                    <a:pt x="8486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33"/>
            <p:cNvSpPr/>
            <p:nvPr/>
          </p:nvSpPr>
          <p:spPr>
            <a:xfrm>
              <a:off x="4332857" y="4202227"/>
              <a:ext cx="233117" cy="406684"/>
            </a:xfrm>
            <a:custGeom>
              <a:avLst/>
              <a:gdLst/>
              <a:ahLst/>
              <a:cxnLst/>
              <a:rect l="l" t="t" r="r" b="b"/>
              <a:pathLst>
                <a:path w="8487" h="14806" extrusionOk="0">
                  <a:moveTo>
                    <a:pt x="763" y="0"/>
                  </a:moveTo>
                  <a:lnTo>
                    <a:pt x="658" y="15"/>
                  </a:lnTo>
                  <a:lnTo>
                    <a:pt x="553" y="45"/>
                  </a:lnTo>
                  <a:lnTo>
                    <a:pt x="449" y="90"/>
                  </a:lnTo>
                  <a:lnTo>
                    <a:pt x="359" y="135"/>
                  </a:lnTo>
                  <a:lnTo>
                    <a:pt x="270" y="194"/>
                  </a:lnTo>
                  <a:lnTo>
                    <a:pt x="195" y="269"/>
                  </a:lnTo>
                  <a:lnTo>
                    <a:pt x="120" y="359"/>
                  </a:lnTo>
                  <a:lnTo>
                    <a:pt x="75" y="463"/>
                  </a:lnTo>
                  <a:lnTo>
                    <a:pt x="31" y="568"/>
                  </a:lnTo>
                  <a:lnTo>
                    <a:pt x="1" y="672"/>
                  </a:lnTo>
                  <a:lnTo>
                    <a:pt x="1" y="792"/>
                  </a:lnTo>
                  <a:lnTo>
                    <a:pt x="1" y="14805"/>
                  </a:lnTo>
                  <a:lnTo>
                    <a:pt x="8486" y="14805"/>
                  </a:lnTo>
                  <a:lnTo>
                    <a:pt x="8486" y="822"/>
                  </a:lnTo>
                  <a:lnTo>
                    <a:pt x="8486" y="687"/>
                  </a:lnTo>
                  <a:lnTo>
                    <a:pt x="8456" y="583"/>
                  </a:lnTo>
                  <a:lnTo>
                    <a:pt x="8412" y="478"/>
                  </a:lnTo>
                  <a:lnTo>
                    <a:pt x="8367" y="374"/>
                  </a:lnTo>
                  <a:lnTo>
                    <a:pt x="8292" y="284"/>
                  </a:lnTo>
                  <a:lnTo>
                    <a:pt x="8217" y="209"/>
                  </a:lnTo>
                  <a:lnTo>
                    <a:pt x="8128" y="149"/>
                  </a:lnTo>
                  <a:lnTo>
                    <a:pt x="8038" y="105"/>
                  </a:lnTo>
                  <a:lnTo>
                    <a:pt x="7934" y="60"/>
                  </a:lnTo>
                  <a:lnTo>
                    <a:pt x="7829" y="30"/>
                  </a:lnTo>
                  <a:lnTo>
                    <a:pt x="7620" y="30"/>
                  </a:lnTo>
                  <a:lnTo>
                    <a:pt x="7500" y="45"/>
                  </a:lnTo>
                  <a:lnTo>
                    <a:pt x="7396" y="75"/>
                  </a:lnTo>
                  <a:lnTo>
                    <a:pt x="7291" y="135"/>
                  </a:lnTo>
                  <a:lnTo>
                    <a:pt x="7202" y="209"/>
                  </a:lnTo>
                  <a:lnTo>
                    <a:pt x="6828" y="493"/>
                  </a:lnTo>
                  <a:lnTo>
                    <a:pt x="6455" y="732"/>
                  </a:lnTo>
                  <a:lnTo>
                    <a:pt x="6096" y="941"/>
                  </a:lnTo>
                  <a:lnTo>
                    <a:pt x="5723" y="1106"/>
                  </a:lnTo>
                  <a:lnTo>
                    <a:pt x="5349" y="1240"/>
                  </a:lnTo>
                  <a:lnTo>
                    <a:pt x="5170" y="1285"/>
                  </a:lnTo>
                  <a:lnTo>
                    <a:pt x="4990" y="1330"/>
                  </a:lnTo>
                  <a:lnTo>
                    <a:pt x="4796" y="1360"/>
                  </a:lnTo>
                  <a:lnTo>
                    <a:pt x="4617" y="1389"/>
                  </a:lnTo>
                  <a:lnTo>
                    <a:pt x="4438" y="1404"/>
                  </a:lnTo>
                  <a:lnTo>
                    <a:pt x="4064" y="1404"/>
                  </a:lnTo>
                  <a:lnTo>
                    <a:pt x="3870" y="1389"/>
                  </a:lnTo>
                  <a:lnTo>
                    <a:pt x="3691" y="1360"/>
                  </a:lnTo>
                  <a:lnTo>
                    <a:pt x="3511" y="1330"/>
                  </a:lnTo>
                  <a:lnTo>
                    <a:pt x="3317" y="1285"/>
                  </a:lnTo>
                  <a:lnTo>
                    <a:pt x="3138" y="1225"/>
                  </a:lnTo>
                  <a:lnTo>
                    <a:pt x="2764" y="1091"/>
                  </a:lnTo>
                  <a:lnTo>
                    <a:pt x="2406" y="926"/>
                  </a:lnTo>
                  <a:lnTo>
                    <a:pt x="2032" y="717"/>
                  </a:lnTo>
                  <a:lnTo>
                    <a:pt x="1659" y="463"/>
                  </a:lnTo>
                  <a:lnTo>
                    <a:pt x="1285" y="179"/>
                  </a:lnTo>
                  <a:lnTo>
                    <a:pt x="1196" y="120"/>
                  </a:lnTo>
                  <a:lnTo>
                    <a:pt x="1091" y="60"/>
                  </a:lnTo>
                  <a:lnTo>
                    <a:pt x="972" y="30"/>
                  </a:lnTo>
                  <a:lnTo>
                    <a:pt x="867" y="15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33"/>
            <p:cNvSpPr/>
            <p:nvPr/>
          </p:nvSpPr>
          <p:spPr>
            <a:xfrm>
              <a:off x="4277868" y="4571103"/>
              <a:ext cx="370179" cy="119456"/>
            </a:xfrm>
            <a:custGeom>
              <a:avLst/>
              <a:gdLst/>
              <a:ahLst/>
              <a:cxnLst/>
              <a:rect l="l" t="t" r="r" b="b"/>
              <a:pathLst>
                <a:path w="13477" h="4349" extrusionOk="0">
                  <a:moveTo>
                    <a:pt x="2018" y="1"/>
                  </a:moveTo>
                  <a:lnTo>
                    <a:pt x="1808" y="16"/>
                  </a:lnTo>
                  <a:lnTo>
                    <a:pt x="1614" y="46"/>
                  </a:lnTo>
                  <a:lnTo>
                    <a:pt x="1420" y="90"/>
                  </a:lnTo>
                  <a:lnTo>
                    <a:pt x="1241" y="165"/>
                  </a:lnTo>
                  <a:lnTo>
                    <a:pt x="1061" y="240"/>
                  </a:lnTo>
                  <a:lnTo>
                    <a:pt x="897" y="344"/>
                  </a:lnTo>
                  <a:lnTo>
                    <a:pt x="733" y="464"/>
                  </a:lnTo>
                  <a:lnTo>
                    <a:pt x="598" y="598"/>
                  </a:lnTo>
                  <a:lnTo>
                    <a:pt x="464" y="733"/>
                  </a:lnTo>
                  <a:lnTo>
                    <a:pt x="344" y="897"/>
                  </a:lnTo>
                  <a:lnTo>
                    <a:pt x="255" y="1061"/>
                  </a:lnTo>
                  <a:lnTo>
                    <a:pt x="165" y="1226"/>
                  </a:lnTo>
                  <a:lnTo>
                    <a:pt x="90" y="1420"/>
                  </a:lnTo>
                  <a:lnTo>
                    <a:pt x="46" y="1614"/>
                  </a:lnTo>
                  <a:lnTo>
                    <a:pt x="16" y="1808"/>
                  </a:lnTo>
                  <a:lnTo>
                    <a:pt x="1" y="2018"/>
                  </a:lnTo>
                  <a:lnTo>
                    <a:pt x="1" y="2331"/>
                  </a:lnTo>
                  <a:lnTo>
                    <a:pt x="16" y="2540"/>
                  </a:lnTo>
                  <a:lnTo>
                    <a:pt x="46" y="2735"/>
                  </a:lnTo>
                  <a:lnTo>
                    <a:pt x="90" y="2929"/>
                  </a:lnTo>
                  <a:lnTo>
                    <a:pt x="165" y="3123"/>
                  </a:lnTo>
                  <a:lnTo>
                    <a:pt x="255" y="3302"/>
                  </a:lnTo>
                  <a:lnTo>
                    <a:pt x="344" y="3467"/>
                  </a:lnTo>
                  <a:lnTo>
                    <a:pt x="464" y="3616"/>
                  </a:lnTo>
                  <a:lnTo>
                    <a:pt x="598" y="3765"/>
                  </a:lnTo>
                  <a:lnTo>
                    <a:pt x="733" y="3885"/>
                  </a:lnTo>
                  <a:lnTo>
                    <a:pt x="897" y="4005"/>
                  </a:lnTo>
                  <a:lnTo>
                    <a:pt x="1061" y="4109"/>
                  </a:lnTo>
                  <a:lnTo>
                    <a:pt x="1241" y="4184"/>
                  </a:lnTo>
                  <a:lnTo>
                    <a:pt x="1420" y="4258"/>
                  </a:lnTo>
                  <a:lnTo>
                    <a:pt x="1614" y="4303"/>
                  </a:lnTo>
                  <a:lnTo>
                    <a:pt x="1808" y="4333"/>
                  </a:lnTo>
                  <a:lnTo>
                    <a:pt x="2018" y="4348"/>
                  </a:lnTo>
                  <a:lnTo>
                    <a:pt x="11459" y="4348"/>
                  </a:lnTo>
                  <a:lnTo>
                    <a:pt x="11669" y="4333"/>
                  </a:lnTo>
                  <a:lnTo>
                    <a:pt x="11863" y="4303"/>
                  </a:lnTo>
                  <a:lnTo>
                    <a:pt x="12057" y="4258"/>
                  </a:lnTo>
                  <a:lnTo>
                    <a:pt x="12251" y="4184"/>
                  </a:lnTo>
                  <a:lnTo>
                    <a:pt x="12416" y="4109"/>
                  </a:lnTo>
                  <a:lnTo>
                    <a:pt x="12595" y="4005"/>
                  </a:lnTo>
                  <a:lnTo>
                    <a:pt x="12744" y="3885"/>
                  </a:lnTo>
                  <a:lnTo>
                    <a:pt x="12879" y="3765"/>
                  </a:lnTo>
                  <a:lnTo>
                    <a:pt x="13013" y="3616"/>
                  </a:lnTo>
                  <a:lnTo>
                    <a:pt x="13133" y="3467"/>
                  </a:lnTo>
                  <a:lnTo>
                    <a:pt x="13237" y="3302"/>
                  </a:lnTo>
                  <a:lnTo>
                    <a:pt x="13312" y="3123"/>
                  </a:lnTo>
                  <a:lnTo>
                    <a:pt x="13387" y="2929"/>
                  </a:lnTo>
                  <a:lnTo>
                    <a:pt x="13431" y="2735"/>
                  </a:lnTo>
                  <a:lnTo>
                    <a:pt x="13461" y="2540"/>
                  </a:lnTo>
                  <a:lnTo>
                    <a:pt x="13476" y="2331"/>
                  </a:lnTo>
                  <a:lnTo>
                    <a:pt x="13476" y="2018"/>
                  </a:lnTo>
                  <a:lnTo>
                    <a:pt x="13461" y="1808"/>
                  </a:lnTo>
                  <a:lnTo>
                    <a:pt x="13431" y="1614"/>
                  </a:lnTo>
                  <a:lnTo>
                    <a:pt x="13387" y="1420"/>
                  </a:lnTo>
                  <a:lnTo>
                    <a:pt x="13312" y="1226"/>
                  </a:lnTo>
                  <a:lnTo>
                    <a:pt x="13237" y="1061"/>
                  </a:lnTo>
                  <a:lnTo>
                    <a:pt x="13133" y="897"/>
                  </a:lnTo>
                  <a:lnTo>
                    <a:pt x="13013" y="733"/>
                  </a:lnTo>
                  <a:lnTo>
                    <a:pt x="12879" y="598"/>
                  </a:lnTo>
                  <a:lnTo>
                    <a:pt x="12744" y="464"/>
                  </a:lnTo>
                  <a:lnTo>
                    <a:pt x="12595" y="344"/>
                  </a:lnTo>
                  <a:lnTo>
                    <a:pt x="12416" y="240"/>
                  </a:lnTo>
                  <a:lnTo>
                    <a:pt x="12251" y="165"/>
                  </a:lnTo>
                  <a:lnTo>
                    <a:pt x="12057" y="90"/>
                  </a:lnTo>
                  <a:lnTo>
                    <a:pt x="11863" y="46"/>
                  </a:lnTo>
                  <a:lnTo>
                    <a:pt x="11669" y="16"/>
                  </a:lnTo>
                  <a:lnTo>
                    <a:pt x="114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33"/>
            <p:cNvSpPr/>
            <p:nvPr/>
          </p:nvSpPr>
          <p:spPr>
            <a:xfrm>
              <a:off x="4332857" y="4006061"/>
              <a:ext cx="234765" cy="234765"/>
            </a:xfrm>
            <a:custGeom>
              <a:avLst/>
              <a:gdLst/>
              <a:ahLst/>
              <a:cxnLst/>
              <a:rect l="l" t="t" r="r" b="b"/>
              <a:pathLst>
                <a:path w="8547" h="8547" extrusionOk="0">
                  <a:moveTo>
                    <a:pt x="4049" y="1"/>
                  </a:moveTo>
                  <a:lnTo>
                    <a:pt x="3840" y="16"/>
                  </a:lnTo>
                  <a:lnTo>
                    <a:pt x="3616" y="46"/>
                  </a:lnTo>
                  <a:lnTo>
                    <a:pt x="3407" y="91"/>
                  </a:lnTo>
                  <a:lnTo>
                    <a:pt x="3198" y="135"/>
                  </a:lnTo>
                  <a:lnTo>
                    <a:pt x="3004" y="195"/>
                  </a:lnTo>
                  <a:lnTo>
                    <a:pt x="2794" y="255"/>
                  </a:lnTo>
                  <a:lnTo>
                    <a:pt x="2600" y="330"/>
                  </a:lnTo>
                  <a:lnTo>
                    <a:pt x="2421" y="419"/>
                  </a:lnTo>
                  <a:lnTo>
                    <a:pt x="2227" y="509"/>
                  </a:lnTo>
                  <a:lnTo>
                    <a:pt x="2047" y="614"/>
                  </a:lnTo>
                  <a:lnTo>
                    <a:pt x="1883" y="733"/>
                  </a:lnTo>
                  <a:lnTo>
                    <a:pt x="1719" y="853"/>
                  </a:lnTo>
                  <a:lnTo>
                    <a:pt x="1554" y="972"/>
                  </a:lnTo>
                  <a:lnTo>
                    <a:pt x="1390" y="1107"/>
                  </a:lnTo>
                  <a:lnTo>
                    <a:pt x="1256" y="1256"/>
                  </a:lnTo>
                  <a:lnTo>
                    <a:pt x="1106" y="1390"/>
                  </a:lnTo>
                  <a:lnTo>
                    <a:pt x="972" y="1555"/>
                  </a:lnTo>
                  <a:lnTo>
                    <a:pt x="852" y="1719"/>
                  </a:lnTo>
                  <a:lnTo>
                    <a:pt x="733" y="1883"/>
                  </a:lnTo>
                  <a:lnTo>
                    <a:pt x="613" y="2063"/>
                  </a:lnTo>
                  <a:lnTo>
                    <a:pt x="509" y="2227"/>
                  </a:lnTo>
                  <a:lnTo>
                    <a:pt x="419" y="2421"/>
                  </a:lnTo>
                  <a:lnTo>
                    <a:pt x="329" y="2615"/>
                  </a:lnTo>
                  <a:lnTo>
                    <a:pt x="255" y="2795"/>
                  </a:lnTo>
                  <a:lnTo>
                    <a:pt x="195" y="3004"/>
                  </a:lnTo>
                  <a:lnTo>
                    <a:pt x="135" y="3198"/>
                  </a:lnTo>
                  <a:lnTo>
                    <a:pt x="90" y="3407"/>
                  </a:lnTo>
                  <a:lnTo>
                    <a:pt x="45" y="3616"/>
                  </a:lnTo>
                  <a:lnTo>
                    <a:pt x="16" y="3840"/>
                  </a:lnTo>
                  <a:lnTo>
                    <a:pt x="1" y="4050"/>
                  </a:lnTo>
                  <a:lnTo>
                    <a:pt x="1" y="4274"/>
                  </a:lnTo>
                  <a:lnTo>
                    <a:pt x="1" y="4498"/>
                  </a:lnTo>
                  <a:lnTo>
                    <a:pt x="16" y="4707"/>
                  </a:lnTo>
                  <a:lnTo>
                    <a:pt x="45" y="4916"/>
                  </a:lnTo>
                  <a:lnTo>
                    <a:pt x="90" y="5140"/>
                  </a:lnTo>
                  <a:lnTo>
                    <a:pt x="135" y="5334"/>
                  </a:lnTo>
                  <a:lnTo>
                    <a:pt x="195" y="5544"/>
                  </a:lnTo>
                  <a:lnTo>
                    <a:pt x="255" y="5738"/>
                  </a:lnTo>
                  <a:lnTo>
                    <a:pt x="329" y="5932"/>
                  </a:lnTo>
                  <a:lnTo>
                    <a:pt x="419" y="6126"/>
                  </a:lnTo>
                  <a:lnTo>
                    <a:pt x="509" y="6305"/>
                  </a:lnTo>
                  <a:lnTo>
                    <a:pt x="613" y="6485"/>
                  </a:lnTo>
                  <a:lnTo>
                    <a:pt x="733" y="6664"/>
                  </a:lnTo>
                  <a:lnTo>
                    <a:pt x="852" y="6828"/>
                  </a:lnTo>
                  <a:lnTo>
                    <a:pt x="972" y="6993"/>
                  </a:lnTo>
                  <a:lnTo>
                    <a:pt x="1106" y="7142"/>
                  </a:lnTo>
                  <a:lnTo>
                    <a:pt x="1256" y="7291"/>
                  </a:lnTo>
                  <a:lnTo>
                    <a:pt x="1390" y="7441"/>
                  </a:lnTo>
                  <a:lnTo>
                    <a:pt x="1554" y="7575"/>
                  </a:lnTo>
                  <a:lnTo>
                    <a:pt x="1719" y="7695"/>
                  </a:lnTo>
                  <a:lnTo>
                    <a:pt x="1883" y="7814"/>
                  </a:lnTo>
                  <a:lnTo>
                    <a:pt x="2047" y="7934"/>
                  </a:lnTo>
                  <a:lnTo>
                    <a:pt x="2227" y="8024"/>
                  </a:lnTo>
                  <a:lnTo>
                    <a:pt x="2421" y="8128"/>
                  </a:lnTo>
                  <a:lnTo>
                    <a:pt x="2600" y="8218"/>
                  </a:lnTo>
                  <a:lnTo>
                    <a:pt x="2794" y="8292"/>
                  </a:lnTo>
                  <a:lnTo>
                    <a:pt x="3004" y="8352"/>
                  </a:lnTo>
                  <a:lnTo>
                    <a:pt x="3198" y="8412"/>
                  </a:lnTo>
                  <a:lnTo>
                    <a:pt x="3407" y="8457"/>
                  </a:lnTo>
                  <a:lnTo>
                    <a:pt x="3616" y="8502"/>
                  </a:lnTo>
                  <a:lnTo>
                    <a:pt x="3840" y="8531"/>
                  </a:lnTo>
                  <a:lnTo>
                    <a:pt x="4049" y="8546"/>
                  </a:lnTo>
                  <a:lnTo>
                    <a:pt x="4497" y="8546"/>
                  </a:lnTo>
                  <a:lnTo>
                    <a:pt x="4707" y="8531"/>
                  </a:lnTo>
                  <a:lnTo>
                    <a:pt x="4916" y="8502"/>
                  </a:lnTo>
                  <a:lnTo>
                    <a:pt x="5140" y="8457"/>
                  </a:lnTo>
                  <a:lnTo>
                    <a:pt x="5334" y="8412"/>
                  </a:lnTo>
                  <a:lnTo>
                    <a:pt x="5543" y="8352"/>
                  </a:lnTo>
                  <a:lnTo>
                    <a:pt x="5737" y="8292"/>
                  </a:lnTo>
                  <a:lnTo>
                    <a:pt x="5932" y="8218"/>
                  </a:lnTo>
                  <a:lnTo>
                    <a:pt x="6126" y="8128"/>
                  </a:lnTo>
                  <a:lnTo>
                    <a:pt x="6305" y="8024"/>
                  </a:lnTo>
                  <a:lnTo>
                    <a:pt x="6484" y="7934"/>
                  </a:lnTo>
                  <a:lnTo>
                    <a:pt x="6664" y="7814"/>
                  </a:lnTo>
                  <a:lnTo>
                    <a:pt x="6828" y="7695"/>
                  </a:lnTo>
                  <a:lnTo>
                    <a:pt x="6992" y="7575"/>
                  </a:lnTo>
                  <a:lnTo>
                    <a:pt x="7142" y="7441"/>
                  </a:lnTo>
                  <a:lnTo>
                    <a:pt x="7291" y="7291"/>
                  </a:lnTo>
                  <a:lnTo>
                    <a:pt x="7441" y="7142"/>
                  </a:lnTo>
                  <a:lnTo>
                    <a:pt x="7575" y="6993"/>
                  </a:lnTo>
                  <a:lnTo>
                    <a:pt x="7695" y="6828"/>
                  </a:lnTo>
                  <a:lnTo>
                    <a:pt x="7814" y="6664"/>
                  </a:lnTo>
                  <a:lnTo>
                    <a:pt x="7934" y="6485"/>
                  </a:lnTo>
                  <a:lnTo>
                    <a:pt x="8023" y="6305"/>
                  </a:lnTo>
                  <a:lnTo>
                    <a:pt x="8128" y="6126"/>
                  </a:lnTo>
                  <a:lnTo>
                    <a:pt x="8203" y="5932"/>
                  </a:lnTo>
                  <a:lnTo>
                    <a:pt x="8292" y="5738"/>
                  </a:lnTo>
                  <a:lnTo>
                    <a:pt x="8352" y="5544"/>
                  </a:lnTo>
                  <a:lnTo>
                    <a:pt x="8412" y="5334"/>
                  </a:lnTo>
                  <a:lnTo>
                    <a:pt x="8456" y="5140"/>
                  </a:lnTo>
                  <a:lnTo>
                    <a:pt x="8501" y="4916"/>
                  </a:lnTo>
                  <a:lnTo>
                    <a:pt x="8516" y="4707"/>
                  </a:lnTo>
                  <a:lnTo>
                    <a:pt x="8546" y="4498"/>
                  </a:lnTo>
                  <a:lnTo>
                    <a:pt x="8546" y="4274"/>
                  </a:lnTo>
                  <a:lnTo>
                    <a:pt x="8546" y="4050"/>
                  </a:lnTo>
                  <a:lnTo>
                    <a:pt x="8516" y="3840"/>
                  </a:lnTo>
                  <a:lnTo>
                    <a:pt x="8501" y="3616"/>
                  </a:lnTo>
                  <a:lnTo>
                    <a:pt x="8456" y="3407"/>
                  </a:lnTo>
                  <a:lnTo>
                    <a:pt x="8412" y="3198"/>
                  </a:lnTo>
                  <a:lnTo>
                    <a:pt x="8352" y="3004"/>
                  </a:lnTo>
                  <a:lnTo>
                    <a:pt x="8292" y="2795"/>
                  </a:lnTo>
                  <a:lnTo>
                    <a:pt x="8203" y="2615"/>
                  </a:lnTo>
                  <a:lnTo>
                    <a:pt x="8128" y="2421"/>
                  </a:lnTo>
                  <a:lnTo>
                    <a:pt x="8023" y="2227"/>
                  </a:lnTo>
                  <a:lnTo>
                    <a:pt x="7934" y="2063"/>
                  </a:lnTo>
                  <a:lnTo>
                    <a:pt x="7814" y="1883"/>
                  </a:lnTo>
                  <a:lnTo>
                    <a:pt x="7695" y="1719"/>
                  </a:lnTo>
                  <a:lnTo>
                    <a:pt x="7575" y="1555"/>
                  </a:lnTo>
                  <a:lnTo>
                    <a:pt x="7441" y="1390"/>
                  </a:lnTo>
                  <a:lnTo>
                    <a:pt x="7291" y="1256"/>
                  </a:lnTo>
                  <a:lnTo>
                    <a:pt x="7142" y="1107"/>
                  </a:lnTo>
                  <a:lnTo>
                    <a:pt x="6992" y="972"/>
                  </a:lnTo>
                  <a:lnTo>
                    <a:pt x="6828" y="853"/>
                  </a:lnTo>
                  <a:lnTo>
                    <a:pt x="6664" y="733"/>
                  </a:lnTo>
                  <a:lnTo>
                    <a:pt x="6484" y="614"/>
                  </a:lnTo>
                  <a:lnTo>
                    <a:pt x="6305" y="509"/>
                  </a:lnTo>
                  <a:lnTo>
                    <a:pt x="6126" y="419"/>
                  </a:lnTo>
                  <a:lnTo>
                    <a:pt x="5932" y="330"/>
                  </a:lnTo>
                  <a:lnTo>
                    <a:pt x="5737" y="255"/>
                  </a:lnTo>
                  <a:lnTo>
                    <a:pt x="5543" y="195"/>
                  </a:lnTo>
                  <a:lnTo>
                    <a:pt x="5334" y="135"/>
                  </a:lnTo>
                  <a:lnTo>
                    <a:pt x="5140" y="91"/>
                  </a:lnTo>
                  <a:lnTo>
                    <a:pt x="4916" y="46"/>
                  </a:lnTo>
                  <a:lnTo>
                    <a:pt x="4707" y="16"/>
                  </a:lnTo>
                  <a:lnTo>
                    <a:pt x="449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33"/>
            <p:cNvSpPr/>
            <p:nvPr/>
          </p:nvSpPr>
          <p:spPr>
            <a:xfrm>
              <a:off x="4386609" y="4059840"/>
              <a:ext cx="126845" cy="126817"/>
            </a:xfrm>
            <a:custGeom>
              <a:avLst/>
              <a:gdLst/>
              <a:ahLst/>
              <a:cxnLst/>
              <a:rect l="l" t="t" r="r" b="b"/>
              <a:pathLst>
                <a:path w="4618" h="4617" extrusionOk="0">
                  <a:moveTo>
                    <a:pt x="2316" y="0"/>
                  </a:moveTo>
                  <a:lnTo>
                    <a:pt x="2077" y="15"/>
                  </a:lnTo>
                  <a:lnTo>
                    <a:pt x="1853" y="60"/>
                  </a:lnTo>
                  <a:lnTo>
                    <a:pt x="1629" y="105"/>
                  </a:lnTo>
                  <a:lnTo>
                    <a:pt x="1420" y="194"/>
                  </a:lnTo>
                  <a:lnTo>
                    <a:pt x="1211" y="284"/>
                  </a:lnTo>
                  <a:lnTo>
                    <a:pt x="1032" y="403"/>
                  </a:lnTo>
                  <a:lnTo>
                    <a:pt x="852" y="538"/>
                  </a:lnTo>
                  <a:lnTo>
                    <a:pt x="688" y="687"/>
                  </a:lnTo>
                  <a:lnTo>
                    <a:pt x="539" y="852"/>
                  </a:lnTo>
                  <a:lnTo>
                    <a:pt x="404" y="1031"/>
                  </a:lnTo>
                  <a:lnTo>
                    <a:pt x="285" y="1210"/>
                  </a:lnTo>
                  <a:lnTo>
                    <a:pt x="195" y="1419"/>
                  </a:lnTo>
                  <a:lnTo>
                    <a:pt x="105" y="1628"/>
                  </a:lnTo>
                  <a:lnTo>
                    <a:pt x="61" y="1853"/>
                  </a:lnTo>
                  <a:lnTo>
                    <a:pt x="16" y="2077"/>
                  </a:lnTo>
                  <a:lnTo>
                    <a:pt x="1" y="2316"/>
                  </a:lnTo>
                  <a:lnTo>
                    <a:pt x="16" y="2555"/>
                  </a:lnTo>
                  <a:lnTo>
                    <a:pt x="61" y="2779"/>
                  </a:lnTo>
                  <a:lnTo>
                    <a:pt x="105" y="3003"/>
                  </a:lnTo>
                  <a:lnTo>
                    <a:pt x="195" y="3212"/>
                  </a:lnTo>
                  <a:lnTo>
                    <a:pt x="285" y="3406"/>
                  </a:lnTo>
                  <a:lnTo>
                    <a:pt x="404" y="3600"/>
                  </a:lnTo>
                  <a:lnTo>
                    <a:pt x="539" y="3780"/>
                  </a:lnTo>
                  <a:lnTo>
                    <a:pt x="688" y="3944"/>
                  </a:lnTo>
                  <a:lnTo>
                    <a:pt x="852" y="4093"/>
                  </a:lnTo>
                  <a:lnTo>
                    <a:pt x="1032" y="4228"/>
                  </a:lnTo>
                  <a:lnTo>
                    <a:pt x="1211" y="4347"/>
                  </a:lnTo>
                  <a:lnTo>
                    <a:pt x="1420" y="4437"/>
                  </a:lnTo>
                  <a:lnTo>
                    <a:pt x="1629" y="4512"/>
                  </a:lnTo>
                  <a:lnTo>
                    <a:pt x="1853" y="4572"/>
                  </a:lnTo>
                  <a:lnTo>
                    <a:pt x="2077" y="4616"/>
                  </a:lnTo>
                  <a:lnTo>
                    <a:pt x="2555" y="4616"/>
                  </a:lnTo>
                  <a:lnTo>
                    <a:pt x="2780" y="4572"/>
                  </a:lnTo>
                  <a:lnTo>
                    <a:pt x="3004" y="4512"/>
                  </a:lnTo>
                  <a:lnTo>
                    <a:pt x="3213" y="4437"/>
                  </a:lnTo>
                  <a:lnTo>
                    <a:pt x="3407" y="4347"/>
                  </a:lnTo>
                  <a:lnTo>
                    <a:pt x="3601" y="4228"/>
                  </a:lnTo>
                  <a:lnTo>
                    <a:pt x="3780" y="4093"/>
                  </a:lnTo>
                  <a:lnTo>
                    <a:pt x="3945" y="3944"/>
                  </a:lnTo>
                  <a:lnTo>
                    <a:pt x="4094" y="3780"/>
                  </a:lnTo>
                  <a:lnTo>
                    <a:pt x="4229" y="3600"/>
                  </a:lnTo>
                  <a:lnTo>
                    <a:pt x="4348" y="3406"/>
                  </a:lnTo>
                  <a:lnTo>
                    <a:pt x="4438" y="3212"/>
                  </a:lnTo>
                  <a:lnTo>
                    <a:pt x="4513" y="3003"/>
                  </a:lnTo>
                  <a:lnTo>
                    <a:pt x="4572" y="2779"/>
                  </a:lnTo>
                  <a:lnTo>
                    <a:pt x="4617" y="2555"/>
                  </a:lnTo>
                  <a:lnTo>
                    <a:pt x="4617" y="2316"/>
                  </a:lnTo>
                  <a:lnTo>
                    <a:pt x="4617" y="2077"/>
                  </a:lnTo>
                  <a:lnTo>
                    <a:pt x="4572" y="1853"/>
                  </a:lnTo>
                  <a:lnTo>
                    <a:pt x="4513" y="1628"/>
                  </a:lnTo>
                  <a:lnTo>
                    <a:pt x="4438" y="1419"/>
                  </a:lnTo>
                  <a:lnTo>
                    <a:pt x="4348" y="1210"/>
                  </a:lnTo>
                  <a:lnTo>
                    <a:pt x="4229" y="1031"/>
                  </a:lnTo>
                  <a:lnTo>
                    <a:pt x="4094" y="852"/>
                  </a:lnTo>
                  <a:lnTo>
                    <a:pt x="3945" y="687"/>
                  </a:lnTo>
                  <a:lnTo>
                    <a:pt x="3780" y="538"/>
                  </a:lnTo>
                  <a:lnTo>
                    <a:pt x="3601" y="403"/>
                  </a:lnTo>
                  <a:lnTo>
                    <a:pt x="3407" y="284"/>
                  </a:lnTo>
                  <a:lnTo>
                    <a:pt x="3213" y="194"/>
                  </a:lnTo>
                  <a:lnTo>
                    <a:pt x="3004" y="105"/>
                  </a:lnTo>
                  <a:lnTo>
                    <a:pt x="2780" y="60"/>
                  </a:lnTo>
                  <a:lnTo>
                    <a:pt x="2555" y="15"/>
                  </a:lnTo>
                  <a:lnTo>
                    <a:pt x="23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33"/>
            <p:cNvSpPr/>
            <p:nvPr/>
          </p:nvSpPr>
          <p:spPr>
            <a:xfrm>
              <a:off x="3714472" y="3577692"/>
              <a:ext cx="889672" cy="301209"/>
            </a:xfrm>
            <a:custGeom>
              <a:avLst/>
              <a:gdLst/>
              <a:ahLst/>
              <a:cxnLst/>
              <a:rect l="l" t="t" r="r" b="b"/>
              <a:pathLst>
                <a:path w="32390" h="10966" extrusionOk="0">
                  <a:moveTo>
                    <a:pt x="957" y="0"/>
                  </a:moveTo>
                  <a:lnTo>
                    <a:pt x="852" y="30"/>
                  </a:lnTo>
                  <a:lnTo>
                    <a:pt x="748" y="45"/>
                  </a:lnTo>
                  <a:lnTo>
                    <a:pt x="658" y="90"/>
                  </a:lnTo>
                  <a:lnTo>
                    <a:pt x="553" y="135"/>
                  </a:lnTo>
                  <a:lnTo>
                    <a:pt x="464" y="179"/>
                  </a:lnTo>
                  <a:lnTo>
                    <a:pt x="389" y="254"/>
                  </a:lnTo>
                  <a:lnTo>
                    <a:pt x="314" y="314"/>
                  </a:lnTo>
                  <a:lnTo>
                    <a:pt x="240" y="389"/>
                  </a:lnTo>
                  <a:lnTo>
                    <a:pt x="180" y="478"/>
                  </a:lnTo>
                  <a:lnTo>
                    <a:pt x="120" y="568"/>
                  </a:lnTo>
                  <a:lnTo>
                    <a:pt x="75" y="657"/>
                  </a:lnTo>
                  <a:lnTo>
                    <a:pt x="45" y="762"/>
                  </a:lnTo>
                  <a:lnTo>
                    <a:pt x="16" y="867"/>
                  </a:lnTo>
                  <a:lnTo>
                    <a:pt x="1" y="971"/>
                  </a:lnTo>
                  <a:lnTo>
                    <a:pt x="1" y="1076"/>
                  </a:lnTo>
                  <a:lnTo>
                    <a:pt x="1" y="6962"/>
                  </a:lnTo>
                  <a:lnTo>
                    <a:pt x="1" y="7171"/>
                  </a:lnTo>
                  <a:lnTo>
                    <a:pt x="16" y="7380"/>
                  </a:lnTo>
                  <a:lnTo>
                    <a:pt x="45" y="7574"/>
                  </a:lnTo>
                  <a:lnTo>
                    <a:pt x="75" y="7769"/>
                  </a:lnTo>
                  <a:lnTo>
                    <a:pt x="120" y="7963"/>
                  </a:lnTo>
                  <a:lnTo>
                    <a:pt x="180" y="8157"/>
                  </a:lnTo>
                  <a:lnTo>
                    <a:pt x="240" y="8336"/>
                  </a:lnTo>
                  <a:lnTo>
                    <a:pt x="314" y="8516"/>
                  </a:lnTo>
                  <a:lnTo>
                    <a:pt x="389" y="8695"/>
                  </a:lnTo>
                  <a:lnTo>
                    <a:pt x="479" y="8874"/>
                  </a:lnTo>
                  <a:lnTo>
                    <a:pt x="568" y="9039"/>
                  </a:lnTo>
                  <a:lnTo>
                    <a:pt x="673" y="9203"/>
                  </a:lnTo>
                  <a:lnTo>
                    <a:pt x="792" y="9352"/>
                  </a:lnTo>
                  <a:lnTo>
                    <a:pt x="912" y="9517"/>
                  </a:lnTo>
                  <a:lnTo>
                    <a:pt x="1031" y="9651"/>
                  </a:lnTo>
                  <a:lnTo>
                    <a:pt x="1166" y="9800"/>
                  </a:lnTo>
                  <a:lnTo>
                    <a:pt x="1300" y="9920"/>
                  </a:lnTo>
                  <a:lnTo>
                    <a:pt x="1450" y="10054"/>
                  </a:lnTo>
                  <a:lnTo>
                    <a:pt x="1599" y="10174"/>
                  </a:lnTo>
                  <a:lnTo>
                    <a:pt x="1764" y="10279"/>
                  </a:lnTo>
                  <a:lnTo>
                    <a:pt x="1928" y="10383"/>
                  </a:lnTo>
                  <a:lnTo>
                    <a:pt x="2092" y="10488"/>
                  </a:lnTo>
                  <a:lnTo>
                    <a:pt x="2257" y="10577"/>
                  </a:lnTo>
                  <a:lnTo>
                    <a:pt x="2436" y="10652"/>
                  </a:lnTo>
                  <a:lnTo>
                    <a:pt x="2615" y="10727"/>
                  </a:lnTo>
                  <a:lnTo>
                    <a:pt x="2809" y="10786"/>
                  </a:lnTo>
                  <a:lnTo>
                    <a:pt x="2989" y="10846"/>
                  </a:lnTo>
                  <a:lnTo>
                    <a:pt x="3183" y="10891"/>
                  </a:lnTo>
                  <a:lnTo>
                    <a:pt x="3392" y="10921"/>
                  </a:lnTo>
                  <a:lnTo>
                    <a:pt x="3586" y="10951"/>
                  </a:lnTo>
                  <a:lnTo>
                    <a:pt x="3795" y="10966"/>
                  </a:lnTo>
                  <a:lnTo>
                    <a:pt x="28595" y="10966"/>
                  </a:lnTo>
                  <a:lnTo>
                    <a:pt x="28789" y="10951"/>
                  </a:lnTo>
                  <a:lnTo>
                    <a:pt x="28998" y="10921"/>
                  </a:lnTo>
                  <a:lnTo>
                    <a:pt x="29193" y="10891"/>
                  </a:lnTo>
                  <a:lnTo>
                    <a:pt x="29387" y="10846"/>
                  </a:lnTo>
                  <a:lnTo>
                    <a:pt x="29581" y="10786"/>
                  </a:lnTo>
                  <a:lnTo>
                    <a:pt x="29760" y="10727"/>
                  </a:lnTo>
                  <a:lnTo>
                    <a:pt x="29940" y="10652"/>
                  </a:lnTo>
                  <a:lnTo>
                    <a:pt x="30119" y="10577"/>
                  </a:lnTo>
                  <a:lnTo>
                    <a:pt x="30298" y="10488"/>
                  </a:lnTo>
                  <a:lnTo>
                    <a:pt x="30463" y="10383"/>
                  </a:lnTo>
                  <a:lnTo>
                    <a:pt x="30627" y="10279"/>
                  </a:lnTo>
                  <a:lnTo>
                    <a:pt x="30776" y="10174"/>
                  </a:lnTo>
                  <a:lnTo>
                    <a:pt x="30926" y="10054"/>
                  </a:lnTo>
                  <a:lnTo>
                    <a:pt x="31075" y="9920"/>
                  </a:lnTo>
                  <a:lnTo>
                    <a:pt x="31210" y="9800"/>
                  </a:lnTo>
                  <a:lnTo>
                    <a:pt x="31344" y="9651"/>
                  </a:lnTo>
                  <a:lnTo>
                    <a:pt x="31478" y="9517"/>
                  </a:lnTo>
                  <a:lnTo>
                    <a:pt x="31583" y="9352"/>
                  </a:lnTo>
                  <a:lnTo>
                    <a:pt x="31703" y="9203"/>
                  </a:lnTo>
                  <a:lnTo>
                    <a:pt x="31807" y="9039"/>
                  </a:lnTo>
                  <a:lnTo>
                    <a:pt x="31897" y="8874"/>
                  </a:lnTo>
                  <a:lnTo>
                    <a:pt x="31986" y="8695"/>
                  </a:lnTo>
                  <a:lnTo>
                    <a:pt x="32076" y="8516"/>
                  </a:lnTo>
                  <a:lnTo>
                    <a:pt x="32136" y="8336"/>
                  </a:lnTo>
                  <a:lnTo>
                    <a:pt x="32210" y="8157"/>
                  </a:lnTo>
                  <a:lnTo>
                    <a:pt x="32255" y="7963"/>
                  </a:lnTo>
                  <a:lnTo>
                    <a:pt x="32300" y="7769"/>
                  </a:lnTo>
                  <a:lnTo>
                    <a:pt x="32345" y="7574"/>
                  </a:lnTo>
                  <a:lnTo>
                    <a:pt x="32360" y="7380"/>
                  </a:lnTo>
                  <a:lnTo>
                    <a:pt x="32375" y="7171"/>
                  </a:lnTo>
                  <a:lnTo>
                    <a:pt x="32390" y="6962"/>
                  </a:lnTo>
                  <a:lnTo>
                    <a:pt x="32390" y="1076"/>
                  </a:lnTo>
                  <a:lnTo>
                    <a:pt x="32375" y="971"/>
                  </a:lnTo>
                  <a:lnTo>
                    <a:pt x="32360" y="867"/>
                  </a:lnTo>
                  <a:lnTo>
                    <a:pt x="32330" y="762"/>
                  </a:lnTo>
                  <a:lnTo>
                    <a:pt x="32300" y="657"/>
                  </a:lnTo>
                  <a:lnTo>
                    <a:pt x="32255" y="568"/>
                  </a:lnTo>
                  <a:lnTo>
                    <a:pt x="32196" y="478"/>
                  </a:lnTo>
                  <a:lnTo>
                    <a:pt x="32136" y="389"/>
                  </a:lnTo>
                  <a:lnTo>
                    <a:pt x="32076" y="314"/>
                  </a:lnTo>
                  <a:lnTo>
                    <a:pt x="31986" y="254"/>
                  </a:lnTo>
                  <a:lnTo>
                    <a:pt x="31912" y="179"/>
                  </a:lnTo>
                  <a:lnTo>
                    <a:pt x="31822" y="135"/>
                  </a:lnTo>
                  <a:lnTo>
                    <a:pt x="31732" y="90"/>
                  </a:lnTo>
                  <a:lnTo>
                    <a:pt x="31628" y="45"/>
                  </a:lnTo>
                  <a:lnTo>
                    <a:pt x="31523" y="30"/>
                  </a:lnTo>
                  <a:lnTo>
                    <a:pt x="314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33"/>
            <p:cNvSpPr/>
            <p:nvPr/>
          </p:nvSpPr>
          <p:spPr>
            <a:xfrm>
              <a:off x="4543361" y="3615019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613" y="1"/>
                  </a:moveTo>
                  <a:lnTo>
                    <a:pt x="494" y="16"/>
                  </a:lnTo>
                  <a:lnTo>
                    <a:pt x="374" y="45"/>
                  </a:lnTo>
                  <a:lnTo>
                    <a:pt x="270" y="105"/>
                  </a:lnTo>
                  <a:lnTo>
                    <a:pt x="180" y="180"/>
                  </a:lnTo>
                  <a:lnTo>
                    <a:pt x="105" y="270"/>
                  </a:lnTo>
                  <a:lnTo>
                    <a:pt x="46" y="374"/>
                  </a:lnTo>
                  <a:lnTo>
                    <a:pt x="16" y="479"/>
                  </a:lnTo>
                  <a:lnTo>
                    <a:pt x="1" y="613"/>
                  </a:lnTo>
                  <a:lnTo>
                    <a:pt x="16" y="733"/>
                  </a:lnTo>
                  <a:lnTo>
                    <a:pt x="46" y="837"/>
                  </a:lnTo>
                  <a:lnTo>
                    <a:pt x="105" y="942"/>
                  </a:lnTo>
                  <a:lnTo>
                    <a:pt x="180" y="1031"/>
                  </a:lnTo>
                  <a:lnTo>
                    <a:pt x="270" y="1106"/>
                  </a:lnTo>
                  <a:lnTo>
                    <a:pt x="374" y="1166"/>
                  </a:lnTo>
                  <a:lnTo>
                    <a:pt x="494" y="1196"/>
                  </a:lnTo>
                  <a:lnTo>
                    <a:pt x="613" y="1211"/>
                  </a:lnTo>
                  <a:lnTo>
                    <a:pt x="733" y="1196"/>
                  </a:lnTo>
                  <a:lnTo>
                    <a:pt x="852" y="1166"/>
                  </a:lnTo>
                  <a:lnTo>
                    <a:pt x="942" y="1106"/>
                  </a:lnTo>
                  <a:lnTo>
                    <a:pt x="1032" y="1031"/>
                  </a:lnTo>
                  <a:lnTo>
                    <a:pt x="1106" y="942"/>
                  </a:lnTo>
                  <a:lnTo>
                    <a:pt x="1166" y="837"/>
                  </a:lnTo>
                  <a:lnTo>
                    <a:pt x="1196" y="733"/>
                  </a:lnTo>
                  <a:lnTo>
                    <a:pt x="1211" y="613"/>
                  </a:lnTo>
                  <a:lnTo>
                    <a:pt x="1196" y="479"/>
                  </a:lnTo>
                  <a:lnTo>
                    <a:pt x="1166" y="374"/>
                  </a:lnTo>
                  <a:lnTo>
                    <a:pt x="1106" y="270"/>
                  </a:lnTo>
                  <a:lnTo>
                    <a:pt x="1032" y="180"/>
                  </a:lnTo>
                  <a:lnTo>
                    <a:pt x="942" y="105"/>
                  </a:lnTo>
                  <a:lnTo>
                    <a:pt x="852" y="45"/>
                  </a:lnTo>
                  <a:lnTo>
                    <a:pt x="733" y="16"/>
                  </a:lnTo>
                  <a:lnTo>
                    <a:pt x="61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33"/>
            <p:cNvSpPr/>
            <p:nvPr/>
          </p:nvSpPr>
          <p:spPr>
            <a:xfrm>
              <a:off x="3751415" y="3604362"/>
              <a:ext cx="33263" cy="33263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78" y="0"/>
                  </a:moveTo>
                  <a:lnTo>
                    <a:pt x="374" y="45"/>
                  </a:lnTo>
                  <a:lnTo>
                    <a:pt x="269" y="90"/>
                  </a:lnTo>
                  <a:lnTo>
                    <a:pt x="180" y="165"/>
                  </a:lnTo>
                  <a:lnTo>
                    <a:pt x="105" y="254"/>
                  </a:lnTo>
                  <a:lnTo>
                    <a:pt x="45" y="359"/>
                  </a:lnTo>
                  <a:lnTo>
                    <a:pt x="15" y="478"/>
                  </a:lnTo>
                  <a:lnTo>
                    <a:pt x="0" y="598"/>
                  </a:lnTo>
                  <a:lnTo>
                    <a:pt x="15" y="717"/>
                  </a:lnTo>
                  <a:lnTo>
                    <a:pt x="45" y="837"/>
                  </a:lnTo>
                  <a:lnTo>
                    <a:pt x="105" y="941"/>
                  </a:lnTo>
                  <a:lnTo>
                    <a:pt x="180" y="1031"/>
                  </a:lnTo>
                  <a:lnTo>
                    <a:pt x="269" y="1106"/>
                  </a:lnTo>
                  <a:lnTo>
                    <a:pt x="374" y="1151"/>
                  </a:lnTo>
                  <a:lnTo>
                    <a:pt x="478" y="1195"/>
                  </a:lnTo>
                  <a:lnTo>
                    <a:pt x="613" y="1210"/>
                  </a:lnTo>
                  <a:lnTo>
                    <a:pt x="732" y="1195"/>
                  </a:lnTo>
                  <a:lnTo>
                    <a:pt x="837" y="1151"/>
                  </a:lnTo>
                  <a:lnTo>
                    <a:pt x="941" y="1106"/>
                  </a:lnTo>
                  <a:lnTo>
                    <a:pt x="1031" y="1031"/>
                  </a:lnTo>
                  <a:lnTo>
                    <a:pt x="1106" y="941"/>
                  </a:lnTo>
                  <a:lnTo>
                    <a:pt x="1166" y="837"/>
                  </a:lnTo>
                  <a:lnTo>
                    <a:pt x="1195" y="717"/>
                  </a:lnTo>
                  <a:lnTo>
                    <a:pt x="1210" y="598"/>
                  </a:lnTo>
                  <a:lnTo>
                    <a:pt x="1195" y="478"/>
                  </a:lnTo>
                  <a:lnTo>
                    <a:pt x="1166" y="359"/>
                  </a:lnTo>
                  <a:lnTo>
                    <a:pt x="1106" y="254"/>
                  </a:lnTo>
                  <a:lnTo>
                    <a:pt x="1031" y="165"/>
                  </a:lnTo>
                  <a:lnTo>
                    <a:pt x="941" y="90"/>
                  </a:lnTo>
                  <a:lnTo>
                    <a:pt x="837" y="45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33"/>
            <p:cNvSpPr/>
            <p:nvPr/>
          </p:nvSpPr>
          <p:spPr>
            <a:xfrm>
              <a:off x="3714472" y="3728263"/>
              <a:ext cx="889672" cy="150632"/>
            </a:xfrm>
            <a:custGeom>
              <a:avLst/>
              <a:gdLst/>
              <a:ahLst/>
              <a:cxnLst/>
              <a:rect l="l" t="t" r="r" b="b"/>
              <a:pathLst>
                <a:path w="32390" h="5484" extrusionOk="0">
                  <a:moveTo>
                    <a:pt x="1" y="1"/>
                  </a:moveTo>
                  <a:lnTo>
                    <a:pt x="1" y="1480"/>
                  </a:lnTo>
                  <a:lnTo>
                    <a:pt x="1" y="1689"/>
                  </a:lnTo>
                  <a:lnTo>
                    <a:pt x="16" y="1898"/>
                  </a:lnTo>
                  <a:lnTo>
                    <a:pt x="45" y="2092"/>
                  </a:lnTo>
                  <a:lnTo>
                    <a:pt x="75" y="2287"/>
                  </a:lnTo>
                  <a:lnTo>
                    <a:pt x="120" y="2481"/>
                  </a:lnTo>
                  <a:lnTo>
                    <a:pt x="180" y="2675"/>
                  </a:lnTo>
                  <a:lnTo>
                    <a:pt x="240" y="2854"/>
                  </a:lnTo>
                  <a:lnTo>
                    <a:pt x="314" y="3034"/>
                  </a:lnTo>
                  <a:lnTo>
                    <a:pt x="389" y="3213"/>
                  </a:lnTo>
                  <a:lnTo>
                    <a:pt x="479" y="3392"/>
                  </a:lnTo>
                  <a:lnTo>
                    <a:pt x="568" y="3557"/>
                  </a:lnTo>
                  <a:lnTo>
                    <a:pt x="673" y="3721"/>
                  </a:lnTo>
                  <a:lnTo>
                    <a:pt x="792" y="3870"/>
                  </a:lnTo>
                  <a:lnTo>
                    <a:pt x="912" y="4035"/>
                  </a:lnTo>
                  <a:lnTo>
                    <a:pt x="1031" y="4169"/>
                  </a:lnTo>
                  <a:lnTo>
                    <a:pt x="1166" y="4318"/>
                  </a:lnTo>
                  <a:lnTo>
                    <a:pt x="1300" y="4438"/>
                  </a:lnTo>
                  <a:lnTo>
                    <a:pt x="1450" y="4572"/>
                  </a:lnTo>
                  <a:lnTo>
                    <a:pt x="1599" y="4692"/>
                  </a:lnTo>
                  <a:lnTo>
                    <a:pt x="1764" y="4797"/>
                  </a:lnTo>
                  <a:lnTo>
                    <a:pt x="1928" y="4901"/>
                  </a:lnTo>
                  <a:lnTo>
                    <a:pt x="2092" y="5006"/>
                  </a:lnTo>
                  <a:lnTo>
                    <a:pt x="2257" y="5095"/>
                  </a:lnTo>
                  <a:lnTo>
                    <a:pt x="2436" y="5170"/>
                  </a:lnTo>
                  <a:lnTo>
                    <a:pt x="2615" y="5245"/>
                  </a:lnTo>
                  <a:lnTo>
                    <a:pt x="2809" y="5304"/>
                  </a:lnTo>
                  <a:lnTo>
                    <a:pt x="2989" y="5364"/>
                  </a:lnTo>
                  <a:lnTo>
                    <a:pt x="3183" y="5409"/>
                  </a:lnTo>
                  <a:lnTo>
                    <a:pt x="3392" y="5439"/>
                  </a:lnTo>
                  <a:lnTo>
                    <a:pt x="3586" y="5469"/>
                  </a:lnTo>
                  <a:lnTo>
                    <a:pt x="3795" y="5484"/>
                  </a:lnTo>
                  <a:lnTo>
                    <a:pt x="28595" y="5484"/>
                  </a:lnTo>
                  <a:lnTo>
                    <a:pt x="28789" y="5469"/>
                  </a:lnTo>
                  <a:lnTo>
                    <a:pt x="28998" y="5439"/>
                  </a:lnTo>
                  <a:lnTo>
                    <a:pt x="29193" y="5409"/>
                  </a:lnTo>
                  <a:lnTo>
                    <a:pt x="29387" y="5364"/>
                  </a:lnTo>
                  <a:lnTo>
                    <a:pt x="29581" y="5304"/>
                  </a:lnTo>
                  <a:lnTo>
                    <a:pt x="29760" y="5245"/>
                  </a:lnTo>
                  <a:lnTo>
                    <a:pt x="29940" y="5170"/>
                  </a:lnTo>
                  <a:lnTo>
                    <a:pt x="30119" y="5095"/>
                  </a:lnTo>
                  <a:lnTo>
                    <a:pt x="30298" y="5006"/>
                  </a:lnTo>
                  <a:lnTo>
                    <a:pt x="30463" y="4901"/>
                  </a:lnTo>
                  <a:lnTo>
                    <a:pt x="30627" y="4797"/>
                  </a:lnTo>
                  <a:lnTo>
                    <a:pt x="30776" y="4692"/>
                  </a:lnTo>
                  <a:lnTo>
                    <a:pt x="30926" y="4572"/>
                  </a:lnTo>
                  <a:lnTo>
                    <a:pt x="31075" y="4438"/>
                  </a:lnTo>
                  <a:lnTo>
                    <a:pt x="31210" y="4318"/>
                  </a:lnTo>
                  <a:lnTo>
                    <a:pt x="31344" y="4169"/>
                  </a:lnTo>
                  <a:lnTo>
                    <a:pt x="31478" y="4035"/>
                  </a:lnTo>
                  <a:lnTo>
                    <a:pt x="31583" y="3870"/>
                  </a:lnTo>
                  <a:lnTo>
                    <a:pt x="31703" y="3721"/>
                  </a:lnTo>
                  <a:lnTo>
                    <a:pt x="31807" y="3557"/>
                  </a:lnTo>
                  <a:lnTo>
                    <a:pt x="31897" y="3392"/>
                  </a:lnTo>
                  <a:lnTo>
                    <a:pt x="31986" y="3213"/>
                  </a:lnTo>
                  <a:lnTo>
                    <a:pt x="32076" y="3034"/>
                  </a:lnTo>
                  <a:lnTo>
                    <a:pt x="32136" y="2854"/>
                  </a:lnTo>
                  <a:lnTo>
                    <a:pt x="32210" y="2675"/>
                  </a:lnTo>
                  <a:lnTo>
                    <a:pt x="32255" y="2481"/>
                  </a:lnTo>
                  <a:lnTo>
                    <a:pt x="32300" y="2287"/>
                  </a:lnTo>
                  <a:lnTo>
                    <a:pt x="32345" y="2092"/>
                  </a:lnTo>
                  <a:lnTo>
                    <a:pt x="32360" y="1898"/>
                  </a:lnTo>
                  <a:lnTo>
                    <a:pt x="32375" y="1689"/>
                  </a:lnTo>
                  <a:lnTo>
                    <a:pt x="32390" y="1480"/>
                  </a:lnTo>
                  <a:lnTo>
                    <a:pt x="32390" y="1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33"/>
            <p:cNvSpPr/>
            <p:nvPr/>
          </p:nvSpPr>
          <p:spPr>
            <a:xfrm>
              <a:off x="4641445" y="1540769"/>
              <a:ext cx="281102" cy="280690"/>
            </a:xfrm>
            <a:custGeom>
              <a:avLst/>
              <a:gdLst/>
              <a:ahLst/>
              <a:cxnLst/>
              <a:rect l="l" t="t" r="r" b="b"/>
              <a:pathLst>
                <a:path w="10234" h="10219" extrusionOk="0">
                  <a:moveTo>
                    <a:pt x="9950" y="0"/>
                  </a:moveTo>
                  <a:lnTo>
                    <a:pt x="9905" y="15"/>
                  </a:lnTo>
                  <a:lnTo>
                    <a:pt x="9860" y="45"/>
                  </a:lnTo>
                  <a:lnTo>
                    <a:pt x="9816" y="75"/>
                  </a:lnTo>
                  <a:lnTo>
                    <a:pt x="75" y="9816"/>
                  </a:lnTo>
                  <a:lnTo>
                    <a:pt x="45" y="9860"/>
                  </a:lnTo>
                  <a:lnTo>
                    <a:pt x="30" y="9890"/>
                  </a:lnTo>
                  <a:lnTo>
                    <a:pt x="15" y="9935"/>
                  </a:lnTo>
                  <a:lnTo>
                    <a:pt x="0" y="9980"/>
                  </a:lnTo>
                  <a:lnTo>
                    <a:pt x="15" y="10025"/>
                  </a:lnTo>
                  <a:lnTo>
                    <a:pt x="30" y="10070"/>
                  </a:lnTo>
                  <a:lnTo>
                    <a:pt x="45" y="10114"/>
                  </a:lnTo>
                  <a:lnTo>
                    <a:pt x="75" y="10159"/>
                  </a:lnTo>
                  <a:lnTo>
                    <a:pt x="120" y="10189"/>
                  </a:lnTo>
                  <a:lnTo>
                    <a:pt x="150" y="10204"/>
                  </a:lnTo>
                  <a:lnTo>
                    <a:pt x="194" y="10219"/>
                  </a:lnTo>
                  <a:lnTo>
                    <a:pt x="299" y="10219"/>
                  </a:lnTo>
                  <a:lnTo>
                    <a:pt x="344" y="10204"/>
                  </a:lnTo>
                  <a:lnTo>
                    <a:pt x="374" y="10189"/>
                  </a:lnTo>
                  <a:lnTo>
                    <a:pt x="419" y="10159"/>
                  </a:lnTo>
                  <a:lnTo>
                    <a:pt x="10159" y="419"/>
                  </a:lnTo>
                  <a:lnTo>
                    <a:pt x="10189" y="374"/>
                  </a:lnTo>
                  <a:lnTo>
                    <a:pt x="10219" y="329"/>
                  </a:lnTo>
                  <a:lnTo>
                    <a:pt x="10219" y="284"/>
                  </a:lnTo>
                  <a:lnTo>
                    <a:pt x="10234" y="239"/>
                  </a:lnTo>
                  <a:lnTo>
                    <a:pt x="10219" y="195"/>
                  </a:lnTo>
                  <a:lnTo>
                    <a:pt x="10219" y="150"/>
                  </a:lnTo>
                  <a:lnTo>
                    <a:pt x="10189" y="105"/>
                  </a:lnTo>
                  <a:lnTo>
                    <a:pt x="10159" y="75"/>
                  </a:lnTo>
                  <a:lnTo>
                    <a:pt x="10114" y="45"/>
                  </a:lnTo>
                  <a:lnTo>
                    <a:pt x="10084" y="15"/>
                  </a:lnTo>
                  <a:lnTo>
                    <a:pt x="1004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33"/>
            <p:cNvSpPr/>
            <p:nvPr/>
          </p:nvSpPr>
          <p:spPr>
            <a:xfrm>
              <a:off x="4737056" y="1672060"/>
              <a:ext cx="51309" cy="51749"/>
            </a:xfrm>
            <a:custGeom>
              <a:avLst/>
              <a:gdLst/>
              <a:ahLst/>
              <a:cxnLst/>
              <a:rect l="l" t="t" r="r" b="b"/>
              <a:pathLst>
                <a:path w="1868" h="1884" extrusionOk="0">
                  <a:moveTo>
                    <a:pt x="837" y="1"/>
                  </a:moveTo>
                  <a:lnTo>
                    <a:pt x="747" y="16"/>
                  </a:lnTo>
                  <a:lnTo>
                    <a:pt x="658" y="46"/>
                  </a:lnTo>
                  <a:lnTo>
                    <a:pt x="568" y="76"/>
                  </a:lnTo>
                  <a:lnTo>
                    <a:pt x="404" y="165"/>
                  </a:lnTo>
                  <a:lnTo>
                    <a:pt x="269" y="285"/>
                  </a:lnTo>
                  <a:lnTo>
                    <a:pt x="150" y="419"/>
                  </a:lnTo>
                  <a:lnTo>
                    <a:pt x="75" y="569"/>
                  </a:lnTo>
                  <a:lnTo>
                    <a:pt x="45" y="658"/>
                  </a:lnTo>
                  <a:lnTo>
                    <a:pt x="15" y="748"/>
                  </a:lnTo>
                  <a:lnTo>
                    <a:pt x="0" y="838"/>
                  </a:lnTo>
                  <a:lnTo>
                    <a:pt x="0" y="942"/>
                  </a:lnTo>
                  <a:lnTo>
                    <a:pt x="0" y="1032"/>
                  </a:lnTo>
                  <a:lnTo>
                    <a:pt x="15" y="1136"/>
                  </a:lnTo>
                  <a:lnTo>
                    <a:pt x="45" y="1226"/>
                  </a:lnTo>
                  <a:lnTo>
                    <a:pt x="75" y="1301"/>
                  </a:lnTo>
                  <a:lnTo>
                    <a:pt x="150" y="1465"/>
                  </a:lnTo>
                  <a:lnTo>
                    <a:pt x="269" y="1599"/>
                  </a:lnTo>
                  <a:lnTo>
                    <a:pt x="404" y="1719"/>
                  </a:lnTo>
                  <a:lnTo>
                    <a:pt x="568" y="1809"/>
                  </a:lnTo>
                  <a:lnTo>
                    <a:pt x="658" y="1839"/>
                  </a:lnTo>
                  <a:lnTo>
                    <a:pt x="747" y="1853"/>
                  </a:lnTo>
                  <a:lnTo>
                    <a:pt x="837" y="1868"/>
                  </a:lnTo>
                  <a:lnTo>
                    <a:pt x="926" y="1883"/>
                  </a:lnTo>
                  <a:lnTo>
                    <a:pt x="1031" y="1868"/>
                  </a:lnTo>
                  <a:lnTo>
                    <a:pt x="1121" y="1853"/>
                  </a:lnTo>
                  <a:lnTo>
                    <a:pt x="1210" y="1839"/>
                  </a:lnTo>
                  <a:lnTo>
                    <a:pt x="1300" y="1809"/>
                  </a:lnTo>
                  <a:lnTo>
                    <a:pt x="1464" y="1719"/>
                  </a:lnTo>
                  <a:lnTo>
                    <a:pt x="1599" y="1599"/>
                  </a:lnTo>
                  <a:lnTo>
                    <a:pt x="1718" y="1465"/>
                  </a:lnTo>
                  <a:lnTo>
                    <a:pt x="1793" y="1301"/>
                  </a:lnTo>
                  <a:lnTo>
                    <a:pt x="1823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68" y="942"/>
                  </a:lnTo>
                  <a:lnTo>
                    <a:pt x="1868" y="838"/>
                  </a:lnTo>
                  <a:lnTo>
                    <a:pt x="1853" y="748"/>
                  </a:lnTo>
                  <a:lnTo>
                    <a:pt x="1823" y="658"/>
                  </a:lnTo>
                  <a:lnTo>
                    <a:pt x="1793" y="569"/>
                  </a:lnTo>
                  <a:lnTo>
                    <a:pt x="1718" y="419"/>
                  </a:lnTo>
                  <a:lnTo>
                    <a:pt x="1599" y="285"/>
                  </a:lnTo>
                  <a:lnTo>
                    <a:pt x="1464" y="165"/>
                  </a:lnTo>
                  <a:lnTo>
                    <a:pt x="1300" y="76"/>
                  </a:lnTo>
                  <a:lnTo>
                    <a:pt x="1210" y="46"/>
                  </a:lnTo>
                  <a:lnTo>
                    <a:pt x="1121" y="16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33"/>
            <p:cNvSpPr/>
            <p:nvPr/>
          </p:nvSpPr>
          <p:spPr>
            <a:xfrm>
              <a:off x="4782184" y="1340511"/>
              <a:ext cx="311481" cy="311481"/>
            </a:xfrm>
            <a:custGeom>
              <a:avLst/>
              <a:gdLst/>
              <a:ahLst/>
              <a:cxnLst/>
              <a:rect l="l" t="t" r="r" b="b"/>
              <a:pathLst>
                <a:path w="11340" h="11340" extrusionOk="0">
                  <a:moveTo>
                    <a:pt x="5379" y="1"/>
                  </a:moveTo>
                  <a:lnTo>
                    <a:pt x="5080" y="16"/>
                  </a:lnTo>
                  <a:lnTo>
                    <a:pt x="4796" y="61"/>
                  </a:lnTo>
                  <a:lnTo>
                    <a:pt x="4527" y="105"/>
                  </a:lnTo>
                  <a:lnTo>
                    <a:pt x="4243" y="165"/>
                  </a:lnTo>
                  <a:lnTo>
                    <a:pt x="3974" y="255"/>
                  </a:lnTo>
                  <a:lnTo>
                    <a:pt x="3721" y="344"/>
                  </a:lnTo>
                  <a:lnTo>
                    <a:pt x="3452" y="434"/>
                  </a:lnTo>
                  <a:lnTo>
                    <a:pt x="3213" y="554"/>
                  </a:lnTo>
                  <a:lnTo>
                    <a:pt x="2959" y="673"/>
                  </a:lnTo>
                  <a:lnTo>
                    <a:pt x="2720" y="808"/>
                  </a:lnTo>
                  <a:lnTo>
                    <a:pt x="2495" y="957"/>
                  </a:lnTo>
                  <a:lnTo>
                    <a:pt x="2271" y="1121"/>
                  </a:lnTo>
                  <a:lnTo>
                    <a:pt x="2062" y="1286"/>
                  </a:lnTo>
                  <a:lnTo>
                    <a:pt x="1853" y="1465"/>
                  </a:lnTo>
                  <a:lnTo>
                    <a:pt x="1659" y="1659"/>
                  </a:lnTo>
                  <a:lnTo>
                    <a:pt x="1465" y="1853"/>
                  </a:lnTo>
                  <a:lnTo>
                    <a:pt x="1285" y="2062"/>
                  </a:lnTo>
                  <a:lnTo>
                    <a:pt x="1121" y="2272"/>
                  </a:lnTo>
                  <a:lnTo>
                    <a:pt x="957" y="2496"/>
                  </a:lnTo>
                  <a:lnTo>
                    <a:pt x="822" y="2720"/>
                  </a:lnTo>
                  <a:lnTo>
                    <a:pt x="673" y="2959"/>
                  </a:lnTo>
                  <a:lnTo>
                    <a:pt x="553" y="3213"/>
                  </a:lnTo>
                  <a:lnTo>
                    <a:pt x="434" y="3452"/>
                  </a:lnTo>
                  <a:lnTo>
                    <a:pt x="344" y="3721"/>
                  </a:lnTo>
                  <a:lnTo>
                    <a:pt x="255" y="3975"/>
                  </a:lnTo>
                  <a:lnTo>
                    <a:pt x="180" y="4244"/>
                  </a:lnTo>
                  <a:lnTo>
                    <a:pt x="105" y="4527"/>
                  </a:lnTo>
                  <a:lnTo>
                    <a:pt x="60" y="4796"/>
                  </a:lnTo>
                  <a:lnTo>
                    <a:pt x="30" y="5080"/>
                  </a:lnTo>
                  <a:lnTo>
                    <a:pt x="1" y="5379"/>
                  </a:lnTo>
                  <a:lnTo>
                    <a:pt x="1" y="5663"/>
                  </a:lnTo>
                  <a:lnTo>
                    <a:pt x="1" y="5962"/>
                  </a:lnTo>
                  <a:lnTo>
                    <a:pt x="30" y="6246"/>
                  </a:lnTo>
                  <a:lnTo>
                    <a:pt x="60" y="6529"/>
                  </a:lnTo>
                  <a:lnTo>
                    <a:pt x="105" y="6813"/>
                  </a:lnTo>
                  <a:lnTo>
                    <a:pt x="180" y="7082"/>
                  </a:lnTo>
                  <a:lnTo>
                    <a:pt x="255" y="7351"/>
                  </a:lnTo>
                  <a:lnTo>
                    <a:pt x="344" y="7620"/>
                  </a:lnTo>
                  <a:lnTo>
                    <a:pt x="434" y="7874"/>
                  </a:lnTo>
                  <a:lnTo>
                    <a:pt x="553" y="8128"/>
                  </a:lnTo>
                  <a:lnTo>
                    <a:pt x="673" y="8367"/>
                  </a:lnTo>
                  <a:lnTo>
                    <a:pt x="822" y="8606"/>
                  </a:lnTo>
                  <a:lnTo>
                    <a:pt x="957" y="8830"/>
                  </a:lnTo>
                  <a:lnTo>
                    <a:pt x="1121" y="9054"/>
                  </a:lnTo>
                  <a:lnTo>
                    <a:pt x="1285" y="9278"/>
                  </a:lnTo>
                  <a:lnTo>
                    <a:pt x="1465" y="9472"/>
                  </a:lnTo>
                  <a:lnTo>
                    <a:pt x="1659" y="9682"/>
                  </a:lnTo>
                  <a:lnTo>
                    <a:pt x="1853" y="9861"/>
                  </a:lnTo>
                  <a:lnTo>
                    <a:pt x="2062" y="10040"/>
                  </a:lnTo>
                  <a:lnTo>
                    <a:pt x="2271" y="10205"/>
                  </a:lnTo>
                  <a:lnTo>
                    <a:pt x="2495" y="10369"/>
                  </a:lnTo>
                  <a:lnTo>
                    <a:pt x="2720" y="10518"/>
                  </a:lnTo>
                  <a:lnTo>
                    <a:pt x="2959" y="10653"/>
                  </a:lnTo>
                  <a:lnTo>
                    <a:pt x="3213" y="10772"/>
                  </a:lnTo>
                  <a:lnTo>
                    <a:pt x="3452" y="10892"/>
                  </a:lnTo>
                  <a:lnTo>
                    <a:pt x="3721" y="10996"/>
                  </a:lnTo>
                  <a:lnTo>
                    <a:pt x="3974" y="11086"/>
                  </a:lnTo>
                  <a:lnTo>
                    <a:pt x="4243" y="11161"/>
                  </a:lnTo>
                  <a:lnTo>
                    <a:pt x="4527" y="11220"/>
                  </a:lnTo>
                  <a:lnTo>
                    <a:pt x="4796" y="11280"/>
                  </a:lnTo>
                  <a:lnTo>
                    <a:pt x="5080" y="11310"/>
                  </a:lnTo>
                  <a:lnTo>
                    <a:pt x="5379" y="11325"/>
                  </a:lnTo>
                  <a:lnTo>
                    <a:pt x="5663" y="11340"/>
                  </a:lnTo>
                  <a:lnTo>
                    <a:pt x="5961" y="11325"/>
                  </a:lnTo>
                  <a:lnTo>
                    <a:pt x="6245" y="11310"/>
                  </a:lnTo>
                  <a:lnTo>
                    <a:pt x="6529" y="11280"/>
                  </a:lnTo>
                  <a:lnTo>
                    <a:pt x="6813" y="11220"/>
                  </a:lnTo>
                  <a:lnTo>
                    <a:pt x="7082" y="11161"/>
                  </a:lnTo>
                  <a:lnTo>
                    <a:pt x="7351" y="11086"/>
                  </a:lnTo>
                  <a:lnTo>
                    <a:pt x="7620" y="10996"/>
                  </a:lnTo>
                  <a:lnTo>
                    <a:pt x="7874" y="10892"/>
                  </a:lnTo>
                  <a:lnTo>
                    <a:pt x="8128" y="10772"/>
                  </a:lnTo>
                  <a:lnTo>
                    <a:pt x="8367" y="10653"/>
                  </a:lnTo>
                  <a:lnTo>
                    <a:pt x="8606" y="10518"/>
                  </a:lnTo>
                  <a:lnTo>
                    <a:pt x="8845" y="10369"/>
                  </a:lnTo>
                  <a:lnTo>
                    <a:pt x="9054" y="10205"/>
                  </a:lnTo>
                  <a:lnTo>
                    <a:pt x="9278" y="10040"/>
                  </a:lnTo>
                  <a:lnTo>
                    <a:pt x="9487" y="9861"/>
                  </a:lnTo>
                  <a:lnTo>
                    <a:pt x="9681" y="9682"/>
                  </a:lnTo>
                  <a:lnTo>
                    <a:pt x="9861" y="9472"/>
                  </a:lnTo>
                  <a:lnTo>
                    <a:pt x="10040" y="9278"/>
                  </a:lnTo>
                  <a:lnTo>
                    <a:pt x="10204" y="9054"/>
                  </a:lnTo>
                  <a:lnTo>
                    <a:pt x="10369" y="8830"/>
                  </a:lnTo>
                  <a:lnTo>
                    <a:pt x="10518" y="8606"/>
                  </a:lnTo>
                  <a:lnTo>
                    <a:pt x="10652" y="8367"/>
                  </a:lnTo>
                  <a:lnTo>
                    <a:pt x="10772" y="8128"/>
                  </a:lnTo>
                  <a:lnTo>
                    <a:pt x="10892" y="7874"/>
                  </a:lnTo>
                  <a:lnTo>
                    <a:pt x="10996" y="7620"/>
                  </a:lnTo>
                  <a:lnTo>
                    <a:pt x="11086" y="7351"/>
                  </a:lnTo>
                  <a:lnTo>
                    <a:pt x="11160" y="7082"/>
                  </a:lnTo>
                  <a:lnTo>
                    <a:pt x="11220" y="6813"/>
                  </a:lnTo>
                  <a:lnTo>
                    <a:pt x="11280" y="6529"/>
                  </a:lnTo>
                  <a:lnTo>
                    <a:pt x="11310" y="6246"/>
                  </a:lnTo>
                  <a:lnTo>
                    <a:pt x="11325" y="5962"/>
                  </a:lnTo>
                  <a:lnTo>
                    <a:pt x="11340" y="5663"/>
                  </a:lnTo>
                  <a:lnTo>
                    <a:pt x="11325" y="5379"/>
                  </a:lnTo>
                  <a:lnTo>
                    <a:pt x="11310" y="5080"/>
                  </a:lnTo>
                  <a:lnTo>
                    <a:pt x="11280" y="4796"/>
                  </a:lnTo>
                  <a:lnTo>
                    <a:pt x="11220" y="4527"/>
                  </a:lnTo>
                  <a:lnTo>
                    <a:pt x="11160" y="4244"/>
                  </a:lnTo>
                  <a:lnTo>
                    <a:pt x="11086" y="3975"/>
                  </a:lnTo>
                  <a:lnTo>
                    <a:pt x="10996" y="3721"/>
                  </a:lnTo>
                  <a:lnTo>
                    <a:pt x="10892" y="3452"/>
                  </a:lnTo>
                  <a:lnTo>
                    <a:pt x="10772" y="3213"/>
                  </a:lnTo>
                  <a:lnTo>
                    <a:pt x="10652" y="2959"/>
                  </a:lnTo>
                  <a:lnTo>
                    <a:pt x="10518" y="2720"/>
                  </a:lnTo>
                  <a:lnTo>
                    <a:pt x="10369" y="2496"/>
                  </a:lnTo>
                  <a:lnTo>
                    <a:pt x="10204" y="2272"/>
                  </a:lnTo>
                  <a:lnTo>
                    <a:pt x="10040" y="2062"/>
                  </a:lnTo>
                  <a:lnTo>
                    <a:pt x="9861" y="1853"/>
                  </a:lnTo>
                  <a:lnTo>
                    <a:pt x="9681" y="1659"/>
                  </a:lnTo>
                  <a:lnTo>
                    <a:pt x="9487" y="1465"/>
                  </a:lnTo>
                  <a:lnTo>
                    <a:pt x="9278" y="1286"/>
                  </a:lnTo>
                  <a:lnTo>
                    <a:pt x="9054" y="1121"/>
                  </a:lnTo>
                  <a:lnTo>
                    <a:pt x="8845" y="957"/>
                  </a:lnTo>
                  <a:lnTo>
                    <a:pt x="8606" y="808"/>
                  </a:lnTo>
                  <a:lnTo>
                    <a:pt x="8367" y="673"/>
                  </a:lnTo>
                  <a:lnTo>
                    <a:pt x="8128" y="554"/>
                  </a:lnTo>
                  <a:lnTo>
                    <a:pt x="7874" y="434"/>
                  </a:lnTo>
                  <a:lnTo>
                    <a:pt x="7620" y="344"/>
                  </a:lnTo>
                  <a:lnTo>
                    <a:pt x="7351" y="255"/>
                  </a:lnTo>
                  <a:lnTo>
                    <a:pt x="7082" y="165"/>
                  </a:lnTo>
                  <a:lnTo>
                    <a:pt x="6813" y="105"/>
                  </a:lnTo>
                  <a:lnTo>
                    <a:pt x="6529" y="61"/>
                  </a:lnTo>
                  <a:lnTo>
                    <a:pt x="6245" y="16"/>
                  </a:lnTo>
                  <a:lnTo>
                    <a:pt x="59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33"/>
            <p:cNvSpPr/>
            <p:nvPr/>
          </p:nvSpPr>
          <p:spPr>
            <a:xfrm>
              <a:off x="4883124" y="1397971"/>
              <a:ext cx="114512" cy="196585"/>
            </a:xfrm>
            <a:custGeom>
              <a:avLst/>
              <a:gdLst/>
              <a:ahLst/>
              <a:cxnLst/>
              <a:rect l="l" t="t" r="r" b="b"/>
              <a:pathLst>
                <a:path w="4169" h="7157" extrusionOk="0">
                  <a:moveTo>
                    <a:pt x="942" y="329"/>
                  </a:moveTo>
                  <a:lnTo>
                    <a:pt x="1076" y="374"/>
                  </a:lnTo>
                  <a:lnTo>
                    <a:pt x="1211" y="434"/>
                  </a:lnTo>
                  <a:lnTo>
                    <a:pt x="1360" y="508"/>
                  </a:lnTo>
                  <a:lnTo>
                    <a:pt x="1525" y="628"/>
                  </a:lnTo>
                  <a:lnTo>
                    <a:pt x="1689" y="762"/>
                  </a:lnTo>
                  <a:lnTo>
                    <a:pt x="1853" y="942"/>
                  </a:lnTo>
                  <a:lnTo>
                    <a:pt x="2032" y="1121"/>
                  </a:lnTo>
                  <a:lnTo>
                    <a:pt x="2197" y="1345"/>
                  </a:lnTo>
                  <a:lnTo>
                    <a:pt x="2376" y="1584"/>
                  </a:lnTo>
                  <a:lnTo>
                    <a:pt x="2540" y="1838"/>
                  </a:lnTo>
                  <a:lnTo>
                    <a:pt x="2720" y="2122"/>
                  </a:lnTo>
                  <a:lnTo>
                    <a:pt x="2884" y="2421"/>
                  </a:lnTo>
                  <a:lnTo>
                    <a:pt x="3048" y="2749"/>
                  </a:lnTo>
                  <a:lnTo>
                    <a:pt x="3198" y="3093"/>
                  </a:lnTo>
                  <a:lnTo>
                    <a:pt x="3347" y="3451"/>
                  </a:lnTo>
                  <a:lnTo>
                    <a:pt x="3467" y="3795"/>
                  </a:lnTo>
                  <a:lnTo>
                    <a:pt x="3571" y="4124"/>
                  </a:lnTo>
                  <a:lnTo>
                    <a:pt x="3661" y="4437"/>
                  </a:lnTo>
                  <a:lnTo>
                    <a:pt x="3721" y="4751"/>
                  </a:lnTo>
                  <a:lnTo>
                    <a:pt x="3780" y="5035"/>
                  </a:lnTo>
                  <a:lnTo>
                    <a:pt x="3810" y="5304"/>
                  </a:lnTo>
                  <a:lnTo>
                    <a:pt x="3825" y="5573"/>
                  </a:lnTo>
                  <a:lnTo>
                    <a:pt x="3840" y="5797"/>
                  </a:lnTo>
                  <a:lnTo>
                    <a:pt x="3825" y="6021"/>
                  </a:lnTo>
                  <a:lnTo>
                    <a:pt x="3795" y="6215"/>
                  </a:lnTo>
                  <a:lnTo>
                    <a:pt x="3751" y="6380"/>
                  </a:lnTo>
                  <a:lnTo>
                    <a:pt x="3691" y="6529"/>
                  </a:lnTo>
                  <a:lnTo>
                    <a:pt x="3631" y="6633"/>
                  </a:lnTo>
                  <a:lnTo>
                    <a:pt x="3541" y="6723"/>
                  </a:lnTo>
                  <a:lnTo>
                    <a:pt x="3452" y="6783"/>
                  </a:lnTo>
                  <a:lnTo>
                    <a:pt x="3347" y="6813"/>
                  </a:lnTo>
                  <a:lnTo>
                    <a:pt x="3228" y="6813"/>
                  </a:lnTo>
                  <a:lnTo>
                    <a:pt x="3093" y="6783"/>
                  </a:lnTo>
                  <a:lnTo>
                    <a:pt x="2959" y="6723"/>
                  </a:lnTo>
                  <a:lnTo>
                    <a:pt x="2809" y="6633"/>
                  </a:lnTo>
                  <a:lnTo>
                    <a:pt x="2645" y="6514"/>
                  </a:lnTo>
                  <a:lnTo>
                    <a:pt x="2481" y="6380"/>
                  </a:lnTo>
                  <a:lnTo>
                    <a:pt x="2316" y="6215"/>
                  </a:lnTo>
                  <a:lnTo>
                    <a:pt x="2137" y="6021"/>
                  </a:lnTo>
                  <a:lnTo>
                    <a:pt x="1973" y="5812"/>
                  </a:lnTo>
                  <a:lnTo>
                    <a:pt x="1793" y="5573"/>
                  </a:lnTo>
                  <a:lnTo>
                    <a:pt x="1629" y="5304"/>
                  </a:lnTo>
                  <a:lnTo>
                    <a:pt x="1450" y="5020"/>
                  </a:lnTo>
                  <a:lnTo>
                    <a:pt x="1285" y="4721"/>
                  </a:lnTo>
                  <a:lnTo>
                    <a:pt x="1121" y="4393"/>
                  </a:lnTo>
                  <a:lnTo>
                    <a:pt x="972" y="4049"/>
                  </a:lnTo>
                  <a:lnTo>
                    <a:pt x="822" y="3705"/>
                  </a:lnTo>
                  <a:lnTo>
                    <a:pt x="703" y="3362"/>
                  </a:lnTo>
                  <a:lnTo>
                    <a:pt x="598" y="3033"/>
                  </a:lnTo>
                  <a:lnTo>
                    <a:pt x="509" y="2704"/>
                  </a:lnTo>
                  <a:lnTo>
                    <a:pt x="449" y="2406"/>
                  </a:lnTo>
                  <a:lnTo>
                    <a:pt x="389" y="2107"/>
                  </a:lnTo>
                  <a:lnTo>
                    <a:pt x="359" y="1838"/>
                  </a:lnTo>
                  <a:lnTo>
                    <a:pt x="344" y="1584"/>
                  </a:lnTo>
                  <a:lnTo>
                    <a:pt x="329" y="1345"/>
                  </a:lnTo>
                  <a:lnTo>
                    <a:pt x="344" y="1136"/>
                  </a:lnTo>
                  <a:lnTo>
                    <a:pt x="374" y="942"/>
                  </a:lnTo>
                  <a:lnTo>
                    <a:pt x="419" y="762"/>
                  </a:lnTo>
                  <a:lnTo>
                    <a:pt x="479" y="628"/>
                  </a:lnTo>
                  <a:lnTo>
                    <a:pt x="539" y="508"/>
                  </a:lnTo>
                  <a:lnTo>
                    <a:pt x="628" y="419"/>
                  </a:lnTo>
                  <a:lnTo>
                    <a:pt x="718" y="359"/>
                  </a:lnTo>
                  <a:lnTo>
                    <a:pt x="822" y="329"/>
                  </a:lnTo>
                  <a:close/>
                  <a:moveTo>
                    <a:pt x="748" y="0"/>
                  </a:moveTo>
                  <a:lnTo>
                    <a:pt x="658" y="15"/>
                  </a:lnTo>
                  <a:lnTo>
                    <a:pt x="583" y="45"/>
                  </a:lnTo>
                  <a:lnTo>
                    <a:pt x="509" y="90"/>
                  </a:lnTo>
                  <a:lnTo>
                    <a:pt x="434" y="135"/>
                  </a:lnTo>
                  <a:lnTo>
                    <a:pt x="374" y="180"/>
                  </a:lnTo>
                  <a:lnTo>
                    <a:pt x="314" y="254"/>
                  </a:lnTo>
                  <a:lnTo>
                    <a:pt x="210" y="404"/>
                  </a:lnTo>
                  <a:lnTo>
                    <a:pt x="120" y="583"/>
                  </a:lnTo>
                  <a:lnTo>
                    <a:pt x="60" y="792"/>
                  </a:lnTo>
                  <a:lnTo>
                    <a:pt x="16" y="1031"/>
                  </a:lnTo>
                  <a:lnTo>
                    <a:pt x="1" y="1285"/>
                  </a:lnTo>
                  <a:lnTo>
                    <a:pt x="1" y="1584"/>
                  </a:lnTo>
                  <a:lnTo>
                    <a:pt x="16" y="1868"/>
                  </a:lnTo>
                  <a:lnTo>
                    <a:pt x="60" y="2182"/>
                  </a:lnTo>
                  <a:lnTo>
                    <a:pt x="120" y="2495"/>
                  </a:lnTo>
                  <a:lnTo>
                    <a:pt x="195" y="2824"/>
                  </a:lnTo>
                  <a:lnTo>
                    <a:pt x="285" y="3153"/>
                  </a:lnTo>
                  <a:lnTo>
                    <a:pt x="389" y="3496"/>
                  </a:lnTo>
                  <a:lnTo>
                    <a:pt x="524" y="3840"/>
                  </a:lnTo>
                  <a:lnTo>
                    <a:pt x="658" y="4183"/>
                  </a:lnTo>
                  <a:lnTo>
                    <a:pt x="807" y="4527"/>
                  </a:lnTo>
                  <a:lnTo>
                    <a:pt x="972" y="4856"/>
                  </a:lnTo>
                  <a:lnTo>
                    <a:pt x="1136" y="5154"/>
                  </a:lnTo>
                  <a:lnTo>
                    <a:pt x="1315" y="5453"/>
                  </a:lnTo>
                  <a:lnTo>
                    <a:pt x="1495" y="5737"/>
                  </a:lnTo>
                  <a:lnTo>
                    <a:pt x="1689" y="6006"/>
                  </a:lnTo>
                  <a:lnTo>
                    <a:pt x="1883" y="6245"/>
                  </a:lnTo>
                  <a:lnTo>
                    <a:pt x="2077" y="6454"/>
                  </a:lnTo>
                  <a:lnTo>
                    <a:pt x="2286" y="6663"/>
                  </a:lnTo>
                  <a:lnTo>
                    <a:pt x="2496" y="6828"/>
                  </a:lnTo>
                  <a:lnTo>
                    <a:pt x="2690" y="6962"/>
                  </a:lnTo>
                  <a:lnTo>
                    <a:pt x="2884" y="7067"/>
                  </a:lnTo>
                  <a:lnTo>
                    <a:pt x="3078" y="7127"/>
                  </a:lnTo>
                  <a:lnTo>
                    <a:pt x="3258" y="7156"/>
                  </a:lnTo>
                  <a:lnTo>
                    <a:pt x="3347" y="7156"/>
                  </a:lnTo>
                  <a:lnTo>
                    <a:pt x="3422" y="7141"/>
                  </a:lnTo>
                  <a:lnTo>
                    <a:pt x="3511" y="7127"/>
                  </a:lnTo>
                  <a:lnTo>
                    <a:pt x="3586" y="7097"/>
                  </a:lnTo>
                  <a:lnTo>
                    <a:pt x="3661" y="7067"/>
                  </a:lnTo>
                  <a:lnTo>
                    <a:pt x="3736" y="7022"/>
                  </a:lnTo>
                  <a:lnTo>
                    <a:pt x="3795" y="6962"/>
                  </a:lnTo>
                  <a:lnTo>
                    <a:pt x="3855" y="6902"/>
                  </a:lnTo>
                  <a:lnTo>
                    <a:pt x="3960" y="6753"/>
                  </a:lnTo>
                  <a:lnTo>
                    <a:pt x="4049" y="6574"/>
                  </a:lnTo>
                  <a:lnTo>
                    <a:pt x="4109" y="6365"/>
                  </a:lnTo>
                  <a:lnTo>
                    <a:pt x="4154" y="6126"/>
                  </a:lnTo>
                  <a:lnTo>
                    <a:pt x="4169" y="5857"/>
                  </a:lnTo>
                  <a:lnTo>
                    <a:pt x="4169" y="5558"/>
                  </a:lnTo>
                  <a:lnTo>
                    <a:pt x="4154" y="5274"/>
                  </a:lnTo>
                  <a:lnTo>
                    <a:pt x="4109" y="4960"/>
                  </a:lnTo>
                  <a:lnTo>
                    <a:pt x="4049" y="4647"/>
                  </a:lnTo>
                  <a:lnTo>
                    <a:pt x="3975" y="4318"/>
                  </a:lnTo>
                  <a:lnTo>
                    <a:pt x="3885" y="3989"/>
                  </a:lnTo>
                  <a:lnTo>
                    <a:pt x="3780" y="3646"/>
                  </a:lnTo>
                  <a:lnTo>
                    <a:pt x="3646" y="3302"/>
                  </a:lnTo>
                  <a:lnTo>
                    <a:pt x="3511" y="2958"/>
                  </a:lnTo>
                  <a:lnTo>
                    <a:pt x="3362" y="2630"/>
                  </a:lnTo>
                  <a:lnTo>
                    <a:pt x="3198" y="2301"/>
                  </a:lnTo>
                  <a:lnTo>
                    <a:pt x="3033" y="1987"/>
                  </a:lnTo>
                  <a:lnTo>
                    <a:pt x="2854" y="1689"/>
                  </a:lnTo>
                  <a:lnTo>
                    <a:pt x="2675" y="1405"/>
                  </a:lnTo>
                  <a:lnTo>
                    <a:pt x="2481" y="1151"/>
                  </a:lnTo>
                  <a:lnTo>
                    <a:pt x="2286" y="912"/>
                  </a:lnTo>
                  <a:lnTo>
                    <a:pt x="2092" y="688"/>
                  </a:lnTo>
                  <a:lnTo>
                    <a:pt x="1883" y="493"/>
                  </a:lnTo>
                  <a:lnTo>
                    <a:pt x="1674" y="314"/>
                  </a:lnTo>
                  <a:lnTo>
                    <a:pt x="1480" y="180"/>
                  </a:lnTo>
                  <a:lnTo>
                    <a:pt x="1285" y="90"/>
                  </a:lnTo>
                  <a:lnTo>
                    <a:pt x="1091" y="15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33"/>
            <p:cNvSpPr/>
            <p:nvPr/>
          </p:nvSpPr>
          <p:spPr>
            <a:xfrm>
              <a:off x="4863842" y="1411512"/>
              <a:ext cx="153076" cy="169090"/>
            </a:xfrm>
            <a:custGeom>
              <a:avLst/>
              <a:gdLst/>
              <a:ahLst/>
              <a:cxnLst/>
              <a:rect l="l" t="t" r="r" b="b"/>
              <a:pathLst>
                <a:path w="5573" h="6156" extrusionOk="0">
                  <a:moveTo>
                    <a:pt x="4811" y="344"/>
                  </a:moveTo>
                  <a:lnTo>
                    <a:pt x="4916" y="359"/>
                  </a:lnTo>
                  <a:lnTo>
                    <a:pt x="5005" y="389"/>
                  </a:lnTo>
                  <a:lnTo>
                    <a:pt x="5080" y="449"/>
                  </a:lnTo>
                  <a:lnTo>
                    <a:pt x="5140" y="523"/>
                  </a:lnTo>
                  <a:lnTo>
                    <a:pt x="5200" y="628"/>
                  </a:lnTo>
                  <a:lnTo>
                    <a:pt x="5229" y="762"/>
                  </a:lnTo>
                  <a:lnTo>
                    <a:pt x="5229" y="912"/>
                  </a:lnTo>
                  <a:lnTo>
                    <a:pt x="5229" y="1091"/>
                  </a:lnTo>
                  <a:lnTo>
                    <a:pt x="5200" y="1270"/>
                  </a:lnTo>
                  <a:lnTo>
                    <a:pt x="5140" y="1479"/>
                  </a:lnTo>
                  <a:lnTo>
                    <a:pt x="5065" y="1703"/>
                  </a:lnTo>
                  <a:lnTo>
                    <a:pt x="4960" y="1957"/>
                  </a:lnTo>
                  <a:lnTo>
                    <a:pt x="4841" y="2226"/>
                  </a:lnTo>
                  <a:lnTo>
                    <a:pt x="4692" y="2495"/>
                  </a:lnTo>
                  <a:lnTo>
                    <a:pt x="4527" y="2779"/>
                  </a:lnTo>
                  <a:lnTo>
                    <a:pt x="4348" y="3048"/>
                  </a:lnTo>
                  <a:lnTo>
                    <a:pt x="4154" y="3332"/>
                  </a:lnTo>
                  <a:lnTo>
                    <a:pt x="3930" y="3601"/>
                  </a:lnTo>
                  <a:lnTo>
                    <a:pt x="3706" y="3870"/>
                  </a:lnTo>
                  <a:lnTo>
                    <a:pt x="3467" y="4139"/>
                  </a:lnTo>
                  <a:lnTo>
                    <a:pt x="3227" y="4393"/>
                  </a:lnTo>
                  <a:lnTo>
                    <a:pt x="2974" y="4632"/>
                  </a:lnTo>
                  <a:lnTo>
                    <a:pt x="2734" y="4841"/>
                  </a:lnTo>
                  <a:lnTo>
                    <a:pt x="2481" y="5050"/>
                  </a:lnTo>
                  <a:lnTo>
                    <a:pt x="2241" y="5229"/>
                  </a:lnTo>
                  <a:lnTo>
                    <a:pt x="1987" y="5394"/>
                  </a:lnTo>
                  <a:lnTo>
                    <a:pt x="1748" y="5528"/>
                  </a:lnTo>
                  <a:lnTo>
                    <a:pt x="1539" y="5633"/>
                  </a:lnTo>
                  <a:lnTo>
                    <a:pt x="1345" y="5722"/>
                  </a:lnTo>
                  <a:lnTo>
                    <a:pt x="1166" y="5782"/>
                  </a:lnTo>
                  <a:lnTo>
                    <a:pt x="987" y="5812"/>
                  </a:lnTo>
                  <a:lnTo>
                    <a:pt x="837" y="5827"/>
                  </a:lnTo>
                  <a:lnTo>
                    <a:pt x="703" y="5812"/>
                  </a:lnTo>
                  <a:lnTo>
                    <a:pt x="598" y="5782"/>
                  </a:lnTo>
                  <a:lnTo>
                    <a:pt x="494" y="5722"/>
                  </a:lnTo>
                  <a:lnTo>
                    <a:pt x="434" y="5633"/>
                  </a:lnTo>
                  <a:lnTo>
                    <a:pt x="374" y="5528"/>
                  </a:lnTo>
                  <a:lnTo>
                    <a:pt x="344" y="5394"/>
                  </a:lnTo>
                  <a:lnTo>
                    <a:pt x="344" y="5244"/>
                  </a:lnTo>
                  <a:lnTo>
                    <a:pt x="359" y="5065"/>
                  </a:lnTo>
                  <a:lnTo>
                    <a:pt x="389" y="4871"/>
                  </a:lnTo>
                  <a:lnTo>
                    <a:pt x="434" y="4661"/>
                  </a:lnTo>
                  <a:lnTo>
                    <a:pt x="508" y="4437"/>
                  </a:lnTo>
                  <a:lnTo>
                    <a:pt x="613" y="4198"/>
                  </a:lnTo>
                  <a:lnTo>
                    <a:pt x="733" y="3959"/>
                  </a:lnTo>
                  <a:lnTo>
                    <a:pt x="867" y="3690"/>
                  </a:lnTo>
                  <a:lnTo>
                    <a:pt x="1031" y="3422"/>
                  </a:lnTo>
                  <a:lnTo>
                    <a:pt x="1211" y="3153"/>
                  </a:lnTo>
                  <a:lnTo>
                    <a:pt x="1405" y="2869"/>
                  </a:lnTo>
                  <a:lnTo>
                    <a:pt x="1629" y="2570"/>
                  </a:lnTo>
                  <a:lnTo>
                    <a:pt x="1868" y="2286"/>
                  </a:lnTo>
                  <a:lnTo>
                    <a:pt x="2107" y="2017"/>
                  </a:lnTo>
                  <a:lnTo>
                    <a:pt x="2346" y="1763"/>
                  </a:lnTo>
                  <a:lnTo>
                    <a:pt x="2600" y="1539"/>
                  </a:lnTo>
                  <a:lnTo>
                    <a:pt x="2839" y="1315"/>
                  </a:lnTo>
                  <a:lnTo>
                    <a:pt x="3093" y="1121"/>
                  </a:lnTo>
                  <a:lnTo>
                    <a:pt x="3332" y="927"/>
                  </a:lnTo>
                  <a:lnTo>
                    <a:pt x="3586" y="777"/>
                  </a:lnTo>
                  <a:lnTo>
                    <a:pt x="3825" y="628"/>
                  </a:lnTo>
                  <a:lnTo>
                    <a:pt x="4109" y="493"/>
                  </a:lnTo>
                  <a:lnTo>
                    <a:pt x="4273" y="434"/>
                  </a:lnTo>
                  <a:lnTo>
                    <a:pt x="4423" y="389"/>
                  </a:lnTo>
                  <a:lnTo>
                    <a:pt x="4557" y="359"/>
                  </a:lnTo>
                  <a:lnTo>
                    <a:pt x="4692" y="344"/>
                  </a:lnTo>
                  <a:close/>
                  <a:moveTo>
                    <a:pt x="4617" y="0"/>
                  </a:moveTo>
                  <a:lnTo>
                    <a:pt x="4408" y="45"/>
                  </a:lnTo>
                  <a:lnTo>
                    <a:pt x="4169" y="105"/>
                  </a:lnTo>
                  <a:lnTo>
                    <a:pt x="3930" y="210"/>
                  </a:lnTo>
                  <a:lnTo>
                    <a:pt x="3661" y="329"/>
                  </a:lnTo>
                  <a:lnTo>
                    <a:pt x="3407" y="478"/>
                  </a:lnTo>
                  <a:lnTo>
                    <a:pt x="3153" y="658"/>
                  </a:lnTo>
                  <a:lnTo>
                    <a:pt x="2899" y="837"/>
                  </a:lnTo>
                  <a:lnTo>
                    <a:pt x="2630" y="1046"/>
                  </a:lnTo>
                  <a:lnTo>
                    <a:pt x="2376" y="1285"/>
                  </a:lnTo>
                  <a:lnTo>
                    <a:pt x="2122" y="1524"/>
                  </a:lnTo>
                  <a:lnTo>
                    <a:pt x="1868" y="1793"/>
                  </a:lnTo>
                  <a:lnTo>
                    <a:pt x="1614" y="2062"/>
                  </a:lnTo>
                  <a:lnTo>
                    <a:pt x="1375" y="2346"/>
                  </a:lnTo>
                  <a:lnTo>
                    <a:pt x="1151" y="2630"/>
                  </a:lnTo>
                  <a:lnTo>
                    <a:pt x="942" y="2928"/>
                  </a:lnTo>
                  <a:lnTo>
                    <a:pt x="762" y="3212"/>
                  </a:lnTo>
                  <a:lnTo>
                    <a:pt x="583" y="3496"/>
                  </a:lnTo>
                  <a:lnTo>
                    <a:pt x="434" y="3780"/>
                  </a:lnTo>
                  <a:lnTo>
                    <a:pt x="299" y="4064"/>
                  </a:lnTo>
                  <a:lnTo>
                    <a:pt x="195" y="4333"/>
                  </a:lnTo>
                  <a:lnTo>
                    <a:pt x="105" y="4617"/>
                  </a:lnTo>
                  <a:lnTo>
                    <a:pt x="45" y="4871"/>
                  </a:lnTo>
                  <a:lnTo>
                    <a:pt x="1" y="5110"/>
                  </a:lnTo>
                  <a:lnTo>
                    <a:pt x="1" y="5334"/>
                  </a:lnTo>
                  <a:lnTo>
                    <a:pt x="30" y="5528"/>
                  </a:lnTo>
                  <a:lnTo>
                    <a:pt x="75" y="5707"/>
                  </a:lnTo>
                  <a:lnTo>
                    <a:pt x="120" y="5782"/>
                  </a:lnTo>
                  <a:lnTo>
                    <a:pt x="165" y="5857"/>
                  </a:lnTo>
                  <a:lnTo>
                    <a:pt x="225" y="5916"/>
                  </a:lnTo>
                  <a:lnTo>
                    <a:pt x="284" y="5976"/>
                  </a:lnTo>
                  <a:lnTo>
                    <a:pt x="389" y="6051"/>
                  </a:lnTo>
                  <a:lnTo>
                    <a:pt x="523" y="6111"/>
                  </a:lnTo>
                  <a:lnTo>
                    <a:pt x="673" y="6155"/>
                  </a:lnTo>
                  <a:lnTo>
                    <a:pt x="1001" y="6155"/>
                  </a:lnTo>
                  <a:lnTo>
                    <a:pt x="1196" y="6111"/>
                  </a:lnTo>
                  <a:lnTo>
                    <a:pt x="1390" y="6051"/>
                  </a:lnTo>
                  <a:lnTo>
                    <a:pt x="1599" y="5976"/>
                  </a:lnTo>
                  <a:lnTo>
                    <a:pt x="1913" y="5827"/>
                  </a:lnTo>
                  <a:lnTo>
                    <a:pt x="2167" y="5677"/>
                  </a:lnTo>
                  <a:lnTo>
                    <a:pt x="2421" y="5513"/>
                  </a:lnTo>
                  <a:lnTo>
                    <a:pt x="2675" y="5319"/>
                  </a:lnTo>
                  <a:lnTo>
                    <a:pt x="2944" y="5110"/>
                  </a:lnTo>
                  <a:lnTo>
                    <a:pt x="3198" y="4886"/>
                  </a:lnTo>
                  <a:lnTo>
                    <a:pt x="3452" y="4632"/>
                  </a:lnTo>
                  <a:lnTo>
                    <a:pt x="3706" y="4378"/>
                  </a:lnTo>
                  <a:lnTo>
                    <a:pt x="3960" y="4094"/>
                  </a:lnTo>
                  <a:lnTo>
                    <a:pt x="4199" y="3810"/>
                  </a:lnTo>
                  <a:lnTo>
                    <a:pt x="4423" y="3526"/>
                  </a:lnTo>
                  <a:lnTo>
                    <a:pt x="4632" y="3242"/>
                  </a:lnTo>
                  <a:lnTo>
                    <a:pt x="4811" y="2943"/>
                  </a:lnTo>
                  <a:lnTo>
                    <a:pt x="4990" y="2660"/>
                  </a:lnTo>
                  <a:lnTo>
                    <a:pt x="5140" y="2376"/>
                  </a:lnTo>
                  <a:lnTo>
                    <a:pt x="5274" y="2092"/>
                  </a:lnTo>
                  <a:lnTo>
                    <a:pt x="5379" y="1823"/>
                  </a:lnTo>
                  <a:lnTo>
                    <a:pt x="5468" y="1539"/>
                  </a:lnTo>
                  <a:lnTo>
                    <a:pt x="5528" y="1285"/>
                  </a:lnTo>
                  <a:lnTo>
                    <a:pt x="5573" y="1046"/>
                  </a:lnTo>
                  <a:lnTo>
                    <a:pt x="5573" y="822"/>
                  </a:lnTo>
                  <a:lnTo>
                    <a:pt x="5543" y="628"/>
                  </a:lnTo>
                  <a:lnTo>
                    <a:pt x="5498" y="463"/>
                  </a:lnTo>
                  <a:lnTo>
                    <a:pt x="5453" y="374"/>
                  </a:lnTo>
                  <a:lnTo>
                    <a:pt x="5409" y="314"/>
                  </a:lnTo>
                  <a:lnTo>
                    <a:pt x="5349" y="239"/>
                  </a:lnTo>
                  <a:lnTo>
                    <a:pt x="5289" y="180"/>
                  </a:lnTo>
                  <a:lnTo>
                    <a:pt x="5229" y="135"/>
                  </a:lnTo>
                  <a:lnTo>
                    <a:pt x="5155" y="90"/>
                  </a:lnTo>
                  <a:lnTo>
                    <a:pt x="5080" y="60"/>
                  </a:lnTo>
                  <a:lnTo>
                    <a:pt x="5005" y="30"/>
                  </a:lnTo>
                  <a:lnTo>
                    <a:pt x="48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33"/>
            <p:cNvSpPr/>
            <p:nvPr/>
          </p:nvSpPr>
          <p:spPr>
            <a:xfrm>
              <a:off x="4835112" y="1453371"/>
              <a:ext cx="210538" cy="85781"/>
            </a:xfrm>
            <a:custGeom>
              <a:avLst/>
              <a:gdLst/>
              <a:ahLst/>
              <a:cxnLst/>
              <a:rect l="l" t="t" r="r" b="b"/>
              <a:pathLst>
                <a:path w="7665" h="3123" extrusionOk="0">
                  <a:moveTo>
                    <a:pt x="3541" y="329"/>
                  </a:moveTo>
                  <a:lnTo>
                    <a:pt x="3900" y="344"/>
                  </a:lnTo>
                  <a:lnTo>
                    <a:pt x="4244" y="374"/>
                  </a:lnTo>
                  <a:lnTo>
                    <a:pt x="4602" y="404"/>
                  </a:lnTo>
                  <a:lnTo>
                    <a:pt x="4931" y="448"/>
                  </a:lnTo>
                  <a:lnTo>
                    <a:pt x="5259" y="508"/>
                  </a:lnTo>
                  <a:lnTo>
                    <a:pt x="5573" y="583"/>
                  </a:lnTo>
                  <a:lnTo>
                    <a:pt x="5872" y="672"/>
                  </a:lnTo>
                  <a:lnTo>
                    <a:pt x="6141" y="762"/>
                  </a:lnTo>
                  <a:lnTo>
                    <a:pt x="6395" y="867"/>
                  </a:lnTo>
                  <a:lnTo>
                    <a:pt x="6619" y="971"/>
                  </a:lnTo>
                  <a:lnTo>
                    <a:pt x="6798" y="1076"/>
                  </a:lnTo>
                  <a:lnTo>
                    <a:pt x="6963" y="1180"/>
                  </a:lnTo>
                  <a:lnTo>
                    <a:pt x="7097" y="1285"/>
                  </a:lnTo>
                  <a:lnTo>
                    <a:pt x="7202" y="1404"/>
                  </a:lnTo>
                  <a:lnTo>
                    <a:pt x="7261" y="1509"/>
                  </a:lnTo>
                  <a:lnTo>
                    <a:pt x="7306" y="1629"/>
                  </a:lnTo>
                  <a:lnTo>
                    <a:pt x="7321" y="1733"/>
                  </a:lnTo>
                  <a:lnTo>
                    <a:pt x="7306" y="1838"/>
                  </a:lnTo>
                  <a:lnTo>
                    <a:pt x="7246" y="1942"/>
                  </a:lnTo>
                  <a:lnTo>
                    <a:pt x="7157" y="2047"/>
                  </a:lnTo>
                  <a:lnTo>
                    <a:pt x="7052" y="2151"/>
                  </a:lnTo>
                  <a:lnTo>
                    <a:pt x="6903" y="2241"/>
                  </a:lnTo>
                  <a:lnTo>
                    <a:pt x="6739" y="2346"/>
                  </a:lnTo>
                  <a:lnTo>
                    <a:pt x="6544" y="2420"/>
                  </a:lnTo>
                  <a:lnTo>
                    <a:pt x="6320" y="2510"/>
                  </a:lnTo>
                  <a:lnTo>
                    <a:pt x="6051" y="2585"/>
                  </a:lnTo>
                  <a:lnTo>
                    <a:pt x="5767" y="2644"/>
                  </a:lnTo>
                  <a:lnTo>
                    <a:pt x="5469" y="2704"/>
                  </a:lnTo>
                  <a:lnTo>
                    <a:pt x="5140" y="2734"/>
                  </a:lnTo>
                  <a:lnTo>
                    <a:pt x="4811" y="2764"/>
                  </a:lnTo>
                  <a:lnTo>
                    <a:pt x="4483" y="2779"/>
                  </a:lnTo>
                  <a:lnTo>
                    <a:pt x="4124" y="2779"/>
                  </a:lnTo>
                  <a:lnTo>
                    <a:pt x="3766" y="2764"/>
                  </a:lnTo>
                  <a:lnTo>
                    <a:pt x="3392" y="2749"/>
                  </a:lnTo>
                  <a:lnTo>
                    <a:pt x="3033" y="2704"/>
                  </a:lnTo>
                  <a:lnTo>
                    <a:pt x="2690" y="2659"/>
                  </a:lnTo>
                  <a:lnTo>
                    <a:pt x="2361" y="2585"/>
                  </a:lnTo>
                  <a:lnTo>
                    <a:pt x="2062" y="2525"/>
                  </a:lnTo>
                  <a:lnTo>
                    <a:pt x="1779" y="2435"/>
                  </a:lnTo>
                  <a:lnTo>
                    <a:pt x="1510" y="2346"/>
                  </a:lnTo>
                  <a:lnTo>
                    <a:pt x="1271" y="2256"/>
                  </a:lnTo>
                  <a:lnTo>
                    <a:pt x="1061" y="2151"/>
                  </a:lnTo>
                  <a:lnTo>
                    <a:pt x="867" y="2047"/>
                  </a:lnTo>
                  <a:lnTo>
                    <a:pt x="718" y="1942"/>
                  </a:lnTo>
                  <a:lnTo>
                    <a:pt x="583" y="1823"/>
                  </a:lnTo>
                  <a:lnTo>
                    <a:pt x="479" y="1718"/>
                  </a:lnTo>
                  <a:lnTo>
                    <a:pt x="404" y="1599"/>
                  </a:lnTo>
                  <a:lnTo>
                    <a:pt x="359" y="1494"/>
                  </a:lnTo>
                  <a:lnTo>
                    <a:pt x="344" y="1375"/>
                  </a:lnTo>
                  <a:lnTo>
                    <a:pt x="359" y="1285"/>
                  </a:lnTo>
                  <a:lnTo>
                    <a:pt x="404" y="1210"/>
                  </a:lnTo>
                  <a:lnTo>
                    <a:pt x="464" y="1121"/>
                  </a:lnTo>
                  <a:lnTo>
                    <a:pt x="539" y="1031"/>
                  </a:lnTo>
                  <a:lnTo>
                    <a:pt x="628" y="956"/>
                  </a:lnTo>
                  <a:lnTo>
                    <a:pt x="748" y="867"/>
                  </a:lnTo>
                  <a:lnTo>
                    <a:pt x="897" y="792"/>
                  </a:lnTo>
                  <a:lnTo>
                    <a:pt x="1047" y="717"/>
                  </a:lnTo>
                  <a:lnTo>
                    <a:pt x="1345" y="613"/>
                  </a:lnTo>
                  <a:lnTo>
                    <a:pt x="1614" y="538"/>
                  </a:lnTo>
                  <a:lnTo>
                    <a:pt x="1898" y="463"/>
                  </a:lnTo>
                  <a:lnTo>
                    <a:pt x="2197" y="418"/>
                  </a:lnTo>
                  <a:lnTo>
                    <a:pt x="2526" y="374"/>
                  </a:lnTo>
                  <a:lnTo>
                    <a:pt x="2854" y="344"/>
                  </a:lnTo>
                  <a:lnTo>
                    <a:pt x="3183" y="329"/>
                  </a:lnTo>
                  <a:close/>
                  <a:moveTo>
                    <a:pt x="3168" y="0"/>
                  </a:moveTo>
                  <a:lnTo>
                    <a:pt x="2824" y="15"/>
                  </a:lnTo>
                  <a:lnTo>
                    <a:pt x="2481" y="45"/>
                  </a:lnTo>
                  <a:lnTo>
                    <a:pt x="2137" y="90"/>
                  </a:lnTo>
                  <a:lnTo>
                    <a:pt x="1823" y="135"/>
                  </a:lnTo>
                  <a:lnTo>
                    <a:pt x="1525" y="209"/>
                  </a:lnTo>
                  <a:lnTo>
                    <a:pt x="1241" y="284"/>
                  </a:lnTo>
                  <a:lnTo>
                    <a:pt x="972" y="389"/>
                  </a:lnTo>
                  <a:lnTo>
                    <a:pt x="733" y="493"/>
                  </a:lnTo>
                  <a:lnTo>
                    <a:pt x="524" y="628"/>
                  </a:lnTo>
                  <a:lnTo>
                    <a:pt x="344" y="747"/>
                  </a:lnTo>
                  <a:lnTo>
                    <a:pt x="210" y="897"/>
                  </a:lnTo>
                  <a:lnTo>
                    <a:pt x="105" y="1046"/>
                  </a:lnTo>
                  <a:lnTo>
                    <a:pt x="61" y="1121"/>
                  </a:lnTo>
                  <a:lnTo>
                    <a:pt x="31" y="1195"/>
                  </a:lnTo>
                  <a:lnTo>
                    <a:pt x="16" y="1285"/>
                  </a:lnTo>
                  <a:lnTo>
                    <a:pt x="1" y="1360"/>
                  </a:lnTo>
                  <a:lnTo>
                    <a:pt x="1" y="1449"/>
                  </a:lnTo>
                  <a:lnTo>
                    <a:pt x="16" y="1524"/>
                  </a:lnTo>
                  <a:lnTo>
                    <a:pt x="46" y="1614"/>
                  </a:lnTo>
                  <a:lnTo>
                    <a:pt x="75" y="1688"/>
                  </a:lnTo>
                  <a:lnTo>
                    <a:pt x="150" y="1853"/>
                  </a:lnTo>
                  <a:lnTo>
                    <a:pt x="285" y="2002"/>
                  </a:lnTo>
                  <a:lnTo>
                    <a:pt x="434" y="2151"/>
                  </a:lnTo>
                  <a:lnTo>
                    <a:pt x="643" y="2301"/>
                  </a:lnTo>
                  <a:lnTo>
                    <a:pt x="867" y="2435"/>
                  </a:lnTo>
                  <a:lnTo>
                    <a:pt x="1136" y="2555"/>
                  </a:lnTo>
                  <a:lnTo>
                    <a:pt x="1405" y="2674"/>
                  </a:lnTo>
                  <a:lnTo>
                    <a:pt x="1689" y="2764"/>
                  </a:lnTo>
                  <a:lnTo>
                    <a:pt x="2003" y="2854"/>
                  </a:lnTo>
                  <a:lnTo>
                    <a:pt x="2331" y="2928"/>
                  </a:lnTo>
                  <a:lnTo>
                    <a:pt x="2675" y="2988"/>
                  </a:lnTo>
                  <a:lnTo>
                    <a:pt x="3019" y="3048"/>
                  </a:lnTo>
                  <a:lnTo>
                    <a:pt x="3392" y="3078"/>
                  </a:lnTo>
                  <a:lnTo>
                    <a:pt x="3751" y="3108"/>
                  </a:lnTo>
                  <a:lnTo>
                    <a:pt x="4124" y="3123"/>
                  </a:lnTo>
                  <a:lnTo>
                    <a:pt x="4498" y="3123"/>
                  </a:lnTo>
                  <a:lnTo>
                    <a:pt x="4841" y="3108"/>
                  </a:lnTo>
                  <a:lnTo>
                    <a:pt x="5185" y="3078"/>
                  </a:lnTo>
                  <a:lnTo>
                    <a:pt x="5528" y="3033"/>
                  </a:lnTo>
                  <a:lnTo>
                    <a:pt x="5842" y="2973"/>
                  </a:lnTo>
                  <a:lnTo>
                    <a:pt x="6141" y="2913"/>
                  </a:lnTo>
                  <a:lnTo>
                    <a:pt x="6425" y="2824"/>
                  </a:lnTo>
                  <a:lnTo>
                    <a:pt x="6739" y="2704"/>
                  </a:lnTo>
                  <a:lnTo>
                    <a:pt x="6948" y="2615"/>
                  </a:lnTo>
                  <a:lnTo>
                    <a:pt x="7127" y="2510"/>
                  </a:lnTo>
                  <a:lnTo>
                    <a:pt x="7276" y="2391"/>
                  </a:lnTo>
                  <a:lnTo>
                    <a:pt x="7411" y="2271"/>
                  </a:lnTo>
                  <a:lnTo>
                    <a:pt x="7515" y="2151"/>
                  </a:lnTo>
                  <a:lnTo>
                    <a:pt x="7590" y="2017"/>
                  </a:lnTo>
                  <a:lnTo>
                    <a:pt x="7635" y="1883"/>
                  </a:lnTo>
                  <a:lnTo>
                    <a:pt x="7665" y="1748"/>
                  </a:lnTo>
                  <a:lnTo>
                    <a:pt x="7665" y="1658"/>
                  </a:lnTo>
                  <a:lnTo>
                    <a:pt x="7650" y="1584"/>
                  </a:lnTo>
                  <a:lnTo>
                    <a:pt x="7620" y="1494"/>
                  </a:lnTo>
                  <a:lnTo>
                    <a:pt x="7605" y="1419"/>
                  </a:lnTo>
                  <a:lnTo>
                    <a:pt x="7515" y="1255"/>
                  </a:lnTo>
                  <a:lnTo>
                    <a:pt x="7381" y="1106"/>
                  </a:lnTo>
                  <a:lnTo>
                    <a:pt x="7232" y="956"/>
                  </a:lnTo>
                  <a:lnTo>
                    <a:pt x="7022" y="822"/>
                  </a:lnTo>
                  <a:lnTo>
                    <a:pt x="6798" y="687"/>
                  </a:lnTo>
                  <a:lnTo>
                    <a:pt x="6529" y="553"/>
                  </a:lnTo>
                  <a:lnTo>
                    <a:pt x="6260" y="448"/>
                  </a:lnTo>
                  <a:lnTo>
                    <a:pt x="5977" y="344"/>
                  </a:lnTo>
                  <a:lnTo>
                    <a:pt x="5663" y="254"/>
                  </a:lnTo>
                  <a:lnTo>
                    <a:pt x="5334" y="179"/>
                  </a:lnTo>
                  <a:lnTo>
                    <a:pt x="4991" y="120"/>
                  </a:lnTo>
                  <a:lnTo>
                    <a:pt x="4647" y="75"/>
                  </a:lnTo>
                  <a:lnTo>
                    <a:pt x="4288" y="30"/>
                  </a:lnTo>
                  <a:lnTo>
                    <a:pt x="39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33"/>
            <p:cNvSpPr/>
            <p:nvPr/>
          </p:nvSpPr>
          <p:spPr>
            <a:xfrm>
              <a:off x="4917182" y="1473064"/>
              <a:ext cx="46393" cy="45981"/>
            </a:xfrm>
            <a:custGeom>
              <a:avLst/>
              <a:gdLst/>
              <a:ahLst/>
              <a:cxnLst/>
              <a:rect l="l" t="t" r="r" b="b"/>
              <a:pathLst>
                <a:path w="1689" h="1674" extrusionOk="0">
                  <a:moveTo>
                    <a:pt x="837" y="0"/>
                  </a:moveTo>
                  <a:lnTo>
                    <a:pt x="673" y="15"/>
                  </a:lnTo>
                  <a:lnTo>
                    <a:pt x="509" y="60"/>
                  </a:lnTo>
                  <a:lnTo>
                    <a:pt x="374" y="150"/>
                  </a:lnTo>
                  <a:lnTo>
                    <a:pt x="240" y="254"/>
                  </a:lnTo>
                  <a:lnTo>
                    <a:pt x="135" y="389"/>
                  </a:lnTo>
                  <a:lnTo>
                    <a:pt x="60" y="523"/>
                  </a:lnTo>
                  <a:lnTo>
                    <a:pt x="16" y="687"/>
                  </a:lnTo>
                  <a:lnTo>
                    <a:pt x="1" y="837"/>
                  </a:lnTo>
                  <a:lnTo>
                    <a:pt x="16" y="1001"/>
                  </a:lnTo>
                  <a:lnTo>
                    <a:pt x="75" y="1166"/>
                  </a:lnTo>
                  <a:lnTo>
                    <a:pt x="150" y="1315"/>
                  </a:lnTo>
                  <a:lnTo>
                    <a:pt x="255" y="1449"/>
                  </a:lnTo>
                  <a:lnTo>
                    <a:pt x="389" y="1539"/>
                  </a:lnTo>
                  <a:lnTo>
                    <a:pt x="539" y="1614"/>
                  </a:lnTo>
                  <a:lnTo>
                    <a:pt x="688" y="1659"/>
                  </a:lnTo>
                  <a:lnTo>
                    <a:pt x="852" y="1674"/>
                  </a:lnTo>
                  <a:lnTo>
                    <a:pt x="1017" y="1659"/>
                  </a:lnTo>
                  <a:lnTo>
                    <a:pt x="1181" y="1614"/>
                  </a:lnTo>
                  <a:lnTo>
                    <a:pt x="1330" y="1524"/>
                  </a:lnTo>
                  <a:lnTo>
                    <a:pt x="1450" y="1420"/>
                  </a:lnTo>
                  <a:lnTo>
                    <a:pt x="1554" y="1300"/>
                  </a:lnTo>
                  <a:lnTo>
                    <a:pt x="1629" y="1151"/>
                  </a:lnTo>
                  <a:lnTo>
                    <a:pt x="1674" y="1001"/>
                  </a:lnTo>
                  <a:lnTo>
                    <a:pt x="1689" y="837"/>
                  </a:lnTo>
                  <a:lnTo>
                    <a:pt x="1674" y="673"/>
                  </a:lnTo>
                  <a:lnTo>
                    <a:pt x="1614" y="508"/>
                  </a:lnTo>
                  <a:lnTo>
                    <a:pt x="1539" y="359"/>
                  </a:lnTo>
                  <a:lnTo>
                    <a:pt x="1435" y="239"/>
                  </a:lnTo>
                  <a:lnTo>
                    <a:pt x="1300" y="135"/>
                  </a:lnTo>
                  <a:lnTo>
                    <a:pt x="1166" y="60"/>
                  </a:lnTo>
                  <a:lnTo>
                    <a:pt x="1002" y="15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33"/>
            <p:cNvSpPr/>
            <p:nvPr/>
          </p:nvSpPr>
          <p:spPr>
            <a:xfrm>
              <a:off x="4873703" y="1407804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403" y="1"/>
                  </a:moveTo>
                  <a:lnTo>
                    <a:pt x="299" y="31"/>
                  </a:lnTo>
                  <a:lnTo>
                    <a:pt x="209" y="76"/>
                  </a:lnTo>
                  <a:lnTo>
                    <a:pt x="135" y="150"/>
                  </a:lnTo>
                  <a:lnTo>
                    <a:pt x="75" y="225"/>
                  </a:lnTo>
                  <a:lnTo>
                    <a:pt x="45" y="300"/>
                  </a:lnTo>
                  <a:lnTo>
                    <a:pt x="15" y="389"/>
                  </a:lnTo>
                  <a:lnTo>
                    <a:pt x="0" y="494"/>
                  </a:lnTo>
                  <a:lnTo>
                    <a:pt x="15" y="584"/>
                  </a:lnTo>
                  <a:lnTo>
                    <a:pt x="45" y="688"/>
                  </a:lnTo>
                  <a:lnTo>
                    <a:pt x="90" y="763"/>
                  </a:lnTo>
                  <a:lnTo>
                    <a:pt x="149" y="838"/>
                  </a:lnTo>
                  <a:lnTo>
                    <a:pt x="224" y="897"/>
                  </a:lnTo>
                  <a:lnTo>
                    <a:pt x="314" y="942"/>
                  </a:lnTo>
                  <a:lnTo>
                    <a:pt x="403" y="972"/>
                  </a:lnTo>
                  <a:lnTo>
                    <a:pt x="493" y="987"/>
                  </a:lnTo>
                  <a:lnTo>
                    <a:pt x="598" y="972"/>
                  </a:lnTo>
                  <a:lnTo>
                    <a:pt x="687" y="942"/>
                  </a:lnTo>
                  <a:lnTo>
                    <a:pt x="777" y="897"/>
                  </a:lnTo>
                  <a:lnTo>
                    <a:pt x="852" y="838"/>
                  </a:lnTo>
                  <a:lnTo>
                    <a:pt x="911" y="763"/>
                  </a:lnTo>
                  <a:lnTo>
                    <a:pt x="956" y="673"/>
                  </a:lnTo>
                  <a:lnTo>
                    <a:pt x="986" y="584"/>
                  </a:lnTo>
                  <a:lnTo>
                    <a:pt x="986" y="494"/>
                  </a:lnTo>
                  <a:lnTo>
                    <a:pt x="986" y="389"/>
                  </a:lnTo>
                  <a:lnTo>
                    <a:pt x="956" y="300"/>
                  </a:lnTo>
                  <a:lnTo>
                    <a:pt x="896" y="210"/>
                  </a:lnTo>
                  <a:lnTo>
                    <a:pt x="837" y="135"/>
                  </a:lnTo>
                  <a:lnTo>
                    <a:pt x="762" y="76"/>
                  </a:lnTo>
                  <a:lnTo>
                    <a:pt x="687" y="31"/>
                  </a:lnTo>
                  <a:lnTo>
                    <a:pt x="5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33"/>
            <p:cNvSpPr/>
            <p:nvPr/>
          </p:nvSpPr>
          <p:spPr>
            <a:xfrm>
              <a:off x="5020182" y="1474300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389" y="0"/>
                  </a:moveTo>
                  <a:lnTo>
                    <a:pt x="299" y="30"/>
                  </a:lnTo>
                  <a:lnTo>
                    <a:pt x="210" y="75"/>
                  </a:lnTo>
                  <a:lnTo>
                    <a:pt x="135" y="149"/>
                  </a:lnTo>
                  <a:lnTo>
                    <a:pt x="75" y="224"/>
                  </a:lnTo>
                  <a:lnTo>
                    <a:pt x="30" y="299"/>
                  </a:lnTo>
                  <a:lnTo>
                    <a:pt x="1" y="389"/>
                  </a:lnTo>
                  <a:lnTo>
                    <a:pt x="1" y="493"/>
                  </a:lnTo>
                  <a:lnTo>
                    <a:pt x="1" y="583"/>
                  </a:lnTo>
                  <a:lnTo>
                    <a:pt x="30" y="687"/>
                  </a:lnTo>
                  <a:lnTo>
                    <a:pt x="90" y="762"/>
                  </a:lnTo>
                  <a:lnTo>
                    <a:pt x="150" y="837"/>
                  </a:lnTo>
                  <a:lnTo>
                    <a:pt x="225" y="896"/>
                  </a:lnTo>
                  <a:lnTo>
                    <a:pt x="314" y="941"/>
                  </a:lnTo>
                  <a:lnTo>
                    <a:pt x="404" y="971"/>
                  </a:lnTo>
                  <a:lnTo>
                    <a:pt x="494" y="986"/>
                  </a:lnTo>
                  <a:lnTo>
                    <a:pt x="583" y="971"/>
                  </a:lnTo>
                  <a:lnTo>
                    <a:pt x="688" y="941"/>
                  </a:lnTo>
                  <a:lnTo>
                    <a:pt x="777" y="896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42" y="672"/>
                  </a:lnTo>
                  <a:lnTo>
                    <a:pt x="972" y="583"/>
                  </a:lnTo>
                  <a:lnTo>
                    <a:pt x="987" y="478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09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33"/>
            <p:cNvSpPr/>
            <p:nvPr/>
          </p:nvSpPr>
          <p:spPr>
            <a:xfrm>
              <a:off x="4857690" y="1526816"/>
              <a:ext cx="27110" cy="27110"/>
            </a:xfrm>
            <a:custGeom>
              <a:avLst/>
              <a:gdLst/>
              <a:ahLst/>
              <a:cxnLst/>
              <a:rect l="l" t="t" r="r" b="b"/>
              <a:pathLst>
                <a:path w="987" h="987" extrusionOk="0">
                  <a:moveTo>
                    <a:pt x="493" y="0"/>
                  </a:moveTo>
                  <a:lnTo>
                    <a:pt x="404" y="15"/>
                  </a:lnTo>
                  <a:lnTo>
                    <a:pt x="299" y="45"/>
                  </a:lnTo>
                  <a:lnTo>
                    <a:pt x="210" y="90"/>
                  </a:lnTo>
                  <a:lnTo>
                    <a:pt x="135" y="150"/>
                  </a:lnTo>
                  <a:lnTo>
                    <a:pt x="75" y="224"/>
                  </a:lnTo>
                  <a:lnTo>
                    <a:pt x="30" y="314"/>
                  </a:lnTo>
                  <a:lnTo>
                    <a:pt x="15" y="404"/>
                  </a:lnTo>
                  <a:lnTo>
                    <a:pt x="0" y="493"/>
                  </a:lnTo>
                  <a:lnTo>
                    <a:pt x="15" y="583"/>
                  </a:lnTo>
                  <a:lnTo>
                    <a:pt x="45" y="688"/>
                  </a:lnTo>
                  <a:lnTo>
                    <a:pt x="90" y="777"/>
                  </a:lnTo>
                  <a:lnTo>
                    <a:pt x="150" y="852"/>
                  </a:lnTo>
                  <a:lnTo>
                    <a:pt x="225" y="912"/>
                  </a:lnTo>
                  <a:lnTo>
                    <a:pt x="314" y="956"/>
                  </a:lnTo>
                  <a:lnTo>
                    <a:pt x="404" y="971"/>
                  </a:lnTo>
                  <a:lnTo>
                    <a:pt x="493" y="986"/>
                  </a:lnTo>
                  <a:lnTo>
                    <a:pt x="598" y="971"/>
                  </a:lnTo>
                  <a:lnTo>
                    <a:pt x="688" y="942"/>
                  </a:lnTo>
                  <a:lnTo>
                    <a:pt x="777" y="897"/>
                  </a:lnTo>
                  <a:lnTo>
                    <a:pt x="852" y="837"/>
                  </a:lnTo>
                  <a:lnTo>
                    <a:pt x="912" y="762"/>
                  </a:lnTo>
                  <a:lnTo>
                    <a:pt x="957" y="673"/>
                  </a:lnTo>
                  <a:lnTo>
                    <a:pt x="986" y="583"/>
                  </a:lnTo>
                  <a:lnTo>
                    <a:pt x="986" y="493"/>
                  </a:lnTo>
                  <a:lnTo>
                    <a:pt x="972" y="389"/>
                  </a:lnTo>
                  <a:lnTo>
                    <a:pt x="942" y="299"/>
                  </a:lnTo>
                  <a:lnTo>
                    <a:pt x="897" y="210"/>
                  </a:lnTo>
                  <a:lnTo>
                    <a:pt x="837" y="135"/>
                  </a:lnTo>
                  <a:lnTo>
                    <a:pt x="762" y="75"/>
                  </a:lnTo>
                  <a:lnTo>
                    <a:pt x="673" y="30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33"/>
            <p:cNvSpPr/>
            <p:nvPr/>
          </p:nvSpPr>
          <p:spPr>
            <a:xfrm>
              <a:off x="3358312" y="1540769"/>
              <a:ext cx="280690" cy="280690"/>
            </a:xfrm>
            <a:custGeom>
              <a:avLst/>
              <a:gdLst/>
              <a:ahLst/>
              <a:cxnLst/>
              <a:rect l="l" t="t" r="r" b="b"/>
              <a:pathLst>
                <a:path w="10219" h="10219" extrusionOk="0">
                  <a:moveTo>
                    <a:pt x="194" y="0"/>
                  </a:moveTo>
                  <a:lnTo>
                    <a:pt x="149" y="15"/>
                  </a:lnTo>
                  <a:lnTo>
                    <a:pt x="105" y="45"/>
                  </a:lnTo>
                  <a:lnTo>
                    <a:pt x="60" y="75"/>
                  </a:lnTo>
                  <a:lnTo>
                    <a:pt x="30" y="105"/>
                  </a:lnTo>
                  <a:lnTo>
                    <a:pt x="15" y="150"/>
                  </a:lnTo>
                  <a:lnTo>
                    <a:pt x="0" y="195"/>
                  </a:lnTo>
                  <a:lnTo>
                    <a:pt x="0" y="239"/>
                  </a:lnTo>
                  <a:lnTo>
                    <a:pt x="0" y="284"/>
                  </a:lnTo>
                  <a:lnTo>
                    <a:pt x="15" y="329"/>
                  </a:lnTo>
                  <a:lnTo>
                    <a:pt x="30" y="374"/>
                  </a:lnTo>
                  <a:lnTo>
                    <a:pt x="60" y="419"/>
                  </a:lnTo>
                  <a:lnTo>
                    <a:pt x="9800" y="10159"/>
                  </a:lnTo>
                  <a:lnTo>
                    <a:pt x="9845" y="10189"/>
                  </a:lnTo>
                  <a:lnTo>
                    <a:pt x="9890" y="10204"/>
                  </a:lnTo>
                  <a:lnTo>
                    <a:pt x="9935" y="10219"/>
                  </a:lnTo>
                  <a:lnTo>
                    <a:pt x="10025" y="10219"/>
                  </a:lnTo>
                  <a:lnTo>
                    <a:pt x="10069" y="10204"/>
                  </a:lnTo>
                  <a:lnTo>
                    <a:pt x="10114" y="10189"/>
                  </a:lnTo>
                  <a:lnTo>
                    <a:pt x="10144" y="10159"/>
                  </a:lnTo>
                  <a:lnTo>
                    <a:pt x="10174" y="10114"/>
                  </a:lnTo>
                  <a:lnTo>
                    <a:pt x="10204" y="10070"/>
                  </a:lnTo>
                  <a:lnTo>
                    <a:pt x="10219" y="10025"/>
                  </a:lnTo>
                  <a:lnTo>
                    <a:pt x="10219" y="9980"/>
                  </a:lnTo>
                  <a:lnTo>
                    <a:pt x="10219" y="9935"/>
                  </a:lnTo>
                  <a:lnTo>
                    <a:pt x="10204" y="9890"/>
                  </a:lnTo>
                  <a:lnTo>
                    <a:pt x="10174" y="9860"/>
                  </a:lnTo>
                  <a:lnTo>
                    <a:pt x="10144" y="9816"/>
                  </a:lnTo>
                  <a:lnTo>
                    <a:pt x="403" y="75"/>
                  </a:lnTo>
                  <a:lnTo>
                    <a:pt x="374" y="45"/>
                  </a:lnTo>
                  <a:lnTo>
                    <a:pt x="329" y="15"/>
                  </a:lnTo>
                  <a:lnTo>
                    <a:pt x="284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33"/>
            <p:cNvSpPr/>
            <p:nvPr/>
          </p:nvSpPr>
          <p:spPr>
            <a:xfrm>
              <a:off x="3492074" y="1672060"/>
              <a:ext cx="51721" cy="51749"/>
            </a:xfrm>
            <a:custGeom>
              <a:avLst/>
              <a:gdLst/>
              <a:ahLst/>
              <a:cxnLst/>
              <a:rect l="l" t="t" r="r" b="b"/>
              <a:pathLst>
                <a:path w="1883" h="1884" extrusionOk="0">
                  <a:moveTo>
                    <a:pt x="837" y="1"/>
                  </a:moveTo>
                  <a:lnTo>
                    <a:pt x="747" y="16"/>
                  </a:lnTo>
                  <a:lnTo>
                    <a:pt x="658" y="46"/>
                  </a:lnTo>
                  <a:lnTo>
                    <a:pt x="568" y="76"/>
                  </a:lnTo>
                  <a:lnTo>
                    <a:pt x="419" y="165"/>
                  </a:lnTo>
                  <a:lnTo>
                    <a:pt x="269" y="285"/>
                  </a:lnTo>
                  <a:lnTo>
                    <a:pt x="165" y="419"/>
                  </a:lnTo>
                  <a:lnTo>
                    <a:pt x="75" y="569"/>
                  </a:lnTo>
                  <a:lnTo>
                    <a:pt x="45" y="658"/>
                  </a:lnTo>
                  <a:lnTo>
                    <a:pt x="15" y="748"/>
                  </a:lnTo>
                  <a:lnTo>
                    <a:pt x="0" y="838"/>
                  </a:lnTo>
                  <a:lnTo>
                    <a:pt x="0" y="942"/>
                  </a:lnTo>
                  <a:lnTo>
                    <a:pt x="0" y="1032"/>
                  </a:lnTo>
                  <a:lnTo>
                    <a:pt x="15" y="1136"/>
                  </a:lnTo>
                  <a:lnTo>
                    <a:pt x="45" y="1226"/>
                  </a:lnTo>
                  <a:lnTo>
                    <a:pt x="75" y="1301"/>
                  </a:lnTo>
                  <a:lnTo>
                    <a:pt x="165" y="1465"/>
                  </a:lnTo>
                  <a:lnTo>
                    <a:pt x="269" y="1599"/>
                  </a:lnTo>
                  <a:lnTo>
                    <a:pt x="419" y="1719"/>
                  </a:lnTo>
                  <a:lnTo>
                    <a:pt x="568" y="1809"/>
                  </a:lnTo>
                  <a:lnTo>
                    <a:pt x="658" y="1839"/>
                  </a:lnTo>
                  <a:lnTo>
                    <a:pt x="747" y="1853"/>
                  </a:lnTo>
                  <a:lnTo>
                    <a:pt x="837" y="1868"/>
                  </a:lnTo>
                  <a:lnTo>
                    <a:pt x="942" y="1883"/>
                  </a:lnTo>
                  <a:lnTo>
                    <a:pt x="1031" y="1868"/>
                  </a:lnTo>
                  <a:lnTo>
                    <a:pt x="1121" y="1853"/>
                  </a:lnTo>
                  <a:lnTo>
                    <a:pt x="1210" y="1839"/>
                  </a:lnTo>
                  <a:lnTo>
                    <a:pt x="1300" y="1809"/>
                  </a:lnTo>
                  <a:lnTo>
                    <a:pt x="1464" y="1719"/>
                  </a:lnTo>
                  <a:lnTo>
                    <a:pt x="1599" y="1599"/>
                  </a:lnTo>
                  <a:lnTo>
                    <a:pt x="1718" y="1465"/>
                  </a:lnTo>
                  <a:lnTo>
                    <a:pt x="1808" y="1301"/>
                  </a:lnTo>
                  <a:lnTo>
                    <a:pt x="1838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83" y="942"/>
                  </a:lnTo>
                  <a:lnTo>
                    <a:pt x="1868" y="838"/>
                  </a:lnTo>
                  <a:lnTo>
                    <a:pt x="1853" y="748"/>
                  </a:lnTo>
                  <a:lnTo>
                    <a:pt x="1838" y="658"/>
                  </a:lnTo>
                  <a:lnTo>
                    <a:pt x="1808" y="569"/>
                  </a:lnTo>
                  <a:lnTo>
                    <a:pt x="1718" y="419"/>
                  </a:lnTo>
                  <a:lnTo>
                    <a:pt x="1599" y="285"/>
                  </a:lnTo>
                  <a:lnTo>
                    <a:pt x="1464" y="165"/>
                  </a:lnTo>
                  <a:lnTo>
                    <a:pt x="1300" y="76"/>
                  </a:lnTo>
                  <a:lnTo>
                    <a:pt x="1210" y="46"/>
                  </a:lnTo>
                  <a:lnTo>
                    <a:pt x="1121" y="16"/>
                  </a:lnTo>
                  <a:lnTo>
                    <a:pt x="1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33"/>
            <p:cNvSpPr/>
            <p:nvPr/>
          </p:nvSpPr>
          <p:spPr>
            <a:xfrm>
              <a:off x="3161760" y="1332326"/>
              <a:ext cx="311481" cy="311481"/>
            </a:xfrm>
            <a:custGeom>
              <a:avLst/>
              <a:gdLst/>
              <a:ahLst/>
              <a:cxnLst/>
              <a:rect l="l" t="t" r="r" b="b"/>
              <a:pathLst>
                <a:path w="11340" h="11340" extrusionOk="0">
                  <a:moveTo>
                    <a:pt x="5378" y="0"/>
                  </a:moveTo>
                  <a:lnTo>
                    <a:pt x="5094" y="30"/>
                  </a:lnTo>
                  <a:lnTo>
                    <a:pt x="4811" y="60"/>
                  </a:lnTo>
                  <a:lnTo>
                    <a:pt x="4527" y="105"/>
                  </a:lnTo>
                  <a:lnTo>
                    <a:pt x="4258" y="179"/>
                  </a:lnTo>
                  <a:lnTo>
                    <a:pt x="3989" y="254"/>
                  </a:lnTo>
                  <a:lnTo>
                    <a:pt x="3720" y="344"/>
                  </a:lnTo>
                  <a:lnTo>
                    <a:pt x="3466" y="433"/>
                  </a:lnTo>
                  <a:lnTo>
                    <a:pt x="3212" y="553"/>
                  </a:lnTo>
                  <a:lnTo>
                    <a:pt x="2973" y="672"/>
                  </a:lnTo>
                  <a:lnTo>
                    <a:pt x="2734" y="822"/>
                  </a:lnTo>
                  <a:lnTo>
                    <a:pt x="2495" y="956"/>
                  </a:lnTo>
                  <a:lnTo>
                    <a:pt x="2271" y="1120"/>
                  </a:lnTo>
                  <a:lnTo>
                    <a:pt x="2062" y="1285"/>
                  </a:lnTo>
                  <a:lnTo>
                    <a:pt x="1853" y="1464"/>
                  </a:lnTo>
                  <a:lnTo>
                    <a:pt x="1658" y="1658"/>
                  </a:lnTo>
                  <a:lnTo>
                    <a:pt x="1464" y="1853"/>
                  </a:lnTo>
                  <a:lnTo>
                    <a:pt x="1300" y="2062"/>
                  </a:lnTo>
                  <a:lnTo>
                    <a:pt x="1120" y="2271"/>
                  </a:lnTo>
                  <a:lnTo>
                    <a:pt x="971" y="2495"/>
                  </a:lnTo>
                  <a:lnTo>
                    <a:pt x="822" y="2719"/>
                  </a:lnTo>
                  <a:lnTo>
                    <a:pt x="687" y="2958"/>
                  </a:lnTo>
                  <a:lnTo>
                    <a:pt x="553" y="3212"/>
                  </a:lnTo>
                  <a:lnTo>
                    <a:pt x="448" y="3466"/>
                  </a:lnTo>
                  <a:lnTo>
                    <a:pt x="344" y="3720"/>
                  </a:lnTo>
                  <a:lnTo>
                    <a:pt x="254" y="3974"/>
                  </a:lnTo>
                  <a:lnTo>
                    <a:pt x="179" y="4243"/>
                  </a:lnTo>
                  <a:lnTo>
                    <a:pt x="120" y="4527"/>
                  </a:lnTo>
                  <a:lnTo>
                    <a:pt x="60" y="4796"/>
                  </a:lnTo>
                  <a:lnTo>
                    <a:pt x="30" y="5079"/>
                  </a:lnTo>
                  <a:lnTo>
                    <a:pt x="0" y="5378"/>
                  </a:lnTo>
                  <a:lnTo>
                    <a:pt x="0" y="5662"/>
                  </a:lnTo>
                  <a:lnTo>
                    <a:pt x="0" y="5961"/>
                  </a:lnTo>
                  <a:lnTo>
                    <a:pt x="30" y="6245"/>
                  </a:lnTo>
                  <a:lnTo>
                    <a:pt x="60" y="6529"/>
                  </a:lnTo>
                  <a:lnTo>
                    <a:pt x="120" y="6812"/>
                  </a:lnTo>
                  <a:lnTo>
                    <a:pt x="179" y="7081"/>
                  </a:lnTo>
                  <a:lnTo>
                    <a:pt x="254" y="7350"/>
                  </a:lnTo>
                  <a:lnTo>
                    <a:pt x="344" y="7619"/>
                  </a:lnTo>
                  <a:lnTo>
                    <a:pt x="448" y="7873"/>
                  </a:lnTo>
                  <a:lnTo>
                    <a:pt x="553" y="8127"/>
                  </a:lnTo>
                  <a:lnTo>
                    <a:pt x="687" y="8366"/>
                  </a:lnTo>
                  <a:lnTo>
                    <a:pt x="822" y="8605"/>
                  </a:lnTo>
                  <a:lnTo>
                    <a:pt x="971" y="8844"/>
                  </a:lnTo>
                  <a:lnTo>
                    <a:pt x="1120" y="9053"/>
                  </a:lnTo>
                  <a:lnTo>
                    <a:pt x="1300" y="9277"/>
                  </a:lnTo>
                  <a:lnTo>
                    <a:pt x="1464" y="9487"/>
                  </a:lnTo>
                  <a:lnTo>
                    <a:pt x="1658" y="9681"/>
                  </a:lnTo>
                  <a:lnTo>
                    <a:pt x="1853" y="9860"/>
                  </a:lnTo>
                  <a:lnTo>
                    <a:pt x="2062" y="10039"/>
                  </a:lnTo>
                  <a:lnTo>
                    <a:pt x="2271" y="10219"/>
                  </a:lnTo>
                  <a:lnTo>
                    <a:pt x="2495" y="10368"/>
                  </a:lnTo>
                  <a:lnTo>
                    <a:pt x="2734" y="10517"/>
                  </a:lnTo>
                  <a:lnTo>
                    <a:pt x="2973" y="10652"/>
                  </a:lnTo>
                  <a:lnTo>
                    <a:pt x="3212" y="10786"/>
                  </a:lnTo>
                  <a:lnTo>
                    <a:pt x="3466" y="10891"/>
                  </a:lnTo>
                  <a:lnTo>
                    <a:pt x="3720" y="10996"/>
                  </a:lnTo>
                  <a:lnTo>
                    <a:pt x="3989" y="11085"/>
                  </a:lnTo>
                  <a:lnTo>
                    <a:pt x="4258" y="11160"/>
                  </a:lnTo>
                  <a:lnTo>
                    <a:pt x="4527" y="11220"/>
                  </a:lnTo>
                  <a:lnTo>
                    <a:pt x="4811" y="11279"/>
                  </a:lnTo>
                  <a:lnTo>
                    <a:pt x="5094" y="11309"/>
                  </a:lnTo>
                  <a:lnTo>
                    <a:pt x="5378" y="11324"/>
                  </a:lnTo>
                  <a:lnTo>
                    <a:pt x="5677" y="11339"/>
                  </a:lnTo>
                  <a:lnTo>
                    <a:pt x="5961" y="11324"/>
                  </a:lnTo>
                  <a:lnTo>
                    <a:pt x="6245" y="11309"/>
                  </a:lnTo>
                  <a:lnTo>
                    <a:pt x="6529" y="11279"/>
                  </a:lnTo>
                  <a:lnTo>
                    <a:pt x="6812" y="11220"/>
                  </a:lnTo>
                  <a:lnTo>
                    <a:pt x="7081" y="11160"/>
                  </a:lnTo>
                  <a:lnTo>
                    <a:pt x="7350" y="11085"/>
                  </a:lnTo>
                  <a:lnTo>
                    <a:pt x="7619" y="10996"/>
                  </a:lnTo>
                  <a:lnTo>
                    <a:pt x="7873" y="10891"/>
                  </a:lnTo>
                  <a:lnTo>
                    <a:pt x="8127" y="10786"/>
                  </a:lnTo>
                  <a:lnTo>
                    <a:pt x="8366" y="10652"/>
                  </a:lnTo>
                  <a:lnTo>
                    <a:pt x="8605" y="10517"/>
                  </a:lnTo>
                  <a:lnTo>
                    <a:pt x="8844" y="10368"/>
                  </a:lnTo>
                  <a:lnTo>
                    <a:pt x="9068" y="10219"/>
                  </a:lnTo>
                  <a:lnTo>
                    <a:pt x="9278" y="10039"/>
                  </a:lnTo>
                  <a:lnTo>
                    <a:pt x="9487" y="9860"/>
                  </a:lnTo>
                  <a:lnTo>
                    <a:pt x="9681" y="9681"/>
                  </a:lnTo>
                  <a:lnTo>
                    <a:pt x="9875" y="9487"/>
                  </a:lnTo>
                  <a:lnTo>
                    <a:pt x="10039" y="9277"/>
                  </a:lnTo>
                  <a:lnTo>
                    <a:pt x="10219" y="9053"/>
                  </a:lnTo>
                  <a:lnTo>
                    <a:pt x="10368" y="8844"/>
                  </a:lnTo>
                  <a:lnTo>
                    <a:pt x="10517" y="8605"/>
                  </a:lnTo>
                  <a:lnTo>
                    <a:pt x="10652" y="8366"/>
                  </a:lnTo>
                  <a:lnTo>
                    <a:pt x="10786" y="8127"/>
                  </a:lnTo>
                  <a:lnTo>
                    <a:pt x="10891" y="7873"/>
                  </a:lnTo>
                  <a:lnTo>
                    <a:pt x="10996" y="7619"/>
                  </a:lnTo>
                  <a:lnTo>
                    <a:pt x="11085" y="7350"/>
                  </a:lnTo>
                  <a:lnTo>
                    <a:pt x="11160" y="7081"/>
                  </a:lnTo>
                  <a:lnTo>
                    <a:pt x="11220" y="6812"/>
                  </a:lnTo>
                  <a:lnTo>
                    <a:pt x="11279" y="6529"/>
                  </a:lnTo>
                  <a:lnTo>
                    <a:pt x="11309" y="6245"/>
                  </a:lnTo>
                  <a:lnTo>
                    <a:pt x="11339" y="5961"/>
                  </a:lnTo>
                  <a:lnTo>
                    <a:pt x="11339" y="5662"/>
                  </a:lnTo>
                  <a:lnTo>
                    <a:pt x="11339" y="5378"/>
                  </a:lnTo>
                  <a:lnTo>
                    <a:pt x="11309" y="5079"/>
                  </a:lnTo>
                  <a:lnTo>
                    <a:pt x="11279" y="4796"/>
                  </a:lnTo>
                  <a:lnTo>
                    <a:pt x="11220" y="4527"/>
                  </a:lnTo>
                  <a:lnTo>
                    <a:pt x="11160" y="4243"/>
                  </a:lnTo>
                  <a:lnTo>
                    <a:pt x="11085" y="3974"/>
                  </a:lnTo>
                  <a:lnTo>
                    <a:pt x="10996" y="3720"/>
                  </a:lnTo>
                  <a:lnTo>
                    <a:pt x="10891" y="3466"/>
                  </a:lnTo>
                  <a:lnTo>
                    <a:pt x="10786" y="3212"/>
                  </a:lnTo>
                  <a:lnTo>
                    <a:pt x="10652" y="2958"/>
                  </a:lnTo>
                  <a:lnTo>
                    <a:pt x="10517" y="2719"/>
                  </a:lnTo>
                  <a:lnTo>
                    <a:pt x="10368" y="2495"/>
                  </a:lnTo>
                  <a:lnTo>
                    <a:pt x="10219" y="2271"/>
                  </a:lnTo>
                  <a:lnTo>
                    <a:pt x="10039" y="2062"/>
                  </a:lnTo>
                  <a:lnTo>
                    <a:pt x="9875" y="1853"/>
                  </a:lnTo>
                  <a:lnTo>
                    <a:pt x="9681" y="1658"/>
                  </a:lnTo>
                  <a:lnTo>
                    <a:pt x="9487" y="1464"/>
                  </a:lnTo>
                  <a:lnTo>
                    <a:pt x="9278" y="1285"/>
                  </a:lnTo>
                  <a:lnTo>
                    <a:pt x="9068" y="1120"/>
                  </a:lnTo>
                  <a:lnTo>
                    <a:pt x="8844" y="956"/>
                  </a:lnTo>
                  <a:lnTo>
                    <a:pt x="8605" y="822"/>
                  </a:lnTo>
                  <a:lnTo>
                    <a:pt x="8366" y="672"/>
                  </a:lnTo>
                  <a:lnTo>
                    <a:pt x="8127" y="553"/>
                  </a:lnTo>
                  <a:lnTo>
                    <a:pt x="7873" y="433"/>
                  </a:lnTo>
                  <a:lnTo>
                    <a:pt x="7619" y="344"/>
                  </a:lnTo>
                  <a:lnTo>
                    <a:pt x="7350" y="254"/>
                  </a:lnTo>
                  <a:lnTo>
                    <a:pt x="7081" y="179"/>
                  </a:lnTo>
                  <a:lnTo>
                    <a:pt x="6812" y="105"/>
                  </a:lnTo>
                  <a:lnTo>
                    <a:pt x="6529" y="60"/>
                  </a:lnTo>
                  <a:lnTo>
                    <a:pt x="6245" y="30"/>
                  </a:lnTo>
                  <a:lnTo>
                    <a:pt x="59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33"/>
            <p:cNvSpPr/>
            <p:nvPr/>
          </p:nvSpPr>
          <p:spPr>
            <a:xfrm>
              <a:off x="3230674" y="1397559"/>
              <a:ext cx="179775" cy="179747"/>
            </a:xfrm>
            <a:custGeom>
              <a:avLst/>
              <a:gdLst/>
              <a:ahLst/>
              <a:cxnLst/>
              <a:rect l="l" t="t" r="r" b="b"/>
              <a:pathLst>
                <a:path w="6545" h="6544" extrusionOk="0">
                  <a:moveTo>
                    <a:pt x="3377" y="2301"/>
                  </a:moveTo>
                  <a:lnTo>
                    <a:pt x="3467" y="2316"/>
                  </a:lnTo>
                  <a:lnTo>
                    <a:pt x="3556" y="2346"/>
                  </a:lnTo>
                  <a:lnTo>
                    <a:pt x="3646" y="2376"/>
                  </a:lnTo>
                  <a:lnTo>
                    <a:pt x="3736" y="2421"/>
                  </a:lnTo>
                  <a:lnTo>
                    <a:pt x="3810" y="2465"/>
                  </a:lnTo>
                  <a:lnTo>
                    <a:pt x="3960" y="2585"/>
                  </a:lnTo>
                  <a:lnTo>
                    <a:pt x="4079" y="2734"/>
                  </a:lnTo>
                  <a:lnTo>
                    <a:pt x="4124" y="2809"/>
                  </a:lnTo>
                  <a:lnTo>
                    <a:pt x="4169" y="2899"/>
                  </a:lnTo>
                  <a:lnTo>
                    <a:pt x="4199" y="2988"/>
                  </a:lnTo>
                  <a:lnTo>
                    <a:pt x="4229" y="3078"/>
                  </a:lnTo>
                  <a:lnTo>
                    <a:pt x="4244" y="3183"/>
                  </a:lnTo>
                  <a:lnTo>
                    <a:pt x="4244" y="3272"/>
                  </a:lnTo>
                  <a:lnTo>
                    <a:pt x="4244" y="3377"/>
                  </a:lnTo>
                  <a:lnTo>
                    <a:pt x="4229" y="3466"/>
                  </a:lnTo>
                  <a:lnTo>
                    <a:pt x="4199" y="3571"/>
                  </a:lnTo>
                  <a:lnTo>
                    <a:pt x="4169" y="3646"/>
                  </a:lnTo>
                  <a:lnTo>
                    <a:pt x="4124" y="3735"/>
                  </a:lnTo>
                  <a:lnTo>
                    <a:pt x="4079" y="3825"/>
                  </a:lnTo>
                  <a:lnTo>
                    <a:pt x="3960" y="3959"/>
                  </a:lnTo>
                  <a:lnTo>
                    <a:pt x="3810" y="4079"/>
                  </a:lnTo>
                  <a:lnTo>
                    <a:pt x="3736" y="4124"/>
                  </a:lnTo>
                  <a:lnTo>
                    <a:pt x="3646" y="4169"/>
                  </a:lnTo>
                  <a:lnTo>
                    <a:pt x="3556" y="4198"/>
                  </a:lnTo>
                  <a:lnTo>
                    <a:pt x="3467" y="4228"/>
                  </a:lnTo>
                  <a:lnTo>
                    <a:pt x="3377" y="4243"/>
                  </a:lnTo>
                  <a:lnTo>
                    <a:pt x="3168" y="4243"/>
                  </a:lnTo>
                  <a:lnTo>
                    <a:pt x="3078" y="4228"/>
                  </a:lnTo>
                  <a:lnTo>
                    <a:pt x="2989" y="4198"/>
                  </a:lnTo>
                  <a:lnTo>
                    <a:pt x="2899" y="4169"/>
                  </a:lnTo>
                  <a:lnTo>
                    <a:pt x="2810" y="4124"/>
                  </a:lnTo>
                  <a:lnTo>
                    <a:pt x="2735" y="4079"/>
                  </a:lnTo>
                  <a:lnTo>
                    <a:pt x="2585" y="3959"/>
                  </a:lnTo>
                  <a:lnTo>
                    <a:pt x="2466" y="3825"/>
                  </a:lnTo>
                  <a:lnTo>
                    <a:pt x="2421" y="3735"/>
                  </a:lnTo>
                  <a:lnTo>
                    <a:pt x="2376" y="3646"/>
                  </a:lnTo>
                  <a:lnTo>
                    <a:pt x="2346" y="3571"/>
                  </a:lnTo>
                  <a:lnTo>
                    <a:pt x="2316" y="3466"/>
                  </a:lnTo>
                  <a:lnTo>
                    <a:pt x="2302" y="3377"/>
                  </a:lnTo>
                  <a:lnTo>
                    <a:pt x="2302" y="3272"/>
                  </a:lnTo>
                  <a:lnTo>
                    <a:pt x="2302" y="3183"/>
                  </a:lnTo>
                  <a:lnTo>
                    <a:pt x="2316" y="3078"/>
                  </a:lnTo>
                  <a:lnTo>
                    <a:pt x="2346" y="2988"/>
                  </a:lnTo>
                  <a:lnTo>
                    <a:pt x="2376" y="2899"/>
                  </a:lnTo>
                  <a:lnTo>
                    <a:pt x="2421" y="2809"/>
                  </a:lnTo>
                  <a:lnTo>
                    <a:pt x="2466" y="2734"/>
                  </a:lnTo>
                  <a:lnTo>
                    <a:pt x="2585" y="2585"/>
                  </a:lnTo>
                  <a:lnTo>
                    <a:pt x="2735" y="2465"/>
                  </a:lnTo>
                  <a:lnTo>
                    <a:pt x="2810" y="2421"/>
                  </a:lnTo>
                  <a:lnTo>
                    <a:pt x="2899" y="2376"/>
                  </a:lnTo>
                  <a:lnTo>
                    <a:pt x="2989" y="2346"/>
                  </a:lnTo>
                  <a:lnTo>
                    <a:pt x="3078" y="2316"/>
                  </a:lnTo>
                  <a:lnTo>
                    <a:pt x="3168" y="2301"/>
                  </a:lnTo>
                  <a:close/>
                  <a:moveTo>
                    <a:pt x="2824" y="0"/>
                  </a:moveTo>
                  <a:lnTo>
                    <a:pt x="2824" y="927"/>
                  </a:lnTo>
                  <a:lnTo>
                    <a:pt x="2600" y="986"/>
                  </a:lnTo>
                  <a:lnTo>
                    <a:pt x="2361" y="1061"/>
                  </a:lnTo>
                  <a:lnTo>
                    <a:pt x="2152" y="1166"/>
                  </a:lnTo>
                  <a:lnTo>
                    <a:pt x="1943" y="1285"/>
                  </a:lnTo>
                  <a:lnTo>
                    <a:pt x="1241" y="583"/>
                  </a:lnTo>
                  <a:lnTo>
                    <a:pt x="494" y="1345"/>
                  </a:lnTo>
                  <a:lnTo>
                    <a:pt x="1226" y="2062"/>
                  </a:lnTo>
                  <a:lnTo>
                    <a:pt x="1151" y="2197"/>
                  </a:lnTo>
                  <a:lnTo>
                    <a:pt x="1077" y="2346"/>
                  </a:lnTo>
                  <a:lnTo>
                    <a:pt x="1017" y="2495"/>
                  </a:lnTo>
                  <a:lnTo>
                    <a:pt x="972" y="2660"/>
                  </a:lnTo>
                  <a:lnTo>
                    <a:pt x="1" y="2660"/>
                  </a:lnTo>
                  <a:lnTo>
                    <a:pt x="1" y="3720"/>
                  </a:lnTo>
                  <a:lnTo>
                    <a:pt x="927" y="3720"/>
                  </a:lnTo>
                  <a:lnTo>
                    <a:pt x="987" y="3959"/>
                  </a:lnTo>
                  <a:lnTo>
                    <a:pt x="1062" y="4183"/>
                  </a:lnTo>
                  <a:lnTo>
                    <a:pt x="1166" y="4393"/>
                  </a:lnTo>
                  <a:lnTo>
                    <a:pt x="1286" y="4602"/>
                  </a:lnTo>
                  <a:lnTo>
                    <a:pt x="673" y="5214"/>
                  </a:lnTo>
                  <a:lnTo>
                    <a:pt x="1420" y="5961"/>
                  </a:lnTo>
                  <a:lnTo>
                    <a:pt x="2063" y="5319"/>
                  </a:lnTo>
                  <a:lnTo>
                    <a:pt x="2242" y="5423"/>
                  </a:lnTo>
                  <a:lnTo>
                    <a:pt x="2436" y="5498"/>
                  </a:lnTo>
                  <a:lnTo>
                    <a:pt x="2630" y="5573"/>
                  </a:lnTo>
                  <a:lnTo>
                    <a:pt x="2824" y="5618"/>
                  </a:lnTo>
                  <a:lnTo>
                    <a:pt x="2824" y="6544"/>
                  </a:lnTo>
                  <a:lnTo>
                    <a:pt x="3885" y="6544"/>
                  </a:lnTo>
                  <a:lnTo>
                    <a:pt x="3885" y="5573"/>
                  </a:lnTo>
                  <a:lnTo>
                    <a:pt x="4109" y="5513"/>
                  </a:lnTo>
                  <a:lnTo>
                    <a:pt x="4318" y="5423"/>
                  </a:lnTo>
                  <a:lnTo>
                    <a:pt x="4513" y="5304"/>
                  </a:lnTo>
                  <a:lnTo>
                    <a:pt x="4692" y="5184"/>
                  </a:lnTo>
                  <a:lnTo>
                    <a:pt x="5409" y="5887"/>
                  </a:lnTo>
                  <a:lnTo>
                    <a:pt x="6156" y="5140"/>
                  </a:lnTo>
                  <a:lnTo>
                    <a:pt x="5394" y="4378"/>
                  </a:lnTo>
                  <a:lnTo>
                    <a:pt x="5469" y="4213"/>
                  </a:lnTo>
                  <a:lnTo>
                    <a:pt x="5529" y="4064"/>
                  </a:lnTo>
                  <a:lnTo>
                    <a:pt x="5573" y="3885"/>
                  </a:lnTo>
                  <a:lnTo>
                    <a:pt x="5618" y="3720"/>
                  </a:lnTo>
                  <a:lnTo>
                    <a:pt x="6544" y="3720"/>
                  </a:lnTo>
                  <a:lnTo>
                    <a:pt x="6544" y="2660"/>
                  </a:lnTo>
                  <a:lnTo>
                    <a:pt x="5573" y="2660"/>
                  </a:lnTo>
                  <a:lnTo>
                    <a:pt x="5529" y="2495"/>
                  </a:lnTo>
                  <a:lnTo>
                    <a:pt x="5469" y="2346"/>
                  </a:lnTo>
                  <a:lnTo>
                    <a:pt x="5394" y="2197"/>
                  </a:lnTo>
                  <a:lnTo>
                    <a:pt x="5319" y="2062"/>
                  </a:lnTo>
                  <a:lnTo>
                    <a:pt x="6051" y="1345"/>
                  </a:lnTo>
                  <a:lnTo>
                    <a:pt x="5304" y="583"/>
                  </a:lnTo>
                  <a:lnTo>
                    <a:pt x="4587" y="1285"/>
                  </a:lnTo>
                  <a:lnTo>
                    <a:pt x="4438" y="1196"/>
                  </a:lnTo>
                  <a:lnTo>
                    <a:pt x="4259" y="1106"/>
                  </a:lnTo>
                  <a:lnTo>
                    <a:pt x="4079" y="1031"/>
                  </a:lnTo>
                  <a:lnTo>
                    <a:pt x="3885" y="971"/>
                  </a:lnTo>
                  <a:lnTo>
                    <a:pt x="388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33"/>
            <p:cNvSpPr/>
            <p:nvPr/>
          </p:nvSpPr>
          <p:spPr>
            <a:xfrm>
              <a:off x="4149022" y="1269125"/>
              <a:ext cx="12333" cy="373448"/>
            </a:xfrm>
            <a:custGeom>
              <a:avLst/>
              <a:gdLst/>
              <a:ahLst/>
              <a:cxnLst/>
              <a:rect l="l" t="t" r="r" b="b"/>
              <a:pathLst>
                <a:path w="449" h="13596" extrusionOk="0">
                  <a:moveTo>
                    <a:pt x="180" y="0"/>
                  </a:moveTo>
                  <a:lnTo>
                    <a:pt x="135" y="15"/>
                  </a:lnTo>
                  <a:lnTo>
                    <a:pt x="60" y="60"/>
                  </a:lnTo>
                  <a:lnTo>
                    <a:pt x="16" y="135"/>
                  </a:lnTo>
                  <a:lnTo>
                    <a:pt x="1" y="180"/>
                  </a:lnTo>
                  <a:lnTo>
                    <a:pt x="1" y="224"/>
                  </a:lnTo>
                  <a:lnTo>
                    <a:pt x="1" y="13371"/>
                  </a:lnTo>
                  <a:lnTo>
                    <a:pt x="1" y="13416"/>
                  </a:lnTo>
                  <a:lnTo>
                    <a:pt x="16" y="13446"/>
                  </a:lnTo>
                  <a:lnTo>
                    <a:pt x="60" y="13521"/>
                  </a:lnTo>
                  <a:lnTo>
                    <a:pt x="135" y="13565"/>
                  </a:lnTo>
                  <a:lnTo>
                    <a:pt x="180" y="13580"/>
                  </a:lnTo>
                  <a:lnTo>
                    <a:pt x="225" y="13595"/>
                  </a:lnTo>
                  <a:lnTo>
                    <a:pt x="270" y="13580"/>
                  </a:lnTo>
                  <a:lnTo>
                    <a:pt x="314" y="13565"/>
                  </a:lnTo>
                  <a:lnTo>
                    <a:pt x="374" y="13521"/>
                  </a:lnTo>
                  <a:lnTo>
                    <a:pt x="434" y="13446"/>
                  </a:lnTo>
                  <a:lnTo>
                    <a:pt x="449" y="13416"/>
                  </a:lnTo>
                  <a:lnTo>
                    <a:pt x="449" y="13371"/>
                  </a:lnTo>
                  <a:lnTo>
                    <a:pt x="449" y="224"/>
                  </a:lnTo>
                  <a:lnTo>
                    <a:pt x="449" y="180"/>
                  </a:lnTo>
                  <a:lnTo>
                    <a:pt x="434" y="135"/>
                  </a:lnTo>
                  <a:lnTo>
                    <a:pt x="374" y="60"/>
                  </a:lnTo>
                  <a:lnTo>
                    <a:pt x="314" y="15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33"/>
            <p:cNvSpPr/>
            <p:nvPr/>
          </p:nvSpPr>
          <p:spPr>
            <a:xfrm>
              <a:off x="4129329" y="1477157"/>
              <a:ext cx="51721" cy="51749"/>
            </a:xfrm>
            <a:custGeom>
              <a:avLst/>
              <a:gdLst/>
              <a:ahLst/>
              <a:cxnLst/>
              <a:rect l="l" t="t" r="r" b="b"/>
              <a:pathLst>
                <a:path w="1883" h="1884" extrusionOk="0">
                  <a:moveTo>
                    <a:pt x="942" y="1"/>
                  </a:moveTo>
                  <a:lnTo>
                    <a:pt x="837" y="16"/>
                  </a:lnTo>
                  <a:lnTo>
                    <a:pt x="748" y="31"/>
                  </a:lnTo>
                  <a:lnTo>
                    <a:pt x="658" y="45"/>
                  </a:lnTo>
                  <a:lnTo>
                    <a:pt x="568" y="75"/>
                  </a:lnTo>
                  <a:lnTo>
                    <a:pt x="419" y="165"/>
                  </a:lnTo>
                  <a:lnTo>
                    <a:pt x="270" y="285"/>
                  </a:lnTo>
                  <a:lnTo>
                    <a:pt x="165" y="419"/>
                  </a:lnTo>
                  <a:lnTo>
                    <a:pt x="75" y="583"/>
                  </a:lnTo>
                  <a:lnTo>
                    <a:pt x="45" y="658"/>
                  </a:lnTo>
                  <a:lnTo>
                    <a:pt x="16" y="748"/>
                  </a:lnTo>
                  <a:lnTo>
                    <a:pt x="1" y="852"/>
                  </a:lnTo>
                  <a:lnTo>
                    <a:pt x="1" y="942"/>
                  </a:lnTo>
                  <a:lnTo>
                    <a:pt x="1" y="1032"/>
                  </a:lnTo>
                  <a:lnTo>
                    <a:pt x="16" y="1136"/>
                  </a:lnTo>
                  <a:lnTo>
                    <a:pt x="45" y="1226"/>
                  </a:lnTo>
                  <a:lnTo>
                    <a:pt x="75" y="1300"/>
                  </a:lnTo>
                  <a:lnTo>
                    <a:pt x="165" y="1465"/>
                  </a:lnTo>
                  <a:lnTo>
                    <a:pt x="270" y="1599"/>
                  </a:lnTo>
                  <a:lnTo>
                    <a:pt x="419" y="1719"/>
                  </a:lnTo>
                  <a:lnTo>
                    <a:pt x="568" y="1808"/>
                  </a:lnTo>
                  <a:lnTo>
                    <a:pt x="658" y="1838"/>
                  </a:lnTo>
                  <a:lnTo>
                    <a:pt x="748" y="1868"/>
                  </a:lnTo>
                  <a:lnTo>
                    <a:pt x="837" y="1883"/>
                  </a:lnTo>
                  <a:lnTo>
                    <a:pt x="1031" y="1883"/>
                  </a:lnTo>
                  <a:lnTo>
                    <a:pt x="1121" y="1868"/>
                  </a:lnTo>
                  <a:lnTo>
                    <a:pt x="1226" y="1838"/>
                  </a:lnTo>
                  <a:lnTo>
                    <a:pt x="1300" y="1808"/>
                  </a:lnTo>
                  <a:lnTo>
                    <a:pt x="1465" y="1719"/>
                  </a:lnTo>
                  <a:lnTo>
                    <a:pt x="1599" y="1599"/>
                  </a:lnTo>
                  <a:lnTo>
                    <a:pt x="1719" y="1465"/>
                  </a:lnTo>
                  <a:lnTo>
                    <a:pt x="1808" y="1300"/>
                  </a:lnTo>
                  <a:lnTo>
                    <a:pt x="1838" y="1226"/>
                  </a:lnTo>
                  <a:lnTo>
                    <a:pt x="1853" y="1136"/>
                  </a:lnTo>
                  <a:lnTo>
                    <a:pt x="1868" y="1032"/>
                  </a:lnTo>
                  <a:lnTo>
                    <a:pt x="1883" y="942"/>
                  </a:lnTo>
                  <a:lnTo>
                    <a:pt x="1868" y="852"/>
                  </a:lnTo>
                  <a:lnTo>
                    <a:pt x="1853" y="748"/>
                  </a:lnTo>
                  <a:lnTo>
                    <a:pt x="1838" y="658"/>
                  </a:lnTo>
                  <a:lnTo>
                    <a:pt x="1808" y="583"/>
                  </a:lnTo>
                  <a:lnTo>
                    <a:pt x="1719" y="419"/>
                  </a:lnTo>
                  <a:lnTo>
                    <a:pt x="1599" y="285"/>
                  </a:lnTo>
                  <a:lnTo>
                    <a:pt x="1465" y="165"/>
                  </a:lnTo>
                  <a:lnTo>
                    <a:pt x="1300" y="75"/>
                  </a:lnTo>
                  <a:lnTo>
                    <a:pt x="1226" y="45"/>
                  </a:lnTo>
                  <a:lnTo>
                    <a:pt x="1121" y="31"/>
                  </a:lnTo>
                  <a:lnTo>
                    <a:pt x="1031" y="16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33"/>
            <p:cNvSpPr/>
            <p:nvPr/>
          </p:nvSpPr>
          <p:spPr>
            <a:xfrm>
              <a:off x="3999246" y="1088175"/>
              <a:ext cx="311893" cy="311481"/>
            </a:xfrm>
            <a:custGeom>
              <a:avLst/>
              <a:gdLst/>
              <a:ahLst/>
              <a:cxnLst/>
              <a:rect l="l" t="t" r="r" b="b"/>
              <a:pathLst>
                <a:path w="11355" h="11340" extrusionOk="0">
                  <a:moveTo>
                    <a:pt x="5678" y="0"/>
                  </a:moveTo>
                  <a:lnTo>
                    <a:pt x="5379" y="15"/>
                  </a:lnTo>
                  <a:lnTo>
                    <a:pt x="5095" y="30"/>
                  </a:lnTo>
                  <a:lnTo>
                    <a:pt x="4811" y="60"/>
                  </a:lnTo>
                  <a:lnTo>
                    <a:pt x="4527" y="120"/>
                  </a:lnTo>
                  <a:lnTo>
                    <a:pt x="4259" y="179"/>
                  </a:lnTo>
                  <a:lnTo>
                    <a:pt x="3990" y="254"/>
                  </a:lnTo>
                  <a:lnTo>
                    <a:pt x="3721" y="344"/>
                  </a:lnTo>
                  <a:lnTo>
                    <a:pt x="3467" y="448"/>
                  </a:lnTo>
                  <a:lnTo>
                    <a:pt x="3213" y="568"/>
                  </a:lnTo>
                  <a:lnTo>
                    <a:pt x="2974" y="687"/>
                  </a:lnTo>
                  <a:lnTo>
                    <a:pt x="2735" y="822"/>
                  </a:lnTo>
                  <a:lnTo>
                    <a:pt x="2511" y="971"/>
                  </a:lnTo>
                  <a:lnTo>
                    <a:pt x="2287" y="1135"/>
                  </a:lnTo>
                  <a:lnTo>
                    <a:pt x="2062" y="1300"/>
                  </a:lnTo>
                  <a:lnTo>
                    <a:pt x="1868" y="1479"/>
                  </a:lnTo>
                  <a:lnTo>
                    <a:pt x="1659" y="1658"/>
                  </a:lnTo>
                  <a:lnTo>
                    <a:pt x="1480" y="1853"/>
                  </a:lnTo>
                  <a:lnTo>
                    <a:pt x="1301" y="2062"/>
                  </a:lnTo>
                  <a:lnTo>
                    <a:pt x="1136" y="2286"/>
                  </a:lnTo>
                  <a:lnTo>
                    <a:pt x="972" y="2495"/>
                  </a:lnTo>
                  <a:lnTo>
                    <a:pt x="822" y="2734"/>
                  </a:lnTo>
                  <a:lnTo>
                    <a:pt x="688" y="2973"/>
                  </a:lnTo>
                  <a:lnTo>
                    <a:pt x="568" y="3212"/>
                  </a:lnTo>
                  <a:lnTo>
                    <a:pt x="449" y="3466"/>
                  </a:lnTo>
                  <a:lnTo>
                    <a:pt x="344" y="3720"/>
                  </a:lnTo>
                  <a:lnTo>
                    <a:pt x="255" y="3989"/>
                  </a:lnTo>
                  <a:lnTo>
                    <a:pt x="180" y="4258"/>
                  </a:lnTo>
                  <a:lnTo>
                    <a:pt x="120" y="4527"/>
                  </a:lnTo>
                  <a:lnTo>
                    <a:pt x="75" y="4811"/>
                  </a:lnTo>
                  <a:lnTo>
                    <a:pt x="31" y="5094"/>
                  </a:lnTo>
                  <a:lnTo>
                    <a:pt x="16" y="5378"/>
                  </a:lnTo>
                  <a:lnTo>
                    <a:pt x="1" y="5677"/>
                  </a:lnTo>
                  <a:lnTo>
                    <a:pt x="16" y="5961"/>
                  </a:lnTo>
                  <a:lnTo>
                    <a:pt x="31" y="6260"/>
                  </a:lnTo>
                  <a:lnTo>
                    <a:pt x="75" y="6544"/>
                  </a:lnTo>
                  <a:lnTo>
                    <a:pt x="120" y="6812"/>
                  </a:lnTo>
                  <a:lnTo>
                    <a:pt x="180" y="7096"/>
                  </a:lnTo>
                  <a:lnTo>
                    <a:pt x="255" y="7365"/>
                  </a:lnTo>
                  <a:lnTo>
                    <a:pt x="344" y="7619"/>
                  </a:lnTo>
                  <a:lnTo>
                    <a:pt x="449" y="7888"/>
                  </a:lnTo>
                  <a:lnTo>
                    <a:pt x="568" y="8127"/>
                  </a:lnTo>
                  <a:lnTo>
                    <a:pt x="688" y="8381"/>
                  </a:lnTo>
                  <a:lnTo>
                    <a:pt x="822" y="8620"/>
                  </a:lnTo>
                  <a:lnTo>
                    <a:pt x="972" y="8844"/>
                  </a:lnTo>
                  <a:lnTo>
                    <a:pt x="1136" y="9068"/>
                  </a:lnTo>
                  <a:lnTo>
                    <a:pt x="1301" y="9277"/>
                  </a:lnTo>
                  <a:lnTo>
                    <a:pt x="1480" y="9487"/>
                  </a:lnTo>
                  <a:lnTo>
                    <a:pt x="1659" y="9681"/>
                  </a:lnTo>
                  <a:lnTo>
                    <a:pt x="1868" y="9875"/>
                  </a:lnTo>
                  <a:lnTo>
                    <a:pt x="2062" y="10054"/>
                  </a:lnTo>
                  <a:lnTo>
                    <a:pt x="2287" y="10219"/>
                  </a:lnTo>
                  <a:lnTo>
                    <a:pt x="2511" y="10383"/>
                  </a:lnTo>
                  <a:lnTo>
                    <a:pt x="2735" y="10517"/>
                  </a:lnTo>
                  <a:lnTo>
                    <a:pt x="2974" y="10667"/>
                  </a:lnTo>
                  <a:lnTo>
                    <a:pt x="3213" y="10786"/>
                  </a:lnTo>
                  <a:lnTo>
                    <a:pt x="3467" y="10906"/>
                  </a:lnTo>
                  <a:lnTo>
                    <a:pt x="3721" y="10995"/>
                  </a:lnTo>
                  <a:lnTo>
                    <a:pt x="3990" y="11085"/>
                  </a:lnTo>
                  <a:lnTo>
                    <a:pt x="4259" y="11160"/>
                  </a:lnTo>
                  <a:lnTo>
                    <a:pt x="4527" y="11235"/>
                  </a:lnTo>
                  <a:lnTo>
                    <a:pt x="4811" y="11279"/>
                  </a:lnTo>
                  <a:lnTo>
                    <a:pt x="5095" y="11309"/>
                  </a:lnTo>
                  <a:lnTo>
                    <a:pt x="5379" y="11339"/>
                  </a:lnTo>
                  <a:lnTo>
                    <a:pt x="5962" y="11339"/>
                  </a:lnTo>
                  <a:lnTo>
                    <a:pt x="6260" y="11309"/>
                  </a:lnTo>
                  <a:lnTo>
                    <a:pt x="6544" y="11279"/>
                  </a:lnTo>
                  <a:lnTo>
                    <a:pt x="6813" y="11235"/>
                  </a:lnTo>
                  <a:lnTo>
                    <a:pt x="7097" y="11160"/>
                  </a:lnTo>
                  <a:lnTo>
                    <a:pt x="7366" y="11085"/>
                  </a:lnTo>
                  <a:lnTo>
                    <a:pt x="7620" y="10995"/>
                  </a:lnTo>
                  <a:lnTo>
                    <a:pt x="7889" y="10906"/>
                  </a:lnTo>
                  <a:lnTo>
                    <a:pt x="8128" y="10786"/>
                  </a:lnTo>
                  <a:lnTo>
                    <a:pt x="8382" y="10667"/>
                  </a:lnTo>
                  <a:lnTo>
                    <a:pt x="8621" y="10517"/>
                  </a:lnTo>
                  <a:lnTo>
                    <a:pt x="8845" y="10383"/>
                  </a:lnTo>
                  <a:lnTo>
                    <a:pt x="9069" y="10219"/>
                  </a:lnTo>
                  <a:lnTo>
                    <a:pt x="9278" y="10054"/>
                  </a:lnTo>
                  <a:lnTo>
                    <a:pt x="9487" y="9875"/>
                  </a:lnTo>
                  <a:lnTo>
                    <a:pt x="9682" y="9681"/>
                  </a:lnTo>
                  <a:lnTo>
                    <a:pt x="9876" y="9487"/>
                  </a:lnTo>
                  <a:lnTo>
                    <a:pt x="10055" y="9277"/>
                  </a:lnTo>
                  <a:lnTo>
                    <a:pt x="10219" y="9068"/>
                  </a:lnTo>
                  <a:lnTo>
                    <a:pt x="10384" y="8844"/>
                  </a:lnTo>
                  <a:lnTo>
                    <a:pt x="10533" y="8620"/>
                  </a:lnTo>
                  <a:lnTo>
                    <a:pt x="10668" y="8381"/>
                  </a:lnTo>
                  <a:lnTo>
                    <a:pt x="10787" y="8127"/>
                  </a:lnTo>
                  <a:lnTo>
                    <a:pt x="10907" y="7888"/>
                  </a:lnTo>
                  <a:lnTo>
                    <a:pt x="10996" y="7619"/>
                  </a:lnTo>
                  <a:lnTo>
                    <a:pt x="11086" y="7365"/>
                  </a:lnTo>
                  <a:lnTo>
                    <a:pt x="11176" y="7096"/>
                  </a:lnTo>
                  <a:lnTo>
                    <a:pt x="11235" y="6812"/>
                  </a:lnTo>
                  <a:lnTo>
                    <a:pt x="11280" y="6544"/>
                  </a:lnTo>
                  <a:lnTo>
                    <a:pt x="11325" y="6260"/>
                  </a:lnTo>
                  <a:lnTo>
                    <a:pt x="11340" y="5961"/>
                  </a:lnTo>
                  <a:lnTo>
                    <a:pt x="11355" y="5677"/>
                  </a:lnTo>
                  <a:lnTo>
                    <a:pt x="11340" y="5378"/>
                  </a:lnTo>
                  <a:lnTo>
                    <a:pt x="11325" y="5094"/>
                  </a:lnTo>
                  <a:lnTo>
                    <a:pt x="11280" y="4811"/>
                  </a:lnTo>
                  <a:lnTo>
                    <a:pt x="11235" y="4527"/>
                  </a:lnTo>
                  <a:lnTo>
                    <a:pt x="11176" y="4258"/>
                  </a:lnTo>
                  <a:lnTo>
                    <a:pt x="11086" y="3989"/>
                  </a:lnTo>
                  <a:lnTo>
                    <a:pt x="10996" y="3720"/>
                  </a:lnTo>
                  <a:lnTo>
                    <a:pt x="10907" y="3466"/>
                  </a:lnTo>
                  <a:lnTo>
                    <a:pt x="10787" y="3212"/>
                  </a:lnTo>
                  <a:lnTo>
                    <a:pt x="10668" y="2973"/>
                  </a:lnTo>
                  <a:lnTo>
                    <a:pt x="10533" y="2734"/>
                  </a:lnTo>
                  <a:lnTo>
                    <a:pt x="10384" y="2495"/>
                  </a:lnTo>
                  <a:lnTo>
                    <a:pt x="10219" y="2286"/>
                  </a:lnTo>
                  <a:lnTo>
                    <a:pt x="10055" y="2062"/>
                  </a:lnTo>
                  <a:lnTo>
                    <a:pt x="9876" y="1853"/>
                  </a:lnTo>
                  <a:lnTo>
                    <a:pt x="9682" y="1658"/>
                  </a:lnTo>
                  <a:lnTo>
                    <a:pt x="9487" y="1479"/>
                  </a:lnTo>
                  <a:lnTo>
                    <a:pt x="9278" y="1300"/>
                  </a:lnTo>
                  <a:lnTo>
                    <a:pt x="9069" y="1135"/>
                  </a:lnTo>
                  <a:lnTo>
                    <a:pt x="8845" y="971"/>
                  </a:lnTo>
                  <a:lnTo>
                    <a:pt x="8621" y="822"/>
                  </a:lnTo>
                  <a:lnTo>
                    <a:pt x="8382" y="687"/>
                  </a:lnTo>
                  <a:lnTo>
                    <a:pt x="8128" y="568"/>
                  </a:lnTo>
                  <a:lnTo>
                    <a:pt x="7889" y="448"/>
                  </a:lnTo>
                  <a:lnTo>
                    <a:pt x="7620" y="344"/>
                  </a:lnTo>
                  <a:lnTo>
                    <a:pt x="7366" y="254"/>
                  </a:lnTo>
                  <a:lnTo>
                    <a:pt x="7097" y="179"/>
                  </a:lnTo>
                  <a:lnTo>
                    <a:pt x="6813" y="120"/>
                  </a:lnTo>
                  <a:lnTo>
                    <a:pt x="6544" y="60"/>
                  </a:lnTo>
                  <a:lnTo>
                    <a:pt x="6260" y="30"/>
                  </a:lnTo>
                  <a:lnTo>
                    <a:pt x="5962" y="15"/>
                  </a:lnTo>
                  <a:lnTo>
                    <a:pt x="56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33"/>
            <p:cNvSpPr/>
            <p:nvPr/>
          </p:nvSpPr>
          <p:spPr>
            <a:xfrm>
              <a:off x="4067776" y="1152584"/>
              <a:ext cx="178127" cy="178127"/>
            </a:xfrm>
            <a:custGeom>
              <a:avLst/>
              <a:gdLst/>
              <a:ahLst/>
              <a:cxnLst/>
              <a:rect l="l" t="t" r="r" b="b"/>
              <a:pathLst>
                <a:path w="6485" h="6485" extrusionOk="0">
                  <a:moveTo>
                    <a:pt x="2585" y="329"/>
                  </a:moveTo>
                  <a:lnTo>
                    <a:pt x="2361" y="583"/>
                  </a:lnTo>
                  <a:lnTo>
                    <a:pt x="2167" y="852"/>
                  </a:lnTo>
                  <a:lnTo>
                    <a:pt x="2047" y="1031"/>
                  </a:lnTo>
                  <a:lnTo>
                    <a:pt x="1928" y="1240"/>
                  </a:lnTo>
                  <a:lnTo>
                    <a:pt x="1823" y="1435"/>
                  </a:lnTo>
                  <a:lnTo>
                    <a:pt x="1734" y="1644"/>
                  </a:lnTo>
                  <a:lnTo>
                    <a:pt x="733" y="1644"/>
                  </a:lnTo>
                  <a:lnTo>
                    <a:pt x="897" y="1405"/>
                  </a:lnTo>
                  <a:lnTo>
                    <a:pt x="1091" y="1181"/>
                  </a:lnTo>
                  <a:lnTo>
                    <a:pt x="1300" y="987"/>
                  </a:lnTo>
                  <a:lnTo>
                    <a:pt x="1525" y="807"/>
                  </a:lnTo>
                  <a:lnTo>
                    <a:pt x="1778" y="643"/>
                  </a:lnTo>
                  <a:lnTo>
                    <a:pt x="2032" y="523"/>
                  </a:lnTo>
                  <a:lnTo>
                    <a:pt x="2301" y="419"/>
                  </a:lnTo>
                  <a:lnTo>
                    <a:pt x="2585" y="329"/>
                  </a:lnTo>
                  <a:close/>
                  <a:moveTo>
                    <a:pt x="3123" y="269"/>
                  </a:moveTo>
                  <a:lnTo>
                    <a:pt x="3123" y="1644"/>
                  </a:lnTo>
                  <a:lnTo>
                    <a:pt x="2018" y="1644"/>
                  </a:lnTo>
                  <a:lnTo>
                    <a:pt x="2182" y="1315"/>
                  </a:lnTo>
                  <a:lnTo>
                    <a:pt x="2376" y="1001"/>
                  </a:lnTo>
                  <a:lnTo>
                    <a:pt x="2585" y="733"/>
                  </a:lnTo>
                  <a:lnTo>
                    <a:pt x="2765" y="523"/>
                  </a:lnTo>
                  <a:lnTo>
                    <a:pt x="2929" y="374"/>
                  </a:lnTo>
                  <a:lnTo>
                    <a:pt x="3033" y="269"/>
                  </a:lnTo>
                  <a:close/>
                  <a:moveTo>
                    <a:pt x="3497" y="269"/>
                  </a:moveTo>
                  <a:lnTo>
                    <a:pt x="3676" y="434"/>
                  </a:lnTo>
                  <a:lnTo>
                    <a:pt x="3795" y="568"/>
                  </a:lnTo>
                  <a:lnTo>
                    <a:pt x="3930" y="718"/>
                  </a:lnTo>
                  <a:lnTo>
                    <a:pt x="4079" y="912"/>
                  </a:lnTo>
                  <a:lnTo>
                    <a:pt x="4229" y="1121"/>
                  </a:lnTo>
                  <a:lnTo>
                    <a:pt x="4378" y="1375"/>
                  </a:lnTo>
                  <a:lnTo>
                    <a:pt x="4512" y="1644"/>
                  </a:lnTo>
                  <a:lnTo>
                    <a:pt x="3377" y="1644"/>
                  </a:lnTo>
                  <a:lnTo>
                    <a:pt x="3377" y="269"/>
                  </a:lnTo>
                  <a:close/>
                  <a:moveTo>
                    <a:pt x="3945" y="344"/>
                  </a:moveTo>
                  <a:lnTo>
                    <a:pt x="4229" y="419"/>
                  </a:lnTo>
                  <a:lnTo>
                    <a:pt x="4483" y="523"/>
                  </a:lnTo>
                  <a:lnTo>
                    <a:pt x="4737" y="658"/>
                  </a:lnTo>
                  <a:lnTo>
                    <a:pt x="4976" y="822"/>
                  </a:lnTo>
                  <a:lnTo>
                    <a:pt x="5200" y="987"/>
                  </a:lnTo>
                  <a:lnTo>
                    <a:pt x="5409" y="1196"/>
                  </a:lnTo>
                  <a:lnTo>
                    <a:pt x="5603" y="1405"/>
                  </a:lnTo>
                  <a:lnTo>
                    <a:pt x="5767" y="1644"/>
                  </a:lnTo>
                  <a:lnTo>
                    <a:pt x="4796" y="1644"/>
                  </a:lnTo>
                  <a:lnTo>
                    <a:pt x="4707" y="1435"/>
                  </a:lnTo>
                  <a:lnTo>
                    <a:pt x="4602" y="1240"/>
                  </a:lnTo>
                  <a:lnTo>
                    <a:pt x="4483" y="1031"/>
                  </a:lnTo>
                  <a:lnTo>
                    <a:pt x="4363" y="852"/>
                  </a:lnTo>
                  <a:lnTo>
                    <a:pt x="4154" y="583"/>
                  </a:lnTo>
                  <a:lnTo>
                    <a:pt x="3945" y="344"/>
                  </a:lnTo>
                  <a:close/>
                  <a:moveTo>
                    <a:pt x="1629" y="1913"/>
                  </a:moveTo>
                  <a:lnTo>
                    <a:pt x="1554" y="2182"/>
                  </a:lnTo>
                  <a:lnTo>
                    <a:pt x="1480" y="2466"/>
                  </a:lnTo>
                  <a:lnTo>
                    <a:pt x="1450" y="2749"/>
                  </a:lnTo>
                  <a:lnTo>
                    <a:pt x="1420" y="3048"/>
                  </a:lnTo>
                  <a:lnTo>
                    <a:pt x="270" y="3048"/>
                  </a:lnTo>
                  <a:lnTo>
                    <a:pt x="314" y="2749"/>
                  </a:lnTo>
                  <a:lnTo>
                    <a:pt x="374" y="2451"/>
                  </a:lnTo>
                  <a:lnTo>
                    <a:pt x="464" y="2182"/>
                  </a:lnTo>
                  <a:lnTo>
                    <a:pt x="583" y="1913"/>
                  </a:lnTo>
                  <a:close/>
                  <a:moveTo>
                    <a:pt x="3123" y="1913"/>
                  </a:moveTo>
                  <a:lnTo>
                    <a:pt x="3123" y="3048"/>
                  </a:lnTo>
                  <a:lnTo>
                    <a:pt x="1689" y="3048"/>
                  </a:lnTo>
                  <a:lnTo>
                    <a:pt x="1704" y="2749"/>
                  </a:lnTo>
                  <a:lnTo>
                    <a:pt x="1749" y="2466"/>
                  </a:lnTo>
                  <a:lnTo>
                    <a:pt x="1823" y="2182"/>
                  </a:lnTo>
                  <a:lnTo>
                    <a:pt x="1913" y="1913"/>
                  </a:lnTo>
                  <a:close/>
                  <a:moveTo>
                    <a:pt x="4617" y="1913"/>
                  </a:moveTo>
                  <a:lnTo>
                    <a:pt x="4707" y="2182"/>
                  </a:lnTo>
                  <a:lnTo>
                    <a:pt x="4781" y="2466"/>
                  </a:lnTo>
                  <a:lnTo>
                    <a:pt x="4826" y="2749"/>
                  </a:lnTo>
                  <a:lnTo>
                    <a:pt x="4841" y="3048"/>
                  </a:lnTo>
                  <a:lnTo>
                    <a:pt x="3377" y="3048"/>
                  </a:lnTo>
                  <a:lnTo>
                    <a:pt x="3377" y="1913"/>
                  </a:lnTo>
                  <a:close/>
                  <a:moveTo>
                    <a:pt x="5917" y="1913"/>
                  </a:moveTo>
                  <a:lnTo>
                    <a:pt x="6036" y="2182"/>
                  </a:lnTo>
                  <a:lnTo>
                    <a:pt x="6126" y="2451"/>
                  </a:lnTo>
                  <a:lnTo>
                    <a:pt x="6186" y="2749"/>
                  </a:lnTo>
                  <a:lnTo>
                    <a:pt x="6216" y="3048"/>
                  </a:lnTo>
                  <a:lnTo>
                    <a:pt x="5110" y="3048"/>
                  </a:lnTo>
                  <a:lnTo>
                    <a:pt x="5080" y="2749"/>
                  </a:lnTo>
                  <a:lnTo>
                    <a:pt x="5035" y="2466"/>
                  </a:lnTo>
                  <a:lnTo>
                    <a:pt x="4976" y="2182"/>
                  </a:lnTo>
                  <a:lnTo>
                    <a:pt x="4901" y="1913"/>
                  </a:lnTo>
                  <a:close/>
                  <a:moveTo>
                    <a:pt x="1420" y="3302"/>
                  </a:moveTo>
                  <a:lnTo>
                    <a:pt x="1435" y="3601"/>
                  </a:lnTo>
                  <a:lnTo>
                    <a:pt x="1465" y="3885"/>
                  </a:lnTo>
                  <a:lnTo>
                    <a:pt x="1525" y="4169"/>
                  </a:lnTo>
                  <a:lnTo>
                    <a:pt x="1584" y="4438"/>
                  </a:lnTo>
                  <a:lnTo>
                    <a:pt x="524" y="4438"/>
                  </a:lnTo>
                  <a:lnTo>
                    <a:pt x="419" y="4169"/>
                  </a:lnTo>
                  <a:lnTo>
                    <a:pt x="329" y="3885"/>
                  </a:lnTo>
                  <a:lnTo>
                    <a:pt x="285" y="3601"/>
                  </a:lnTo>
                  <a:lnTo>
                    <a:pt x="270" y="3302"/>
                  </a:lnTo>
                  <a:close/>
                  <a:moveTo>
                    <a:pt x="3123" y="3302"/>
                  </a:moveTo>
                  <a:lnTo>
                    <a:pt x="3123" y="4438"/>
                  </a:lnTo>
                  <a:lnTo>
                    <a:pt x="1853" y="4438"/>
                  </a:lnTo>
                  <a:lnTo>
                    <a:pt x="1778" y="4169"/>
                  </a:lnTo>
                  <a:lnTo>
                    <a:pt x="1734" y="3885"/>
                  </a:lnTo>
                  <a:lnTo>
                    <a:pt x="1704" y="3601"/>
                  </a:lnTo>
                  <a:lnTo>
                    <a:pt x="1689" y="3302"/>
                  </a:lnTo>
                  <a:close/>
                  <a:moveTo>
                    <a:pt x="4841" y="3302"/>
                  </a:moveTo>
                  <a:lnTo>
                    <a:pt x="4826" y="3601"/>
                  </a:lnTo>
                  <a:lnTo>
                    <a:pt x="4796" y="3885"/>
                  </a:lnTo>
                  <a:lnTo>
                    <a:pt x="4737" y="4169"/>
                  </a:lnTo>
                  <a:lnTo>
                    <a:pt x="4677" y="4438"/>
                  </a:lnTo>
                  <a:lnTo>
                    <a:pt x="3377" y="4438"/>
                  </a:lnTo>
                  <a:lnTo>
                    <a:pt x="3377" y="3302"/>
                  </a:lnTo>
                  <a:close/>
                  <a:moveTo>
                    <a:pt x="6230" y="3302"/>
                  </a:moveTo>
                  <a:lnTo>
                    <a:pt x="6201" y="3601"/>
                  </a:lnTo>
                  <a:lnTo>
                    <a:pt x="6156" y="3885"/>
                  </a:lnTo>
                  <a:lnTo>
                    <a:pt x="6081" y="4169"/>
                  </a:lnTo>
                  <a:lnTo>
                    <a:pt x="5977" y="4438"/>
                  </a:lnTo>
                  <a:lnTo>
                    <a:pt x="4946" y="4438"/>
                  </a:lnTo>
                  <a:lnTo>
                    <a:pt x="5005" y="4169"/>
                  </a:lnTo>
                  <a:lnTo>
                    <a:pt x="5050" y="3885"/>
                  </a:lnTo>
                  <a:lnTo>
                    <a:pt x="5095" y="3601"/>
                  </a:lnTo>
                  <a:lnTo>
                    <a:pt x="5110" y="3302"/>
                  </a:lnTo>
                  <a:close/>
                  <a:moveTo>
                    <a:pt x="5842" y="4692"/>
                  </a:moveTo>
                  <a:lnTo>
                    <a:pt x="5678" y="4960"/>
                  </a:lnTo>
                  <a:lnTo>
                    <a:pt x="5484" y="5214"/>
                  </a:lnTo>
                  <a:lnTo>
                    <a:pt x="5274" y="5438"/>
                  </a:lnTo>
                  <a:lnTo>
                    <a:pt x="5035" y="5633"/>
                  </a:lnTo>
                  <a:lnTo>
                    <a:pt x="4766" y="5797"/>
                  </a:lnTo>
                  <a:lnTo>
                    <a:pt x="4497" y="5946"/>
                  </a:lnTo>
                  <a:lnTo>
                    <a:pt x="4214" y="6066"/>
                  </a:lnTo>
                  <a:lnTo>
                    <a:pt x="3900" y="6156"/>
                  </a:lnTo>
                  <a:lnTo>
                    <a:pt x="3900" y="6156"/>
                  </a:lnTo>
                  <a:lnTo>
                    <a:pt x="4109" y="5946"/>
                  </a:lnTo>
                  <a:lnTo>
                    <a:pt x="4303" y="5737"/>
                  </a:lnTo>
                  <a:lnTo>
                    <a:pt x="4468" y="5498"/>
                  </a:lnTo>
                  <a:lnTo>
                    <a:pt x="4617" y="5244"/>
                  </a:lnTo>
                  <a:lnTo>
                    <a:pt x="4751" y="4975"/>
                  </a:lnTo>
                  <a:lnTo>
                    <a:pt x="4856" y="4692"/>
                  </a:lnTo>
                  <a:close/>
                  <a:moveTo>
                    <a:pt x="1659" y="4692"/>
                  </a:moveTo>
                  <a:lnTo>
                    <a:pt x="1778" y="4975"/>
                  </a:lnTo>
                  <a:lnTo>
                    <a:pt x="1913" y="5244"/>
                  </a:lnTo>
                  <a:lnTo>
                    <a:pt x="2062" y="5498"/>
                  </a:lnTo>
                  <a:lnTo>
                    <a:pt x="2227" y="5737"/>
                  </a:lnTo>
                  <a:lnTo>
                    <a:pt x="2421" y="5961"/>
                  </a:lnTo>
                  <a:lnTo>
                    <a:pt x="2630" y="6156"/>
                  </a:lnTo>
                  <a:lnTo>
                    <a:pt x="2316" y="6081"/>
                  </a:lnTo>
                  <a:lnTo>
                    <a:pt x="2032" y="5961"/>
                  </a:lnTo>
                  <a:lnTo>
                    <a:pt x="1749" y="5812"/>
                  </a:lnTo>
                  <a:lnTo>
                    <a:pt x="1480" y="5648"/>
                  </a:lnTo>
                  <a:lnTo>
                    <a:pt x="1241" y="5438"/>
                  </a:lnTo>
                  <a:lnTo>
                    <a:pt x="1017" y="5214"/>
                  </a:lnTo>
                  <a:lnTo>
                    <a:pt x="822" y="4975"/>
                  </a:lnTo>
                  <a:lnTo>
                    <a:pt x="643" y="4692"/>
                  </a:lnTo>
                  <a:close/>
                  <a:moveTo>
                    <a:pt x="3123" y="4692"/>
                  </a:moveTo>
                  <a:lnTo>
                    <a:pt x="3123" y="6200"/>
                  </a:lnTo>
                  <a:lnTo>
                    <a:pt x="3018" y="6141"/>
                  </a:lnTo>
                  <a:lnTo>
                    <a:pt x="2899" y="6051"/>
                  </a:lnTo>
                  <a:lnTo>
                    <a:pt x="2750" y="5917"/>
                  </a:lnTo>
                  <a:lnTo>
                    <a:pt x="2585" y="5752"/>
                  </a:lnTo>
                  <a:lnTo>
                    <a:pt x="2421" y="5558"/>
                  </a:lnTo>
                  <a:lnTo>
                    <a:pt x="2257" y="5304"/>
                  </a:lnTo>
                  <a:lnTo>
                    <a:pt x="2092" y="5020"/>
                  </a:lnTo>
                  <a:lnTo>
                    <a:pt x="2018" y="4871"/>
                  </a:lnTo>
                  <a:lnTo>
                    <a:pt x="1943" y="4692"/>
                  </a:lnTo>
                  <a:close/>
                  <a:moveTo>
                    <a:pt x="4587" y="4692"/>
                  </a:moveTo>
                  <a:lnTo>
                    <a:pt x="4483" y="4931"/>
                  </a:lnTo>
                  <a:lnTo>
                    <a:pt x="4363" y="5155"/>
                  </a:lnTo>
                  <a:lnTo>
                    <a:pt x="4244" y="5364"/>
                  </a:lnTo>
                  <a:lnTo>
                    <a:pt x="4094" y="5558"/>
                  </a:lnTo>
                  <a:lnTo>
                    <a:pt x="3975" y="5707"/>
                  </a:lnTo>
                  <a:lnTo>
                    <a:pt x="3870" y="5827"/>
                  </a:lnTo>
                  <a:lnTo>
                    <a:pt x="3661" y="6021"/>
                  </a:lnTo>
                  <a:lnTo>
                    <a:pt x="3482" y="6141"/>
                  </a:lnTo>
                  <a:lnTo>
                    <a:pt x="3377" y="6215"/>
                  </a:lnTo>
                  <a:lnTo>
                    <a:pt x="3377" y="4692"/>
                  </a:lnTo>
                  <a:close/>
                  <a:moveTo>
                    <a:pt x="3243" y="1"/>
                  </a:moveTo>
                  <a:lnTo>
                    <a:pt x="2914" y="15"/>
                  </a:lnTo>
                  <a:lnTo>
                    <a:pt x="2600" y="60"/>
                  </a:lnTo>
                  <a:lnTo>
                    <a:pt x="2286" y="150"/>
                  </a:lnTo>
                  <a:lnTo>
                    <a:pt x="1988" y="254"/>
                  </a:lnTo>
                  <a:lnTo>
                    <a:pt x="1704" y="389"/>
                  </a:lnTo>
                  <a:lnTo>
                    <a:pt x="1435" y="553"/>
                  </a:lnTo>
                  <a:lnTo>
                    <a:pt x="1181" y="747"/>
                  </a:lnTo>
                  <a:lnTo>
                    <a:pt x="957" y="957"/>
                  </a:lnTo>
                  <a:lnTo>
                    <a:pt x="748" y="1181"/>
                  </a:lnTo>
                  <a:lnTo>
                    <a:pt x="553" y="1435"/>
                  </a:lnTo>
                  <a:lnTo>
                    <a:pt x="404" y="1704"/>
                  </a:lnTo>
                  <a:lnTo>
                    <a:pt x="255" y="1987"/>
                  </a:lnTo>
                  <a:lnTo>
                    <a:pt x="150" y="2271"/>
                  </a:lnTo>
                  <a:lnTo>
                    <a:pt x="75" y="2585"/>
                  </a:lnTo>
                  <a:lnTo>
                    <a:pt x="16" y="2914"/>
                  </a:lnTo>
                  <a:lnTo>
                    <a:pt x="1" y="3242"/>
                  </a:lnTo>
                  <a:lnTo>
                    <a:pt x="16" y="3571"/>
                  </a:lnTo>
                  <a:lnTo>
                    <a:pt x="75" y="3900"/>
                  </a:lnTo>
                  <a:lnTo>
                    <a:pt x="150" y="4199"/>
                  </a:lnTo>
                  <a:lnTo>
                    <a:pt x="255" y="4497"/>
                  </a:lnTo>
                  <a:lnTo>
                    <a:pt x="404" y="4781"/>
                  </a:lnTo>
                  <a:lnTo>
                    <a:pt x="553" y="5050"/>
                  </a:lnTo>
                  <a:lnTo>
                    <a:pt x="748" y="5304"/>
                  </a:lnTo>
                  <a:lnTo>
                    <a:pt x="957" y="5528"/>
                  </a:lnTo>
                  <a:lnTo>
                    <a:pt x="1181" y="5737"/>
                  </a:lnTo>
                  <a:lnTo>
                    <a:pt x="1435" y="5931"/>
                  </a:lnTo>
                  <a:lnTo>
                    <a:pt x="1704" y="6096"/>
                  </a:lnTo>
                  <a:lnTo>
                    <a:pt x="1988" y="6230"/>
                  </a:lnTo>
                  <a:lnTo>
                    <a:pt x="2286" y="6335"/>
                  </a:lnTo>
                  <a:lnTo>
                    <a:pt x="2600" y="6410"/>
                  </a:lnTo>
                  <a:lnTo>
                    <a:pt x="2914" y="6469"/>
                  </a:lnTo>
                  <a:lnTo>
                    <a:pt x="3243" y="6484"/>
                  </a:lnTo>
                  <a:lnTo>
                    <a:pt x="3571" y="6469"/>
                  </a:lnTo>
                  <a:lnTo>
                    <a:pt x="3900" y="6410"/>
                  </a:lnTo>
                  <a:lnTo>
                    <a:pt x="4214" y="6335"/>
                  </a:lnTo>
                  <a:lnTo>
                    <a:pt x="4512" y="6230"/>
                  </a:lnTo>
                  <a:lnTo>
                    <a:pt x="4796" y="6096"/>
                  </a:lnTo>
                  <a:lnTo>
                    <a:pt x="5065" y="5931"/>
                  </a:lnTo>
                  <a:lnTo>
                    <a:pt x="5304" y="5737"/>
                  </a:lnTo>
                  <a:lnTo>
                    <a:pt x="5543" y="5528"/>
                  </a:lnTo>
                  <a:lnTo>
                    <a:pt x="5752" y="5304"/>
                  </a:lnTo>
                  <a:lnTo>
                    <a:pt x="5932" y="5050"/>
                  </a:lnTo>
                  <a:lnTo>
                    <a:pt x="6096" y="4781"/>
                  </a:lnTo>
                  <a:lnTo>
                    <a:pt x="6230" y="4497"/>
                  </a:lnTo>
                  <a:lnTo>
                    <a:pt x="6350" y="4199"/>
                  </a:lnTo>
                  <a:lnTo>
                    <a:pt x="6425" y="3900"/>
                  </a:lnTo>
                  <a:lnTo>
                    <a:pt x="6470" y="3571"/>
                  </a:lnTo>
                  <a:lnTo>
                    <a:pt x="6484" y="3242"/>
                  </a:lnTo>
                  <a:lnTo>
                    <a:pt x="6470" y="2914"/>
                  </a:lnTo>
                  <a:lnTo>
                    <a:pt x="6425" y="2585"/>
                  </a:lnTo>
                  <a:lnTo>
                    <a:pt x="6350" y="2271"/>
                  </a:lnTo>
                  <a:lnTo>
                    <a:pt x="6230" y="1987"/>
                  </a:lnTo>
                  <a:lnTo>
                    <a:pt x="6096" y="1704"/>
                  </a:lnTo>
                  <a:lnTo>
                    <a:pt x="5932" y="1435"/>
                  </a:lnTo>
                  <a:lnTo>
                    <a:pt x="5752" y="1181"/>
                  </a:lnTo>
                  <a:lnTo>
                    <a:pt x="5543" y="957"/>
                  </a:lnTo>
                  <a:lnTo>
                    <a:pt x="5304" y="747"/>
                  </a:lnTo>
                  <a:lnTo>
                    <a:pt x="5065" y="553"/>
                  </a:lnTo>
                  <a:lnTo>
                    <a:pt x="4796" y="389"/>
                  </a:lnTo>
                  <a:lnTo>
                    <a:pt x="4512" y="254"/>
                  </a:lnTo>
                  <a:lnTo>
                    <a:pt x="4214" y="150"/>
                  </a:lnTo>
                  <a:lnTo>
                    <a:pt x="3900" y="60"/>
                  </a:lnTo>
                  <a:lnTo>
                    <a:pt x="3571" y="15"/>
                  </a:lnTo>
                  <a:lnTo>
                    <a:pt x="32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3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aphicFrame>
        <p:nvGraphicFramePr>
          <p:cNvPr id="1657" name="Google Shape;1657;p34"/>
          <p:cNvGraphicFramePr/>
          <p:nvPr/>
        </p:nvGraphicFramePr>
        <p:xfrm>
          <a:off x="457200" y="1209075"/>
          <a:ext cx="5948400" cy="3418100"/>
        </p:xfrm>
        <a:graphic>
          <a:graphicData uri="http://schemas.openxmlformats.org/drawingml/2006/table">
            <a:tbl>
              <a:tblPr>
                <a:noFill/>
                <a:tableStyleId>{61408BE2-8FAD-47BE-AED7-521956A0378C}</a:tableStyleId>
              </a:tblPr>
              <a:tblGrid>
                <a:gridCol w="262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35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Models</a:t>
                      </a:r>
                      <a:endParaRPr sz="21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Artificial neural networks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Earth is the planet we live on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Decision trees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smallest planet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Support-vector machines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cold place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Regression analysis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 is the biggest planet of them all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Bayesian networks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has a beautiful name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Genetic algorithms</a:t>
                      </a: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Pluto is considered a dwarf planet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658" name="Google Shape;1658;p34"/>
          <p:cNvGrpSpPr/>
          <p:nvPr/>
        </p:nvGrpSpPr>
        <p:grpSpPr>
          <a:xfrm>
            <a:off x="6275561" y="1209065"/>
            <a:ext cx="2411226" cy="3405834"/>
            <a:chOff x="5894611" y="1313840"/>
            <a:chExt cx="2411226" cy="3405834"/>
          </a:xfrm>
        </p:grpSpPr>
        <p:sp>
          <p:nvSpPr>
            <p:cNvPr id="1659" name="Google Shape;1659;p34"/>
            <p:cNvSpPr/>
            <p:nvPr/>
          </p:nvSpPr>
          <p:spPr>
            <a:xfrm>
              <a:off x="7068207" y="1421345"/>
              <a:ext cx="1237631" cy="1376781"/>
            </a:xfrm>
            <a:custGeom>
              <a:avLst/>
              <a:gdLst/>
              <a:ahLst/>
              <a:cxnLst/>
              <a:rect l="l" t="t" r="r" b="b"/>
              <a:pathLst>
                <a:path w="45058" h="50124" extrusionOk="0">
                  <a:moveTo>
                    <a:pt x="0" y="1"/>
                  </a:moveTo>
                  <a:lnTo>
                    <a:pt x="0" y="45671"/>
                  </a:lnTo>
                  <a:lnTo>
                    <a:pt x="0" y="45895"/>
                  </a:lnTo>
                  <a:lnTo>
                    <a:pt x="15" y="46119"/>
                  </a:lnTo>
                  <a:lnTo>
                    <a:pt x="45" y="46343"/>
                  </a:lnTo>
                  <a:lnTo>
                    <a:pt x="90" y="46567"/>
                  </a:lnTo>
                  <a:lnTo>
                    <a:pt x="135" y="46777"/>
                  </a:lnTo>
                  <a:lnTo>
                    <a:pt x="194" y="47001"/>
                  </a:lnTo>
                  <a:lnTo>
                    <a:pt x="269" y="47195"/>
                  </a:lnTo>
                  <a:lnTo>
                    <a:pt x="344" y="47404"/>
                  </a:lnTo>
                  <a:lnTo>
                    <a:pt x="433" y="47598"/>
                  </a:lnTo>
                  <a:lnTo>
                    <a:pt x="538" y="47792"/>
                  </a:lnTo>
                  <a:lnTo>
                    <a:pt x="643" y="47972"/>
                  </a:lnTo>
                  <a:lnTo>
                    <a:pt x="762" y="48151"/>
                  </a:lnTo>
                  <a:lnTo>
                    <a:pt x="882" y="48330"/>
                  </a:lnTo>
                  <a:lnTo>
                    <a:pt x="1016" y="48495"/>
                  </a:lnTo>
                  <a:lnTo>
                    <a:pt x="1150" y="48659"/>
                  </a:lnTo>
                  <a:lnTo>
                    <a:pt x="1300" y="48808"/>
                  </a:lnTo>
                  <a:lnTo>
                    <a:pt x="1449" y="48958"/>
                  </a:lnTo>
                  <a:lnTo>
                    <a:pt x="1614" y="49107"/>
                  </a:lnTo>
                  <a:lnTo>
                    <a:pt x="1778" y="49227"/>
                  </a:lnTo>
                  <a:lnTo>
                    <a:pt x="1957" y="49361"/>
                  </a:lnTo>
                  <a:lnTo>
                    <a:pt x="2136" y="49481"/>
                  </a:lnTo>
                  <a:lnTo>
                    <a:pt x="2316" y="49585"/>
                  </a:lnTo>
                  <a:lnTo>
                    <a:pt x="2510" y="49675"/>
                  </a:lnTo>
                  <a:lnTo>
                    <a:pt x="2704" y="49764"/>
                  </a:lnTo>
                  <a:lnTo>
                    <a:pt x="2913" y="49854"/>
                  </a:lnTo>
                  <a:lnTo>
                    <a:pt x="3123" y="49914"/>
                  </a:lnTo>
                  <a:lnTo>
                    <a:pt x="3332" y="49974"/>
                  </a:lnTo>
                  <a:lnTo>
                    <a:pt x="3541" y="50033"/>
                  </a:lnTo>
                  <a:lnTo>
                    <a:pt x="3765" y="50063"/>
                  </a:lnTo>
                  <a:lnTo>
                    <a:pt x="3989" y="50093"/>
                  </a:lnTo>
                  <a:lnTo>
                    <a:pt x="4213" y="50108"/>
                  </a:lnTo>
                  <a:lnTo>
                    <a:pt x="4437" y="50123"/>
                  </a:lnTo>
                  <a:lnTo>
                    <a:pt x="40606" y="50123"/>
                  </a:lnTo>
                  <a:lnTo>
                    <a:pt x="40845" y="50108"/>
                  </a:lnTo>
                  <a:lnTo>
                    <a:pt x="41069" y="50093"/>
                  </a:lnTo>
                  <a:lnTo>
                    <a:pt x="41293" y="50063"/>
                  </a:lnTo>
                  <a:lnTo>
                    <a:pt x="41502" y="50033"/>
                  </a:lnTo>
                  <a:lnTo>
                    <a:pt x="41726" y="49974"/>
                  </a:lnTo>
                  <a:lnTo>
                    <a:pt x="41936" y="49914"/>
                  </a:lnTo>
                  <a:lnTo>
                    <a:pt x="42145" y="49854"/>
                  </a:lnTo>
                  <a:lnTo>
                    <a:pt x="42339" y="49764"/>
                  </a:lnTo>
                  <a:lnTo>
                    <a:pt x="42533" y="49675"/>
                  </a:lnTo>
                  <a:lnTo>
                    <a:pt x="42727" y="49585"/>
                  </a:lnTo>
                  <a:lnTo>
                    <a:pt x="42922" y="49481"/>
                  </a:lnTo>
                  <a:lnTo>
                    <a:pt x="43101" y="49361"/>
                  </a:lnTo>
                  <a:lnTo>
                    <a:pt x="43265" y="49227"/>
                  </a:lnTo>
                  <a:lnTo>
                    <a:pt x="43445" y="49107"/>
                  </a:lnTo>
                  <a:lnTo>
                    <a:pt x="43609" y="48958"/>
                  </a:lnTo>
                  <a:lnTo>
                    <a:pt x="43758" y="48808"/>
                  </a:lnTo>
                  <a:lnTo>
                    <a:pt x="43908" y="48659"/>
                  </a:lnTo>
                  <a:lnTo>
                    <a:pt x="44042" y="48495"/>
                  </a:lnTo>
                  <a:lnTo>
                    <a:pt x="44177" y="48330"/>
                  </a:lnTo>
                  <a:lnTo>
                    <a:pt x="44296" y="48151"/>
                  </a:lnTo>
                  <a:lnTo>
                    <a:pt x="44416" y="47972"/>
                  </a:lnTo>
                  <a:lnTo>
                    <a:pt x="44520" y="47792"/>
                  </a:lnTo>
                  <a:lnTo>
                    <a:pt x="44625" y="47598"/>
                  </a:lnTo>
                  <a:lnTo>
                    <a:pt x="44714" y="47404"/>
                  </a:lnTo>
                  <a:lnTo>
                    <a:pt x="44789" y="47195"/>
                  </a:lnTo>
                  <a:lnTo>
                    <a:pt x="44864" y="47001"/>
                  </a:lnTo>
                  <a:lnTo>
                    <a:pt x="44924" y="46777"/>
                  </a:lnTo>
                  <a:lnTo>
                    <a:pt x="44968" y="46567"/>
                  </a:lnTo>
                  <a:lnTo>
                    <a:pt x="45013" y="46343"/>
                  </a:lnTo>
                  <a:lnTo>
                    <a:pt x="45028" y="46119"/>
                  </a:lnTo>
                  <a:lnTo>
                    <a:pt x="45058" y="45895"/>
                  </a:lnTo>
                  <a:lnTo>
                    <a:pt x="45058" y="45671"/>
                  </a:lnTo>
                  <a:lnTo>
                    <a:pt x="450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34"/>
            <p:cNvSpPr/>
            <p:nvPr/>
          </p:nvSpPr>
          <p:spPr>
            <a:xfrm>
              <a:off x="7068207" y="1421345"/>
              <a:ext cx="1237631" cy="1376781"/>
            </a:xfrm>
            <a:custGeom>
              <a:avLst/>
              <a:gdLst/>
              <a:ahLst/>
              <a:cxnLst/>
              <a:rect l="l" t="t" r="r" b="b"/>
              <a:pathLst>
                <a:path w="45058" h="50124" fill="none" extrusionOk="0">
                  <a:moveTo>
                    <a:pt x="0" y="1"/>
                  </a:moveTo>
                  <a:lnTo>
                    <a:pt x="0" y="45671"/>
                  </a:lnTo>
                  <a:lnTo>
                    <a:pt x="0" y="45671"/>
                  </a:lnTo>
                  <a:lnTo>
                    <a:pt x="0" y="45895"/>
                  </a:lnTo>
                  <a:lnTo>
                    <a:pt x="15" y="46119"/>
                  </a:lnTo>
                  <a:lnTo>
                    <a:pt x="45" y="46343"/>
                  </a:lnTo>
                  <a:lnTo>
                    <a:pt x="90" y="46567"/>
                  </a:lnTo>
                  <a:lnTo>
                    <a:pt x="135" y="46777"/>
                  </a:lnTo>
                  <a:lnTo>
                    <a:pt x="194" y="47001"/>
                  </a:lnTo>
                  <a:lnTo>
                    <a:pt x="269" y="47195"/>
                  </a:lnTo>
                  <a:lnTo>
                    <a:pt x="344" y="47404"/>
                  </a:lnTo>
                  <a:lnTo>
                    <a:pt x="433" y="47598"/>
                  </a:lnTo>
                  <a:lnTo>
                    <a:pt x="538" y="47792"/>
                  </a:lnTo>
                  <a:lnTo>
                    <a:pt x="643" y="47972"/>
                  </a:lnTo>
                  <a:lnTo>
                    <a:pt x="762" y="48151"/>
                  </a:lnTo>
                  <a:lnTo>
                    <a:pt x="882" y="48330"/>
                  </a:lnTo>
                  <a:lnTo>
                    <a:pt x="1016" y="48495"/>
                  </a:lnTo>
                  <a:lnTo>
                    <a:pt x="1150" y="48659"/>
                  </a:lnTo>
                  <a:lnTo>
                    <a:pt x="1300" y="48808"/>
                  </a:lnTo>
                  <a:lnTo>
                    <a:pt x="1449" y="48958"/>
                  </a:lnTo>
                  <a:lnTo>
                    <a:pt x="1614" y="49107"/>
                  </a:lnTo>
                  <a:lnTo>
                    <a:pt x="1778" y="49227"/>
                  </a:lnTo>
                  <a:lnTo>
                    <a:pt x="1957" y="49361"/>
                  </a:lnTo>
                  <a:lnTo>
                    <a:pt x="2136" y="49481"/>
                  </a:lnTo>
                  <a:lnTo>
                    <a:pt x="2316" y="49585"/>
                  </a:lnTo>
                  <a:lnTo>
                    <a:pt x="2510" y="49675"/>
                  </a:lnTo>
                  <a:lnTo>
                    <a:pt x="2704" y="49764"/>
                  </a:lnTo>
                  <a:lnTo>
                    <a:pt x="2913" y="49854"/>
                  </a:lnTo>
                  <a:lnTo>
                    <a:pt x="3123" y="49914"/>
                  </a:lnTo>
                  <a:lnTo>
                    <a:pt x="3332" y="49974"/>
                  </a:lnTo>
                  <a:lnTo>
                    <a:pt x="3541" y="50033"/>
                  </a:lnTo>
                  <a:lnTo>
                    <a:pt x="3765" y="50063"/>
                  </a:lnTo>
                  <a:lnTo>
                    <a:pt x="3989" y="50093"/>
                  </a:lnTo>
                  <a:lnTo>
                    <a:pt x="4213" y="50108"/>
                  </a:lnTo>
                  <a:lnTo>
                    <a:pt x="4437" y="50123"/>
                  </a:lnTo>
                  <a:lnTo>
                    <a:pt x="40606" y="50123"/>
                  </a:lnTo>
                  <a:lnTo>
                    <a:pt x="40606" y="50123"/>
                  </a:lnTo>
                  <a:lnTo>
                    <a:pt x="40845" y="50108"/>
                  </a:lnTo>
                  <a:lnTo>
                    <a:pt x="41069" y="50093"/>
                  </a:lnTo>
                  <a:lnTo>
                    <a:pt x="41293" y="50063"/>
                  </a:lnTo>
                  <a:lnTo>
                    <a:pt x="41502" y="50033"/>
                  </a:lnTo>
                  <a:lnTo>
                    <a:pt x="41726" y="49974"/>
                  </a:lnTo>
                  <a:lnTo>
                    <a:pt x="41936" y="49914"/>
                  </a:lnTo>
                  <a:lnTo>
                    <a:pt x="42145" y="49854"/>
                  </a:lnTo>
                  <a:lnTo>
                    <a:pt x="42339" y="49764"/>
                  </a:lnTo>
                  <a:lnTo>
                    <a:pt x="42533" y="49675"/>
                  </a:lnTo>
                  <a:lnTo>
                    <a:pt x="42727" y="49585"/>
                  </a:lnTo>
                  <a:lnTo>
                    <a:pt x="42922" y="49481"/>
                  </a:lnTo>
                  <a:lnTo>
                    <a:pt x="43101" y="49361"/>
                  </a:lnTo>
                  <a:lnTo>
                    <a:pt x="43265" y="49227"/>
                  </a:lnTo>
                  <a:lnTo>
                    <a:pt x="43445" y="49107"/>
                  </a:lnTo>
                  <a:lnTo>
                    <a:pt x="43609" y="48958"/>
                  </a:lnTo>
                  <a:lnTo>
                    <a:pt x="43758" y="48808"/>
                  </a:lnTo>
                  <a:lnTo>
                    <a:pt x="43908" y="48659"/>
                  </a:lnTo>
                  <a:lnTo>
                    <a:pt x="44042" y="48495"/>
                  </a:lnTo>
                  <a:lnTo>
                    <a:pt x="44177" y="48330"/>
                  </a:lnTo>
                  <a:lnTo>
                    <a:pt x="44296" y="48151"/>
                  </a:lnTo>
                  <a:lnTo>
                    <a:pt x="44416" y="47972"/>
                  </a:lnTo>
                  <a:lnTo>
                    <a:pt x="44520" y="47792"/>
                  </a:lnTo>
                  <a:lnTo>
                    <a:pt x="44625" y="47598"/>
                  </a:lnTo>
                  <a:lnTo>
                    <a:pt x="44714" y="47404"/>
                  </a:lnTo>
                  <a:lnTo>
                    <a:pt x="44789" y="47195"/>
                  </a:lnTo>
                  <a:lnTo>
                    <a:pt x="44864" y="47001"/>
                  </a:lnTo>
                  <a:lnTo>
                    <a:pt x="44924" y="46777"/>
                  </a:lnTo>
                  <a:lnTo>
                    <a:pt x="44968" y="46567"/>
                  </a:lnTo>
                  <a:lnTo>
                    <a:pt x="45013" y="46343"/>
                  </a:lnTo>
                  <a:lnTo>
                    <a:pt x="45028" y="46119"/>
                  </a:lnTo>
                  <a:lnTo>
                    <a:pt x="45058" y="45895"/>
                  </a:lnTo>
                  <a:lnTo>
                    <a:pt x="45058" y="45671"/>
                  </a:lnTo>
                  <a:lnTo>
                    <a:pt x="45058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34"/>
            <p:cNvSpPr/>
            <p:nvPr/>
          </p:nvSpPr>
          <p:spPr>
            <a:xfrm>
              <a:off x="7068207" y="1313840"/>
              <a:ext cx="1237631" cy="230645"/>
            </a:xfrm>
            <a:custGeom>
              <a:avLst/>
              <a:gdLst/>
              <a:ahLst/>
              <a:cxnLst/>
              <a:rect l="l" t="t" r="r" b="b"/>
              <a:pathLst>
                <a:path w="45058" h="8397" extrusionOk="0">
                  <a:moveTo>
                    <a:pt x="2226" y="1"/>
                  </a:moveTo>
                  <a:lnTo>
                    <a:pt x="1987" y="16"/>
                  </a:lnTo>
                  <a:lnTo>
                    <a:pt x="1778" y="46"/>
                  </a:lnTo>
                  <a:lnTo>
                    <a:pt x="1554" y="105"/>
                  </a:lnTo>
                  <a:lnTo>
                    <a:pt x="1360" y="180"/>
                  </a:lnTo>
                  <a:lnTo>
                    <a:pt x="1165" y="270"/>
                  </a:lnTo>
                  <a:lnTo>
                    <a:pt x="971" y="389"/>
                  </a:lnTo>
                  <a:lnTo>
                    <a:pt x="807" y="509"/>
                  </a:lnTo>
                  <a:lnTo>
                    <a:pt x="643" y="658"/>
                  </a:lnTo>
                  <a:lnTo>
                    <a:pt x="508" y="822"/>
                  </a:lnTo>
                  <a:lnTo>
                    <a:pt x="374" y="987"/>
                  </a:lnTo>
                  <a:lnTo>
                    <a:pt x="269" y="1166"/>
                  </a:lnTo>
                  <a:lnTo>
                    <a:pt x="164" y="1360"/>
                  </a:lnTo>
                  <a:lnTo>
                    <a:pt x="90" y="1569"/>
                  </a:lnTo>
                  <a:lnTo>
                    <a:pt x="45" y="1779"/>
                  </a:lnTo>
                  <a:lnTo>
                    <a:pt x="15" y="2003"/>
                  </a:lnTo>
                  <a:lnTo>
                    <a:pt x="0" y="2227"/>
                  </a:lnTo>
                  <a:lnTo>
                    <a:pt x="0" y="8397"/>
                  </a:lnTo>
                  <a:lnTo>
                    <a:pt x="45058" y="8397"/>
                  </a:lnTo>
                  <a:lnTo>
                    <a:pt x="45058" y="2227"/>
                  </a:lnTo>
                  <a:lnTo>
                    <a:pt x="45043" y="2003"/>
                  </a:lnTo>
                  <a:lnTo>
                    <a:pt x="45013" y="1779"/>
                  </a:lnTo>
                  <a:lnTo>
                    <a:pt x="44953" y="1569"/>
                  </a:lnTo>
                  <a:lnTo>
                    <a:pt x="44879" y="1360"/>
                  </a:lnTo>
                  <a:lnTo>
                    <a:pt x="44789" y="1166"/>
                  </a:lnTo>
                  <a:lnTo>
                    <a:pt x="44685" y="987"/>
                  </a:lnTo>
                  <a:lnTo>
                    <a:pt x="44550" y="822"/>
                  </a:lnTo>
                  <a:lnTo>
                    <a:pt x="44401" y="658"/>
                  </a:lnTo>
                  <a:lnTo>
                    <a:pt x="44251" y="509"/>
                  </a:lnTo>
                  <a:lnTo>
                    <a:pt x="44072" y="389"/>
                  </a:lnTo>
                  <a:lnTo>
                    <a:pt x="43893" y="270"/>
                  </a:lnTo>
                  <a:lnTo>
                    <a:pt x="43699" y="180"/>
                  </a:lnTo>
                  <a:lnTo>
                    <a:pt x="43489" y="105"/>
                  </a:lnTo>
                  <a:lnTo>
                    <a:pt x="43280" y="46"/>
                  </a:lnTo>
                  <a:lnTo>
                    <a:pt x="43056" y="16"/>
                  </a:lnTo>
                  <a:lnTo>
                    <a:pt x="4283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34"/>
            <p:cNvSpPr/>
            <p:nvPr/>
          </p:nvSpPr>
          <p:spPr>
            <a:xfrm>
              <a:off x="7925387" y="1377865"/>
              <a:ext cx="80892" cy="80452"/>
            </a:xfrm>
            <a:custGeom>
              <a:avLst/>
              <a:gdLst/>
              <a:ahLst/>
              <a:cxnLst/>
              <a:rect l="l" t="t" r="r" b="b"/>
              <a:pathLst>
                <a:path w="2945" h="2929" extrusionOk="0">
                  <a:moveTo>
                    <a:pt x="1331" y="0"/>
                  </a:moveTo>
                  <a:lnTo>
                    <a:pt x="1181" y="30"/>
                  </a:lnTo>
                  <a:lnTo>
                    <a:pt x="1032" y="60"/>
                  </a:lnTo>
                  <a:lnTo>
                    <a:pt x="897" y="120"/>
                  </a:lnTo>
                  <a:lnTo>
                    <a:pt x="778" y="180"/>
                  </a:lnTo>
                  <a:lnTo>
                    <a:pt x="658" y="254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45" y="538"/>
                  </a:lnTo>
                  <a:lnTo>
                    <a:pt x="255" y="643"/>
                  </a:lnTo>
                  <a:lnTo>
                    <a:pt x="180" y="762"/>
                  </a:lnTo>
                  <a:lnTo>
                    <a:pt x="121" y="897"/>
                  </a:lnTo>
                  <a:lnTo>
                    <a:pt x="76" y="1031"/>
                  </a:lnTo>
                  <a:lnTo>
                    <a:pt x="31" y="1166"/>
                  </a:lnTo>
                  <a:lnTo>
                    <a:pt x="16" y="1315"/>
                  </a:lnTo>
                  <a:lnTo>
                    <a:pt x="1" y="1464"/>
                  </a:lnTo>
                  <a:lnTo>
                    <a:pt x="16" y="1614"/>
                  </a:lnTo>
                  <a:lnTo>
                    <a:pt x="31" y="1763"/>
                  </a:lnTo>
                  <a:lnTo>
                    <a:pt x="76" y="1898"/>
                  </a:lnTo>
                  <a:lnTo>
                    <a:pt x="121" y="2032"/>
                  </a:lnTo>
                  <a:lnTo>
                    <a:pt x="180" y="2167"/>
                  </a:lnTo>
                  <a:lnTo>
                    <a:pt x="255" y="2286"/>
                  </a:lnTo>
                  <a:lnTo>
                    <a:pt x="345" y="2391"/>
                  </a:lnTo>
                  <a:lnTo>
                    <a:pt x="434" y="2495"/>
                  </a:lnTo>
                  <a:lnTo>
                    <a:pt x="539" y="2600"/>
                  </a:lnTo>
                  <a:lnTo>
                    <a:pt x="658" y="2674"/>
                  </a:lnTo>
                  <a:lnTo>
                    <a:pt x="778" y="2749"/>
                  </a:lnTo>
                  <a:lnTo>
                    <a:pt x="897" y="2809"/>
                  </a:lnTo>
                  <a:lnTo>
                    <a:pt x="1032" y="2869"/>
                  </a:lnTo>
                  <a:lnTo>
                    <a:pt x="1181" y="2899"/>
                  </a:lnTo>
                  <a:lnTo>
                    <a:pt x="1331" y="2928"/>
                  </a:lnTo>
                  <a:lnTo>
                    <a:pt x="1629" y="2928"/>
                  </a:lnTo>
                  <a:lnTo>
                    <a:pt x="1764" y="2899"/>
                  </a:lnTo>
                  <a:lnTo>
                    <a:pt x="1913" y="2869"/>
                  </a:lnTo>
                  <a:lnTo>
                    <a:pt x="2048" y="2809"/>
                  </a:lnTo>
                  <a:lnTo>
                    <a:pt x="2167" y="2749"/>
                  </a:lnTo>
                  <a:lnTo>
                    <a:pt x="2287" y="2674"/>
                  </a:lnTo>
                  <a:lnTo>
                    <a:pt x="2406" y="2600"/>
                  </a:lnTo>
                  <a:lnTo>
                    <a:pt x="2511" y="2495"/>
                  </a:lnTo>
                  <a:lnTo>
                    <a:pt x="2600" y="2391"/>
                  </a:lnTo>
                  <a:lnTo>
                    <a:pt x="2690" y="2286"/>
                  </a:lnTo>
                  <a:lnTo>
                    <a:pt x="2765" y="2167"/>
                  </a:lnTo>
                  <a:lnTo>
                    <a:pt x="2825" y="2032"/>
                  </a:lnTo>
                  <a:lnTo>
                    <a:pt x="2869" y="1898"/>
                  </a:lnTo>
                  <a:lnTo>
                    <a:pt x="2914" y="1763"/>
                  </a:lnTo>
                  <a:lnTo>
                    <a:pt x="2929" y="1614"/>
                  </a:lnTo>
                  <a:lnTo>
                    <a:pt x="2944" y="1464"/>
                  </a:lnTo>
                  <a:lnTo>
                    <a:pt x="2929" y="1315"/>
                  </a:lnTo>
                  <a:lnTo>
                    <a:pt x="2914" y="1166"/>
                  </a:lnTo>
                  <a:lnTo>
                    <a:pt x="2869" y="1031"/>
                  </a:lnTo>
                  <a:lnTo>
                    <a:pt x="2825" y="897"/>
                  </a:lnTo>
                  <a:lnTo>
                    <a:pt x="2765" y="762"/>
                  </a:lnTo>
                  <a:lnTo>
                    <a:pt x="2690" y="643"/>
                  </a:lnTo>
                  <a:lnTo>
                    <a:pt x="2600" y="538"/>
                  </a:lnTo>
                  <a:lnTo>
                    <a:pt x="2511" y="434"/>
                  </a:lnTo>
                  <a:lnTo>
                    <a:pt x="2406" y="329"/>
                  </a:lnTo>
                  <a:lnTo>
                    <a:pt x="2287" y="254"/>
                  </a:lnTo>
                  <a:lnTo>
                    <a:pt x="2167" y="180"/>
                  </a:lnTo>
                  <a:lnTo>
                    <a:pt x="2048" y="120"/>
                  </a:lnTo>
                  <a:lnTo>
                    <a:pt x="1913" y="60"/>
                  </a:lnTo>
                  <a:lnTo>
                    <a:pt x="1764" y="30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34"/>
            <p:cNvSpPr/>
            <p:nvPr/>
          </p:nvSpPr>
          <p:spPr>
            <a:xfrm>
              <a:off x="8055881" y="1377865"/>
              <a:ext cx="80452" cy="80452"/>
            </a:xfrm>
            <a:custGeom>
              <a:avLst/>
              <a:gdLst/>
              <a:ahLst/>
              <a:cxnLst/>
              <a:rect l="l" t="t" r="r" b="b"/>
              <a:pathLst>
                <a:path w="2929" h="2929" extrusionOk="0">
                  <a:moveTo>
                    <a:pt x="1315" y="0"/>
                  </a:moveTo>
                  <a:lnTo>
                    <a:pt x="1181" y="30"/>
                  </a:lnTo>
                  <a:lnTo>
                    <a:pt x="1032" y="60"/>
                  </a:lnTo>
                  <a:lnTo>
                    <a:pt x="897" y="120"/>
                  </a:lnTo>
                  <a:lnTo>
                    <a:pt x="778" y="180"/>
                  </a:lnTo>
                  <a:lnTo>
                    <a:pt x="658" y="254"/>
                  </a:lnTo>
                  <a:lnTo>
                    <a:pt x="539" y="329"/>
                  </a:lnTo>
                  <a:lnTo>
                    <a:pt x="434" y="434"/>
                  </a:lnTo>
                  <a:lnTo>
                    <a:pt x="344" y="538"/>
                  </a:lnTo>
                  <a:lnTo>
                    <a:pt x="255" y="643"/>
                  </a:lnTo>
                  <a:lnTo>
                    <a:pt x="180" y="762"/>
                  </a:lnTo>
                  <a:lnTo>
                    <a:pt x="120" y="897"/>
                  </a:lnTo>
                  <a:lnTo>
                    <a:pt x="75" y="1031"/>
                  </a:lnTo>
                  <a:lnTo>
                    <a:pt x="31" y="1166"/>
                  </a:lnTo>
                  <a:lnTo>
                    <a:pt x="16" y="1315"/>
                  </a:lnTo>
                  <a:lnTo>
                    <a:pt x="1" y="1464"/>
                  </a:lnTo>
                  <a:lnTo>
                    <a:pt x="16" y="1614"/>
                  </a:lnTo>
                  <a:lnTo>
                    <a:pt x="31" y="1763"/>
                  </a:lnTo>
                  <a:lnTo>
                    <a:pt x="75" y="1898"/>
                  </a:lnTo>
                  <a:lnTo>
                    <a:pt x="120" y="2032"/>
                  </a:lnTo>
                  <a:lnTo>
                    <a:pt x="180" y="2167"/>
                  </a:lnTo>
                  <a:lnTo>
                    <a:pt x="255" y="2286"/>
                  </a:lnTo>
                  <a:lnTo>
                    <a:pt x="344" y="2391"/>
                  </a:lnTo>
                  <a:lnTo>
                    <a:pt x="434" y="2495"/>
                  </a:lnTo>
                  <a:lnTo>
                    <a:pt x="539" y="2600"/>
                  </a:lnTo>
                  <a:lnTo>
                    <a:pt x="658" y="2674"/>
                  </a:lnTo>
                  <a:lnTo>
                    <a:pt x="778" y="2749"/>
                  </a:lnTo>
                  <a:lnTo>
                    <a:pt x="897" y="2809"/>
                  </a:lnTo>
                  <a:lnTo>
                    <a:pt x="1032" y="2869"/>
                  </a:lnTo>
                  <a:lnTo>
                    <a:pt x="1181" y="2899"/>
                  </a:lnTo>
                  <a:lnTo>
                    <a:pt x="1315" y="2928"/>
                  </a:lnTo>
                  <a:lnTo>
                    <a:pt x="1614" y="2928"/>
                  </a:lnTo>
                  <a:lnTo>
                    <a:pt x="1764" y="2899"/>
                  </a:lnTo>
                  <a:lnTo>
                    <a:pt x="1913" y="2869"/>
                  </a:lnTo>
                  <a:lnTo>
                    <a:pt x="2048" y="2809"/>
                  </a:lnTo>
                  <a:lnTo>
                    <a:pt x="2167" y="2749"/>
                  </a:lnTo>
                  <a:lnTo>
                    <a:pt x="2287" y="2674"/>
                  </a:lnTo>
                  <a:lnTo>
                    <a:pt x="2406" y="2600"/>
                  </a:lnTo>
                  <a:lnTo>
                    <a:pt x="2511" y="2495"/>
                  </a:lnTo>
                  <a:lnTo>
                    <a:pt x="2600" y="2391"/>
                  </a:lnTo>
                  <a:lnTo>
                    <a:pt x="2690" y="2286"/>
                  </a:lnTo>
                  <a:lnTo>
                    <a:pt x="2765" y="2167"/>
                  </a:lnTo>
                  <a:lnTo>
                    <a:pt x="2824" y="2032"/>
                  </a:lnTo>
                  <a:lnTo>
                    <a:pt x="2869" y="1898"/>
                  </a:lnTo>
                  <a:lnTo>
                    <a:pt x="2899" y="1763"/>
                  </a:lnTo>
                  <a:lnTo>
                    <a:pt x="2929" y="1614"/>
                  </a:lnTo>
                  <a:lnTo>
                    <a:pt x="2929" y="1464"/>
                  </a:lnTo>
                  <a:lnTo>
                    <a:pt x="2929" y="1315"/>
                  </a:lnTo>
                  <a:lnTo>
                    <a:pt x="2899" y="1166"/>
                  </a:lnTo>
                  <a:lnTo>
                    <a:pt x="2869" y="1031"/>
                  </a:lnTo>
                  <a:lnTo>
                    <a:pt x="2824" y="897"/>
                  </a:lnTo>
                  <a:lnTo>
                    <a:pt x="2765" y="762"/>
                  </a:lnTo>
                  <a:lnTo>
                    <a:pt x="2690" y="643"/>
                  </a:lnTo>
                  <a:lnTo>
                    <a:pt x="2600" y="538"/>
                  </a:lnTo>
                  <a:lnTo>
                    <a:pt x="2511" y="434"/>
                  </a:lnTo>
                  <a:lnTo>
                    <a:pt x="2406" y="329"/>
                  </a:lnTo>
                  <a:lnTo>
                    <a:pt x="2287" y="254"/>
                  </a:lnTo>
                  <a:lnTo>
                    <a:pt x="2167" y="180"/>
                  </a:lnTo>
                  <a:lnTo>
                    <a:pt x="2048" y="120"/>
                  </a:lnTo>
                  <a:lnTo>
                    <a:pt x="1913" y="60"/>
                  </a:lnTo>
                  <a:lnTo>
                    <a:pt x="1764" y="30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34"/>
            <p:cNvSpPr/>
            <p:nvPr/>
          </p:nvSpPr>
          <p:spPr>
            <a:xfrm>
              <a:off x="8181046" y="1377865"/>
              <a:ext cx="80452" cy="80452"/>
            </a:xfrm>
            <a:custGeom>
              <a:avLst/>
              <a:gdLst/>
              <a:ahLst/>
              <a:cxnLst/>
              <a:rect l="l" t="t" r="r" b="b"/>
              <a:pathLst>
                <a:path w="2929" h="2929" extrusionOk="0">
                  <a:moveTo>
                    <a:pt x="1315" y="0"/>
                  </a:moveTo>
                  <a:lnTo>
                    <a:pt x="1166" y="30"/>
                  </a:lnTo>
                  <a:lnTo>
                    <a:pt x="1031" y="60"/>
                  </a:lnTo>
                  <a:lnTo>
                    <a:pt x="897" y="120"/>
                  </a:lnTo>
                  <a:lnTo>
                    <a:pt x="762" y="180"/>
                  </a:lnTo>
                  <a:lnTo>
                    <a:pt x="643" y="254"/>
                  </a:lnTo>
                  <a:lnTo>
                    <a:pt x="523" y="329"/>
                  </a:lnTo>
                  <a:lnTo>
                    <a:pt x="419" y="434"/>
                  </a:lnTo>
                  <a:lnTo>
                    <a:pt x="329" y="538"/>
                  </a:lnTo>
                  <a:lnTo>
                    <a:pt x="239" y="643"/>
                  </a:lnTo>
                  <a:lnTo>
                    <a:pt x="180" y="762"/>
                  </a:lnTo>
                  <a:lnTo>
                    <a:pt x="105" y="897"/>
                  </a:lnTo>
                  <a:lnTo>
                    <a:pt x="60" y="1031"/>
                  </a:lnTo>
                  <a:lnTo>
                    <a:pt x="30" y="1166"/>
                  </a:lnTo>
                  <a:lnTo>
                    <a:pt x="0" y="1315"/>
                  </a:lnTo>
                  <a:lnTo>
                    <a:pt x="0" y="1464"/>
                  </a:lnTo>
                  <a:lnTo>
                    <a:pt x="0" y="1614"/>
                  </a:lnTo>
                  <a:lnTo>
                    <a:pt x="30" y="1763"/>
                  </a:lnTo>
                  <a:lnTo>
                    <a:pt x="60" y="1898"/>
                  </a:lnTo>
                  <a:lnTo>
                    <a:pt x="105" y="2032"/>
                  </a:lnTo>
                  <a:lnTo>
                    <a:pt x="180" y="2167"/>
                  </a:lnTo>
                  <a:lnTo>
                    <a:pt x="239" y="2286"/>
                  </a:lnTo>
                  <a:lnTo>
                    <a:pt x="329" y="2391"/>
                  </a:lnTo>
                  <a:lnTo>
                    <a:pt x="419" y="2495"/>
                  </a:lnTo>
                  <a:lnTo>
                    <a:pt x="523" y="2600"/>
                  </a:lnTo>
                  <a:lnTo>
                    <a:pt x="643" y="2674"/>
                  </a:lnTo>
                  <a:lnTo>
                    <a:pt x="762" y="2749"/>
                  </a:lnTo>
                  <a:lnTo>
                    <a:pt x="897" y="2809"/>
                  </a:lnTo>
                  <a:lnTo>
                    <a:pt x="1031" y="2869"/>
                  </a:lnTo>
                  <a:lnTo>
                    <a:pt x="1166" y="2899"/>
                  </a:lnTo>
                  <a:lnTo>
                    <a:pt x="1315" y="2928"/>
                  </a:lnTo>
                  <a:lnTo>
                    <a:pt x="1614" y="2928"/>
                  </a:lnTo>
                  <a:lnTo>
                    <a:pt x="1748" y="2899"/>
                  </a:lnTo>
                  <a:lnTo>
                    <a:pt x="1898" y="2869"/>
                  </a:lnTo>
                  <a:lnTo>
                    <a:pt x="2032" y="2809"/>
                  </a:lnTo>
                  <a:lnTo>
                    <a:pt x="2152" y="2749"/>
                  </a:lnTo>
                  <a:lnTo>
                    <a:pt x="2286" y="2674"/>
                  </a:lnTo>
                  <a:lnTo>
                    <a:pt x="2391" y="2600"/>
                  </a:lnTo>
                  <a:lnTo>
                    <a:pt x="2495" y="2495"/>
                  </a:lnTo>
                  <a:lnTo>
                    <a:pt x="2585" y="2391"/>
                  </a:lnTo>
                  <a:lnTo>
                    <a:pt x="2675" y="2286"/>
                  </a:lnTo>
                  <a:lnTo>
                    <a:pt x="2749" y="2167"/>
                  </a:lnTo>
                  <a:lnTo>
                    <a:pt x="2809" y="2032"/>
                  </a:lnTo>
                  <a:lnTo>
                    <a:pt x="2854" y="1898"/>
                  </a:lnTo>
                  <a:lnTo>
                    <a:pt x="2899" y="1763"/>
                  </a:lnTo>
                  <a:lnTo>
                    <a:pt x="2914" y="1614"/>
                  </a:lnTo>
                  <a:lnTo>
                    <a:pt x="2929" y="1464"/>
                  </a:lnTo>
                  <a:lnTo>
                    <a:pt x="2914" y="1315"/>
                  </a:lnTo>
                  <a:lnTo>
                    <a:pt x="2899" y="1166"/>
                  </a:lnTo>
                  <a:lnTo>
                    <a:pt x="2854" y="1031"/>
                  </a:lnTo>
                  <a:lnTo>
                    <a:pt x="2809" y="897"/>
                  </a:lnTo>
                  <a:lnTo>
                    <a:pt x="2749" y="762"/>
                  </a:lnTo>
                  <a:lnTo>
                    <a:pt x="2675" y="643"/>
                  </a:lnTo>
                  <a:lnTo>
                    <a:pt x="2585" y="538"/>
                  </a:lnTo>
                  <a:lnTo>
                    <a:pt x="2495" y="434"/>
                  </a:lnTo>
                  <a:lnTo>
                    <a:pt x="2391" y="329"/>
                  </a:lnTo>
                  <a:lnTo>
                    <a:pt x="2286" y="254"/>
                  </a:lnTo>
                  <a:lnTo>
                    <a:pt x="2152" y="180"/>
                  </a:lnTo>
                  <a:lnTo>
                    <a:pt x="2032" y="120"/>
                  </a:lnTo>
                  <a:lnTo>
                    <a:pt x="1898" y="60"/>
                  </a:lnTo>
                  <a:lnTo>
                    <a:pt x="1748" y="30"/>
                  </a:lnTo>
                  <a:lnTo>
                    <a:pt x="161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34"/>
            <p:cNvSpPr/>
            <p:nvPr/>
          </p:nvSpPr>
          <p:spPr>
            <a:xfrm>
              <a:off x="7231112" y="1775883"/>
              <a:ext cx="262644" cy="19310"/>
            </a:xfrm>
            <a:custGeom>
              <a:avLst/>
              <a:gdLst/>
              <a:ahLst/>
              <a:cxnLst/>
              <a:rect l="l" t="t" r="r" b="b"/>
              <a:pathLst>
                <a:path w="9562" h="703" extrusionOk="0">
                  <a:moveTo>
                    <a:pt x="0" y="1"/>
                  </a:moveTo>
                  <a:lnTo>
                    <a:pt x="0" y="703"/>
                  </a:lnTo>
                  <a:lnTo>
                    <a:pt x="9562" y="703"/>
                  </a:lnTo>
                  <a:lnTo>
                    <a:pt x="956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34"/>
            <p:cNvSpPr/>
            <p:nvPr/>
          </p:nvSpPr>
          <p:spPr>
            <a:xfrm>
              <a:off x="7231112" y="1839908"/>
              <a:ext cx="259348" cy="19310"/>
            </a:xfrm>
            <a:custGeom>
              <a:avLst/>
              <a:gdLst/>
              <a:ahLst/>
              <a:cxnLst/>
              <a:rect l="l" t="t" r="r" b="b"/>
              <a:pathLst>
                <a:path w="9442" h="703" extrusionOk="0">
                  <a:moveTo>
                    <a:pt x="0" y="0"/>
                  </a:moveTo>
                  <a:lnTo>
                    <a:pt x="0" y="702"/>
                  </a:lnTo>
                  <a:lnTo>
                    <a:pt x="9263" y="702"/>
                  </a:lnTo>
                  <a:lnTo>
                    <a:pt x="9367" y="359"/>
                  </a:lnTo>
                  <a:lnTo>
                    <a:pt x="9442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34"/>
            <p:cNvSpPr/>
            <p:nvPr/>
          </p:nvSpPr>
          <p:spPr>
            <a:xfrm>
              <a:off x="7249981" y="1904317"/>
              <a:ext cx="216279" cy="19310"/>
            </a:xfrm>
            <a:custGeom>
              <a:avLst/>
              <a:gdLst/>
              <a:ahLst/>
              <a:cxnLst/>
              <a:rect l="l" t="t" r="r" b="b"/>
              <a:pathLst>
                <a:path w="7874" h="703" extrusionOk="0">
                  <a:moveTo>
                    <a:pt x="0" y="1"/>
                  </a:moveTo>
                  <a:lnTo>
                    <a:pt x="224" y="359"/>
                  </a:lnTo>
                  <a:lnTo>
                    <a:pt x="449" y="703"/>
                  </a:lnTo>
                  <a:lnTo>
                    <a:pt x="7425" y="703"/>
                  </a:lnTo>
                  <a:lnTo>
                    <a:pt x="7649" y="359"/>
                  </a:lnTo>
                  <a:lnTo>
                    <a:pt x="7874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34"/>
            <p:cNvSpPr/>
            <p:nvPr/>
          </p:nvSpPr>
          <p:spPr>
            <a:xfrm>
              <a:off x="7303322" y="1968754"/>
              <a:ext cx="109595" cy="19310"/>
            </a:xfrm>
            <a:custGeom>
              <a:avLst/>
              <a:gdLst/>
              <a:ahLst/>
              <a:cxnLst/>
              <a:rect l="l" t="t" r="r" b="b"/>
              <a:pathLst>
                <a:path w="3990" h="703" extrusionOk="0">
                  <a:moveTo>
                    <a:pt x="1" y="0"/>
                  </a:moveTo>
                  <a:lnTo>
                    <a:pt x="240" y="209"/>
                  </a:lnTo>
                  <a:lnTo>
                    <a:pt x="494" y="419"/>
                  </a:lnTo>
                  <a:lnTo>
                    <a:pt x="165" y="702"/>
                  </a:lnTo>
                  <a:lnTo>
                    <a:pt x="3825" y="702"/>
                  </a:lnTo>
                  <a:lnTo>
                    <a:pt x="3496" y="419"/>
                  </a:lnTo>
                  <a:lnTo>
                    <a:pt x="3750" y="209"/>
                  </a:lnTo>
                  <a:lnTo>
                    <a:pt x="3989" y="0"/>
                  </a:lnTo>
                  <a:close/>
                </a:path>
              </a:pathLst>
            </a:custGeom>
            <a:solidFill>
              <a:srgbClr val="FB7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34"/>
            <p:cNvSpPr/>
            <p:nvPr/>
          </p:nvSpPr>
          <p:spPr>
            <a:xfrm>
              <a:off x="7256546" y="2033163"/>
              <a:ext cx="203150" cy="19310"/>
            </a:xfrm>
            <a:custGeom>
              <a:avLst/>
              <a:gdLst/>
              <a:ahLst/>
              <a:cxnLst/>
              <a:rect l="l" t="t" r="r" b="b"/>
              <a:pathLst>
                <a:path w="7396" h="703" extrusionOk="0">
                  <a:moveTo>
                    <a:pt x="434" y="1"/>
                  </a:moveTo>
                  <a:lnTo>
                    <a:pt x="210" y="344"/>
                  </a:lnTo>
                  <a:lnTo>
                    <a:pt x="0" y="703"/>
                  </a:lnTo>
                  <a:lnTo>
                    <a:pt x="7396" y="703"/>
                  </a:lnTo>
                  <a:lnTo>
                    <a:pt x="7186" y="344"/>
                  </a:lnTo>
                  <a:lnTo>
                    <a:pt x="696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34"/>
            <p:cNvSpPr/>
            <p:nvPr/>
          </p:nvSpPr>
          <p:spPr>
            <a:xfrm>
              <a:off x="7233556" y="2097600"/>
              <a:ext cx="249130" cy="19310"/>
            </a:xfrm>
            <a:custGeom>
              <a:avLst/>
              <a:gdLst/>
              <a:ahLst/>
              <a:cxnLst/>
              <a:rect l="l" t="t" r="r" b="b"/>
              <a:pathLst>
                <a:path w="9070" h="703" extrusionOk="0">
                  <a:moveTo>
                    <a:pt x="165" y="0"/>
                  </a:moveTo>
                  <a:lnTo>
                    <a:pt x="75" y="344"/>
                  </a:lnTo>
                  <a:lnTo>
                    <a:pt x="1" y="702"/>
                  </a:lnTo>
                  <a:lnTo>
                    <a:pt x="9069" y="702"/>
                  </a:lnTo>
                  <a:lnTo>
                    <a:pt x="8994" y="344"/>
                  </a:lnTo>
                  <a:lnTo>
                    <a:pt x="8905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34"/>
            <p:cNvSpPr/>
            <p:nvPr/>
          </p:nvSpPr>
          <p:spPr>
            <a:xfrm>
              <a:off x="7231524" y="2161597"/>
              <a:ext cx="253195" cy="19310"/>
            </a:xfrm>
            <a:custGeom>
              <a:avLst/>
              <a:gdLst/>
              <a:ahLst/>
              <a:cxnLst/>
              <a:rect l="l" t="t" r="r" b="b"/>
              <a:pathLst>
                <a:path w="9218" h="703" extrusionOk="0">
                  <a:moveTo>
                    <a:pt x="0" y="1"/>
                  </a:moveTo>
                  <a:lnTo>
                    <a:pt x="30" y="359"/>
                  </a:lnTo>
                  <a:lnTo>
                    <a:pt x="90" y="703"/>
                  </a:lnTo>
                  <a:lnTo>
                    <a:pt x="9128" y="703"/>
                  </a:lnTo>
                  <a:lnTo>
                    <a:pt x="9188" y="359"/>
                  </a:lnTo>
                  <a:lnTo>
                    <a:pt x="9218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34"/>
            <p:cNvSpPr/>
            <p:nvPr/>
          </p:nvSpPr>
          <p:spPr>
            <a:xfrm>
              <a:off x="7247921" y="2226033"/>
              <a:ext cx="220399" cy="19310"/>
            </a:xfrm>
            <a:custGeom>
              <a:avLst/>
              <a:gdLst/>
              <a:ahLst/>
              <a:cxnLst/>
              <a:rect l="l" t="t" r="r" b="b"/>
              <a:pathLst>
                <a:path w="8024" h="703" extrusionOk="0">
                  <a:moveTo>
                    <a:pt x="1" y="0"/>
                  </a:moveTo>
                  <a:lnTo>
                    <a:pt x="165" y="359"/>
                  </a:lnTo>
                  <a:lnTo>
                    <a:pt x="359" y="702"/>
                  </a:lnTo>
                  <a:lnTo>
                    <a:pt x="7665" y="702"/>
                  </a:lnTo>
                  <a:lnTo>
                    <a:pt x="7859" y="359"/>
                  </a:lnTo>
                  <a:lnTo>
                    <a:pt x="8023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34"/>
            <p:cNvSpPr/>
            <p:nvPr/>
          </p:nvSpPr>
          <p:spPr>
            <a:xfrm>
              <a:off x="7290605" y="2290443"/>
              <a:ext cx="135030" cy="19310"/>
            </a:xfrm>
            <a:custGeom>
              <a:avLst/>
              <a:gdLst/>
              <a:ahLst/>
              <a:cxnLst/>
              <a:rect l="l" t="t" r="r" b="b"/>
              <a:pathLst>
                <a:path w="4916" h="703" extrusionOk="0">
                  <a:moveTo>
                    <a:pt x="0" y="1"/>
                  </a:moveTo>
                  <a:lnTo>
                    <a:pt x="344" y="359"/>
                  </a:lnTo>
                  <a:lnTo>
                    <a:pt x="718" y="703"/>
                  </a:lnTo>
                  <a:lnTo>
                    <a:pt x="4198" y="703"/>
                  </a:lnTo>
                  <a:lnTo>
                    <a:pt x="4572" y="359"/>
                  </a:lnTo>
                  <a:lnTo>
                    <a:pt x="4916" y="1"/>
                  </a:lnTo>
                  <a:close/>
                </a:path>
              </a:pathLst>
            </a:custGeom>
            <a:solidFill>
              <a:srgbClr val="FB79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34"/>
            <p:cNvSpPr/>
            <p:nvPr/>
          </p:nvSpPr>
          <p:spPr>
            <a:xfrm>
              <a:off x="7251629" y="2354879"/>
              <a:ext cx="212983" cy="19310"/>
            </a:xfrm>
            <a:custGeom>
              <a:avLst/>
              <a:gdLst/>
              <a:ahLst/>
              <a:cxnLst/>
              <a:rect l="l" t="t" r="r" b="b"/>
              <a:pathLst>
                <a:path w="7754" h="703" extrusionOk="0">
                  <a:moveTo>
                    <a:pt x="613" y="0"/>
                  </a:moveTo>
                  <a:lnTo>
                    <a:pt x="299" y="344"/>
                  </a:lnTo>
                  <a:lnTo>
                    <a:pt x="0" y="702"/>
                  </a:lnTo>
                  <a:lnTo>
                    <a:pt x="7754" y="702"/>
                  </a:lnTo>
                  <a:lnTo>
                    <a:pt x="7455" y="344"/>
                  </a:lnTo>
                  <a:lnTo>
                    <a:pt x="7141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34"/>
            <p:cNvSpPr/>
            <p:nvPr/>
          </p:nvSpPr>
          <p:spPr>
            <a:xfrm>
              <a:off x="7231112" y="2419288"/>
              <a:ext cx="270033" cy="19310"/>
            </a:xfrm>
            <a:custGeom>
              <a:avLst/>
              <a:gdLst/>
              <a:ahLst/>
              <a:cxnLst/>
              <a:rect l="l" t="t" r="r" b="b"/>
              <a:pathLst>
                <a:path w="9831" h="703" extrusionOk="0">
                  <a:moveTo>
                    <a:pt x="0" y="1"/>
                  </a:moveTo>
                  <a:lnTo>
                    <a:pt x="0" y="703"/>
                  </a:lnTo>
                  <a:lnTo>
                    <a:pt x="9830" y="703"/>
                  </a:lnTo>
                  <a:lnTo>
                    <a:pt x="9696" y="344"/>
                  </a:lnTo>
                  <a:lnTo>
                    <a:pt x="9532" y="1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34"/>
            <p:cNvSpPr/>
            <p:nvPr/>
          </p:nvSpPr>
          <p:spPr>
            <a:xfrm>
              <a:off x="7231112" y="2483313"/>
              <a:ext cx="281514" cy="19310"/>
            </a:xfrm>
            <a:custGeom>
              <a:avLst/>
              <a:gdLst/>
              <a:ahLst/>
              <a:cxnLst/>
              <a:rect l="l" t="t" r="r" b="b"/>
              <a:pathLst>
                <a:path w="10249" h="703" extrusionOk="0">
                  <a:moveTo>
                    <a:pt x="0" y="0"/>
                  </a:moveTo>
                  <a:lnTo>
                    <a:pt x="0" y="703"/>
                  </a:lnTo>
                  <a:lnTo>
                    <a:pt x="10249" y="703"/>
                  </a:lnTo>
                  <a:lnTo>
                    <a:pt x="10234" y="359"/>
                  </a:lnTo>
                  <a:lnTo>
                    <a:pt x="10204" y="0"/>
                  </a:lnTo>
                  <a:close/>
                </a:path>
              </a:pathLst>
            </a:custGeom>
            <a:solidFill>
              <a:srgbClr val="FF9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34"/>
            <p:cNvSpPr/>
            <p:nvPr/>
          </p:nvSpPr>
          <p:spPr>
            <a:xfrm>
              <a:off x="7203618" y="1699142"/>
              <a:ext cx="281514" cy="885168"/>
            </a:xfrm>
            <a:custGeom>
              <a:avLst/>
              <a:gdLst/>
              <a:ahLst/>
              <a:cxnLst/>
              <a:rect l="l" t="t" r="r" b="b"/>
              <a:pathLst>
                <a:path w="10249" h="32226" extrusionOk="0">
                  <a:moveTo>
                    <a:pt x="1494" y="1"/>
                  </a:moveTo>
                  <a:lnTo>
                    <a:pt x="1405" y="16"/>
                  </a:lnTo>
                  <a:lnTo>
                    <a:pt x="1240" y="76"/>
                  </a:lnTo>
                  <a:lnTo>
                    <a:pt x="1091" y="150"/>
                  </a:lnTo>
                  <a:lnTo>
                    <a:pt x="956" y="270"/>
                  </a:lnTo>
                  <a:lnTo>
                    <a:pt x="852" y="389"/>
                  </a:lnTo>
                  <a:lnTo>
                    <a:pt x="762" y="554"/>
                  </a:lnTo>
                  <a:lnTo>
                    <a:pt x="717" y="718"/>
                  </a:lnTo>
                  <a:lnTo>
                    <a:pt x="702" y="808"/>
                  </a:lnTo>
                  <a:lnTo>
                    <a:pt x="687" y="897"/>
                  </a:lnTo>
                  <a:lnTo>
                    <a:pt x="687" y="3885"/>
                  </a:lnTo>
                  <a:lnTo>
                    <a:pt x="717" y="4363"/>
                  </a:lnTo>
                  <a:lnTo>
                    <a:pt x="762" y="4841"/>
                  </a:lnTo>
                  <a:lnTo>
                    <a:pt x="852" y="5319"/>
                  </a:lnTo>
                  <a:lnTo>
                    <a:pt x="971" y="5797"/>
                  </a:lnTo>
                  <a:lnTo>
                    <a:pt x="1121" y="6261"/>
                  </a:lnTo>
                  <a:lnTo>
                    <a:pt x="1315" y="6724"/>
                  </a:lnTo>
                  <a:lnTo>
                    <a:pt x="1524" y="7172"/>
                  </a:lnTo>
                  <a:lnTo>
                    <a:pt x="1778" y="7620"/>
                  </a:lnTo>
                  <a:lnTo>
                    <a:pt x="2062" y="8053"/>
                  </a:lnTo>
                  <a:lnTo>
                    <a:pt x="2361" y="8472"/>
                  </a:lnTo>
                  <a:lnTo>
                    <a:pt x="2704" y="8890"/>
                  </a:lnTo>
                  <a:lnTo>
                    <a:pt x="3078" y="9293"/>
                  </a:lnTo>
                  <a:lnTo>
                    <a:pt x="3466" y="9682"/>
                  </a:lnTo>
                  <a:lnTo>
                    <a:pt x="3899" y="10055"/>
                  </a:lnTo>
                  <a:lnTo>
                    <a:pt x="4348" y="10414"/>
                  </a:lnTo>
                  <a:lnTo>
                    <a:pt x="4826" y="10757"/>
                  </a:lnTo>
                  <a:lnTo>
                    <a:pt x="5110" y="10952"/>
                  </a:lnTo>
                  <a:lnTo>
                    <a:pt x="5513" y="11221"/>
                  </a:lnTo>
                  <a:lnTo>
                    <a:pt x="5871" y="11519"/>
                  </a:lnTo>
                  <a:lnTo>
                    <a:pt x="6230" y="11818"/>
                  </a:lnTo>
                  <a:lnTo>
                    <a:pt x="6544" y="12117"/>
                  </a:lnTo>
                  <a:lnTo>
                    <a:pt x="6843" y="12446"/>
                  </a:lnTo>
                  <a:lnTo>
                    <a:pt x="7126" y="12759"/>
                  </a:lnTo>
                  <a:lnTo>
                    <a:pt x="7365" y="13103"/>
                  </a:lnTo>
                  <a:lnTo>
                    <a:pt x="7604" y="13432"/>
                  </a:lnTo>
                  <a:lnTo>
                    <a:pt x="7799" y="13775"/>
                  </a:lnTo>
                  <a:lnTo>
                    <a:pt x="7978" y="14134"/>
                  </a:lnTo>
                  <a:lnTo>
                    <a:pt x="8127" y="14492"/>
                  </a:lnTo>
                  <a:lnTo>
                    <a:pt x="8247" y="14851"/>
                  </a:lnTo>
                  <a:lnTo>
                    <a:pt x="8337" y="15224"/>
                  </a:lnTo>
                  <a:lnTo>
                    <a:pt x="8411" y="15583"/>
                  </a:lnTo>
                  <a:lnTo>
                    <a:pt x="8456" y="15956"/>
                  </a:lnTo>
                  <a:lnTo>
                    <a:pt x="8456" y="16330"/>
                  </a:lnTo>
                  <a:lnTo>
                    <a:pt x="8456" y="16703"/>
                  </a:lnTo>
                  <a:lnTo>
                    <a:pt x="8411" y="17077"/>
                  </a:lnTo>
                  <a:lnTo>
                    <a:pt x="8337" y="17450"/>
                  </a:lnTo>
                  <a:lnTo>
                    <a:pt x="8247" y="17824"/>
                  </a:lnTo>
                  <a:lnTo>
                    <a:pt x="8127" y="18182"/>
                  </a:lnTo>
                  <a:lnTo>
                    <a:pt x="7978" y="18541"/>
                  </a:lnTo>
                  <a:lnTo>
                    <a:pt x="7799" y="18885"/>
                  </a:lnTo>
                  <a:lnTo>
                    <a:pt x="7604" y="19228"/>
                  </a:lnTo>
                  <a:lnTo>
                    <a:pt x="7365" y="19572"/>
                  </a:lnTo>
                  <a:lnTo>
                    <a:pt x="7126" y="19900"/>
                  </a:lnTo>
                  <a:lnTo>
                    <a:pt x="6843" y="20229"/>
                  </a:lnTo>
                  <a:lnTo>
                    <a:pt x="6544" y="20543"/>
                  </a:lnTo>
                  <a:lnTo>
                    <a:pt x="6230" y="20857"/>
                  </a:lnTo>
                  <a:lnTo>
                    <a:pt x="5871" y="21155"/>
                  </a:lnTo>
                  <a:lnTo>
                    <a:pt x="5513" y="21439"/>
                  </a:lnTo>
                  <a:lnTo>
                    <a:pt x="5110" y="21723"/>
                  </a:lnTo>
                  <a:lnTo>
                    <a:pt x="4138" y="22380"/>
                  </a:lnTo>
                  <a:lnTo>
                    <a:pt x="3660" y="22724"/>
                  </a:lnTo>
                  <a:lnTo>
                    <a:pt x="3212" y="23083"/>
                  </a:lnTo>
                  <a:lnTo>
                    <a:pt x="2779" y="23456"/>
                  </a:lnTo>
                  <a:lnTo>
                    <a:pt x="2391" y="23844"/>
                  </a:lnTo>
                  <a:lnTo>
                    <a:pt x="2017" y="24248"/>
                  </a:lnTo>
                  <a:lnTo>
                    <a:pt x="1673" y="24666"/>
                  </a:lnTo>
                  <a:lnTo>
                    <a:pt x="1360" y="25084"/>
                  </a:lnTo>
                  <a:lnTo>
                    <a:pt x="1091" y="25518"/>
                  </a:lnTo>
                  <a:lnTo>
                    <a:pt x="837" y="25966"/>
                  </a:lnTo>
                  <a:lnTo>
                    <a:pt x="613" y="26414"/>
                  </a:lnTo>
                  <a:lnTo>
                    <a:pt x="433" y="26877"/>
                  </a:lnTo>
                  <a:lnTo>
                    <a:pt x="284" y="27340"/>
                  </a:lnTo>
                  <a:lnTo>
                    <a:pt x="165" y="27818"/>
                  </a:lnTo>
                  <a:lnTo>
                    <a:pt x="75" y="28296"/>
                  </a:lnTo>
                  <a:lnTo>
                    <a:pt x="15" y="28774"/>
                  </a:lnTo>
                  <a:lnTo>
                    <a:pt x="0" y="29253"/>
                  </a:lnTo>
                  <a:lnTo>
                    <a:pt x="0" y="31329"/>
                  </a:lnTo>
                  <a:lnTo>
                    <a:pt x="15" y="31419"/>
                  </a:lnTo>
                  <a:lnTo>
                    <a:pt x="15" y="31508"/>
                  </a:lnTo>
                  <a:lnTo>
                    <a:pt x="75" y="31673"/>
                  </a:lnTo>
                  <a:lnTo>
                    <a:pt x="165" y="31837"/>
                  </a:lnTo>
                  <a:lnTo>
                    <a:pt x="269" y="31957"/>
                  </a:lnTo>
                  <a:lnTo>
                    <a:pt x="404" y="32076"/>
                  </a:lnTo>
                  <a:lnTo>
                    <a:pt x="553" y="32151"/>
                  </a:lnTo>
                  <a:lnTo>
                    <a:pt x="717" y="32211"/>
                  </a:lnTo>
                  <a:lnTo>
                    <a:pt x="807" y="32226"/>
                  </a:lnTo>
                  <a:lnTo>
                    <a:pt x="986" y="32226"/>
                  </a:lnTo>
                  <a:lnTo>
                    <a:pt x="1076" y="32211"/>
                  </a:lnTo>
                  <a:lnTo>
                    <a:pt x="1255" y="32151"/>
                  </a:lnTo>
                  <a:lnTo>
                    <a:pt x="1405" y="32076"/>
                  </a:lnTo>
                  <a:lnTo>
                    <a:pt x="1539" y="31957"/>
                  </a:lnTo>
                  <a:lnTo>
                    <a:pt x="1644" y="31837"/>
                  </a:lnTo>
                  <a:lnTo>
                    <a:pt x="1733" y="31673"/>
                  </a:lnTo>
                  <a:lnTo>
                    <a:pt x="1778" y="31508"/>
                  </a:lnTo>
                  <a:lnTo>
                    <a:pt x="1793" y="31419"/>
                  </a:lnTo>
                  <a:lnTo>
                    <a:pt x="1793" y="31329"/>
                  </a:lnTo>
                  <a:lnTo>
                    <a:pt x="1793" y="29253"/>
                  </a:lnTo>
                  <a:lnTo>
                    <a:pt x="1808" y="28879"/>
                  </a:lnTo>
                  <a:lnTo>
                    <a:pt x="1853" y="28506"/>
                  </a:lnTo>
                  <a:lnTo>
                    <a:pt x="1927" y="28132"/>
                  </a:lnTo>
                  <a:lnTo>
                    <a:pt x="2017" y="27774"/>
                  </a:lnTo>
                  <a:lnTo>
                    <a:pt x="2137" y="27415"/>
                  </a:lnTo>
                  <a:lnTo>
                    <a:pt x="2286" y="27056"/>
                  </a:lnTo>
                  <a:lnTo>
                    <a:pt x="2465" y="26698"/>
                  </a:lnTo>
                  <a:lnTo>
                    <a:pt x="2659" y="26354"/>
                  </a:lnTo>
                  <a:lnTo>
                    <a:pt x="2884" y="26026"/>
                  </a:lnTo>
                  <a:lnTo>
                    <a:pt x="3138" y="25682"/>
                  </a:lnTo>
                  <a:lnTo>
                    <a:pt x="3406" y="25368"/>
                  </a:lnTo>
                  <a:lnTo>
                    <a:pt x="3705" y="25040"/>
                  </a:lnTo>
                  <a:lnTo>
                    <a:pt x="4034" y="24741"/>
                  </a:lnTo>
                  <a:lnTo>
                    <a:pt x="4378" y="24442"/>
                  </a:lnTo>
                  <a:lnTo>
                    <a:pt x="4751" y="24143"/>
                  </a:lnTo>
                  <a:lnTo>
                    <a:pt x="5154" y="23874"/>
                  </a:lnTo>
                  <a:lnTo>
                    <a:pt x="6125" y="23202"/>
                  </a:lnTo>
                  <a:lnTo>
                    <a:pt x="6604" y="22858"/>
                  </a:lnTo>
                  <a:lnTo>
                    <a:pt x="7052" y="22500"/>
                  </a:lnTo>
                  <a:lnTo>
                    <a:pt x="7470" y="22126"/>
                  </a:lnTo>
                  <a:lnTo>
                    <a:pt x="7873" y="21753"/>
                  </a:lnTo>
                  <a:lnTo>
                    <a:pt x="8247" y="21350"/>
                  </a:lnTo>
                  <a:lnTo>
                    <a:pt x="8590" y="20931"/>
                  </a:lnTo>
                  <a:lnTo>
                    <a:pt x="8889" y="20513"/>
                  </a:lnTo>
                  <a:lnTo>
                    <a:pt x="9173" y="20065"/>
                  </a:lnTo>
                  <a:lnTo>
                    <a:pt x="9427" y="19631"/>
                  </a:lnTo>
                  <a:lnTo>
                    <a:pt x="9636" y="19168"/>
                  </a:lnTo>
                  <a:lnTo>
                    <a:pt x="9830" y="18720"/>
                  </a:lnTo>
                  <a:lnTo>
                    <a:pt x="9980" y="18242"/>
                  </a:lnTo>
                  <a:lnTo>
                    <a:pt x="10099" y="17779"/>
                  </a:lnTo>
                  <a:lnTo>
                    <a:pt x="10189" y="17301"/>
                  </a:lnTo>
                  <a:lnTo>
                    <a:pt x="10234" y="16823"/>
                  </a:lnTo>
                  <a:lnTo>
                    <a:pt x="10249" y="16330"/>
                  </a:lnTo>
                  <a:lnTo>
                    <a:pt x="10234" y="15852"/>
                  </a:lnTo>
                  <a:lnTo>
                    <a:pt x="10189" y="15374"/>
                  </a:lnTo>
                  <a:lnTo>
                    <a:pt x="10099" y="14896"/>
                  </a:lnTo>
                  <a:lnTo>
                    <a:pt x="9980" y="14418"/>
                  </a:lnTo>
                  <a:lnTo>
                    <a:pt x="9830" y="13954"/>
                  </a:lnTo>
                  <a:lnTo>
                    <a:pt x="9636" y="13491"/>
                  </a:lnTo>
                  <a:lnTo>
                    <a:pt x="9427" y="13043"/>
                  </a:lnTo>
                  <a:lnTo>
                    <a:pt x="9173" y="12595"/>
                  </a:lnTo>
                  <a:lnTo>
                    <a:pt x="8889" y="12162"/>
                  </a:lnTo>
                  <a:lnTo>
                    <a:pt x="8590" y="11743"/>
                  </a:lnTo>
                  <a:lnTo>
                    <a:pt x="8247" y="11325"/>
                  </a:lnTo>
                  <a:lnTo>
                    <a:pt x="7873" y="10922"/>
                  </a:lnTo>
                  <a:lnTo>
                    <a:pt x="7470" y="10533"/>
                  </a:lnTo>
                  <a:lnTo>
                    <a:pt x="7052" y="10160"/>
                  </a:lnTo>
                  <a:lnTo>
                    <a:pt x="6604" y="9801"/>
                  </a:lnTo>
                  <a:lnTo>
                    <a:pt x="6125" y="9458"/>
                  </a:lnTo>
                  <a:lnTo>
                    <a:pt x="5842" y="9278"/>
                  </a:lnTo>
                  <a:lnTo>
                    <a:pt x="5438" y="8995"/>
                  </a:lnTo>
                  <a:lnTo>
                    <a:pt x="5080" y="8696"/>
                  </a:lnTo>
                  <a:lnTo>
                    <a:pt x="4721" y="8397"/>
                  </a:lnTo>
                  <a:lnTo>
                    <a:pt x="4407" y="8098"/>
                  </a:lnTo>
                  <a:lnTo>
                    <a:pt x="4109" y="7770"/>
                  </a:lnTo>
                  <a:lnTo>
                    <a:pt x="3825" y="7456"/>
                  </a:lnTo>
                  <a:lnTo>
                    <a:pt x="3571" y="7112"/>
                  </a:lnTo>
                  <a:lnTo>
                    <a:pt x="3347" y="6784"/>
                  </a:lnTo>
                  <a:lnTo>
                    <a:pt x="3152" y="6440"/>
                  </a:lnTo>
                  <a:lnTo>
                    <a:pt x="2973" y="6081"/>
                  </a:lnTo>
                  <a:lnTo>
                    <a:pt x="2824" y="5723"/>
                  </a:lnTo>
                  <a:lnTo>
                    <a:pt x="2704" y="5364"/>
                  </a:lnTo>
                  <a:lnTo>
                    <a:pt x="2615" y="5006"/>
                  </a:lnTo>
                  <a:lnTo>
                    <a:pt x="2540" y="4632"/>
                  </a:lnTo>
                  <a:lnTo>
                    <a:pt x="2495" y="4259"/>
                  </a:lnTo>
                  <a:lnTo>
                    <a:pt x="2480" y="3885"/>
                  </a:lnTo>
                  <a:lnTo>
                    <a:pt x="2480" y="897"/>
                  </a:lnTo>
                  <a:lnTo>
                    <a:pt x="2480" y="808"/>
                  </a:lnTo>
                  <a:lnTo>
                    <a:pt x="2465" y="718"/>
                  </a:lnTo>
                  <a:lnTo>
                    <a:pt x="2420" y="554"/>
                  </a:lnTo>
                  <a:lnTo>
                    <a:pt x="2331" y="389"/>
                  </a:lnTo>
                  <a:lnTo>
                    <a:pt x="2226" y="270"/>
                  </a:lnTo>
                  <a:lnTo>
                    <a:pt x="2092" y="150"/>
                  </a:lnTo>
                  <a:lnTo>
                    <a:pt x="1942" y="76"/>
                  </a:lnTo>
                  <a:lnTo>
                    <a:pt x="1778" y="16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34"/>
            <p:cNvSpPr/>
            <p:nvPr/>
          </p:nvSpPr>
          <p:spPr>
            <a:xfrm>
              <a:off x="7231112" y="1699142"/>
              <a:ext cx="281514" cy="885168"/>
            </a:xfrm>
            <a:custGeom>
              <a:avLst/>
              <a:gdLst/>
              <a:ahLst/>
              <a:cxnLst/>
              <a:rect l="l" t="t" r="r" b="b"/>
              <a:pathLst>
                <a:path w="10249" h="32226" extrusionOk="0">
                  <a:moveTo>
                    <a:pt x="8561" y="1"/>
                  </a:moveTo>
                  <a:lnTo>
                    <a:pt x="8471" y="16"/>
                  </a:lnTo>
                  <a:lnTo>
                    <a:pt x="8307" y="76"/>
                  </a:lnTo>
                  <a:lnTo>
                    <a:pt x="8157" y="150"/>
                  </a:lnTo>
                  <a:lnTo>
                    <a:pt x="8023" y="270"/>
                  </a:lnTo>
                  <a:lnTo>
                    <a:pt x="7918" y="389"/>
                  </a:lnTo>
                  <a:lnTo>
                    <a:pt x="7829" y="554"/>
                  </a:lnTo>
                  <a:lnTo>
                    <a:pt x="7784" y="718"/>
                  </a:lnTo>
                  <a:lnTo>
                    <a:pt x="7769" y="808"/>
                  </a:lnTo>
                  <a:lnTo>
                    <a:pt x="7769" y="897"/>
                  </a:lnTo>
                  <a:lnTo>
                    <a:pt x="7769" y="3885"/>
                  </a:lnTo>
                  <a:lnTo>
                    <a:pt x="7754" y="4259"/>
                  </a:lnTo>
                  <a:lnTo>
                    <a:pt x="7709" y="4632"/>
                  </a:lnTo>
                  <a:lnTo>
                    <a:pt x="7634" y="5006"/>
                  </a:lnTo>
                  <a:lnTo>
                    <a:pt x="7545" y="5364"/>
                  </a:lnTo>
                  <a:lnTo>
                    <a:pt x="7425" y="5723"/>
                  </a:lnTo>
                  <a:lnTo>
                    <a:pt x="7276" y="6081"/>
                  </a:lnTo>
                  <a:lnTo>
                    <a:pt x="7096" y="6440"/>
                  </a:lnTo>
                  <a:lnTo>
                    <a:pt x="6902" y="6784"/>
                  </a:lnTo>
                  <a:lnTo>
                    <a:pt x="6678" y="7112"/>
                  </a:lnTo>
                  <a:lnTo>
                    <a:pt x="6424" y="7456"/>
                  </a:lnTo>
                  <a:lnTo>
                    <a:pt x="6140" y="7770"/>
                  </a:lnTo>
                  <a:lnTo>
                    <a:pt x="5842" y="8098"/>
                  </a:lnTo>
                  <a:lnTo>
                    <a:pt x="5528" y="8397"/>
                  </a:lnTo>
                  <a:lnTo>
                    <a:pt x="5169" y="8696"/>
                  </a:lnTo>
                  <a:lnTo>
                    <a:pt x="4811" y="8995"/>
                  </a:lnTo>
                  <a:lnTo>
                    <a:pt x="4407" y="9278"/>
                  </a:lnTo>
                  <a:lnTo>
                    <a:pt x="4123" y="9458"/>
                  </a:lnTo>
                  <a:lnTo>
                    <a:pt x="3645" y="9801"/>
                  </a:lnTo>
                  <a:lnTo>
                    <a:pt x="3197" y="10160"/>
                  </a:lnTo>
                  <a:lnTo>
                    <a:pt x="2779" y="10533"/>
                  </a:lnTo>
                  <a:lnTo>
                    <a:pt x="2376" y="10922"/>
                  </a:lnTo>
                  <a:lnTo>
                    <a:pt x="2002" y="11325"/>
                  </a:lnTo>
                  <a:lnTo>
                    <a:pt x="1673" y="11743"/>
                  </a:lnTo>
                  <a:lnTo>
                    <a:pt x="1360" y="12162"/>
                  </a:lnTo>
                  <a:lnTo>
                    <a:pt x="1076" y="12595"/>
                  </a:lnTo>
                  <a:lnTo>
                    <a:pt x="822" y="13043"/>
                  </a:lnTo>
                  <a:lnTo>
                    <a:pt x="613" y="13491"/>
                  </a:lnTo>
                  <a:lnTo>
                    <a:pt x="418" y="13954"/>
                  </a:lnTo>
                  <a:lnTo>
                    <a:pt x="269" y="14418"/>
                  </a:lnTo>
                  <a:lnTo>
                    <a:pt x="150" y="14896"/>
                  </a:lnTo>
                  <a:lnTo>
                    <a:pt x="60" y="15374"/>
                  </a:lnTo>
                  <a:lnTo>
                    <a:pt x="15" y="15852"/>
                  </a:lnTo>
                  <a:lnTo>
                    <a:pt x="0" y="16330"/>
                  </a:lnTo>
                  <a:lnTo>
                    <a:pt x="15" y="16823"/>
                  </a:lnTo>
                  <a:lnTo>
                    <a:pt x="60" y="17301"/>
                  </a:lnTo>
                  <a:lnTo>
                    <a:pt x="150" y="17779"/>
                  </a:lnTo>
                  <a:lnTo>
                    <a:pt x="269" y="18242"/>
                  </a:lnTo>
                  <a:lnTo>
                    <a:pt x="418" y="18720"/>
                  </a:lnTo>
                  <a:lnTo>
                    <a:pt x="613" y="19168"/>
                  </a:lnTo>
                  <a:lnTo>
                    <a:pt x="822" y="19631"/>
                  </a:lnTo>
                  <a:lnTo>
                    <a:pt x="1076" y="20065"/>
                  </a:lnTo>
                  <a:lnTo>
                    <a:pt x="1360" y="20513"/>
                  </a:lnTo>
                  <a:lnTo>
                    <a:pt x="1673" y="20931"/>
                  </a:lnTo>
                  <a:lnTo>
                    <a:pt x="2002" y="21350"/>
                  </a:lnTo>
                  <a:lnTo>
                    <a:pt x="2376" y="21753"/>
                  </a:lnTo>
                  <a:lnTo>
                    <a:pt x="2779" y="22126"/>
                  </a:lnTo>
                  <a:lnTo>
                    <a:pt x="3197" y="22500"/>
                  </a:lnTo>
                  <a:lnTo>
                    <a:pt x="3645" y="22858"/>
                  </a:lnTo>
                  <a:lnTo>
                    <a:pt x="4123" y="23202"/>
                  </a:lnTo>
                  <a:lnTo>
                    <a:pt x="5095" y="23874"/>
                  </a:lnTo>
                  <a:lnTo>
                    <a:pt x="5498" y="24143"/>
                  </a:lnTo>
                  <a:lnTo>
                    <a:pt x="5871" y="24442"/>
                  </a:lnTo>
                  <a:lnTo>
                    <a:pt x="6215" y="24741"/>
                  </a:lnTo>
                  <a:lnTo>
                    <a:pt x="6544" y="25040"/>
                  </a:lnTo>
                  <a:lnTo>
                    <a:pt x="6843" y="25368"/>
                  </a:lnTo>
                  <a:lnTo>
                    <a:pt x="7111" y="25682"/>
                  </a:lnTo>
                  <a:lnTo>
                    <a:pt x="7365" y="26026"/>
                  </a:lnTo>
                  <a:lnTo>
                    <a:pt x="7589" y="26354"/>
                  </a:lnTo>
                  <a:lnTo>
                    <a:pt x="7784" y="26698"/>
                  </a:lnTo>
                  <a:lnTo>
                    <a:pt x="7963" y="27056"/>
                  </a:lnTo>
                  <a:lnTo>
                    <a:pt x="8112" y="27415"/>
                  </a:lnTo>
                  <a:lnTo>
                    <a:pt x="8232" y="27774"/>
                  </a:lnTo>
                  <a:lnTo>
                    <a:pt x="8322" y="28132"/>
                  </a:lnTo>
                  <a:lnTo>
                    <a:pt x="8396" y="28506"/>
                  </a:lnTo>
                  <a:lnTo>
                    <a:pt x="8441" y="28879"/>
                  </a:lnTo>
                  <a:lnTo>
                    <a:pt x="8456" y="29253"/>
                  </a:lnTo>
                  <a:lnTo>
                    <a:pt x="8456" y="31329"/>
                  </a:lnTo>
                  <a:lnTo>
                    <a:pt x="8456" y="31419"/>
                  </a:lnTo>
                  <a:lnTo>
                    <a:pt x="8471" y="31508"/>
                  </a:lnTo>
                  <a:lnTo>
                    <a:pt x="8516" y="31673"/>
                  </a:lnTo>
                  <a:lnTo>
                    <a:pt x="8605" y="31837"/>
                  </a:lnTo>
                  <a:lnTo>
                    <a:pt x="8710" y="31957"/>
                  </a:lnTo>
                  <a:lnTo>
                    <a:pt x="8844" y="32076"/>
                  </a:lnTo>
                  <a:lnTo>
                    <a:pt x="8994" y="32151"/>
                  </a:lnTo>
                  <a:lnTo>
                    <a:pt x="9173" y="32211"/>
                  </a:lnTo>
                  <a:lnTo>
                    <a:pt x="9263" y="32226"/>
                  </a:lnTo>
                  <a:lnTo>
                    <a:pt x="9442" y="32226"/>
                  </a:lnTo>
                  <a:lnTo>
                    <a:pt x="9532" y="32211"/>
                  </a:lnTo>
                  <a:lnTo>
                    <a:pt x="9696" y="32151"/>
                  </a:lnTo>
                  <a:lnTo>
                    <a:pt x="9845" y="32076"/>
                  </a:lnTo>
                  <a:lnTo>
                    <a:pt x="9980" y="31957"/>
                  </a:lnTo>
                  <a:lnTo>
                    <a:pt x="10099" y="31837"/>
                  </a:lnTo>
                  <a:lnTo>
                    <a:pt x="10174" y="31673"/>
                  </a:lnTo>
                  <a:lnTo>
                    <a:pt x="10234" y="31508"/>
                  </a:lnTo>
                  <a:lnTo>
                    <a:pt x="10234" y="31419"/>
                  </a:lnTo>
                  <a:lnTo>
                    <a:pt x="10249" y="31329"/>
                  </a:lnTo>
                  <a:lnTo>
                    <a:pt x="10249" y="29253"/>
                  </a:lnTo>
                  <a:lnTo>
                    <a:pt x="10234" y="28774"/>
                  </a:lnTo>
                  <a:lnTo>
                    <a:pt x="10174" y="28296"/>
                  </a:lnTo>
                  <a:lnTo>
                    <a:pt x="10084" y="27818"/>
                  </a:lnTo>
                  <a:lnTo>
                    <a:pt x="9965" y="27340"/>
                  </a:lnTo>
                  <a:lnTo>
                    <a:pt x="9815" y="26877"/>
                  </a:lnTo>
                  <a:lnTo>
                    <a:pt x="9636" y="26414"/>
                  </a:lnTo>
                  <a:lnTo>
                    <a:pt x="9412" y="25966"/>
                  </a:lnTo>
                  <a:lnTo>
                    <a:pt x="9158" y="25518"/>
                  </a:lnTo>
                  <a:lnTo>
                    <a:pt x="8889" y="25084"/>
                  </a:lnTo>
                  <a:lnTo>
                    <a:pt x="8576" y="24666"/>
                  </a:lnTo>
                  <a:lnTo>
                    <a:pt x="8232" y="24248"/>
                  </a:lnTo>
                  <a:lnTo>
                    <a:pt x="7858" y="23844"/>
                  </a:lnTo>
                  <a:lnTo>
                    <a:pt x="7470" y="23456"/>
                  </a:lnTo>
                  <a:lnTo>
                    <a:pt x="7037" y="23083"/>
                  </a:lnTo>
                  <a:lnTo>
                    <a:pt x="6589" y="22724"/>
                  </a:lnTo>
                  <a:lnTo>
                    <a:pt x="6110" y="22380"/>
                  </a:lnTo>
                  <a:lnTo>
                    <a:pt x="5139" y="21723"/>
                  </a:lnTo>
                  <a:lnTo>
                    <a:pt x="4751" y="21439"/>
                  </a:lnTo>
                  <a:lnTo>
                    <a:pt x="4377" y="21155"/>
                  </a:lnTo>
                  <a:lnTo>
                    <a:pt x="4019" y="20857"/>
                  </a:lnTo>
                  <a:lnTo>
                    <a:pt x="3705" y="20543"/>
                  </a:lnTo>
                  <a:lnTo>
                    <a:pt x="3406" y="20229"/>
                  </a:lnTo>
                  <a:lnTo>
                    <a:pt x="3123" y="19900"/>
                  </a:lnTo>
                  <a:lnTo>
                    <a:pt x="2884" y="19572"/>
                  </a:lnTo>
                  <a:lnTo>
                    <a:pt x="2644" y="19228"/>
                  </a:lnTo>
                  <a:lnTo>
                    <a:pt x="2450" y="18885"/>
                  </a:lnTo>
                  <a:lnTo>
                    <a:pt x="2271" y="18541"/>
                  </a:lnTo>
                  <a:lnTo>
                    <a:pt x="2122" y="18182"/>
                  </a:lnTo>
                  <a:lnTo>
                    <a:pt x="2002" y="17824"/>
                  </a:lnTo>
                  <a:lnTo>
                    <a:pt x="1912" y="17450"/>
                  </a:lnTo>
                  <a:lnTo>
                    <a:pt x="1838" y="17077"/>
                  </a:lnTo>
                  <a:lnTo>
                    <a:pt x="1808" y="16703"/>
                  </a:lnTo>
                  <a:lnTo>
                    <a:pt x="1793" y="16330"/>
                  </a:lnTo>
                  <a:lnTo>
                    <a:pt x="1808" y="15956"/>
                  </a:lnTo>
                  <a:lnTo>
                    <a:pt x="1838" y="15583"/>
                  </a:lnTo>
                  <a:lnTo>
                    <a:pt x="1912" y="15224"/>
                  </a:lnTo>
                  <a:lnTo>
                    <a:pt x="2002" y="14851"/>
                  </a:lnTo>
                  <a:lnTo>
                    <a:pt x="2122" y="14492"/>
                  </a:lnTo>
                  <a:lnTo>
                    <a:pt x="2271" y="14134"/>
                  </a:lnTo>
                  <a:lnTo>
                    <a:pt x="2450" y="13775"/>
                  </a:lnTo>
                  <a:lnTo>
                    <a:pt x="2644" y="13432"/>
                  </a:lnTo>
                  <a:lnTo>
                    <a:pt x="2884" y="13103"/>
                  </a:lnTo>
                  <a:lnTo>
                    <a:pt x="3123" y="12759"/>
                  </a:lnTo>
                  <a:lnTo>
                    <a:pt x="3406" y="12446"/>
                  </a:lnTo>
                  <a:lnTo>
                    <a:pt x="3705" y="12117"/>
                  </a:lnTo>
                  <a:lnTo>
                    <a:pt x="4019" y="11818"/>
                  </a:lnTo>
                  <a:lnTo>
                    <a:pt x="4377" y="11519"/>
                  </a:lnTo>
                  <a:lnTo>
                    <a:pt x="4751" y="11221"/>
                  </a:lnTo>
                  <a:lnTo>
                    <a:pt x="5139" y="10952"/>
                  </a:lnTo>
                  <a:lnTo>
                    <a:pt x="5423" y="10757"/>
                  </a:lnTo>
                  <a:lnTo>
                    <a:pt x="5901" y="10414"/>
                  </a:lnTo>
                  <a:lnTo>
                    <a:pt x="6350" y="10055"/>
                  </a:lnTo>
                  <a:lnTo>
                    <a:pt x="6783" y="9682"/>
                  </a:lnTo>
                  <a:lnTo>
                    <a:pt x="7171" y="9293"/>
                  </a:lnTo>
                  <a:lnTo>
                    <a:pt x="7545" y="8890"/>
                  </a:lnTo>
                  <a:lnTo>
                    <a:pt x="7888" y="8472"/>
                  </a:lnTo>
                  <a:lnTo>
                    <a:pt x="8187" y="8053"/>
                  </a:lnTo>
                  <a:lnTo>
                    <a:pt x="8471" y="7620"/>
                  </a:lnTo>
                  <a:lnTo>
                    <a:pt x="8725" y="7172"/>
                  </a:lnTo>
                  <a:lnTo>
                    <a:pt x="8934" y="6724"/>
                  </a:lnTo>
                  <a:lnTo>
                    <a:pt x="9128" y="6261"/>
                  </a:lnTo>
                  <a:lnTo>
                    <a:pt x="9278" y="5797"/>
                  </a:lnTo>
                  <a:lnTo>
                    <a:pt x="9397" y="5319"/>
                  </a:lnTo>
                  <a:lnTo>
                    <a:pt x="9487" y="4841"/>
                  </a:lnTo>
                  <a:lnTo>
                    <a:pt x="9532" y="4363"/>
                  </a:lnTo>
                  <a:lnTo>
                    <a:pt x="9562" y="3885"/>
                  </a:lnTo>
                  <a:lnTo>
                    <a:pt x="9562" y="897"/>
                  </a:lnTo>
                  <a:lnTo>
                    <a:pt x="9547" y="808"/>
                  </a:lnTo>
                  <a:lnTo>
                    <a:pt x="9532" y="718"/>
                  </a:lnTo>
                  <a:lnTo>
                    <a:pt x="9487" y="554"/>
                  </a:lnTo>
                  <a:lnTo>
                    <a:pt x="9397" y="389"/>
                  </a:lnTo>
                  <a:lnTo>
                    <a:pt x="9293" y="270"/>
                  </a:lnTo>
                  <a:lnTo>
                    <a:pt x="9158" y="150"/>
                  </a:lnTo>
                  <a:lnTo>
                    <a:pt x="9009" y="76"/>
                  </a:lnTo>
                  <a:lnTo>
                    <a:pt x="8844" y="16"/>
                  </a:lnTo>
                  <a:lnTo>
                    <a:pt x="8755" y="1"/>
                  </a:lnTo>
                  <a:close/>
                </a:path>
              </a:pathLst>
            </a:custGeom>
            <a:solidFill>
              <a:srgbClr val="FA7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34"/>
            <p:cNvSpPr/>
            <p:nvPr/>
          </p:nvSpPr>
          <p:spPr>
            <a:xfrm>
              <a:off x="7206062" y="1677004"/>
              <a:ext cx="84160" cy="83721"/>
            </a:xfrm>
            <a:custGeom>
              <a:avLst/>
              <a:gdLst/>
              <a:ahLst/>
              <a:cxnLst/>
              <a:rect l="l" t="t" r="r" b="b"/>
              <a:pathLst>
                <a:path w="3064" h="3048" extrusionOk="0">
                  <a:moveTo>
                    <a:pt x="1375" y="0"/>
                  </a:moveTo>
                  <a:lnTo>
                    <a:pt x="1226" y="30"/>
                  </a:lnTo>
                  <a:lnTo>
                    <a:pt x="1076" y="60"/>
                  </a:lnTo>
                  <a:lnTo>
                    <a:pt x="942" y="120"/>
                  </a:lnTo>
                  <a:lnTo>
                    <a:pt x="808" y="179"/>
                  </a:lnTo>
                  <a:lnTo>
                    <a:pt x="673" y="254"/>
                  </a:lnTo>
                  <a:lnTo>
                    <a:pt x="554" y="344"/>
                  </a:lnTo>
                  <a:lnTo>
                    <a:pt x="449" y="448"/>
                  </a:lnTo>
                  <a:lnTo>
                    <a:pt x="344" y="553"/>
                  </a:lnTo>
                  <a:lnTo>
                    <a:pt x="270" y="673"/>
                  </a:lnTo>
                  <a:lnTo>
                    <a:pt x="180" y="792"/>
                  </a:lnTo>
                  <a:lnTo>
                    <a:pt x="120" y="926"/>
                  </a:lnTo>
                  <a:lnTo>
                    <a:pt x="76" y="1061"/>
                  </a:lnTo>
                  <a:lnTo>
                    <a:pt x="31" y="1210"/>
                  </a:lnTo>
                  <a:lnTo>
                    <a:pt x="16" y="1360"/>
                  </a:lnTo>
                  <a:lnTo>
                    <a:pt x="1" y="1524"/>
                  </a:lnTo>
                  <a:lnTo>
                    <a:pt x="16" y="1673"/>
                  </a:lnTo>
                  <a:lnTo>
                    <a:pt x="31" y="1823"/>
                  </a:lnTo>
                  <a:lnTo>
                    <a:pt x="76" y="1972"/>
                  </a:lnTo>
                  <a:lnTo>
                    <a:pt x="120" y="2122"/>
                  </a:lnTo>
                  <a:lnTo>
                    <a:pt x="180" y="2256"/>
                  </a:lnTo>
                  <a:lnTo>
                    <a:pt x="270" y="2376"/>
                  </a:lnTo>
                  <a:lnTo>
                    <a:pt x="344" y="2495"/>
                  </a:lnTo>
                  <a:lnTo>
                    <a:pt x="449" y="2600"/>
                  </a:lnTo>
                  <a:lnTo>
                    <a:pt x="554" y="2704"/>
                  </a:lnTo>
                  <a:lnTo>
                    <a:pt x="673" y="2794"/>
                  </a:lnTo>
                  <a:lnTo>
                    <a:pt x="808" y="2869"/>
                  </a:lnTo>
                  <a:lnTo>
                    <a:pt x="942" y="2928"/>
                  </a:lnTo>
                  <a:lnTo>
                    <a:pt x="1076" y="2988"/>
                  </a:lnTo>
                  <a:lnTo>
                    <a:pt x="1226" y="3018"/>
                  </a:lnTo>
                  <a:lnTo>
                    <a:pt x="1375" y="3048"/>
                  </a:lnTo>
                  <a:lnTo>
                    <a:pt x="1689" y="3048"/>
                  </a:lnTo>
                  <a:lnTo>
                    <a:pt x="1838" y="3018"/>
                  </a:lnTo>
                  <a:lnTo>
                    <a:pt x="1988" y="2988"/>
                  </a:lnTo>
                  <a:lnTo>
                    <a:pt x="2122" y="2928"/>
                  </a:lnTo>
                  <a:lnTo>
                    <a:pt x="2257" y="2869"/>
                  </a:lnTo>
                  <a:lnTo>
                    <a:pt x="2391" y="2794"/>
                  </a:lnTo>
                  <a:lnTo>
                    <a:pt x="2496" y="2704"/>
                  </a:lnTo>
                  <a:lnTo>
                    <a:pt x="2615" y="2600"/>
                  </a:lnTo>
                  <a:lnTo>
                    <a:pt x="2705" y="2495"/>
                  </a:lnTo>
                  <a:lnTo>
                    <a:pt x="2795" y="2376"/>
                  </a:lnTo>
                  <a:lnTo>
                    <a:pt x="2869" y="2256"/>
                  </a:lnTo>
                  <a:lnTo>
                    <a:pt x="2944" y="2122"/>
                  </a:lnTo>
                  <a:lnTo>
                    <a:pt x="2989" y="1972"/>
                  </a:lnTo>
                  <a:lnTo>
                    <a:pt x="3034" y="1823"/>
                  </a:lnTo>
                  <a:lnTo>
                    <a:pt x="3049" y="1673"/>
                  </a:lnTo>
                  <a:lnTo>
                    <a:pt x="3063" y="1524"/>
                  </a:lnTo>
                  <a:lnTo>
                    <a:pt x="3049" y="1360"/>
                  </a:lnTo>
                  <a:lnTo>
                    <a:pt x="3034" y="1210"/>
                  </a:lnTo>
                  <a:lnTo>
                    <a:pt x="2989" y="1061"/>
                  </a:lnTo>
                  <a:lnTo>
                    <a:pt x="2944" y="926"/>
                  </a:lnTo>
                  <a:lnTo>
                    <a:pt x="2869" y="792"/>
                  </a:lnTo>
                  <a:lnTo>
                    <a:pt x="2795" y="673"/>
                  </a:lnTo>
                  <a:lnTo>
                    <a:pt x="2705" y="553"/>
                  </a:lnTo>
                  <a:lnTo>
                    <a:pt x="2615" y="448"/>
                  </a:lnTo>
                  <a:lnTo>
                    <a:pt x="2496" y="344"/>
                  </a:lnTo>
                  <a:lnTo>
                    <a:pt x="2391" y="254"/>
                  </a:lnTo>
                  <a:lnTo>
                    <a:pt x="2257" y="179"/>
                  </a:lnTo>
                  <a:lnTo>
                    <a:pt x="2122" y="120"/>
                  </a:lnTo>
                  <a:lnTo>
                    <a:pt x="1988" y="60"/>
                  </a:lnTo>
                  <a:lnTo>
                    <a:pt x="1838" y="30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34"/>
            <p:cNvSpPr/>
            <p:nvPr/>
          </p:nvSpPr>
          <p:spPr>
            <a:xfrm>
              <a:off x="7428075" y="1677004"/>
              <a:ext cx="83721" cy="83721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375" y="0"/>
                  </a:moveTo>
                  <a:lnTo>
                    <a:pt x="1210" y="30"/>
                  </a:lnTo>
                  <a:lnTo>
                    <a:pt x="1076" y="60"/>
                  </a:lnTo>
                  <a:lnTo>
                    <a:pt x="926" y="120"/>
                  </a:lnTo>
                  <a:lnTo>
                    <a:pt x="792" y="179"/>
                  </a:lnTo>
                  <a:lnTo>
                    <a:pt x="672" y="254"/>
                  </a:lnTo>
                  <a:lnTo>
                    <a:pt x="553" y="344"/>
                  </a:lnTo>
                  <a:lnTo>
                    <a:pt x="448" y="448"/>
                  </a:lnTo>
                  <a:lnTo>
                    <a:pt x="344" y="553"/>
                  </a:lnTo>
                  <a:lnTo>
                    <a:pt x="254" y="673"/>
                  </a:lnTo>
                  <a:lnTo>
                    <a:pt x="179" y="792"/>
                  </a:lnTo>
                  <a:lnTo>
                    <a:pt x="120" y="926"/>
                  </a:lnTo>
                  <a:lnTo>
                    <a:pt x="60" y="1061"/>
                  </a:lnTo>
                  <a:lnTo>
                    <a:pt x="30" y="1210"/>
                  </a:lnTo>
                  <a:lnTo>
                    <a:pt x="0" y="1360"/>
                  </a:lnTo>
                  <a:lnTo>
                    <a:pt x="0" y="1524"/>
                  </a:lnTo>
                  <a:lnTo>
                    <a:pt x="0" y="1673"/>
                  </a:lnTo>
                  <a:lnTo>
                    <a:pt x="30" y="1823"/>
                  </a:lnTo>
                  <a:lnTo>
                    <a:pt x="60" y="1972"/>
                  </a:lnTo>
                  <a:lnTo>
                    <a:pt x="120" y="2122"/>
                  </a:lnTo>
                  <a:lnTo>
                    <a:pt x="179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8" y="2600"/>
                  </a:lnTo>
                  <a:lnTo>
                    <a:pt x="553" y="2704"/>
                  </a:lnTo>
                  <a:lnTo>
                    <a:pt x="672" y="2794"/>
                  </a:lnTo>
                  <a:lnTo>
                    <a:pt x="792" y="2869"/>
                  </a:lnTo>
                  <a:lnTo>
                    <a:pt x="926" y="2928"/>
                  </a:lnTo>
                  <a:lnTo>
                    <a:pt x="1076" y="2988"/>
                  </a:lnTo>
                  <a:lnTo>
                    <a:pt x="1210" y="3018"/>
                  </a:lnTo>
                  <a:lnTo>
                    <a:pt x="1375" y="3048"/>
                  </a:lnTo>
                  <a:lnTo>
                    <a:pt x="1688" y="3048"/>
                  </a:lnTo>
                  <a:lnTo>
                    <a:pt x="1838" y="3018"/>
                  </a:lnTo>
                  <a:lnTo>
                    <a:pt x="1987" y="2988"/>
                  </a:lnTo>
                  <a:lnTo>
                    <a:pt x="2122" y="2928"/>
                  </a:lnTo>
                  <a:lnTo>
                    <a:pt x="2256" y="2869"/>
                  </a:lnTo>
                  <a:lnTo>
                    <a:pt x="2376" y="2794"/>
                  </a:lnTo>
                  <a:lnTo>
                    <a:pt x="2495" y="2704"/>
                  </a:lnTo>
                  <a:lnTo>
                    <a:pt x="2600" y="2600"/>
                  </a:lnTo>
                  <a:lnTo>
                    <a:pt x="2704" y="2495"/>
                  </a:lnTo>
                  <a:lnTo>
                    <a:pt x="2794" y="2376"/>
                  </a:lnTo>
                  <a:lnTo>
                    <a:pt x="2869" y="2256"/>
                  </a:lnTo>
                  <a:lnTo>
                    <a:pt x="2928" y="2122"/>
                  </a:lnTo>
                  <a:lnTo>
                    <a:pt x="2988" y="1972"/>
                  </a:lnTo>
                  <a:lnTo>
                    <a:pt x="3018" y="1823"/>
                  </a:lnTo>
                  <a:lnTo>
                    <a:pt x="3048" y="1673"/>
                  </a:lnTo>
                  <a:lnTo>
                    <a:pt x="3048" y="1524"/>
                  </a:lnTo>
                  <a:lnTo>
                    <a:pt x="3048" y="1360"/>
                  </a:lnTo>
                  <a:lnTo>
                    <a:pt x="3018" y="1210"/>
                  </a:lnTo>
                  <a:lnTo>
                    <a:pt x="2988" y="1061"/>
                  </a:lnTo>
                  <a:lnTo>
                    <a:pt x="2928" y="926"/>
                  </a:lnTo>
                  <a:lnTo>
                    <a:pt x="2869" y="792"/>
                  </a:lnTo>
                  <a:lnTo>
                    <a:pt x="2794" y="673"/>
                  </a:lnTo>
                  <a:lnTo>
                    <a:pt x="2704" y="553"/>
                  </a:lnTo>
                  <a:lnTo>
                    <a:pt x="2600" y="448"/>
                  </a:lnTo>
                  <a:lnTo>
                    <a:pt x="2495" y="344"/>
                  </a:lnTo>
                  <a:lnTo>
                    <a:pt x="2376" y="254"/>
                  </a:lnTo>
                  <a:lnTo>
                    <a:pt x="2256" y="179"/>
                  </a:lnTo>
                  <a:lnTo>
                    <a:pt x="2122" y="120"/>
                  </a:lnTo>
                  <a:lnTo>
                    <a:pt x="1987" y="60"/>
                  </a:lnTo>
                  <a:lnTo>
                    <a:pt x="1838" y="30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34"/>
            <p:cNvSpPr/>
            <p:nvPr/>
          </p:nvSpPr>
          <p:spPr>
            <a:xfrm>
              <a:off x="7188429" y="2532148"/>
              <a:ext cx="83748" cy="83721"/>
            </a:xfrm>
            <a:custGeom>
              <a:avLst/>
              <a:gdLst/>
              <a:ahLst/>
              <a:cxnLst/>
              <a:rect l="l" t="t" r="r" b="b"/>
              <a:pathLst>
                <a:path w="3049" h="3048" extrusionOk="0">
                  <a:moveTo>
                    <a:pt x="1375" y="0"/>
                  </a:moveTo>
                  <a:lnTo>
                    <a:pt x="1225" y="30"/>
                  </a:lnTo>
                  <a:lnTo>
                    <a:pt x="1076" y="60"/>
                  </a:lnTo>
                  <a:lnTo>
                    <a:pt x="927" y="120"/>
                  </a:lnTo>
                  <a:lnTo>
                    <a:pt x="792" y="179"/>
                  </a:lnTo>
                  <a:lnTo>
                    <a:pt x="673" y="254"/>
                  </a:lnTo>
                  <a:lnTo>
                    <a:pt x="553" y="344"/>
                  </a:lnTo>
                  <a:lnTo>
                    <a:pt x="449" y="448"/>
                  </a:lnTo>
                  <a:lnTo>
                    <a:pt x="344" y="553"/>
                  </a:lnTo>
                  <a:lnTo>
                    <a:pt x="254" y="672"/>
                  </a:lnTo>
                  <a:lnTo>
                    <a:pt x="180" y="792"/>
                  </a:lnTo>
                  <a:lnTo>
                    <a:pt x="120" y="926"/>
                  </a:lnTo>
                  <a:lnTo>
                    <a:pt x="60" y="1076"/>
                  </a:lnTo>
                  <a:lnTo>
                    <a:pt x="30" y="1225"/>
                  </a:lnTo>
                  <a:lnTo>
                    <a:pt x="0" y="1375"/>
                  </a:lnTo>
                  <a:lnTo>
                    <a:pt x="0" y="1524"/>
                  </a:lnTo>
                  <a:lnTo>
                    <a:pt x="0" y="1688"/>
                  </a:lnTo>
                  <a:lnTo>
                    <a:pt x="30" y="1838"/>
                  </a:lnTo>
                  <a:lnTo>
                    <a:pt x="60" y="1987"/>
                  </a:lnTo>
                  <a:lnTo>
                    <a:pt x="120" y="2122"/>
                  </a:lnTo>
                  <a:lnTo>
                    <a:pt x="180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9" y="2600"/>
                  </a:lnTo>
                  <a:lnTo>
                    <a:pt x="553" y="2704"/>
                  </a:lnTo>
                  <a:lnTo>
                    <a:pt x="673" y="2794"/>
                  </a:lnTo>
                  <a:lnTo>
                    <a:pt x="792" y="2869"/>
                  </a:lnTo>
                  <a:lnTo>
                    <a:pt x="927" y="2928"/>
                  </a:lnTo>
                  <a:lnTo>
                    <a:pt x="1076" y="2988"/>
                  </a:lnTo>
                  <a:lnTo>
                    <a:pt x="1225" y="3018"/>
                  </a:lnTo>
                  <a:lnTo>
                    <a:pt x="1375" y="3048"/>
                  </a:lnTo>
                  <a:lnTo>
                    <a:pt x="1689" y="3048"/>
                  </a:lnTo>
                  <a:lnTo>
                    <a:pt x="1838" y="3018"/>
                  </a:lnTo>
                  <a:lnTo>
                    <a:pt x="1987" y="2988"/>
                  </a:lnTo>
                  <a:lnTo>
                    <a:pt x="2122" y="2928"/>
                  </a:lnTo>
                  <a:lnTo>
                    <a:pt x="2256" y="2869"/>
                  </a:lnTo>
                  <a:lnTo>
                    <a:pt x="2376" y="2794"/>
                  </a:lnTo>
                  <a:lnTo>
                    <a:pt x="2495" y="2704"/>
                  </a:lnTo>
                  <a:lnTo>
                    <a:pt x="2600" y="2600"/>
                  </a:lnTo>
                  <a:lnTo>
                    <a:pt x="2705" y="2495"/>
                  </a:lnTo>
                  <a:lnTo>
                    <a:pt x="2794" y="2376"/>
                  </a:lnTo>
                  <a:lnTo>
                    <a:pt x="2869" y="2256"/>
                  </a:lnTo>
                  <a:lnTo>
                    <a:pt x="2929" y="2122"/>
                  </a:lnTo>
                  <a:lnTo>
                    <a:pt x="2988" y="1987"/>
                  </a:lnTo>
                  <a:lnTo>
                    <a:pt x="3018" y="1838"/>
                  </a:lnTo>
                  <a:lnTo>
                    <a:pt x="3048" y="1688"/>
                  </a:lnTo>
                  <a:lnTo>
                    <a:pt x="3048" y="1524"/>
                  </a:lnTo>
                  <a:lnTo>
                    <a:pt x="3048" y="1375"/>
                  </a:lnTo>
                  <a:lnTo>
                    <a:pt x="3018" y="1225"/>
                  </a:lnTo>
                  <a:lnTo>
                    <a:pt x="2988" y="1076"/>
                  </a:lnTo>
                  <a:lnTo>
                    <a:pt x="2929" y="926"/>
                  </a:lnTo>
                  <a:lnTo>
                    <a:pt x="2869" y="792"/>
                  </a:lnTo>
                  <a:lnTo>
                    <a:pt x="2794" y="672"/>
                  </a:lnTo>
                  <a:lnTo>
                    <a:pt x="2705" y="553"/>
                  </a:lnTo>
                  <a:lnTo>
                    <a:pt x="2600" y="448"/>
                  </a:lnTo>
                  <a:lnTo>
                    <a:pt x="2495" y="344"/>
                  </a:lnTo>
                  <a:lnTo>
                    <a:pt x="2376" y="254"/>
                  </a:lnTo>
                  <a:lnTo>
                    <a:pt x="2256" y="179"/>
                  </a:lnTo>
                  <a:lnTo>
                    <a:pt x="2122" y="120"/>
                  </a:lnTo>
                  <a:lnTo>
                    <a:pt x="1987" y="60"/>
                  </a:lnTo>
                  <a:lnTo>
                    <a:pt x="1838" y="30"/>
                  </a:lnTo>
                  <a:lnTo>
                    <a:pt x="1689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34"/>
            <p:cNvSpPr/>
            <p:nvPr/>
          </p:nvSpPr>
          <p:spPr>
            <a:xfrm>
              <a:off x="7442852" y="2532148"/>
              <a:ext cx="83721" cy="83721"/>
            </a:xfrm>
            <a:custGeom>
              <a:avLst/>
              <a:gdLst/>
              <a:ahLst/>
              <a:cxnLst/>
              <a:rect l="l" t="t" r="r" b="b"/>
              <a:pathLst>
                <a:path w="3048" h="3048" extrusionOk="0">
                  <a:moveTo>
                    <a:pt x="1374" y="0"/>
                  </a:moveTo>
                  <a:lnTo>
                    <a:pt x="1210" y="30"/>
                  </a:lnTo>
                  <a:lnTo>
                    <a:pt x="1076" y="60"/>
                  </a:lnTo>
                  <a:lnTo>
                    <a:pt x="926" y="120"/>
                  </a:lnTo>
                  <a:lnTo>
                    <a:pt x="792" y="179"/>
                  </a:lnTo>
                  <a:lnTo>
                    <a:pt x="672" y="254"/>
                  </a:lnTo>
                  <a:lnTo>
                    <a:pt x="553" y="344"/>
                  </a:lnTo>
                  <a:lnTo>
                    <a:pt x="448" y="448"/>
                  </a:lnTo>
                  <a:lnTo>
                    <a:pt x="344" y="553"/>
                  </a:lnTo>
                  <a:lnTo>
                    <a:pt x="254" y="672"/>
                  </a:lnTo>
                  <a:lnTo>
                    <a:pt x="179" y="792"/>
                  </a:lnTo>
                  <a:lnTo>
                    <a:pt x="120" y="926"/>
                  </a:lnTo>
                  <a:lnTo>
                    <a:pt x="60" y="1076"/>
                  </a:lnTo>
                  <a:lnTo>
                    <a:pt x="30" y="1225"/>
                  </a:lnTo>
                  <a:lnTo>
                    <a:pt x="0" y="1375"/>
                  </a:lnTo>
                  <a:lnTo>
                    <a:pt x="0" y="1524"/>
                  </a:lnTo>
                  <a:lnTo>
                    <a:pt x="0" y="1688"/>
                  </a:lnTo>
                  <a:lnTo>
                    <a:pt x="30" y="1838"/>
                  </a:lnTo>
                  <a:lnTo>
                    <a:pt x="60" y="1987"/>
                  </a:lnTo>
                  <a:lnTo>
                    <a:pt x="120" y="2122"/>
                  </a:lnTo>
                  <a:lnTo>
                    <a:pt x="179" y="2256"/>
                  </a:lnTo>
                  <a:lnTo>
                    <a:pt x="254" y="2376"/>
                  </a:lnTo>
                  <a:lnTo>
                    <a:pt x="344" y="2495"/>
                  </a:lnTo>
                  <a:lnTo>
                    <a:pt x="448" y="2600"/>
                  </a:lnTo>
                  <a:lnTo>
                    <a:pt x="553" y="2704"/>
                  </a:lnTo>
                  <a:lnTo>
                    <a:pt x="672" y="2794"/>
                  </a:lnTo>
                  <a:lnTo>
                    <a:pt x="792" y="2869"/>
                  </a:lnTo>
                  <a:lnTo>
                    <a:pt x="926" y="2928"/>
                  </a:lnTo>
                  <a:lnTo>
                    <a:pt x="1076" y="2988"/>
                  </a:lnTo>
                  <a:lnTo>
                    <a:pt x="1210" y="3018"/>
                  </a:lnTo>
                  <a:lnTo>
                    <a:pt x="1374" y="3048"/>
                  </a:lnTo>
                  <a:lnTo>
                    <a:pt x="1688" y="3048"/>
                  </a:lnTo>
                  <a:lnTo>
                    <a:pt x="1838" y="3018"/>
                  </a:lnTo>
                  <a:lnTo>
                    <a:pt x="1972" y="2988"/>
                  </a:lnTo>
                  <a:lnTo>
                    <a:pt x="2121" y="2928"/>
                  </a:lnTo>
                  <a:lnTo>
                    <a:pt x="2256" y="2869"/>
                  </a:lnTo>
                  <a:lnTo>
                    <a:pt x="2375" y="2794"/>
                  </a:lnTo>
                  <a:lnTo>
                    <a:pt x="2495" y="2704"/>
                  </a:lnTo>
                  <a:lnTo>
                    <a:pt x="2599" y="2600"/>
                  </a:lnTo>
                  <a:lnTo>
                    <a:pt x="2704" y="2495"/>
                  </a:lnTo>
                  <a:lnTo>
                    <a:pt x="2794" y="2376"/>
                  </a:lnTo>
                  <a:lnTo>
                    <a:pt x="2868" y="2256"/>
                  </a:lnTo>
                  <a:lnTo>
                    <a:pt x="2928" y="2122"/>
                  </a:lnTo>
                  <a:lnTo>
                    <a:pt x="2988" y="1987"/>
                  </a:lnTo>
                  <a:lnTo>
                    <a:pt x="3018" y="1838"/>
                  </a:lnTo>
                  <a:lnTo>
                    <a:pt x="3048" y="1688"/>
                  </a:lnTo>
                  <a:lnTo>
                    <a:pt x="3048" y="1524"/>
                  </a:lnTo>
                  <a:lnTo>
                    <a:pt x="3048" y="1375"/>
                  </a:lnTo>
                  <a:lnTo>
                    <a:pt x="3018" y="1225"/>
                  </a:lnTo>
                  <a:lnTo>
                    <a:pt x="2988" y="1076"/>
                  </a:lnTo>
                  <a:lnTo>
                    <a:pt x="2928" y="926"/>
                  </a:lnTo>
                  <a:lnTo>
                    <a:pt x="2868" y="792"/>
                  </a:lnTo>
                  <a:lnTo>
                    <a:pt x="2794" y="672"/>
                  </a:lnTo>
                  <a:lnTo>
                    <a:pt x="2704" y="553"/>
                  </a:lnTo>
                  <a:lnTo>
                    <a:pt x="2599" y="448"/>
                  </a:lnTo>
                  <a:lnTo>
                    <a:pt x="2495" y="344"/>
                  </a:lnTo>
                  <a:lnTo>
                    <a:pt x="2375" y="254"/>
                  </a:lnTo>
                  <a:lnTo>
                    <a:pt x="2256" y="179"/>
                  </a:lnTo>
                  <a:lnTo>
                    <a:pt x="2121" y="120"/>
                  </a:lnTo>
                  <a:lnTo>
                    <a:pt x="1972" y="60"/>
                  </a:lnTo>
                  <a:lnTo>
                    <a:pt x="1838" y="30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34"/>
            <p:cNvSpPr/>
            <p:nvPr/>
          </p:nvSpPr>
          <p:spPr>
            <a:xfrm>
              <a:off x="7636932" y="1744709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0"/>
                  </a:moveTo>
                  <a:lnTo>
                    <a:pt x="703" y="15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54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688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688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4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34"/>
            <p:cNvSpPr/>
            <p:nvPr/>
          </p:nvSpPr>
          <p:spPr>
            <a:xfrm>
              <a:off x="7636932" y="1744709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0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54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688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688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4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0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34"/>
            <p:cNvSpPr/>
            <p:nvPr/>
          </p:nvSpPr>
          <p:spPr>
            <a:xfrm>
              <a:off x="7636932" y="1898165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882" y="1"/>
                  </a:moveTo>
                  <a:lnTo>
                    <a:pt x="792" y="16"/>
                  </a:lnTo>
                  <a:lnTo>
                    <a:pt x="703" y="31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70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18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704"/>
                  </a:lnTo>
                  <a:lnTo>
                    <a:pt x="703" y="1749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9"/>
                  </a:lnTo>
                  <a:lnTo>
                    <a:pt x="19138" y="1704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18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70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1"/>
                  </a:lnTo>
                  <a:lnTo>
                    <a:pt x="18884" y="16"/>
                  </a:lnTo>
                  <a:lnTo>
                    <a:pt x="1879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34"/>
            <p:cNvSpPr/>
            <p:nvPr/>
          </p:nvSpPr>
          <p:spPr>
            <a:xfrm>
              <a:off x="7636932" y="1898165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6"/>
                  </a:lnTo>
                  <a:lnTo>
                    <a:pt x="703" y="31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70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18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704"/>
                  </a:lnTo>
                  <a:lnTo>
                    <a:pt x="703" y="1749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9"/>
                  </a:lnTo>
                  <a:lnTo>
                    <a:pt x="19138" y="1704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18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70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1"/>
                  </a:lnTo>
                  <a:lnTo>
                    <a:pt x="18884" y="16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34"/>
            <p:cNvSpPr/>
            <p:nvPr/>
          </p:nvSpPr>
          <p:spPr>
            <a:xfrm>
              <a:off x="7636932" y="2052033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1"/>
                  </a:moveTo>
                  <a:lnTo>
                    <a:pt x="703" y="16"/>
                  </a:lnTo>
                  <a:lnTo>
                    <a:pt x="538" y="61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9"/>
                  </a:lnTo>
                  <a:lnTo>
                    <a:pt x="15" y="703"/>
                  </a:lnTo>
                  <a:lnTo>
                    <a:pt x="0" y="793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2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2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3"/>
                  </a:lnTo>
                  <a:lnTo>
                    <a:pt x="19661" y="703"/>
                  </a:lnTo>
                  <a:lnTo>
                    <a:pt x="19601" y="539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1"/>
                  </a:lnTo>
                  <a:lnTo>
                    <a:pt x="18974" y="16"/>
                  </a:lnTo>
                  <a:lnTo>
                    <a:pt x="1888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34"/>
            <p:cNvSpPr/>
            <p:nvPr/>
          </p:nvSpPr>
          <p:spPr>
            <a:xfrm>
              <a:off x="7636932" y="2052033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"/>
                  </a:lnTo>
                  <a:lnTo>
                    <a:pt x="703" y="16"/>
                  </a:lnTo>
                  <a:lnTo>
                    <a:pt x="538" y="61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9"/>
                  </a:lnTo>
                  <a:lnTo>
                    <a:pt x="15" y="703"/>
                  </a:lnTo>
                  <a:lnTo>
                    <a:pt x="0" y="793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2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882" y="1764"/>
                  </a:lnTo>
                  <a:lnTo>
                    <a:pt x="18794" y="1764"/>
                  </a:lnTo>
                  <a:lnTo>
                    <a:pt x="18794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2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3"/>
                  </a:lnTo>
                  <a:lnTo>
                    <a:pt x="19661" y="703"/>
                  </a:lnTo>
                  <a:lnTo>
                    <a:pt x="19601" y="539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1"/>
                  </a:lnTo>
                  <a:lnTo>
                    <a:pt x="18974" y="16"/>
                  </a:lnTo>
                  <a:lnTo>
                    <a:pt x="18884" y="1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34"/>
            <p:cNvSpPr/>
            <p:nvPr/>
          </p:nvSpPr>
          <p:spPr>
            <a:xfrm>
              <a:off x="7636932" y="2205516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882" y="0"/>
                  </a:moveTo>
                  <a:lnTo>
                    <a:pt x="792" y="15"/>
                  </a:lnTo>
                  <a:lnTo>
                    <a:pt x="703" y="30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69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69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0"/>
                  </a:lnTo>
                  <a:lnTo>
                    <a:pt x="18884" y="15"/>
                  </a:lnTo>
                  <a:lnTo>
                    <a:pt x="1879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34"/>
            <p:cNvSpPr/>
            <p:nvPr/>
          </p:nvSpPr>
          <p:spPr>
            <a:xfrm>
              <a:off x="7636932" y="2205516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15"/>
                  </a:lnTo>
                  <a:lnTo>
                    <a:pt x="703" y="30"/>
                  </a:lnTo>
                  <a:lnTo>
                    <a:pt x="538" y="75"/>
                  </a:lnTo>
                  <a:lnTo>
                    <a:pt x="389" y="150"/>
                  </a:lnTo>
                  <a:lnTo>
                    <a:pt x="254" y="269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5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5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69"/>
                  </a:lnTo>
                  <a:lnTo>
                    <a:pt x="19287" y="150"/>
                  </a:lnTo>
                  <a:lnTo>
                    <a:pt x="19138" y="75"/>
                  </a:lnTo>
                  <a:lnTo>
                    <a:pt x="18974" y="30"/>
                  </a:lnTo>
                  <a:lnTo>
                    <a:pt x="18884" y="15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34"/>
            <p:cNvSpPr/>
            <p:nvPr/>
          </p:nvSpPr>
          <p:spPr>
            <a:xfrm>
              <a:off x="7636932" y="2359384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extrusionOk="0">
                  <a:moveTo>
                    <a:pt x="792" y="1"/>
                  </a:moveTo>
                  <a:lnTo>
                    <a:pt x="703" y="16"/>
                  </a:lnTo>
                  <a:lnTo>
                    <a:pt x="538" y="60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3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3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0"/>
                  </a:lnTo>
                  <a:lnTo>
                    <a:pt x="18974" y="16"/>
                  </a:lnTo>
                  <a:lnTo>
                    <a:pt x="1888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4"/>
            <p:cNvSpPr/>
            <p:nvPr/>
          </p:nvSpPr>
          <p:spPr>
            <a:xfrm>
              <a:off x="7636932" y="2359384"/>
              <a:ext cx="540451" cy="48453"/>
            </a:xfrm>
            <a:custGeom>
              <a:avLst/>
              <a:gdLst/>
              <a:ahLst/>
              <a:cxnLst/>
              <a:rect l="l" t="t" r="r" b="b"/>
              <a:pathLst>
                <a:path w="19676" h="1764" fill="none" extrusionOk="0">
                  <a:moveTo>
                    <a:pt x="18794" y="1"/>
                  </a:moveTo>
                  <a:lnTo>
                    <a:pt x="882" y="1"/>
                  </a:lnTo>
                  <a:lnTo>
                    <a:pt x="882" y="1"/>
                  </a:lnTo>
                  <a:lnTo>
                    <a:pt x="792" y="1"/>
                  </a:lnTo>
                  <a:lnTo>
                    <a:pt x="703" y="16"/>
                  </a:lnTo>
                  <a:lnTo>
                    <a:pt x="538" y="60"/>
                  </a:lnTo>
                  <a:lnTo>
                    <a:pt x="389" y="150"/>
                  </a:lnTo>
                  <a:lnTo>
                    <a:pt x="254" y="255"/>
                  </a:lnTo>
                  <a:lnTo>
                    <a:pt x="150" y="389"/>
                  </a:lnTo>
                  <a:lnTo>
                    <a:pt x="75" y="538"/>
                  </a:lnTo>
                  <a:lnTo>
                    <a:pt x="15" y="703"/>
                  </a:lnTo>
                  <a:lnTo>
                    <a:pt x="0" y="792"/>
                  </a:lnTo>
                  <a:lnTo>
                    <a:pt x="0" y="882"/>
                  </a:lnTo>
                  <a:lnTo>
                    <a:pt x="0" y="882"/>
                  </a:lnTo>
                  <a:lnTo>
                    <a:pt x="0" y="972"/>
                  </a:lnTo>
                  <a:lnTo>
                    <a:pt x="15" y="1061"/>
                  </a:lnTo>
                  <a:lnTo>
                    <a:pt x="75" y="1226"/>
                  </a:lnTo>
                  <a:lnTo>
                    <a:pt x="150" y="1375"/>
                  </a:lnTo>
                  <a:lnTo>
                    <a:pt x="254" y="1510"/>
                  </a:lnTo>
                  <a:lnTo>
                    <a:pt x="389" y="1614"/>
                  </a:lnTo>
                  <a:lnTo>
                    <a:pt x="538" y="1689"/>
                  </a:lnTo>
                  <a:lnTo>
                    <a:pt x="703" y="1749"/>
                  </a:lnTo>
                  <a:lnTo>
                    <a:pt x="792" y="1764"/>
                  </a:lnTo>
                  <a:lnTo>
                    <a:pt x="882" y="1764"/>
                  </a:lnTo>
                  <a:lnTo>
                    <a:pt x="18794" y="1764"/>
                  </a:lnTo>
                  <a:lnTo>
                    <a:pt x="18794" y="1764"/>
                  </a:lnTo>
                  <a:lnTo>
                    <a:pt x="18884" y="1764"/>
                  </a:lnTo>
                  <a:lnTo>
                    <a:pt x="18974" y="1749"/>
                  </a:lnTo>
                  <a:lnTo>
                    <a:pt x="19138" y="1689"/>
                  </a:lnTo>
                  <a:lnTo>
                    <a:pt x="19287" y="1614"/>
                  </a:lnTo>
                  <a:lnTo>
                    <a:pt x="19407" y="1510"/>
                  </a:lnTo>
                  <a:lnTo>
                    <a:pt x="19527" y="1375"/>
                  </a:lnTo>
                  <a:lnTo>
                    <a:pt x="19601" y="1226"/>
                  </a:lnTo>
                  <a:lnTo>
                    <a:pt x="19661" y="1061"/>
                  </a:lnTo>
                  <a:lnTo>
                    <a:pt x="19661" y="972"/>
                  </a:lnTo>
                  <a:lnTo>
                    <a:pt x="19676" y="882"/>
                  </a:lnTo>
                  <a:lnTo>
                    <a:pt x="19676" y="882"/>
                  </a:lnTo>
                  <a:lnTo>
                    <a:pt x="19661" y="792"/>
                  </a:lnTo>
                  <a:lnTo>
                    <a:pt x="19661" y="703"/>
                  </a:lnTo>
                  <a:lnTo>
                    <a:pt x="19601" y="538"/>
                  </a:lnTo>
                  <a:lnTo>
                    <a:pt x="19527" y="389"/>
                  </a:lnTo>
                  <a:lnTo>
                    <a:pt x="19407" y="255"/>
                  </a:lnTo>
                  <a:lnTo>
                    <a:pt x="19287" y="150"/>
                  </a:lnTo>
                  <a:lnTo>
                    <a:pt x="19138" y="60"/>
                  </a:lnTo>
                  <a:lnTo>
                    <a:pt x="18974" y="16"/>
                  </a:lnTo>
                  <a:lnTo>
                    <a:pt x="18884" y="1"/>
                  </a:lnTo>
                  <a:lnTo>
                    <a:pt x="1879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4"/>
            <p:cNvSpPr/>
            <p:nvPr/>
          </p:nvSpPr>
          <p:spPr>
            <a:xfrm>
              <a:off x="7636932" y="2512867"/>
              <a:ext cx="540451" cy="48425"/>
            </a:xfrm>
            <a:custGeom>
              <a:avLst/>
              <a:gdLst/>
              <a:ahLst/>
              <a:cxnLst/>
              <a:rect l="l" t="t" r="r" b="b"/>
              <a:pathLst>
                <a:path w="19676" h="1763" extrusionOk="0">
                  <a:moveTo>
                    <a:pt x="882" y="0"/>
                  </a:moveTo>
                  <a:lnTo>
                    <a:pt x="792" y="15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49"/>
                  </a:lnTo>
                  <a:lnTo>
                    <a:pt x="254" y="269"/>
                  </a:lnTo>
                  <a:lnTo>
                    <a:pt x="150" y="388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1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4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4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1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8"/>
                  </a:lnTo>
                  <a:lnTo>
                    <a:pt x="19407" y="269"/>
                  </a:lnTo>
                  <a:lnTo>
                    <a:pt x="19287" y="149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15"/>
                  </a:lnTo>
                  <a:lnTo>
                    <a:pt x="1879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4"/>
            <p:cNvSpPr/>
            <p:nvPr/>
          </p:nvSpPr>
          <p:spPr>
            <a:xfrm>
              <a:off x="7636932" y="2512867"/>
              <a:ext cx="540451" cy="48425"/>
            </a:xfrm>
            <a:custGeom>
              <a:avLst/>
              <a:gdLst/>
              <a:ahLst/>
              <a:cxnLst/>
              <a:rect l="l" t="t" r="r" b="b"/>
              <a:pathLst>
                <a:path w="19676" h="1763" fill="none" extrusionOk="0">
                  <a:moveTo>
                    <a:pt x="18794" y="0"/>
                  </a:moveTo>
                  <a:lnTo>
                    <a:pt x="882" y="0"/>
                  </a:lnTo>
                  <a:lnTo>
                    <a:pt x="882" y="0"/>
                  </a:lnTo>
                  <a:lnTo>
                    <a:pt x="792" y="15"/>
                  </a:lnTo>
                  <a:lnTo>
                    <a:pt x="703" y="15"/>
                  </a:lnTo>
                  <a:lnTo>
                    <a:pt x="538" y="75"/>
                  </a:lnTo>
                  <a:lnTo>
                    <a:pt x="389" y="149"/>
                  </a:lnTo>
                  <a:lnTo>
                    <a:pt x="254" y="269"/>
                  </a:lnTo>
                  <a:lnTo>
                    <a:pt x="150" y="388"/>
                  </a:lnTo>
                  <a:lnTo>
                    <a:pt x="75" y="538"/>
                  </a:lnTo>
                  <a:lnTo>
                    <a:pt x="15" y="702"/>
                  </a:lnTo>
                  <a:lnTo>
                    <a:pt x="0" y="792"/>
                  </a:lnTo>
                  <a:lnTo>
                    <a:pt x="0" y="881"/>
                  </a:lnTo>
                  <a:lnTo>
                    <a:pt x="0" y="881"/>
                  </a:lnTo>
                  <a:lnTo>
                    <a:pt x="0" y="971"/>
                  </a:lnTo>
                  <a:lnTo>
                    <a:pt x="15" y="1061"/>
                  </a:lnTo>
                  <a:lnTo>
                    <a:pt x="75" y="1225"/>
                  </a:lnTo>
                  <a:lnTo>
                    <a:pt x="150" y="1374"/>
                  </a:lnTo>
                  <a:lnTo>
                    <a:pt x="254" y="1509"/>
                  </a:lnTo>
                  <a:lnTo>
                    <a:pt x="389" y="1614"/>
                  </a:lnTo>
                  <a:lnTo>
                    <a:pt x="538" y="1703"/>
                  </a:lnTo>
                  <a:lnTo>
                    <a:pt x="703" y="1748"/>
                  </a:lnTo>
                  <a:lnTo>
                    <a:pt x="792" y="1763"/>
                  </a:lnTo>
                  <a:lnTo>
                    <a:pt x="882" y="1763"/>
                  </a:lnTo>
                  <a:lnTo>
                    <a:pt x="18794" y="1763"/>
                  </a:lnTo>
                  <a:lnTo>
                    <a:pt x="18794" y="1763"/>
                  </a:lnTo>
                  <a:lnTo>
                    <a:pt x="18884" y="1763"/>
                  </a:lnTo>
                  <a:lnTo>
                    <a:pt x="18974" y="1748"/>
                  </a:lnTo>
                  <a:lnTo>
                    <a:pt x="19138" y="1703"/>
                  </a:lnTo>
                  <a:lnTo>
                    <a:pt x="19287" y="1614"/>
                  </a:lnTo>
                  <a:lnTo>
                    <a:pt x="19407" y="1509"/>
                  </a:lnTo>
                  <a:lnTo>
                    <a:pt x="19527" y="1374"/>
                  </a:lnTo>
                  <a:lnTo>
                    <a:pt x="19601" y="1225"/>
                  </a:lnTo>
                  <a:lnTo>
                    <a:pt x="19661" y="1061"/>
                  </a:lnTo>
                  <a:lnTo>
                    <a:pt x="19661" y="971"/>
                  </a:lnTo>
                  <a:lnTo>
                    <a:pt x="19676" y="881"/>
                  </a:lnTo>
                  <a:lnTo>
                    <a:pt x="19676" y="881"/>
                  </a:lnTo>
                  <a:lnTo>
                    <a:pt x="19661" y="792"/>
                  </a:lnTo>
                  <a:lnTo>
                    <a:pt x="19661" y="702"/>
                  </a:lnTo>
                  <a:lnTo>
                    <a:pt x="19601" y="538"/>
                  </a:lnTo>
                  <a:lnTo>
                    <a:pt x="19527" y="388"/>
                  </a:lnTo>
                  <a:lnTo>
                    <a:pt x="19407" y="269"/>
                  </a:lnTo>
                  <a:lnTo>
                    <a:pt x="19287" y="149"/>
                  </a:lnTo>
                  <a:lnTo>
                    <a:pt x="19138" y="75"/>
                  </a:lnTo>
                  <a:lnTo>
                    <a:pt x="18974" y="15"/>
                  </a:lnTo>
                  <a:lnTo>
                    <a:pt x="18884" y="15"/>
                  </a:lnTo>
                  <a:lnTo>
                    <a:pt x="187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4"/>
            <p:cNvSpPr/>
            <p:nvPr/>
          </p:nvSpPr>
          <p:spPr>
            <a:xfrm>
              <a:off x="6441610" y="4590385"/>
              <a:ext cx="1040277" cy="129290"/>
            </a:xfrm>
            <a:custGeom>
              <a:avLst/>
              <a:gdLst/>
              <a:ahLst/>
              <a:cxnLst/>
              <a:rect l="l" t="t" r="r" b="b"/>
              <a:pathLst>
                <a:path w="37873" h="4707" extrusionOk="0">
                  <a:moveTo>
                    <a:pt x="18944" y="1"/>
                  </a:moveTo>
                  <a:lnTo>
                    <a:pt x="17002" y="16"/>
                  </a:lnTo>
                  <a:lnTo>
                    <a:pt x="15119" y="46"/>
                  </a:lnTo>
                  <a:lnTo>
                    <a:pt x="13312" y="105"/>
                  </a:lnTo>
                  <a:lnTo>
                    <a:pt x="11564" y="180"/>
                  </a:lnTo>
                  <a:lnTo>
                    <a:pt x="9920" y="285"/>
                  </a:lnTo>
                  <a:lnTo>
                    <a:pt x="8352" y="404"/>
                  </a:lnTo>
                  <a:lnTo>
                    <a:pt x="6902" y="539"/>
                  </a:lnTo>
                  <a:lnTo>
                    <a:pt x="5558" y="688"/>
                  </a:lnTo>
                  <a:lnTo>
                    <a:pt x="4333" y="852"/>
                  </a:lnTo>
                  <a:lnTo>
                    <a:pt x="3242" y="1032"/>
                  </a:lnTo>
                  <a:lnTo>
                    <a:pt x="2749" y="1136"/>
                  </a:lnTo>
                  <a:lnTo>
                    <a:pt x="2286" y="1226"/>
                  </a:lnTo>
                  <a:lnTo>
                    <a:pt x="1868" y="1330"/>
                  </a:lnTo>
                  <a:lnTo>
                    <a:pt x="1494" y="1435"/>
                  </a:lnTo>
                  <a:lnTo>
                    <a:pt x="1151" y="1540"/>
                  </a:lnTo>
                  <a:lnTo>
                    <a:pt x="852" y="1659"/>
                  </a:lnTo>
                  <a:lnTo>
                    <a:pt x="598" y="1764"/>
                  </a:lnTo>
                  <a:lnTo>
                    <a:pt x="389" y="1883"/>
                  </a:lnTo>
                  <a:lnTo>
                    <a:pt x="224" y="1988"/>
                  </a:lnTo>
                  <a:lnTo>
                    <a:pt x="105" y="2107"/>
                  </a:lnTo>
                  <a:lnTo>
                    <a:pt x="60" y="2167"/>
                  </a:lnTo>
                  <a:lnTo>
                    <a:pt x="30" y="2227"/>
                  </a:lnTo>
                  <a:lnTo>
                    <a:pt x="15" y="2287"/>
                  </a:lnTo>
                  <a:lnTo>
                    <a:pt x="0" y="2346"/>
                  </a:lnTo>
                  <a:lnTo>
                    <a:pt x="15" y="2406"/>
                  </a:lnTo>
                  <a:lnTo>
                    <a:pt x="30" y="2466"/>
                  </a:lnTo>
                  <a:lnTo>
                    <a:pt x="60" y="2526"/>
                  </a:lnTo>
                  <a:lnTo>
                    <a:pt x="105" y="2585"/>
                  </a:lnTo>
                  <a:lnTo>
                    <a:pt x="224" y="2705"/>
                  </a:lnTo>
                  <a:lnTo>
                    <a:pt x="389" y="2824"/>
                  </a:lnTo>
                  <a:lnTo>
                    <a:pt x="598" y="2944"/>
                  </a:lnTo>
                  <a:lnTo>
                    <a:pt x="852" y="3049"/>
                  </a:lnTo>
                  <a:lnTo>
                    <a:pt x="1151" y="3153"/>
                  </a:lnTo>
                  <a:lnTo>
                    <a:pt x="1494" y="3273"/>
                  </a:lnTo>
                  <a:lnTo>
                    <a:pt x="1868" y="3377"/>
                  </a:lnTo>
                  <a:lnTo>
                    <a:pt x="2286" y="3467"/>
                  </a:lnTo>
                  <a:lnTo>
                    <a:pt x="2749" y="3571"/>
                  </a:lnTo>
                  <a:lnTo>
                    <a:pt x="3242" y="3661"/>
                  </a:lnTo>
                  <a:lnTo>
                    <a:pt x="4333" y="3840"/>
                  </a:lnTo>
                  <a:lnTo>
                    <a:pt x="5558" y="4020"/>
                  </a:lnTo>
                  <a:lnTo>
                    <a:pt x="6902" y="4169"/>
                  </a:lnTo>
                  <a:lnTo>
                    <a:pt x="8352" y="4303"/>
                  </a:lnTo>
                  <a:lnTo>
                    <a:pt x="9920" y="4423"/>
                  </a:lnTo>
                  <a:lnTo>
                    <a:pt x="11564" y="4513"/>
                  </a:lnTo>
                  <a:lnTo>
                    <a:pt x="13312" y="4602"/>
                  </a:lnTo>
                  <a:lnTo>
                    <a:pt x="15119" y="4647"/>
                  </a:lnTo>
                  <a:lnTo>
                    <a:pt x="17002" y="4692"/>
                  </a:lnTo>
                  <a:lnTo>
                    <a:pt x="18944" y="4707"/>
                  </a:lnTo>
                  <a:lnTo>
                    <a:pt x="20871" y="4692"/>
                  </a:lnTo>
                  <a:lnTo>
                    <a:pt x="22753" y="4647"/>
                  </a:lnTo>
                  <a:lnTo>
                    <a:pt x="24576" y="4602"/>
                  </a:lnTo>
                  <a:lnTo>
                    <a:pt x="26309" y="4513"/>
                  </a:lnTo>
                  <a:lnTo>
                    <a:pt x="27967" y="4423"/>
                  </a:lnTo>
                  <a:lnTo>
                    <a:pt x="29521" y="4303"/>
                  </a:lnTo>
                  <a:lnTo>
                    <a:pt x="30985" y="4169"/>
                  </a:lnTo>
                  <a:lnTo>
                    <a:pt x="32330" y="4020"/>
                  </a:lnTo>
                  <a:lnTo>
                    <a:pt x="33555" y="3840"/>
                  </a:lnTo>
                  <a:lnTo>
                    <a:pt x="34645" y="3661"/>
                  </a:lnTo>
                  <a:lnTo>
                    <a:pt x="35138" y="3571"/>
                  </a:lnTo>
                  <a:lnTo>
                    <a:pt x="35587" y="3467"/>
                  </a:lnTo>
                  <a:lnTo>
                    <a:pt x="36005" y="3377"/>
                  </a:lnTo>
                  <a:lnTo>
                    <a:pt x="36393" y="3273"/>
                  </a:lnTo>
                  <a:lnTo>
                    <a:pt x="36722" y="3153"/>
                  </a:lnTo>
                  <a:lnTo>
                    <a:pt x="37021" y="3049"/>
                  </a:lnTo>
                  <a:lnTo>
                    <a:pt x="37275" y="2944"/>
                  </a:lnTo>
                  <a:lnTo>
                    <a:pt x="37499" y="2824"/>
                  </a:lnTo>
                  <a:lnTo>
                    <a:pt x="37663" y="2705"/>
                  </a:lnTo>
                  <a:lnTo>
                    <a:pt x="37783" y="2585"/>
                  </a:lnTo>
                  <a:lnTo>
                    <a:pt x="37827" y="2526"/>
                  </a:lnTo>
                  <a:lnTo>
                    <a:pt x="37857" y="2466"/>
                  </a:lnTo>
                  <a:lnTo>
                    <a:pt x="37872" y="2406"/>
                  </a:lnTo>
                  <a:lnTo>
                    <a:pt x="37872" y="2346"/>
                  </a:lnTo>
                  <a:lnTo>
                    <a:pt x="37872" y="2287"/>
                  </a:lnTo>
                  <a:lnTo>
                    <a:pt x="37857" y="2227"/>
                  </a:lnTo>
                  <a:lnTo>
                    <a:pt x="37827" y="2167"/>
                  </a:lnTo>
                  <a:lnTo>
                    <a:pt x="37783" y="2107"/>
                  </a:lnTo>
                  <a:lnTo>
                    <a:pt x="37663" y="1988"/>
                  </a:lnTo>
                  <a:lnTo>
                    <a:pt x="37499" y="1883"/>
                  </a:lnTo>
                  <a:lnTo>
                    <a:pt x="37275" y="1764"/>
                  </a:lnTo>
                  <a:lnTo>
                    <a:pt x="37021" y="1659"/>
                  </a:lnTo>
                  <a:lnTo>
                    <a:pt x="36722" y="1540"/>
                  </a:lnTo>
                  <a:lnTo>
                    <a:pt x="36393" y="1435"/>
                  </a:lnTo>
                  <a:lnTo>
                    <a:pt x="36005" y="1330"/>
                  </a:lnTo>
                  <a:lnTo>
                    <a:pt x="35587" y="1226"/>
                  </a:lnTo>
                  <a:lnTo>
                    <a:pt x="35138" y="1136"/>
                  </a:lnTo>
                  <a:lnTo>
                    <a:pt x="34645" y="1032"/>
                  </a:lnTo>
                  <a:lnTo>
                    <a:pt x="33555" y="852"/>
                  </a:lnTo>
                  <a:lnTo>
                    <a:pt x="32330" y="688"/>
                  </a:lnTo>
                  <a:lnTo>
                    <a:pt x="30985" y="539"/>
                  </a:lnTo>
                  <a:lnTo>
                    <a:pt x="29521" y="404"/>
                  </a:lnTo>
                  <a:lnTo>
                    <a:pt x="27967" y="285"/>
                  </a:lnTo>
                  <a:lnTo>
                    <a:pt x="26309" y="180"/>
                  </a:lnTo>
                  <a:lnTo>
                    <a:pt x="24576" y="105"/>
                  </a:lnTo>
                  <a:lnTo>
                    <a:pt x="22753" y="46"/>
                  </a:lnTo>
                  <a:lnTo>
                    <a:pt x="20871" y="16"/>
                  </a:lnTo>
                  <a:lnTo>
                    <a:pt x="18944" y="1"/>
                  </a:lnTo>
                  <a:close/>
                </a:path>
              </a:pathLst>
            </a:cu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4"/>
            <p:cNvSpPr/>
            <p:nvPr/>
          </p:nvSpPr>
          <p:spPr>
            <a:xfrm>
              <a:off x="6105940" y="1989683"/>
              <a:ext cx="701328" cy="492849"/>
            </a:xfrm>
            <a:custGeom>
              <a:avLst/>
              <a:gdLst/>
              <a:ahLst/>
              <a:cxnLst/>
              <a:rect l="l" t="t" r="r" b="b"/>
              <a:pathLst>
                <a:path w="25533" h="17943" extrusionOk="0">
                  <a:moveTo>
                    <a:pt x="21574" y="0"/>
                  </a:moveTo>
                  <a:lnTo>
                    <a:pt x="21215" y="30"/>
                  </a:lnTo>
                  <a:lnTo>
                    <a:pt x="20871" y="105"/>
                  </a:lnTo>
                  <a:lnTo>
                    <a:pt x="20513" y="209"/>
                  </a:lnTo>
                  <a:lnTo>
                    <a:pt x="20184" y="344"/>
                  </a:lnTo>
                  <a:lnTo>
                    <a:pt x="19855" y="508"/>
                  </a:lnTo>
                  <a:lnTo>
                    <a:pt x="19706" y="613"/>
                  </a:lnTo>
                  <a:lnTo>
                    <a:pt x="19557" y="717"/>
                  </a:lnTo>
                  <a:lnTo>
                    <a:pt x="19407" y="822"/>
                  </a:lnTo>
                  <a:lnTo>
                    <a:pt x="19258" y="956"/>
                  </a:lnTo>
                  <a:lnTo>
                    <a:pt x="19123" y="1076"/>
                  </a:lnTo>
                  <a:lnTo>
                    <a:pt x="18989" y="1210"/>
                  </a:lnTo>
                  <a:lnTo>
                    <a:pt x="18869" y="1360"/>
                  </a:lnTo>
                  <a:lnTo>
                    <a:pt x="18750" y="1509"/>
                  </a:lnTo>
                  <a:lnTo>
                    <a:pt x="18615" y="1718"/>
                  </a:lnTo>
                  <a:lnTo>
                    <a:pt x="18481" y="1912"/>
                  </a:lnTo>
                  <a:lnTo>
                    <a:pt x="12819" y="12026"/>
                  </a:lnTo>
                  <a:lnTo>
                    <a:pt x="12311" y="11982"/>
                  </a:lnTo>
                  <a:lnTo>
                    <a:pt x="11818" y="11937"/>
                  </a:lnTo>
                  <a:lnTo>
                    <a:pt x="11310" y="11877"/>
                  </a:lnTo>
                  <a:lnTo>
                    <a:pt x="10802" y="11802"/>
                  </a:lnTo>
                  <a:lnTo>
                    <a:pt x="10309" y="11728"/>
                  </a:lnTo>
                  <a:lnTo>
                    <a:pt x="9801" y="11638"/>
                  </a:lnTo>
                  <a:lnTo>
                    <a:pt x="9308" y="11533"/>
                  </a:lnTo>
                  <a:lnTo>
                    <a:pt x="8800" y="11429"/>
                  </a:lnTo>
                  <a:lnTo>
                    <a:pt x="8068" y="11250"/>
                  </a:lnTo>
                  <a:lnTo>
                    <a:pt x="7351" y="11055"/>
                  </a:lnTo>
                  <a:lnTo>
                    <a:pt x="6619" y="10846"/>
                  </a:lnTo>
                  <a:lnTo>
                    <a:pt x="5902" y="10607"/>
                  </a:lnTo>
                  <a:lnTo>
                    <a:pt x="5185" y="10353"/>
                  </a:lnTo>
                  <a:lnTo>
                    <a:pt x="4468" y="10084"/>
                  </a:lnTo>
                  <a:lnTo>
                    <a:pt x="3751" y="9786"/>
                  </a:lnTo>
                  <a:lnTo>
                    <a:pt x="3048" y="9487"/>
                  </a:lnTo>
                  <a:lnTo>
                    <a:pt x="3033" y="9487"/>
                  </a:lnTo>
                  <a:lnTo>
                    <a:pt x="2824" y="9397"/>
                  </a:lnTo>
                  <a:lnTo>
                    <a:pt x="2615" y="9337"/>
                  </a:lnTo>
                  <a:lnTo>
                    <a:pt x="2406" y="9307"/>
                  </a:lnTo>
                  <a:lnTo>
                    <a:pt x="2197" y="9293"/>
                  </a:lnTo>
                  <a:lnTo>
                    <a:pt x="1988" y="9307"/>
                  </a:lnTo>
                  <a:lnTo>
                    <a:pt x="1779" y="9322"/>
                  </a:lnTo>
                  <a:lnTo>
                    <a:pt x="1584" y="9382"/>
                  </a:lnTo>
                  <a:lnTo>
                    <a:pt x="1375" y="9442"/>
                  </a:lnTo>
                  <a:lnTo>
                    <a:pt x="1196" y="9532"/>
                  </a:lnTo>
                  <a:lnTo>
                    <a:pt x="1017" y="9621"/>
                  </a:lnTo>
                  <a:lnTo>
                    <a:pt x="837" y="9741"/>
                  </a:lnTo>
                  <a:lnTo>
                    <a:pt x="673" y="9875"/>
                  </a:lnTo>
                  <a:lnTo>
                    <a:pt x="539" y="10040"/>
                  </a:lnTo>
                  <a:lnTo>
                    <a:pt x="404" y="10204"/>
                  </a:lnTo>
                  <a:lnTo>
                    <a:pt x="285" y="10383"/>
                  </a:lnTo>
                  <a:lnTo>
                    <a:pt x="180" y="10577"/>
                  </a:lnTo>
                  <a:lnTo>
                    <a:pt x="105" y="10772"/>
                  </a:lnTo>
                  <a:lnTo>
                    <a:pt x="60" y="10966"/>
                  </a:lnTo>
                  <a:lnTo>
                    <a:pt x="16" y="11160"/>
                  </a:lnTo>
                  <a:lnTo>
                    <a:pt x="1" y="11354"/>
                  </a:lnTo>
                  <a:lnTo>
                    <a:pt x="1" y="11548"/>
                  </a:lnTo>
                  <a:lnTo>
                    <a:pt x="16" y="11743"/>
                  </a:lnTo>
                  <a:lnTo>
                    <a:pt x="60" y="11937"/>
                  </a:lnTo>
                  <a:lnTo>
                    <a:pt x="105" y="12116"/>
                  </a:lnTo>
                  <a:lnTo>
                    <a:pt x="180" y="12295"/>
                  </a:lnTo>
                  <a:lnTo>
                    <a:pt x="255" y="12475"/>
                  </a:lnTo>
                  <a:lnTo>
                    <a:pt x="359" y="12639"/>
                  </a:lnTo>
                  <a:lnTo>
                    <a:pt x="464" y="12803"/>
                  </a:lnTo>
                  <a:lnTo>
                    <a:pt x="598" y="12938"/>
                  </a:lnTo>
                  <a:lnTo>
                    <a:pt x="733" y="13087"/>
                  </a:lnTo>
                  <a:lnTo>
                    <a:pt x="897" y="13207"/>
                  </a:lnTo>
                  <a:lnTo>
                    <a:pt x="1061" y="13311"/>
                  </a:lnTo>
                  <a:lnTo>
                    <a:pt x="1808" y="13745"/>
                  </a:lnTo>
                  <a:lnTo>
                    <a:pt x="2570" y="14163"/>
                  </a:lnTo>
                  <a:lnTo>
                    <a:pt x="3332" y="14566"/>
                  </a:lnTo>
                  <a:lnTo>
                    <a:pt x="4109" y="14940"/>
                  </a:lnTo>
                  <a:lnTo>
                    <a:pt x="4916" y="15313"/>
                  </a:lnTo>
                  <a:lnTo>
                    <a:pt x="5708" y="15657"/>
                  </a:lnTo>
                  <a:lnTo>
                    <a:pt x="6529" y="15985"/>
                  </a:lnTo>
                  <a:lnTo>
                    <a:pt x="7366" y="16299"/>
                  </a:lnTo>
                  <a:lnTo>
                    <a:pt x="8203" y="16583"/>
                  </a:lnTo>
                  <a:lnTo>
                    <a:pt x="9054" y="16852"/>
                  </a:lnTo>
                  <a:lnTo>
                    <a:pt x="9906" y="17091"/>
                  </a:lnTo>
                  <a:lnTo>
                    <a:pt x="10772" y="17300"/>
                  </a:lnTo>
                  <a:lnTo>
                    <a:pt x="11639" y="17494"/>
                  </a:lnTo>
                  <a:lnTo>
                    <a:pt x="12520" y="17659"/>
                  </a:lnTo>
                  <a:lnTo>
                    <a:pt x="13402" y="17808"/>
                  </a:lnTo>
                  <a:lnTo>
                    <a:pt x="14298" y="17928"/>
                  </a:lnTo>
                  <a:lnTo>
                    <a:pt x="14477" y="17943"/>
                  </a:lnTo>
                  <a:lnTo>
                    <a:pt x="14836" y="17943"/>
                  </a:lnTo>
                  <a:lnTo>
                    <a:pt x="15015" y="17913"/>
                  </a:lnTo>
                  <a:lnTo>
                    <a:pt x="15179" y="17883"/>
                  </a:lnTo>
                  <a:lnTo>
                    <a:pt x="15344" y="17838"/>
                  </a:lnTo>
                  <a:lnTo>
                    <a:pt x="15508" y="17793"/>
                  </a:lnTo>
                  <a:lnTo>
                    <a:pt x="15672" y="17718"/>
                  </a:lnTo>
                  <a:lnTo>
                    <a:pt x="15822" y="17644"/>
                  </a:lnTo>
                  <a:lnTo>
                    <a:pt x="15971" y="17569"/>
                  </a:lnTo>
                  <a:lnTo>
                    <a:pt x="16121" y="17464"/>
                  </a:lnTo>
                  <a:lnTo>
                    <a:pt x="16255" y="17375"/>
                  </a:lnTo>
                  <a:lnTo>
                    <a:pt x="16389" y="17255"/>
                  </a:lnTo>
                  <a:lnTo>
                    <a:pt x="16509" y="17136"/>
                  </a:lnTo>
                  <a:lnTo>
                    <a:pt x="16629" y="17016"/>
                  </a:lnTo>
                  <a:lnTo>
                    <a:pt x="16733" y="16882"/>
                  </a:lnTo>
                  <a:lnTo>
                    <a:pt x="16942" y="16598"/>
                  </a:lnTo>
                  <a:lnTo>
                    <a:pt x="24800" y="5991"/>
                  </a:lnTo>
                  <a:lnTo>
                    <a:pt x="24905" y="5841"/>
                  </a:lnTo>
                  <a:lnTo>
                    <a:pt x="25010" y="5677"/>
                  </a:lnTo>
                  <a:lnTo>
                    <a:pt x="25099" y="5513"/>
                  </a:lnTo>
                  <a:lnTo>
                    <a:pt x="25189" y="5348"/>
                  </a:lnTo>
                  <a:lnTo>
                    <a:pt x="25264" y="5169"/>
                  </a:lnTo>
                  <a:lnTo>
                    <a:pt x="25323" y="5005"/>
                  </a:lnTo>
                  <a:lnTo>
                    <a:pt x="25383" y="4826"/>
                  </a:lnTo>
                  <a:lnTo>
                    <a:pt x="25428" y="4646"/>
                  </a:lnTo>
                  <a:lnTo>
                    <a:pt x="25503" y="4288"/>
                  </a:lnTo>
                  <a:lnTo>
                    <a:pt x="25533" y="3929"/>
                  </a:lnTo>
                  <a:lnTo>
                    <a:pt x="25533" y="3556"/>
                  </a:lnTo>
                  <a:lnTo>
                    <a:pt x="25503" y="3197"/>
                  </a:lnTo>
                  <a:lnTo>
                    <a:pt x="25428" y="2854"/>
                  </a:lnTo>
                  <a:lnTo>
                    <a:pt x="25323" y="2495"/>
                  </a:lnTo>
                  <a:lnTo>
                    <a:pt x="25189" y="2166"/>
                  </a:lnTo>
                  <a:lnTo>
                    <a:pt x="25010" y="1838"/>
                  </a:lnTo>
                  <a:lnTo>
                    <a:pt x="24920" y="1688"/>
                  </a:lnTo>
                  <a:lnTo>
                    <a:pt x="24815" y="1539"/>
                  </a:lnTo>
                  <a:lnTo>
                    <a:pt x="24696" y="1390"/>
                  </a:lnTo>
                  <a:lnTo>
                    <a:pt x="24576" y="1240"/>
                  </a:lnTo>
                  <a:lnTo>
                    <a:pt x="24442" y="1106"/>
                  </a:lnTo>
                  <a:lnTo>
                    <a:pt x="24307" y="971"/>
                  </a:lnTo>
                  <a:lnTo>
                    <a:pt x="24173" y="852"/>
                  </a:lnTo>
                  <a:lnTo>
                    <a:pt x="24009" y="732"/>
                  </a:lnTo>
                  <a:lnTo>
                    <a:pt x="23859" y="613"/>
                  </a:lnTo>
                  <a:lnTo>
                    <a:pt x="23695" y="523"/>
                  </a:lnTo>
                  <a:lnTo>
                    <a:pt x="23531" y="418"/>
                  </a:lnTo>
                  <a:lnTo>
                    <a:pt x="23351" y="344"/>
                  </a:lnTo>
                  <a:lnTo>
                    <a:pt x="23187" y="269"/>
                  </a:lnTo>
                  <a:lnTo>
                    <a:pt x="23008" y="194"/>
                  </a:lnTo>
                  <a:lnTo>
                    <a:pt x="22843" y="150"/>
                  </a:lnTo>
                  <a:lnTo>
                    <a:pt x="22664" y="90"/>
                  </a:lnTo>
                  <a:lnTo>
                    <a:pt x="22306" y="30"/>
                  </a:lnTo>
                  <a:lnTo>
                    <a:pt x="21947" y="0"/>
                  </a:lnTo>
                  <a:close/>
                </a:path>
              </a:pathLst>
            </a:custGeom>
            <a:solidFill>
              <a:srgbClr val="1ACC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4"/>
            <p:cNvSpPr/>
            <p:nvPr/>
          </p:nvSpPr>
          <p:spPr>
            <a:xfrm>
              <a:off x="5997199" y="2155032"/>
              <a:ext cx="196173" cy="192492"/>
            </a:xfrm>
            <a:custGeom>
              <a:avLst/>
              <a:gdLst/>
              <a:ahLst/>
              <a:cxnLst/>
              <a:rect l="l" t="t" r="r" b="b"/>
              <a:pathLst>
                <a:path w="7142" h="7008" extrusionOk="0">
                  <a:moveTo>
                    <a:pt x="60" y="1"/>
                  </a:moveTo>
                  <a:lnTo>
                    <a:pt x="31" y="31"/>
                  </a:lnTo>
                  <a:lnTo>
                    <a:pt x="1" y="61"/>
                  </a:lnTo>
                  <a:lnTo>
                    <a:pt x="1" y="105"/>
                  </a:lnTo>
                  <a:lnTo>
                    <a:pt x="31" y="150"/>
                  </a:lnTo>
                  <a:lnTo>
                    <a:pt x="105" y="285"/>
                  </a:lnTo>
                  <a:lnTo>
                    <a:pt x="240" y="449"/>
                  </a:lnTo>
                  <a:lnTo>
                    <a:pt x="404" y="643"/>
                  </a:lnTo>
                  <a:lnTo>
                    <a:pt x="628" y="837"/>
                  </a:lnTo>
                  <a:lnTo>
                    <a:pt x="1106" y="1271"/>
                  </a:lnTo>
                  <a:lnTo>
                    <a:pt x="1629" y="1704"/>
                  </a:lnTo>
                  <a:lnTo>
                    <a:pt x="2092" y="2077"/>
                  </a:lnTo>
                  <a:lnTo>
                    <a:pt x="2540" y="2436"/>
                  </a:lnTo>
                  <a:lnTo>
                    <a:pt x="2526" y="2436"/>
                  </a:lnTo>
                  <a:lnTo>
                    <a:pt x="2466" y="2451"/>
                  </a:lnTo>
                  <a:lnTo>
                    <a:pt x="2376" y="2511"/>
                  </a:lnTo>
                  <a:lnTo>
                    <a:pt x="2242" y="2600"/>
                  </a:lnTo>
                  <a:lnTo>
                    <a:pt x="2107" y="2765"/>
                  </a:lnTo>
                  <a:lnTo>
                    <a:pt x="1928" y="2989"/>
                  </a:lnTo>
                  <a:lnTo>
                    <a:pt x="1853" y="3123"/>
                  </a:lnTo>
                  <a:lnTo>
                    <a:pt x="1749" y="3287"/>
                  </a:lnTo>
                  <a:lnTo>
                    <a:pt x="1659" y="3482"/>
                  </a:lnTo>
                  <a:lnTo>
                    <a:pt x="1569" y="3691"/>
                  </a:lnTo>
                  <a:lnTo>
                    <a:pt x="1480" y="3915"/>
                  </a:lnTo>
                  <a:lnTo>
                    <a:pt x="1420" y="4154"/>
                  </a:lnTo>
                  <a:lnTo>
                    <a:pt x="1360" y="4378"/>
                  </a:lnTo>
                  <a:lnTo>
                    <a:pt x="1330" y="4602"/>
                  </a:lnTo>
                  <a:lnTo>
                    <a:pt x="1330" y="4826"/>
                  </a:lnTo>
                  <a:lnTo>
                    <a:pt x="1330" y="5050"/>
                  </a:lnTo>
                  <a:lnTo>
                    <a:pt x="1375" y="5245"/>
                  </a:lnTo>
                  <a:lnTo>
                    <a:pt x="1420" y="5439"/>
                  </a:lnTo>
                  <a:lnTo>
                    <a:pt x="1495" y="5618"/>
                  </a:lnTo>
                  <a:lnTo>
                    <a:pt x="1599" y="5767"/>
                  </a:lnTo>
                  <a:lnTo>
                    <a:pt x="1734" y="5902"/>
                  </a:lnTo>
                  <a:lnTo>
                    <a:pt x="1793" y="5962"/>
                  </a:lnTo>
                  <a:lnTo>
                    <a:pt x="1883" y="6006"/>
                  </a:lnTo>
                  <a:lnTo>
                    <a:pt x="1958" y="6051"/>
                  </a:lnTo>
                  <a:lnTo>
                    <a:pt x="2062" y="6081"/>
                  </a:lnTo>
                  <a:lnTo>
                    <a:pt x="2152" y="6111"/>
                  </a:lnTo>
                  <a:lnTo>
                    <a:pt x="2257" y="6141"/>
                  </a:lnTo>
                  <a:lnTo>
                    <a:pt x="2376" y="6156"/>
                  </a:lnTo>
                  <a:lnTo>
                    <a:pt x="2496" y="6156"/>
                  </a:lnTo>
                  <a:lnTo>
                    <a:pt x="2765" y="6141"/>
                  </a:lnTo>
                  <a:lnTo>
                    <a:pt x="2854" y="6126"/>
                  </a:lnTo>
                  <a:lnTo>
                    <a:pt x="3004" y="6245"/>
                  </a:lnTo>
                  <a:lnTo>
                    <a:pt x="3243" y="6395"/>
                  </a:lnTo>
                  <a:lnTo>
                    <a:pt x="3556" y="6574"/>
                  </a:lnTo>
                  <a:lnTo>
                    <a:pt x="3736" y="6664"/>
                  </a:lnTo>
                  <a:lnTo>
                    <a:pt x="3915" y="6753"/>
                  </a:lnTo>
                  <a:lnTo>
                    <a:pt x="4124" y="6843"/>
                  </a:lnTo>
                  <a:lnTo>
                    <a:pt x="4333" y="6903"/>
                  </a:lnTo>
                  <a:lnTo>
                    <a:pt x="4542" y="6963"/>
                  </a:lnTo>
                  <a:lnTo>
                    <a:pt x="4766" y="6992"/>
                  </a:lnTo>
                  <a:lnTo>
                    <a:pt x="4976" y="7007"/>
                  </a:lnTo>
                  <a:lnTo>
                    <a:pt x="5200" y="6992"/>
                  </a:lnTo>
                  <a:lnTo>
                    <a:pt x="5409" y="6948"/>
                  </a:lnTo>
                  <a:lnTo>
                    <a:pt x="5513" y="6918"/>
                  </a:lnTo>
                  <a:lnTo>
                    <a:pt x="5618" y="6873"/>
                  </a:lnTo>
                  <a:lnTo>
                    <a:pt x="5723" y="6828"/>
                  </a:lnTo>
                  <a:lnTo>
                    <a:pt x="5812" y="6753"/>
                  </a:lnTo>
                  <a:lnTo>
                    <a:pt x="5917" y="6694"/>
                  </a:lnTo>
                  <a:lnTo>
                    <a:pt x="6006" y="6604"/>
                  </a:lnTo>
                  <a:lnTo>
                    <a:pt x="6216" y="6380"/>
                  </a:lnTo>
                  <a:lnTo>
                    <a:pt x="6425" y="6126"/>
                  </a:lnTo>
                  <a:lnTo>
                    <a:pt x="6559" y="5932"/>
                  </a:lnTo>
                  <a:lnTo>
                    <a:pt x="6664" y="5723"/>
                  </a:lnTo>
                  <a:lnTo>
                    <a:pt x="6768" y="5528"/>
                  </a:lnTo>
                  <a:lnTo>
                    <a:pt x="6858" y="5319"/>
                  </a:lnTo>
                  <a:lnTo>
                    <a:pt x="6918" y="5125"/>
                  </a:lnTo>
                  <a:lnTo>
                    <a:pt x="6978" y="4946"/>
                  </a:lnTo>
                  <a:lnTo>
                    <a:pt x="7067" y="4587"/>
                  </a:lnTo>
                  <a:lnTo>
                    <a:pt x="7112" y="4288"/>
                  </a:lnTo>
                  <a:lnTo>
                    <a:pt x="7142" y="4064"/>
                  </a:lnTo>
                  <a:lnTo>
                    <a:pt x="7142" y="3855"/>
                  </a:lnTo>
                  <a:lnTo>
                    <a:pt x="7112" y="3751"/>
                  </a:lnTo>
                  <a:lnTo>
                    <a:pt x="7022" y="3467"/>
                  </a:lnTo>
                  <a:lnTo>
                    <a:pt x="6858" y="3063"/>
                  </a:lnTo>
                  <a:lnTo>
                    <a:pt x="6753" y="2824"/>
                  </a:lnTo>
                  <a:lnTo>
                    <a:pt x="6649" y="2585"/>
                  </a:lnTo>
                  <a:lnTo>
                    <a:pt x="6514" y="2346"/>
                  </a:lnTo>
                  <a:lnTo>
                    <a:pt x="6380" y="2122"/>
                  </a:lnTo>
                  <a:lnTo>
                    <a:pt x="6216" y="1898"/>
                  </a:lnTo>
                  <a:lnTo>
                    <a:pt x="6051" y="1689"/>
                  </a:lnTo>
                  <a:lnTo>
                    <a:pt x="5872" y="1510"/>
                  </a:lnTo>
                  <a:lnTo>
                    <a:pt x="5782" y="1435"/>
                  </a:lnTo>
                  <a:lnTo>
                    <a:pt x="5678" y="1360"/>
                  </a:lnTo>
                  <a:lnTo>
                    <a:pt x="5573" y="1301"/>
                  </a:lnTo>
                  <a:lnTo>
                    <a:pt x="5469" y="1256"/>
                  </a:lnTo>
                  <a:lnTo>
                    <a:pt x="5364" y="1226"/>
                  </a:lnTo>
                  <a:lnTo>
                    <a:pt x="5259" y="1196"/>
                  </a:lnTo>
                  <a:lnTo>
                    <a:pt x="5020" y="1181"/>
                  </a:lnTo>
                  <a:lnTo>
                    <a:pt x="4811" y="1181"/>
                  </a:lnTo>
                  <a:lnTo>
                    <a:pt x="4632" y="1211"/>
                  </a:lnTo>
                  <a:lnTo>
                    <a:pt x="4498" y="1256"/>
                  </a:lnTo>
                  <a:lnTo>
                    <a:pt x="4378" y="1301"/>
                  </a:lnTo>
                  <a:lnTo>
                    <a:pt x="4288" y="1375"/>
                  </a:lnTo>
                  <a:lnTo>
                    <a:pt x="4214" y="1450"/>
                  </a:lnTo>
                  <a:lnTo>
                    <a:pt x="4169" y="1525"/>
                  </a:lnTo>
                  <a:lnTo>
                    <a:pt x="4109" y="1644"/>
                  </a:lnTo>
                  <a:lnTo>
                    <a:pt x="4094" y="1734"/>
                  </a:lnTo>
                  <a:lnTo>
                    <a:pt x="4079" y="1823"/>
                  </a:lnTo>
                  <a:lnTo>
                    <a:pt x="3870" y="1704"/>
                  </a:lnTo>
                  <a:lnTo>
                    <a:pt x="3019" y="1241"/>
                  </a:lnTo>
                  <a:lnTo>
                    <a:pt x="2451" y="942"/>
                  </a:lnTo>
                  <a:lnTo>
                    <a:pt x="1838" y="643"/>
                  </a:lnTo>
                  <a:lnTo>
                    <a:pt x="1256" y="374"/>
                  </a:lnTo>
                  <a:lnTo>
                    <a:pt x="733" y="150"/>
                  </a:lnTo>
                  <a:lnTo>
                    <a:pt x="509" y="75"/>
                  </a:lnTo>
                  <a:lnTo>
                    <a:pt x="329" y="31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6063284" y="2255175"/>
              <a:ext cx="37356" cy="18898"/>
            </a:xfrm>
            <a:custGeom>
              <a:avLst/>
              <a:gdLst/>
              <a:ahLst/>
              <a:cxnLst/>
              <a:rect l="l" t="t" r="r" b="b"/>
              <a:pathLst>
                <a:path w="1360" h="688" extrusionOk="0">
                  <a:moveTo>
                    <a:pt x="105" y="0"/>
                  </a:moveTo>
                  <a:lnTo>
                    <a:pt x="60" y="15"/>
                  </a:lnTo>
                  <a:lnTo>
                    <a:pt x="15" y="45"/>
                  </a:lnTo>
                  <a:lnTo>
                    <a:pt x="0" y="90"/>
                  </a:lnTo>
                  <a:lnTo>
                    <a:pt x="0" y="149"/>
                  </a:lnTo>
                  <a:lnTo>
                    <a:pt x="15" y="194"/>
                  </a:lnTo>
                  <a:lnTo>
                    <a:pt x="45" y="239"/>
                  </a:lnTo>
                  <a:lnTo>
                    <a:pt x="299" y="418"/>
                  </a:lnTo>
                  <a:lnTo>
                    <a:pt x="538" y="538"/>
                  </a:lnTo>
                  <a:lnTo>
                    <a:pt x="732" y="613"/>
                  </a:lnTo>
                  <a:lnTo>
                    <a:pt x="911" y="657"/>
                  </a:lnTo>
                  <a:lnTo>
                    <a:pt x="1046" y="687"/>
                  </a:lnTo>
                  <a:lnTo>
                    <a:pt x="1150" y="687"/>
                  </a:lnTo>
                  <a:lnTo>
                    <a:pt x="1255" y="672"/>
                  </a:lnTo>
                  <a:lnTo>
                    <a:pt x="1270" y="672"/>
                  </a:lnTo>
                  <a:lnTo>
                    <a:pt x="1315" y="642"/>
                  </a:lnTo>
                  <a:lnTo>
                    <a:pt x="1345" y="613"/>
                  </a:lnTo>
                  <a:lnTo>
                    <a:pt x="1360" y="568"/>
                  </a:lnTo>
                  <a:lnTo>
                    <a:pt x="1345" y="523"/>
                  </a:lnTo>
                  <a:lnTo>
                    <a:pt x="1330" y="463"/>
                  </a:lnTo>
                  <a:lnTo>
                    <a:pt x="1285" y="433"/>
                  </a:lnTo>
                  <a:lnTo>
                    <a:pt x="1240" y="418"/>
                  </a:lnTo>
                  <a:lnTo>
                    <a:pt x="1031" y="418"/>
                  </a:lnTo>
                  <a:lnTo>
                    <a:pt x="926" y="388"/>
                  </a:lnTo>
                  <a:lnTo>
                    <a:pt x="777" y="359"/>
                  </a:lnTo>
                  <a:lnTo>
                    <a:pt x="613" y="284"/>
                  </a:lnTo>
                  <a:lnTo>
                    <a:pt x="418" y="179"/>
                  </a:lnTo>
                  <a:lnTo>
                    <a:pt x="209" y="30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6052599" y="2283054"/>
              <a:ext cx="42300" cy="19337"/>
            </a:xfrm>
            <a:custGeom>
              <a:avLst/>
              <a:gdLst/>
              <a:ahLst/>
              <a:cxnLst/>
              <a:rect l="l" t="t" r="r" b="b"/>
              <a:pathLst>
                <a:path w="1540" h="704" extrusionOk="0">
                  <a:moveTo>
                    <a:pt x="135" y="1"/>
                  </a:moveTo>
                  <a:lnTo>
                    <a:pt x="90" y="16"/>
                  </a:lnTo>
                  <a:lnTo>
                    <a:pt x="45" y="46"/>
                  </a:lnTo>
                  <a:lnTo>
                    <a:pt x="16" y="91"/>
                  </a:lnTo>
                  <a:lnTo>
                    <a:pt x="1" y="135"/>
                  </a:lnTo>
                  <a:lnTo>
                    <a:pt x="16" y="195"/>
                  </a:lnTo>
                  <a:lnTo>
                    <a:pt x="45" y="240"/>
                  </a:lnTo>
                  <a:lnTo>
                    <a:pt x="150" y="330"/>
                  </a:lnTo>
                  <a:lnTo>
                    <a:pt x="269" y="404"/>
                  </a:lnTo>
                  <a:lnTo>
                    <a:pt x="374" y="479"/>
                  </a:lnTo>
                  <a:lnTo>
                    <a:pt x="494" y="539"/>
                  </a:lnTo>
                  <a:lnTo>
                    <a:pt x="718" y="613"/>
                  </a:lnTo>
                  <a:lnTo>
                    <a:pt x="927" y="673"/>
                  </a:lnTo>
                  <a:lnTo>
                    <a:pt x="1121" y="688"/>
                  </a:lnTo>
                  <a:lnTo>
                    <a:pt x="1270" y="703"/>
                  </a:lnTo>
                  <a:lnTo>
                    <a:pt x="1420" y="688"/>
                  </a:lnTo>
                  <a:lnTo>
                    <a:pt x="1450" y="688"/>
                  </a:lnTo>
                  <a:lnTo>
                    <a:pt x="1495" y="658"/>
                  </a:lnTo>
                  <a:lnTo>
                    <a:pt x="1524" y="628"/>
                  </a:lnTo>
                  <a:lnTo>
                    <a:pt x="1539" y="584"/>
                  </a:lnTo>
                  <a:lnTo>
                    <a:pt x="1539" y="539"/>
                  </a:lnTo>
                  <a:lnTo>
                    <a:pt x="1524" y="494"/>
                  </a:lnTo>
                  <a:lnTo>
                    <a:pt x="1480" y="449"/>
                  </a:lnTo>
                  <a:lnTo>
                    <a:pt x="1435" y="434"/>
                  </a:lnTo>
                  <a:lnTo>
                    <a:pt x="1270" y="434"/>
                  </a:lnTo>
                  <a:lnTo>
                    <a:pt x="1136" y="419"/>
                  </a:lnTo>
                  <a:lnTo>
                    <a:pt x="987" y="404"/>
                  </a:lnTo>
                  <a:lnTo>
                    <a:pt x="807" y="359"/>
                  </a:lnTo>
                  <a:lnTo>
                    <a:pt x="613" y="300"/>
                  </a:lnTo>
                  <a:lnTo>
                    <a:pt x="509" y="255"/>
                  </a:lnTo>
                  <a:lnTo>
                    <a:pt x="419" y="195"/>
                  </a:lnTo>
                  <a:lnTo>
                    <a:pt x="314" y="120"/>
                  </a:lnTo>
                  <a:lnTo>
                    <a:pt x="225" y="46"/>
                  </a:lnTo>
                  <a:lnTo>
                    <a:pt x="180" y="1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6098963" y="2196891"/>
              <a:ext cx="61994" cy="50925"/>
            </a:xfrm>
            <a:custGeom>
              <a:avLst/>
              <a:gdLst/>
              <a:ahLst/>
              <a:cxnLst/>
              <a:rect l="l" t="t" r="r" b="b"/>
              <a:pathLst>
                <a:path w="2257" h="1854" extrusionOk="0">
                  <a:moveTo>
                    <a:pt x="464" y="1"/>
                  </a:moveTo>
                  <a:lnTo>
                    <a:pt x="404" y="120"/>
                  </a:lnTo>
                  <a:lnTo>
                    <a:pt x="389" y="210"/>
                  </a:lnTo>
                  <a:lnTo>
                    <a:pt x="374" y="299"/>
                  </a:lnTo>
                  <a:lnTo>
                    <a:pt x="165" y="180"/>
                  </a:lnTo>
                  <a:lnTo>
                    <a:pt x="31" y="987"/>
                  </a:lnTo>
                  <a:lnTo>
                    <a:pt x="16" y="1151"/>
                  </a:lnTo>
                  <a:lnTo>
                    <a:pt x="1" y="1270"/>
                  </a:lnTo>
                  <a:lnTo>
                    <a:pt x="1" y="1390"/>
                  </a:lnTo>
                  <a:lnTo>
                    <a:pt x="31" y="1509"/>
                  </a:lnTo>
                  <a:lnTo>
                    <a:pt x="61" y="1629"/>
                  </a:lnTo>
                  <a:lnTo>
                    <a:pt x="90" y="1674"/>
                  </a:lnTo>
                  <a:lnTo>
                    <a:pt x="135" y="1734"/>
                  </a:lnTo>
                  <a:lnTo>
                    <a:pt x="180" y="1763"/>
                  </a:lnTo>
                  <a:lnTo>
                    <a:pt x="225" y="1808"/>
                  </a:lnTo>
                  <a:lnTo>
                    <a:pt x="285" y="1823"/>
                  </a:lnTo>
                  <a:lnTo>
                    <a:pt x="359" y="1853"/>
                  </a:lnTo>
                  <a:lnTo>
                    <a:pt x="494" y="1853"/>
                  </a:lnTo>
                  <a:lnTo>
                    <a:pt x="658" y="1823"/>
                  </a:lnTo>
                  <a:lnTo>
                    <a:pt x="822" y="1763"/>
                  </a:lnTo>
                  <a:lnTo>
                    <a:pt x="1047" y="1659"/>
                  </a:lnTo>
                  <a:lnTo>
                    <a:pt x="1256" y="1524"/>
                  </a:lnTo>
                  <a:lnTo>
                    <a:pt x="1465" y="1390"/>
                  </a:lnTo>
                  <a:lnTo>
                    <a:pt x="1674" y="1241"/>
                  </a:lnTo>
                  <a:lnTo>
                    <a:pt x="2003" y="972"/>
                  </a:lnTo>
                  <a:lnTo>
                    <a:pt x="2212" y="777"/>
                  </a:lnTo>
                  <a:lnTo>
                    <a:pt x="2242" y="733"/>
                  </a:lnTo>
                  <a:lnTo>
                    <a:pt x="2257" y="688"/>
                  </a:lnTo>
                  <a:lnTo>
                    <a:pt x="2257" y="643"/>
                  </a:lnTo>
                  <a:lnTo>
                    <a:pt x="2227" y="598"/>
                  </a:lnTo>
                  <a:lnTo>
                    <a:pt x="2182" y="553"/>
                  </a:lnTo>
                  <a:lnTo>
                    <a:pt x="2077" y="553"/>
                  </a:lnTo>
                  <a:lnTo>
                    <a:pt x="2033" y="583"/>
                  </a:lnTo>
                  <a:lnTo>
                    <a:pt x="1823" y="777"/>
                  </a:lnTo>
                  <a:lnTo>
                    <a:pt x="1584" y="957"/>
                  </a:lnTo>
                  <a:lnTo>
                    <a:pt x="1345" y="1151"/>
                  </a:lnTo>
                  <a:lnTo>
                    <a:pt x="1106" y="1315"/>
                  </a:lnTo>
                  <a:lnTo>
                    <a:pt x="867" y="1450"/>
                  </a:lnTo>
                  <a:lnTo>
                    <a:pt x="658" y="1539"/>
                  </a:lnTo>
                  <a:lnTo>
                    <a:pt x="568" y="1569"/>
                  </a:lnTo>
                  <a:lnTo>
                    <a:pt x="479" y="1584"/>
                  </a:lnTo>
                  <a:lnTo>
                    <a:pt x="419" y="1584"/>
                  </a:lnTo>
                  <a:lnTo>
                    <a:pt x="359" y="1569"/>
                  </a:lnTo>
                  <a:lnTo>
                    <a:pt x="329" y="1539"/>
                  </a:lnTo>
                  <a:lnTo>
                    <a:pt x="300" y="1509"/>
                  </a:lnTo>
                  <a:lnTo>
                    <a:pt x="285" y="1450"/>
                  </a:lnTo>
                  <a:lnTo>
                    <a:pt x="270" y="1390"/>
                  </a:lnTo>
                  <a:lnTo>
                    <a:pt x="270" y="1226"/>
                  </a:lnTo>
                  <a:lnTo>
                    <a:pt x="300" y="1031"/>
                  </a:lnTo>
                  <a:lnTo>
                    <a:pt x="464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6073117" y="2228093"/>
              <a:ext cx="27934" cy="98498"/>
            </a:xfrm>
            <a:custGeom>
              <a:avLst/>
              <a:gdLst/>
              <a:ahLst/>
              <a:cxnLst/>
              <a:rect l="l" t="t" r="r" b="b"/>
              <a:pathLst>
                <a:path w="1017" h="3586" extrusionOk="0">
                  <a:moveTo>
                    <a:pt x="419" y="0"/>
                  </a:moveTo>
                  <a:lnTo>
                    <a:pt x="374" y="15"/>
                  </a:lnTo>
                  <a:lnTo>
                    <a:pt x="329" y="45"/>
                  </a:lnTo>
                  <a:lnTo>
                    <a:pt x="299" y="75"/>
                  </a:lnTo>
                  <a:lnTo>
                    <a:pt x="284" y="134"/>
                  </a:lnTo>
                  <a:lnTo>
                    <a:pt x="284" y="179"/>
                  </a:lnTo>
                  <a:lnTo>
                    <a:pt x="314" y="224"/>
                  </a:lnTo>
                  <a:lnTo>
                    <a:pt x="374" y="299"/>
                  </a:lnTo>
                  <a:lnTo>
                    <a:pt x="494" y="493"/>
                  </a:lnTo>
                  <a:lnTo>
                    <a:pt x="553" y="627"/>
                  </a:lnTo>
                  <a:lnTo>
                    <a:pt x="628" y="792"/>
                  </a:lnTo>
                  <a:lnTo>
                    <a:pt x="673" y="971"/>
                  </a:lnTo>
                  <a:lnTo>
                    <a:pt x="718" y="1165"/>
                  </a:lnTo>
                  <a:lnTo>
                    <a:pt x="748" y="1389"/>
                  </a:lnTo>
                  <a:lnTo>
                    <a:pt x="748" y="1643"/>
                  </a:lnTo>
                  <a:lnTo>
                    <a:pt x="733" y="1897"/>
                  </a:lnTo>
                  <a:lnTo>
                    <a:pt x="673" y="2181"/>
                  </a:lnTo>
                  <a:lnTo>
                    <a:pt x="568" y="2480"/>
                  </a:lnTo>
                  <a:lnTo>
                    <a:pt x="509" y="2644"/>
                  </a:lnTo>
                  <a:lnTo>
                    <a:pt x="434" y="2794"/>
                  </a:lnTo>
                  <a:lnTo>
                    <a:pt x="344" y="2958"/>
                  </a:lnTo>
                  <a:lnTo>
                    <a:pt x="240" y="3137"/>
                  </a:lnTo>
                  <a:lnTo>
                    <a:pt x="120" y="3302"/>
                  </a:lnTo>
                  <a:lnTo>
                    <a:pt x="1" y="3481"/>
                  </a:lnTo>
                  <a:lnTo>
                    <a:pt x="90" y="3466"/>
                  </a:lnTo>
                  <a:lnTo>
                    <a:pt x="240" y="3585"/>
                  </a:lnTo>
                  <a:lnTo>
                    <a:pt x="374" y="3391"/>
                  </a:lnTo>
                  <a:lnTo>
                    <a:pt x="509" y="3212"/>
                  </a:lnTo>
                  <a:lnTo>
                    <a:pt x="613" y="3033"/>
                  </a:lnTo>
                  <a:lnTo>
                    <a:pt x="703" y="2853"/>
                  </a:lnTo>
                  <a:lnTo>
                    <a:pt x="777" y="2674"/>
                  </a:lnTo>
                  <a:lnTo>
                    <a:pt x="837" y="2510"/>
                  </a:lnTo>
                  <a:lnTo>
                    <a:pt x="897" y="2346"/>
                  </a:lnTo>
                  <a:lnTo>
                    <a:pt x="942" y="2181"/>
                  </a:lnTo>
                  <a:lnTo>
                    <a:pt x="972" y="2017"/>
                  </a:lnTo>
                  <a:lnTo>
                    <a:pt x="987" y="1867"/>
                  </a:lnTo>
                  <a:lnTo>
                    <a:pt x="1016" y="1584"/>
                  </a:lnTo>
                  <a:lnTo>
                    <a:pt x="1002" y="1315"/>
                  </a:lnTo>
                  <a:lnTo>
                    <a:pt x="957" y="1061"/>
                  </a:lnTo>
                  <a:lnTo>
                    <a:pt x="912" y="837"/>
                  </a:lnTo>
                  <a:lnTo>
                    <a:pt x="837" y="642"/>
                  </a:lnTo>
                  <a:lnTo>
                    <a:pt x="762" y="463"/>
                  </a:lnTo>
                  <a:lnTo>
                    <a:pt x="703" y="329"/>
                  </a:lnTo>
                  <a:lnTo>
                    <a:pt x="568" y="120"/>
                  </a:lnTo>
                  <a:lnTo>
                    <a:pt x="523" y="45"/>
                  </a:lnTo>
                  <a:lnTo>
                    <a:pt x="479" y="15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6604103" y="2954365"/>
              <a:ext cx="406684" cy="1483877"/>
            </a:xfrm>
            <a:custGeom>
              <a:avLst/>
              <a:gdLst/>
              <a:ahLst/>
              <a:cxnLst/>
              <a:rect l="l" t="t" r="r" b="b"/>
              <a:pathLst>
                <a:path w="14806" h="54023" extrusionOk="0">
                  <a:moveTo>
                    <a:pt x="0" y="1"/>
                  </a:moveTo>
                  <a:lnTo>
                    <a:pt x="4647" y="28580"/>
                  </a:lnTo>
                  <a:lnTo>
                    <a:pt x="10115" y="53738"/>
                  </a:lnTo>
                  <a:lnTo>
                    <a:pt x="14806" y="54022"/>
                  </a:lnTo>
                  <a:lnTo>
                    <a:pt x="11952" y="10952"/>
                  </a:lnTo>
                  <a:lnTo>
                    <a:pt x="11011" y="37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4"/>
            <p:cNvSpPr/>
            <p:nvPr/>
          </p:nvSpPr>
          <p:spPr>
            <a:xfrm>
              <a:off x="6893794" y="4421328"/>
              <a:ext cx="116984" cy="135854"/>
            </a:xfrm>
            <a:custGeom>
              <a:avLst/>
              <a:gdLst/>
              <a:ahLst/>
              <a:cxnLst/>
              <a:rect l="l" t="t" r="r" b="b"/>
              <a:pathLst>
                <a:path w="4259" h="4946" extrusionOk="0">
                  <a:moveTo>
                    <a:pt x="1" y="1"/>
                  </a:moveTo>
                  <a:lnTo>
                    <a:pt x="673" y="4841"/>
                  </a:lnTo>
                  <a:lnTo>
                    <a:pt x="1076" y="4901"/>
                  </a:lnTo>
                  <a:lnTo>
                    <a:pt x="1450" y="4931"/>
                  </a:lnTo>
                  <a:lnTo>
                    <a:pt x="1808" y="4946"/>
                  </a:lnTo>
                  <a:lnTo>
                    <a:pt x="2152" y="4931"/>
                  </a:lnTo>
                  <a:lnTo>
                    <a:pt x="2466" y="4916"/>
                  </a:lnTo>
                  <a:lnTo>
                    <a:pt x="2765" y="4871"/>
                  </a:lnTo>
                  <a:lnTo>
                    <a:pt x="3034" y="4826"/>
                  </a:lnTo>
                  <a:lnTo>
                    <a:pt x="3273" y="4766"/>
                  </a:lnTo>
                  <a:lnTo>
                    <a:pt x="3497" y="4707"/>
                  </a:lnTo>
                  <a:lnTo>
                    <a:pt x="3691" y="4647"/>
                  </a:lnTo>
                  <a:lnTo>
                    <a:pt x="4005" y="4527"/>
                  </a:lnTo>
                  <a:lnTo>
                    <a:pt x="4184" y="4438"/>
                  </a:lnTo>
                  <a:lnTo>
                    <a:pt x="4259" y="4408"/>
                  </a:lnTo>
                  <a:lnTo>
                    <a:pt x="3930" y="3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4"/>
            <p:cNvSpPr/>
            <p:nvPr/>
          </p:nvSpPr>
          <p:spPr>
            <a:xfrm>
              <a:off x="6861795" y="4400398"/>
              <a:ext cx="166618" cy="74712"/>
            </a:xfrm>
            <a:custGeom>
              <a:avLst/>
              <a:gdLst/>
              <a:ahLst/>
              <a:cxnLst/>
              <a:rect l="l" t="t" r="r" b="b"/>
              <a:pathLst>
                <a:path w="6066" h="2720" extrusionOk="0">
                  <a:moveTo>
                    <a:pt x="5976" y="1"/>
                  </a:moveTo>
                  <a:lnTo>
                    <a:pt x="120" y="210"/>
                  </a:lnTo>
                  <a:lnTo>
                    <a:pt x="45" y="539"/>
                  </a:lnTo>
                  <a:lnTo>
                    <a:pt x="15" y="852"/>
                  </a:lnTo>
                  <a:lnTo>
                    <a:pt x="1" y="1181"/>
                  </a:lnTo>
                  <a:lnTo>
                    <a:pt x="15" y="1495"/>
                  </a:lnTo>
                  <a:lnTo>
                    <a:pt x="60" y="1794"/>
                  </a:lnTo>
                  <a:lnTo>
                    <a:pt x="120" y="2107"/>
                  </a:lnTo>
                  <a:lnTo>
                    <a:pt x="210" y="2421"/>
                  </a:lnTo>
                  <a:lnTo>
                    <a:pt x="314" y="2720"/>
                  </a:lnTo>
                  <a:lnTo>
                    <a:pt x="5917" y="2466"/>
                  </a:lnTo>
                  <a:lnTo>
                    <a:pt x="5976" y="2152"/>
                  </a:lnTo>
                  <a:lnTo>
                    <a:pt x="6021" y="1838"/>
                  </a:lnTo>
                  <a:lnTo>
                    <a:pt x="6051" y="1540"/>
                  </a:lnTo>
                  <a:lnTo>
                    <a:pt x="6066" y="1226"/>
                  </a:lnTo>
                  <a:lnTo>
                    <a:pt x="6066" y="927"/>
                  </a:lnTo>
                  <a:lnTo>
                    <a:pt x="6051" y="613"/>
                  </a:lnTo>
                  <a:lnTo>
                    <a:pt x="6021" y="300"/>
                  </a:lnTo>
                  <a:lnTo>
                    <a:pt x="5976" y="1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6637749" y="4493977"/>
              <a:ext cx="386578" cy="185076"/>
            </a:xfrm>
            <a:custGeom>
              <a:avLst/>
              <a:gdLst/>
              <a:ahLst/>
              <a:cxnLst/>
              <a:rect l="l" t="t" r="r" b="b"/>
              <a:pathLst>
                <a:path w="14074" h="6738" extrusionOk="0">
                  <a:moveTo>
                    <a:pt x="8755" y="0"/>
                  </a:moveTo>
                  <a:lnTo>
                    <a:pt x="8636" y="30"/>
                  </a:lnTo>
                  <a:lnTo>
                    <a:pt x="8471" y="105"/>
                  </a:lnTo>
                  <a:lnTo>
                    <a:pt x="8247" y="224"/>
                  </a:lnTo>
                  <a:lnTo>
                    <a:pt x="7993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07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8" y="2779"/>
                  </a:lnTo>
                  <a:lnTo>
                    <a:pt x="3392" y="3302"/>
                  </a:lnTo>
                  <a:lnTo>
                    <a:pt x="2988" y="3526"/>
                  </a:lnTo>
                  <a:lnTo>
                    <a:pt x="2600" y="3735"/>
                  </a:lnTo>
                  <a:lnTo>
                    <a:pt x="2241" y="3914"/>
                  </a:lnTo>
                  <a:lnTo>
                    <a:pt x="1898" y="4064"/>
                  </a:lnTo>
                  <a:lnTo>
                    <a:pt x="1599" y="4168"/>
                  </a:lnTo>
                  <a:lnTo>
                    <a:pt x="1345" y="4243"/>
                  </a:lnTo>
                  <a:lnTo>
                    <a:pt x="1046" y="4303"/>
                  </a:lnTo>
                  <a:lnTo>
                    <a:pt x="792" y="4392"/>
                  </a:lnTo>
                  <a:lnTo>
                    <a:pt x="568" y="4497"/>
                  </a:lnTo>
                  <a:lnTo>
                    <a:pt x="404" y="4616"/>
                  </a:lnTo>
                  <a:lnTo>
                    <a:pt x="254" y="4751"/>
                  </a:lnTo>
                  <a:lnTo>
                    <a:pt x="150" y="4900"/>
                  </a:lnTo>
                  <a:lnTo>
                    <a:pt x="75" y="5065"/>
                  </a:lnTo>
                  <a:lnTo>
                    <a:pt x="30" y="5214"/>
                  </a:lnTo>
                  <a:lnTo>
                    <a:pt x="0" y="5378"/>
                  </a:lnTo>
                  <a:lnTo>
                    <a:pt x="0" y="5543"/>
                  </a:lnTo>
                  <a:lnTo>
                    <a:pt x="15" y="5722"/>
                  </a:lnTo>
                  <a:lnTo>
                    <a:pt x="45" y="5871"/>
                  </a:lnTo>
                  <a:lnTo>
                    <a:pt x="75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69" y="6484"/>
                  </a:lnTo>
                  <a:lnTo>
                    <a:pt x="299" y="6514"/>
                  </a:lnTo>
                  <a:lnTo>
                    <a:pt x="449" y="6559"/>
                  </a:lnTo>
                  <a:lnTo>
                    <a:pt x="643" y="6603"/>
                  </a:lnTo>
                  <a:lnTo>
                    <a:pt x="912" y="6633"/>
                  </a:lnTo>
                  <a:lnTo>
                    <a:pt x="1240" y="6663"/>
                  </a:lnTo>
                  <a:lnTo>
                    <a:pt x="1614" y="6693"/>
                  </a:lnTo>
                  <a:lnTo>
                    <a:pt x="2495" y="6723"/>
                  </a:lnTo>
                  <a:lnTo>
                    <a:pt x="3541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71" y="6678"/>
                  </a:lnTo>
                  <a:lnTo>
                    <a:pt x="9651" y="6588"/>
                  </a:lnTo>
                  <a:lnTo>
                    <a:pt x="11803" y="6514"/>
                  </a:lnTo>
                  <a:lnTo>
                    <a:pt x="13894" y="6409"/>
                  </a:lnTo>
                  <a:lnTo>
                    <a:pt x="13954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44" y="2151"/>
                  </a:lnTo>
                  <a:lnTo>
                    <a:pt x="14014" y="1793"/>
                  </a:lnTo>
                  <a:lnTo>
                    <a:pt x="13969" y="1479"/>
                  </a:lnTo>
                  <a:lnTo>
                    <a:pt x="13894" y="1225"/>
                  </a:lnTo>
                  <a:lnTo>
                    <a:pt x="13849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0" y="882"/>
                  </a:lnTo>
                  <a:lnTo>
                    <a:pt x="13596" y="822"/>
                  </a:lnTo>
                  <a:lnTo>
                    <a:pt x="13506" y="792"/>
                  </a:lnTo>
                  <a:lnTo>
                    <a:pt x="13416" y="747"/>
                  </a:lnTo>
                  <a:lnTo>
                    <a:pt x="13327" y="732"/>
                  </a:lnTo>
                  <a:lnTo>
                    <a:pt x="13117" y="717"/>
                  </a:lnTo>
                  <a:lnTo>
                    <a:pt x="12893" y="717"/>
                  </a:lnTo>
                  <a:lnTo>
                    <a:pt x="12654" y="762"/>
                  </a:lnTo>
                  <a:lnTo>
                    <a:pt x="12385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6" y="1091"/>
                  </a:lnTo>
                  <a:lnTo>
                    <a:pt x="10727" y="1121"/>
                  </a:lnTo>
                  <a:lnTo>
                    <a:pt x="10458" y="1106"/>
                  </a:lnTo>
                  <a:lnTo>
                    <a:pt x="10324" y="1091"/>
                  </a:lnTo>
                  <a:lnTo>
                    <a:pt x="10204" y="1076"/>
                  </a:lnTo>
                  <a:lnTo>
                    <a:pt x="10055" y="896"/>
                  </a:lnTo>
                  <a:lnTo>
                    <a:pt x="9905" y="717"/>
                  </a:lnTo>
                  <a:lnTo>
                    <a:pt x="9711" y="523"/>
                  </a:lnTo>
                  <a:lnTo>
                    <a:pt x="9487" y="329"/>
                  </a:lnTo>
                  <a:lnTo>
                    <a:pt x="9368" y="239"/>
                  </a:lnTo>
                  <a:lnTo>
                    <a:pt x="9248" y="149"/>
                  </a:lnTo>
                  <a:lnTo>
                    <a:pt x="9129" y="90"/>
                  </a:lnTo>
                  <a:lnTo>
                    <a:pt x="8994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D53F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6777253" y="4544433"/>
              <a:ext cx="60758" cy="49689"/>
            </a:xfrm>
            <a:custGeom>
              <a:avLst/>
              <a:gdLst/>
              <a:ahLst/>
              <a:cxnLst/>
              <a:rect l="l" t="t" r="r" b="b"/>
              <a:pathLst>
                <a:path w="2212" h="1809" extrusionOk="0">
                  <a:moveTo>
                    <a:pt x="628" y="1"/>
                  </a:moveTo>
                  <a:lnTo>
                    <a:pt x="389" y="45"/>
                  </a:lnTo>
                  <a:lnTo>
                    <a:pt x="285" y="75"/>
                  </a:lnTo>
                  <a:lnTo>
                    <a:pt x="180" y="105"/>
                  </a:lnTo>
                  <a:lnTo>
                    <a:pt x="106" y="165"/>
                  </a:lnTo>
                  <a:lnTo>
                    <a:pt x="46" y="225"/>
                  </a:lnTo>
                  <a:lnTo>
                    <a:pt x="16" y="314"/>
                  </a:lnTo>
                  <a:lnTo>
                    <a:pt x="1" y="419"/>
                  </a:lnTo>
                  <a:lnTo>
                    <a:pt x="165" y="404"/>
                  </a:lnTo>
                  <a:lnTo>
                    <a:pt x="345" y="434"/>
                  </a:lnTo>
                  <a:lnTo>
                    <a:pt x="524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8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6" y="1046"/>
                  </a:lnTo>
                  <a:lnTo>
                    <a:pt x="1465" y="1226"/>
                  </a:lnTo>
                  <a:lnTo>
                    <a:pt x="1585" y="1405"/>
                  </a:lnTo>
                  <a:lnTo>
                    <a:pt x="1674" y="1554"/>
                  </a:lnTo>
                  <a:lnTo>
                    <a:pt x="1764" y="1689"/>
                  </a:lnTo>
                  <a:lnTo>
                    <a:pt x="1794" y="1719"/>
                  </a:lnTo>
                  <a:lnTo>
                    <a:pt x="1824" y="1764"/>
                  </a:lnTo>
                  <a:lnTo>
                    <a:pt x="1898" y="1793"/>
                  </a:lnTo>
                  <a:lnTo>
                    <a:pt x="1943" y="1808"/>
                  </a:lnTo>
                  <a:lnTo>
                    <a:pt x="2003" y="1808"/>
                  </a:lnTo>
                  <a:lnTo>
                    <a:pt x="2048" y="1793"/>
                  </a:lnTo>
                  <a:lnTo>
                    <a:pt x="2092" y="1778"/>
                  </a:lnTo>
                  <a:lnTo>
                    <a:pt x="2122" y="1749"/>
                  </a:lnTo>
                  <a:lnTo>
                    <a:pt x="2167" y="1719"/>
                  </a:lnTo>
                  <a:lnTo>
                    <a:pt x="2182" y="1674"/>
                  </a:lnTo>
                  <a:lnTo>
                    <a:pt x="2197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197" y="1495"/>
                  </a:lnTo>
                  <a:lnTo>
                    <a:pt x="2182" y="1450"/>
                  </a:lnTo>
                  <a:lnTo>
                    <a:pt x="2078" y="1285"/>
                  </a:lnTo>
                  <a:lnTo>
                    <a:pt x="1973" y="1121"/>
                  </a:lnTo>
                  <a:lnTo>
                    <a:pt x="1824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1" y="389"/>
                  </a:lnTo>
                  <a:lnTo>
                    <a:pt x="1211" y="299"/>
                  </a:lnTo>
                  <a:lnTo>
                    <a:pt x="1077" y="210"/>
                  </a:lnTo>
                  <a:lnTo>
                    <a:pt x="957" y="135"/>
                  </a:lnTo>
                  <a:lnTo>
                    <a:pt x="793" y="60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>
              <a:off x="6805159" y="4528036"/>
              <a:ext cx="52573" cy="48013"/>
            </a:xfrm>
            <a:custGeom>
              <a:avLst/>
              <a:gdLst/>
              <a:ahLst/>
              <a:cxnLst/>
              <a:rect l="l" t="t" r="r" b="b"/>
              <a:pathLst>
                <a:path w="1914" h="1748" extrusionOk="0">
                  <a:moveTo>
                    <a:pt x="524" y="0"/>
                  </a:moveTo>
                  <a:lnTo>
                    <a:pt x="359" y="15"/>
                  </a:lnTo>
                  <a:lnTo>
                    <a:pt x="270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6" y="164"/>
                  </a:lnTo>
                  <a:lnTo>
                    <a:pt x="31" y="239"/>
                  </a:lnTo>
                  <a:lnTo>
                    <a:pt x="1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30" y="433"/>
                  </a:lnTo>
                  <a:lnTo>
                    <a:pt x="434" y="493"/>
                  </a:lnTo>
                  <a:lnTo>
                    <a:pt x="554" y="553"/>
                  </a:lnTo>
                  <a:lnTo>
                    <a:pt x="643" y="628"/>
                  </a:lnTo>
                  <a:lnTo>
                    <a:pt x="837" y="792"/>
                  </a:lnTo>
                  <a:lnTo>
                    <a:pt x="1017" y="986"/>
                  </a:lnTo>
                  <a:lnTo>
                    <a:pt x="1166" y="1165"/>
                  </a:lnTo>
                  <a:lnTo>
                    <a:pt x="1301" y="1345"/>
                  </a:lnTo>
                  <a:lnTo>
                    <a:pt x="1390" y="1479"/>
                  </a:lnTo>
                  <a:lnTo>
                    <a:pt x="1465" y="1614"/>
                  </a:lnTo>
                  <a:lnTo>
                    <a:pt x="1495" y="1658"/>
                  </a:lnTo>
                  <a:lnTo>
                    <a:pt x="1525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4" y="1748"/>
                  </a:lnTo>
                  <a:lnTo>
                    <a:pt x="1749" y="1733"/>
                  </a:lnTo>
                  <a:lnTo>
                    <a:pt x="1794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13" y="1524"/>
                  </a:lnTo>
                  <a:lnTo>
                    <a:pt x="1913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4" y="1210"/>
                  </a:lnTo>
                  <a:lnTo>
                    <a:pt x="1674" y="1046"/>
                  </a:lnTo>
                  <a:lnTo>
                    <a:pt x="1525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2" y="329"/>
                  </a:lnTo>
                  <a:lnTo>
                    <a:pt x="912" y="224"/>
                  </a:lnTo>
                  <a:lnTo>
                    <a:pt x="793" y="149"/>
                  </a:lnTo>
                  <a:lnTo>
                    <a:pt x="658" y="75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>
              <a:off x="6754702" y="4560034"/>
              <a:ext cx="56638" cy="48865"/>
            </a:xfrm>
            <a:custGeom>
              <a:avLst/>
              <a:gdLst/>
              <a:ahLst/>
              <a:cxnLst/>
              <a:rect l="l" t="t" r="r" b="b"/>
              <a:pathLst>
                <a:path w="2062" h="1779" extrusionOk="0">
                  <a:moveTo>
                    <a:pt x="329" y="0"/>
                  </a:moveTo>
                  <a:lnTo>
                    <a:pt x="224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0" y="180"/>
                  </a:lnTo>
                  <a:lnTo>
                    <a:pt x="0" y="269"/>
                  </a:lnTo>
                  <a:lnTo>
                    <a:pt x="0" y="374"/>
                  </a:lnTo>
                  <a:lnTo>
                    <a:pt x="135" y="389"/>
                  </a:lnTo>
                  <a:lnTo>
                    <a:pt x="269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7" y="583"/>
                  </a:lnTo>
                  <a:lnTo>
                    <a:pt x="792" y="658"/>
                  </a:lnTo>
                  <a:lnTo>
                    <a:pt x="986" y="822"/>
                  </a:lnTo>
                  <a:lnTo>
                    <a:pt x="1151" y="1016"/>
                  </a:lnTo>
                  <a:lnTo>
                    <a:pt x="1300" y="1196"/>
                  </a:lnTo>
                  <a:lnTo>
                    <a:pt x="1434" y="1375"/>
                  </a:lnTo>
                  <a:lnTo>
                    <a:pt x="1524" y="1509"/>
                  </a:lnTo>
                  <a:lnTo>
                    <a:pt x="1614" y="1659"/>
                  </a:lnTo>
                  <a:lnTo>
                    <a:pt x="1629" y="1689"/>
                  </a:lnTo>
                  <a:lnTo>
                    <a:pt x="1674" y="1718"/>
                  </a:lnTo>
                  <a:lnTo>
                    <a:pt x="1748" y="1763"/>
                  </a:lnTo>
                  <a:lnTo>
                    <a:pt x="1793" y="1778"/>
                  </a:lnTo>
                  <a:lnTo>
                    <a:pt x="1838" y="1778"/>
                  </a:lnTo>
                  <a:lnTo>
                    <a:pt x="1883" y="1763"/>
                  </a:lnTo>
                  <a:lnTo>
                    <a:pt x="1927" y="1748"/>
                  </a:lnTo>
                  <a:lnTo>
                    <a:pt x="1972" y="1718"/>
                  </a:lnTo>
                  <a:lnTo>
                    <a:pt x="2002" y="1689"/>
                  </a:lnTo>
                  <a:lnTo>
                    <a:pt x="2047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7" y="1464"/>
                  </a:lnTo>
                  <a:lnTo>
                    <a:pt x="2032" y="1420"/>
                  </a:lnTo>
                  <a:lnTo>
                    <a:pt x="1927" y="1255"/>
                  </a:lnTo>
                  <a:lnTo>
                    <a:pt x="1808" y="1076"/>
                  </a:lnTo>
                  <a:lnTo>
                    <a:pt x="1674" y="882"/>
                  </a:lnTo>
                  <a:lnTo>
                    <a:pt x="1494" y="673"/>
                  </a:lnTo>
                  <a:lnTo>
                    <a:pt x="1285" y="463"/>
                  </a:lnTo>
                  <a:lnTo>
                    <a:pt x="1166" y="359"/>
                  </a:lnTo>
                  <a:lnTo>
                    <a:pt x="1046" y="269"/>
                  </a:lnTo>
                  <a:lnTo>
                    <a:pt x="927" y="180"/>
                  </a:lnTo>
                  <a:lnTo>
                    <a:pt x="807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4"/>
            <p:cNvSpPr/>
            <p:nvPr/>
          </p:nvSpPr>
          <p:spPr>
            <a:xfrm>
              <a:off x="6818288" y="2926898"/>
              <a:ext cx="463734" cy="1521178"/>
            </a:xfrm>
            <a:custGeom>
              <a:avLst/>
              <a:gdLst/>
              <a:ahLst/>
              <a:cxnLst/>
              <a:rect l="l" t="t" r="r" b="b"/>
              <a:pathLst>
                <a:path w="16883" h="55381" extrusionOk="0">
                  <a:moveTo>
                    <a:pt x="11878" y="0"/>
                  </a:moveTo>
                  <a:lnTo>
                    <a:pt x="10205" y="329"/>
                  </a:lnTo>
                  <a:lnTo>
                    <a:pt x="10190" y="329"/>
                  </a:lnTo>
                  <a:lnTo>
                    <a:pt x="9682" y="448"/>
                  </a:lnTo>
                  <a:lnTo>
                    <a:pt x="9592" y="478"/>
                  </a:lnTo>
                  <a:lnTo>
                    <a:pt x="1" y="1569"/>
                  </a:lnTo>
                  <a:lnTo>
                    <a:pt x="2048" y="30133"/>
                  </a:lnTo>
                  <a:lnTo>
                    <a:pt x="12729" y="55381"/>
                  </a:lnTo>
                  <a:lnTo>
                    <a:pt x="16883" y="55187"/>
                  </a:lnTo>
                  <a:lnTo>
                    <a:pt x="16524" y="53035"/>
                  </a:lnTo>
                  <a:lnTo>
                    <a:pt x="16121" y="50720"/>
                  </a:lnTo>
                  <a:lnTo>
                    <a:pt x="15628" y="47911"/>
                  </a:lnTo>
                  <a:lnTo>
                    <a:pt x="15060" y="44878"/>
                  </a:lnTo>
                  <a:lnTo>
                    <a:pt x="14761" y="43340"/>
                  </a:lnTo>
                  <a:lnTo>
                    <a:pt x="14462" y="41846"/>
                  </a:lnTo>
                  <a:lnTo>
                    <a:pt x="14149" y="40411"/>
                  </a:lnTo>
                  <a:lnTo>
                    <a:pt x="13850" y="39082"/>
                  </a:lnTo>
                  <a:lnTo>
                    <a:pt x="13566" y="37872"/>
                  </a:lnTo>
                  <a:lnTo>
                    <a:pt x="13297" y="36841"/>
                  </a:lnTo>
                  <a:lnTo>
                    <a:pt x="13013" y="35900"/>
                  </a:lnTo>
                  <a:lnTo>
                    <a:pt x="12744" y="34973"/>
                  </a:lnTo>
                  <a:lnTo>
                    <a:pt x="12461" y="34092"/>
                  </a:lnTo>
                  <a:lnTo>
                    <a:pt x="12192" y="33226"/>
                  </a:lnTo>
                  <a:lnTo>
                    <a:pt x="11639" y="31642"/>
                  </a:lnTo>
                  <a:lnTo>
                    <a:pt x="11146" y="30253"/>
                  </a:lnTo>
                  <a:lnTo>
                    <a:pt x="10713" y="29102"/>
                  </a:lnTo>
                  <a:lnTo>
                    <a:pt x="10384" y="28236"/>
                  </a:lnTo>
                  <a:lnTo>
                    <a:pt x="10070" y="27489"/>
                  </a:lnTo>
                  <a:lnTo>
                    <a:pt x="10249" y="24023"/>
                  </a:lnTo>
                  <a:lnTo>
                    <a:pt x="10459" y="20333"/>
                  </a:lnTo>
                  <a:lnTo>
                    <a:pt x="10713" y="15940"/>
                  </a:lnTo>
                  <a:lnTo>
                    <a:pt x="10996" y="11264"/>
                  </a:lnTo>
                  <a:lnTo>
                    <a:pt x="11295" y="6753"/>
                  </a:lnTo>
                  <a:lnTo>
                    <a:pt x="11445" y="4706"/>
                  </a:lnTo>
                  <a:lnTo>
                    <a:pt x="11594" y="2853"/>
                  </a:lnTo>
                  <a:lnTo>
                    <a:pt x="11729" y="1270"/>
                  </a:lnTo>
                  <a:lnTo>
                    <a:pt x="1187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4"/>
            <p:cNvSpPr/>
            <p:nvPr/>
          </p:nvSpPr>
          <p:spPr>
            <a:xfrm>
              <a:off x="7167911" y="4420092"/>
              <a:ext cx="131350" cy="137090"/>
            </a:xfrm>
            <a:custGeom>
              <a:avLst/>
              <a:gdLst/>
              <a:ahLst/>
              <a:cxnLst/>
              <a:rect l="l" t="t" r="r" b="b"/>
              <a:pathLst>
                <a:path w="4782" h="4991" extrusionOk="0">
                  <a:moveTo>
                    <a:pt x="0" y="1"/>
                  </a:moveTo>
                  <a:lnTo>
                    <a:pt x="1196" y="4886"/>
                  </a:lnTo>
                  <a:lnTo>
                    <a:pt x="1599" y="4946"/>
                  </a:lnTo>
                  <a:lnTo>
                    <a:pt x="1972" y="4976"/>
                  </a:lnTo>
                  <a:lnTo>
                    <a:pt x="2331" y="4991"/>
                  </a:lnTo>
                  <a:lnTo>
                    <a:pt x="2675" y="4976"/>
                  </a:lnTo>
                  <a:lnTo>
                    <a:pt x="2988" y="4961"/>
                  </a:lnTo>
                  <a:lnTo>
                    <a:pt x="3272" y="4916"/>
                  </a:lnTo>
                  <a:lnTo>
                    <a:pt x="3556" y="4871"/>
                  </a:lnTo>
                  <a:lnTo>
                    <a:pt x="3795" y="4811"/>
                  </a:lnTo>
                  <a:lnTo>
                    <a:pt x="4019" y="4752"/>
                  </a:lnTo>
                  <a:lnTo>
                    <a:pt x="4213" y="4692"/>
                  </a:lnTo>
                  <a:lnTo>
                    <a:pt x="4512" y="4572"/>
                  </a:lnTo>
                  <a:lnTo>
                    <a:pt x="4706" y="4483"/>
                  </a:lnTo>
                  <a:lnTo>
                    <a:pt x="4781" y="4453"/>
                  </a:lnTo>
                  <a:lnTo>
                    <a:pt x="3571" y="2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4"/>
            <p:cNvSpPr/>
            <p:nvPr/>
          </p:nvSpPr>
          <p:spPr>
            <a:xfrm>
              <a:off x="7133440" y="4405342"/>
              <a:ext cx="183455" cy="74712"/>
            </a:xfrm>
            <a:custGeom>
              <a:avLst/>
              <a:gdLst/>
              <a:ahLst/>
              <a:cxnLst/>
              <a:rect l="l" t="t" r="r" b="b"/>
              <a:pathLst>
                <a:path w="6679" h="2720" extrusionOk="0">
                  <a:moveTo>
                    <a:pt x="6380" y="0"/>
                  </a:moveTo>
                  <a:lnTo>
                    <a:pt x="105" y="374"/>
                  </a:lnTo>
                  <a:lnTo>
                    <a:pt x="45" y="732"/>
                  </a:lnTo>
                  <a:lnTo>
                    <a:pt x="15" y="1076"/>
                  </a:lnTo>
                  <a:lnTo>
                    <a:pt x="1" y="1240"/>
                  </a:lnTo>
                  <a:lnTo>
                    <a:pt x="15" y="1404"/>
                  </a:lnTo>
                  <a:lnTo>
                    <a:pt x="30" y="1554"/>
                  </a:lnTo>
                  <a:lnTo>
                    <a:pt x="45" y="1703"/>
                  </a:lnTo>
                  <a:lnTo>
                    <a:pt x="90" y="1838"/>
                  </a:lnTo>
                  <a:lnTo>
                    <a:pt x="135" y="1972"/>
                  </a:lnTo>
                  <a:lnTo>
                    <a:pt x="195" y="2107"/>
                  </a:lnTo>
                  <a:lnTo>
                    <a:pt x="269" y="2241"/>
                  </a:lnTo>
                  <a:lnTo>
                    <a:pt x="359" y="2376"/>
                  </a:lnTo>
                  <a:lnTo>
                    <a:pt x="464" y="2495"/>
                  </a:lnTo>
                  <a:lnTo>
                    <a:pt x="583" y="2615"/>
                  </a:lnTo>
                  <a:lnTo>
                    <a:pt x="718" y="2719"/>
                  </a:lnTo>
                  <a:lnTo>
                    <a:pt x="6589" y="2390"/>
                  </a:lnTo>
                  <a:lnTo>
                    <a:pt x="6634" y="2077"/>
                  </a:lnTo>
                  <a:lnTo>
                    <a:pt x="6679" y="1778"/>
                  </a:lnTo>
                  <a:lnTo>
                    <a:pt x="6679" y="1464"/>
                  </a:lnTo>
                  <a:lnTo>
                    <a:pt x="6664" y="1165"/>
                  </a:lnTo>
                  <a:lnTo>
                    <a:pt x="6634" y="867"/>
                  </a:lnTo>
                  <a:lnTo>
                    <a:pt x="6574" y="583"/>
                  </a:lnTo>
                  <a:lnTo>
                    <a:pt x="6484" y="284"/>
                  </a:lnTo>
                  <a:lnTo>
                    <a:pt x="6380" y="0"/>
                  </a:lnTo>
                  <a:close/>
                </a:path>
              </a:pathLst>
            </a:custGeom>
            <a:solidFill>
              <a:srgbClr val="6818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4"/>
            <p:cNvSpPr/>
            <p:nvPr/>
          </p:nvSpPr>
          <p:spPr>
            <a:xfrm>
              <a:off x="6933181" y="4493977"/>
              <a:ext cx="386605" cy="185076"/>
            </a:xfrm>
            <a:custGeom>
              <a:avLst/>
              <a:gdLst/>
              <a:ahLst/>
              <a:cxnLst/>
              <a:rect l="l" t="t" r="r" b="b"/>
              <a:pathLst>
                <a:path w="14075" h="6738" extrusionOk="0">
                  <a:moveTo>
                    <a:pt x="8756" y="0"/>
                  </a:moveTo>
                  <a:lnTo>
                    <a:pt x="8636" y="30"/>
                  </a:lnTo>
                  <a:lnTo>
                    <a:pt x="8472" y="105"/>
                  </a:lnTo>
                  <a:lnTo>
                    <a:pt x="8248" y="224"/>
                  </a:lnTo>
                  <a:lnTo>
                    <a:pt x="7994" y="374"/>
                  </a:lnTo>
                  <a:lnTo>
                    <a:pt x="7366" y="762"/>
                  </a:lnTo>
                  <a:lnTo>
                    <a:pt x="6619" y="1240"/>
                  </a:lnTo>
                  <a:lnTo>
                    <a:pt x="6096" y="1599"/>
                  </a:lnTo>
                  <a:lnTo>
                    <a:pt x="5723" y="1838"/>
                  </a:lnTo>
                  <a:lnTo>
                    <a:pt x="5080" y="2256"/>
                  </a:lnTo>
                  <a:lnTo>
                    <a:pt x="4841" y="2405"/>
                  </a:lnTo>
                  <a:lnTo>
                    <a:pt x="4259" y="2779"/>
                  </a:lnTo>
                  <a:lnTo>
                    <a:pt x="3407" y="3302"/>
                  </a:lnTo>
                  <a:lnTo>
                    <a:pt x="2989" y="3526"/>
                  </a:lnTo>
                  <a:lnTo>
                    <a:pt x="2600" y="3735"/>
                  </a:lnTo>
                  <a:lnTo>
                    <a:pt x="2242" y="3914"/>
                  </a:lnTo>
                  <a:lnTo>
                    <a:pt x="1898" y="4064"/>
                  </a:lnTo>
                  <a:lnTo>
                    <a:pt x="1600" y="4168"/>
                  </a:lnTo>
                  <a:lnTo>
                    <a:pt x="1346" y="4243"/>
                  </a:lnTo>
                  <a:lnTo>
                    <a:pt x="1047" y="4303"/>
                  </a:lnTo>
                  <a:lnTo>
                    <a:pt x="793" y="4392"/>
                  </a:lnTo>
                  <a:lnTo>
                    <a:pt x="584" y="4497"/>
                  </a:lnTo>
                  <a:lnTo>
                    <a:pt x="404" y="4616"/>
                  </a:lnTo>
                  <a:lnTo>
                    <a:pt x="270" y="4751"/>
                  </a:lnTo>
                  <a:lnTo>
                    <a:pt x="165" y="4900"/>
                  </a:lnTo>
                  <a:lnTo>
                    <a:pt x="91" y="5065"/>
                  </a:lnTo>
                  <a:lnTo>
                    <a:pt x="31" y="5214"/>
                  </a:lnTo>
                  <a:lnTo>
                    <a:pt x="16" y="5378"/>
                  </a:lnTo>
                  <a:lnTo>
                    <a:pt x="1" y="5543"/>
                  </a:lnTo>
                  <a:lnTo>
                    <a:pt x="16" y="5722"/>
                  </a:lnTo>
                  <a:lnTo>
                    <a:pt x="46" y="5871"/>
                  </a:lnTo>
                  <a:lnTo>
                    <a:pt x="91" y="6036"/>
                  </a:lnTo>
                  <a:lnTo>
                    <a:pt x="135" y="6185"/>
                  </a:lnTo>
                  <a:lnTo>
                    <a:pt x="240" y="6454"/>
                  </a:lnTo>
                  <a:lnTo>
                    <a:pt x="270" y="6484"/>
                  </a:lnTo>
                  <a:lnTo>
                    <a:pt x="315" y="6514"/>
                  </a:lnTo>
                  <a:lnTo>
                    <a:pt x="449" y="6559"/>
                  </a:lnTo>
                  <a:lnTo>
                    <a:pt x="658" y="6603"/>
                  </a:lnTo>
                  <a:lnTo>
                    <a:pt x="912" y="6633"/>
                  </a:lnTo>
                  <a:lnTo>
                    <a:pt x="1241" y="6663"/>
                  </a:lnTo>
                  <a:lnTo>
                    <a:pt x="1614" y="6693"/>
                  </a:lnTo>
                  <a:lnTo>
                    <a:pt x="2511" y="6723"/>
                  </a:lnTo>
                  <a:lnTo>
                    <a:pt x="3542" y="6738"/>
                  </a:lnTo>
                  <a:lnTo>
                    <a:pt x="4692" y="6723"/>
                  </a:lnTo>
                  <a:lnTo>
                    <a:pt x="5917" y="6708"/>
                  </a:lnTo>
                  <a:lnTo>
                    <a:pt x="7187" y="6678"/>
                  </a:lnTo>
                  <a:lnTo>
                    <a:pt x="9652" y="6588"/>
                  </a:lnTo>
                  <a:lnTo>
                    <a:pt x="11803" y="6514"/>
                  </a:lnTo>
                  <a:lnTo>
                    <a:pt x="13895" y="6409"/>
                  </a:lnTo>
                  <a:lnTo>
                    <a:pt x="13955" y="5767"/>
                  </a:lnTo>
                  <a:lnTo>
                    <a:pt x="13999" y="5094"/>
                  </a:lnTo>
                  <a:lnTo>
                    <a:pt x="14044" y="4273"/>
                  </a:lnTo>
                  <a:lnTo>
                    <a:pt x="14074" y="3406"/>
                  </a:lnTo>
                  <a:lnTo>
                    <a:pt x="14074" y="2973"/>
                  </a:lnTo>
                  <a:lnTo>
                    <a:pt x="14074" y="2555"/>
                  </a:lnTo>
                  <a:lnTo>
                    <a:pt x="14059" y="2151"/>
                  </a:lnTo>
                  <a:lnTo>
                    <a:pt x="14014" y="1793"/>
                  </a:lnTo>
                  <a:lnTo>
                    <a:pt x="13970" y="1479"/>
                  </a:lnTo>
                  <a:lnTo>
                    <a:pt x="13895" y="1225"/>
                  </a:lnTo>
                  <a:lnTo>
                    <a:pt x="13850" y="1121"/>
                  </a:lnTo>
                  <a:lnTo>
                    <a:pt x="13805" y="1031"/>
                  </a:lnTo>
                  <a:lnTo>
                    <a:pt x="13745" y="941"/>
                  </a:lnTo>
                  <a:lnTo>
                    <a:pt x="13671" y="882"/>
                  </a:lnTo>
                  <a:lnTo>
                    <a:pt x="13596" y="822"/>
                  </a:lnTo>
                  <a:lnTo>
                    <a:pt x="13521" y="792"/>
                  </a:lnTo>
                  <a:lnTo>
                    <a:pt x="13432" y="747"/>
                  </a:lnTo>
                  <a:lnTo>
                    <a:pt x="13327" y="732"/>
                  </a:lnTo>
                  <a:lnTo>
                    <a:pt x="13118" y="717"/>
                  </a:lnTo>
                  <a:lnTo>
                    <a:pt x="12894" y="717"/>
                  </a:lnTo>
                  <a:lnTo>
                    <a:pt x="12655" y="762"/>
                  </a:lnTo>
                  <a:lnTo>
                    <a:pt x="12386" y="807"/>
                  </a:lnTo>
                  <a:lnTo>
                    <a:pt x="11848" y="926"/>
                  </a:lnTo>
                  <a:lnTo>
                    <a:pt x="11564" y="1001"/>
                  </a:lnTo>
                  <a:lnTo>
                    <a:pt x="11280" y="1046"/>
                  </a:lnTo>
                  <a:lnTo>
                    <a:pt x="10997" y="1091"/>
                  </a:lnTo>
                  <a:lnTo>
                    <a:pt x="10728" y="1121"/>
                  </a:lnTo>
                  <a:lnTo>
                    <a:pt x="10459" y="1106"/>
                  </a:lnTo>
                  <a:lnTo>
                    <a:pt x="10324" y="1091"/>
                  </a:lnTo>
                  <a:lnTo>
                    <a:pt x="10205" y="1076"/>
                  </a:lnTo>
                  <a:lnTo>
                    <a:pt x="10070" y="896"/>
                  </a:lnTo>
                  <a:lnTo>
                    <a:pt x="9921" y="717"/>
                  </a:lnTo>
                  <a:lnTo>
                    <a:pt x="9727" y="523"/>
                  </a:lnTo>
                  <a:lnTo>
                    <a:pt x="9503" y="329"/>
                  </a:lnTo>
                  <a:lnTo>
                    <a:pt x="9383" y="239"/>
                  </a:lnTo>
                  <a:lnTo>
                    <a:pt x="9249" y="149"/>
                  </a:lnTo>
                  <a:lnTo>
                    <a:pt x="9129" y="90"/>
                  </a:lnTo>
                  <a:lnTo>
                    <a:pt x="8995" y="30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4"/>
            <p:cNvSpPr/>
            <p:nvPr/>
          </p:nvSpPr>
          <p:spPr>
            <a:xfrm>
              <a:off x="7072711" y="4544433"/>
              <a:ext cx="60758" cy="49689"/>
            </a:xfrm>
            <a:custGeom>
              <a:avLst/>
              <a:gdLst/>
              <a:ahLst/>
              <a:cxnLst/>
              <a:rect l="l" t="t" r="r" b="b"/>
              <a:pathLst>
                <a:path w="2212" h="1809" extrusionOk="0">
                  <a:moveTo>
                    <a:pt x="643" y="1"/>
                  </a:moveTo>
                  <a:lnTo>
                    <a:pt x="389" y="45"/>
                  </a:lnTo>
                  <a:lnTo>
                    <a:pt x="284" y="75"/>
                  </a:lnTo>
                  <a:lnTo>
                    <a:pt x="180" y="105"/>
                  </a:lnTo>
                  <a:lnTo>
                    <a:pt x="105" y="165"/>
                  </a:lnTo>
                  <a:lnTo>
                    <a:pt x="45" y="225"/>
                  </a:lnTo>
                  <a:lnTo>
                    <a:pt x="15" y="314"/>
                  </a:lnTo>
                  <a:lnTo>
                    <a:pt x="0" y="419"/>
                  </a:lnTo>
                  <a:lnTo>
                    <a:pt x="0" y="419"/>
                  </a:lnTo>
                  <a:lnTo>
                    <a:pt x="165" y="404"/>
                  </a:lnTo>
                  <a:lnTo>
                    <a:pt x="344" y="434"/>
                  </a:lnTo>
                  <a:lnTo>
                    <a:pt x="538" y="479"/>
                  </a:lnTo>
                  <a:lnTo>
                    <a:pt x="628" y="509"/>
                  </a:lnTo>
                  <a:lnTo>
                    <a:pt x="733" y="568"/>
                  </a:lnTo>
                  <a:lnTo>
                    <a:pt x="837" y="628"/>
                  </a:lnTo>
                  <a:lnTo>
                    <a:pt x="942" y="703"/>
                  </a:lnTo>
                  <a:lnTo>
                    <a:pt x="1136" y="867"/>
                  </a:lnTo>
                  <a:lnTo>
                    <a:pt x="1315" y="1046"/>
                  </a:lnTo>
                  <a:lnTo>
                    <a:pt x="1465" y="1226"/>
                  </a:lnTo>
                  <a:lnTo>
                    <a:pt x="1584" y="1405"/>
                  </a:lnTo>
                  <a:lnTo>
                    <a:pt x="1689" y="1554"/>
                  </a:lnTo>
                  <a:lnTo>
                    <a:pt x="1763" y="1689"/>
                  </a:lnTo>
                  <a:lnTo>
                    <a:pt x="1793" y="1719"/>
                  </a:lnTo>
                  <a:lnTo>
                    <a:pt x="1823" y="1764"/>
                  </a:lnTo>
                  <a:lnTo>
                    <a:pt x="1898" y="1793"/>
                  </a:lnTo>
                  <a:lnTo>
                    <a:pt x="1958" y="1808"/>
                  </a:lnTo>
                  <a:lnTo>
                    <a:pt x="2002" y="1808"/>
                  </a:lnTo>
                  <a:lnTo>
                    <a:pt x="2047" y="1793"/>
                  </a:lnTo>
                  <a:lnTo>
                    <a:pt x="2092" y="1778"/>
                  </a:lnTo>
                  <a:lnTo>
                    <a:pt x="2137" y="1749"/>
                  </a:lnTo>
                  <a:lnTo>
                    <a:pt x="2167" y="1719"/>
                  </a:lnTo>
                  <a:lnTo>
                    <a:pt x="2197" y="1674"/>
                  </a:lnTo>
                  <a:lnTo>
                    <a:pt x="2212" y="1644"/>
                  </a:lnTo>
                  <a:lnTo>
                    <a:pt x="2212" y="1599"/>
                  </a:lnTo>
                  <a:lnTo>
                    <a:pt x="2212" y="1539"/>
                  </a:lnTo>
                  <a:lnTo>
                    <a:pt x="2212" y="1495"/>
                  </a:lnTo>
                  <a:lnTo>
                    <a:pt x="2182" y="1450"/>
                  </a:lnTo>
                  <a:lnTo>
                    <a:pt x="2077" y="1285"/>
                  </a:lnTo>
                  <a:lnTo>
                    <a:pt x="1972" y="1121"/>
                  </a:lnTo>
                  <a:lnTo>
                    <a:pt x="1823" y="912"/>
                  </a:lnTo>
                  <a:lnTo>
                    <a:pt x="1644" y="703"/>
                  </a:lnTo>
                  <a:lnTo>
                    <a:pt x="1435" y="494"/>
                  </a:lnTo>
                  <a:lnTo>
                    <a:pt x="1330" y="389"/>
                  </a:lnTo>
                  <a:lnTo>
                    <a:pt x="1211" y="299"/>
                  </a:lnTo>
                  <a:lnTo>
                    <a:pt x="1091" y="210"/>
                  </a:lnTo>
                  <a:lnTo>
                    <a:pt x="957" y="135"/>
                  </a:lnTo>
                  <a:lnTo>
                    <a:pt x="792" y="60"/>
                  </a:lnTo>
                  <a:lnTo>
                    <a:pt x="6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4"/>
            <p:cNvSpPr/>
            <p:nvPr/>
          </p:nvSpPr>
          <p:spPr>
            <a:xfrm>
              <a:off x="7100618" y="4528036"/>
              <a:ext cx="52957" cy="48013"/>
            </a:xfrm>
            <a:custGeom>
              <a:avLst/>
              <a:gdLst/>
              <a:ahLst/>
              <a:cxnLst/>
              <a:rect l="l" t="t" r="r" b="b"/>
              <a:pathLst>
                <a:path w="1928" h="1748" extrusionOk="0">
                  <a:moveTo>
                    <a:pt x="523" y="0"/>
                  </a:moveTo>
                  <a:lnTo>
                    <a:pt x="359" y="15"/>
                  </a:lnTo>
                  <a:lnTo>
                    <a:pt x="284" y="30"/>
                  </a:lnTo>
                  <a:lnTo>
                    <a:pt x="195" y="60"/>
                  </a:lnTo>
                  <a:lnTo>
                    <a:pt x="135" y="105"/>
                  </a:lnTo>
                  <a:lnTo>
                    <a:pt x="75" y="164"/>
                  </a:lnTo>
                  <a:lnTo>
                    <a:pt x="30" y="239"/>
                  </a:lnTo>
                  <a:lnTo>
                    <a:pt x="0" y="359"/>
                  </a:lnTo>
                  <a:lnTo>
                    <a:pt x="105" y="374"/>
                  </a:lnTo>
                  <a:lnTo>
                    <a:pt x="210" y="403"/>
                  </a:lnTo>
                  <a:lnTo>
                    <a:pt x="329" y="433"/>
                  </a:lnTo>
                  <a:lnTo>
                    <a:pt x="449" y="493"/>
                  </a:lnTo>
                  <a:lnTo>
                    <a:pt x="553" y="553"/>
                  </a:lnTo>
                  <a:lnTo>
                    <a:pt x="658" y="628"/>
                  </a:lnTo>
                  <a:lnTo>
                    <a:pt x="852" y="792"/>
                  </a:lnTo>
                  <a:lnTo>
                    <a:pt x="1016" y="986"/>
                  </a:lnTo>
                  <a:lnTo>
                    <a:pt x="1166" y="1165"/>
                  </a:lnTo>
                  <a:lnTo>
                    <a:pt x="1300" y="1345"/>
                  </a:lnTo>
                  <a:lnTo>
                    <a:pt x="1390" y="1479"/>
                  </a:lnTo>
                  <a:lnTo>
                    <a:pt x="1479" y="1614"/>
                  </a:lnTo>
                  <a:lnTo>
                    <a:pt x="1494" y="1658"/>
                  </a:lnTo>
                  <a:lnTo>
                    <a:pt x="1539" y="1688"/>
                  </a:lnTo>
                  <a:lnTo>
                    <a:pt x="1614" y="1733"/>
                  </a:lnTo>
                  <a:lnTo>
                    <a:pt x="1659" y="1748"/>
                  </a:lnTo>
                  <a:lnTo>
                    <a:pt x="1703" y="1748"/>
                  </a:lnTo>
                  <a:lnTo>
                    <a:pt x="1748" y="1733"/>
                  </a:lnTo>
                  <a:lnTo>
                    <a:pt x="1793" y="1718"/>
                  </a:lnTo>
                  <a:lnTo>
                    <a:pt x="1838" y="1688"/>
                  </a:lnTo>
                  <a:lnTo>
                    <a:pt x="1868" y="1658"/>
                  </a:lnTo>
                  <a:lnTo>
                    <a:pt x="1898" y="1614"/>
                  </a:lnTo>
                  <a:lnTo>
                    <a:pt x="1913" y="1569"/>
                  </a:lnTo>
                  <a:lnTo>
                    <a:pt x="1928" y="1524"/>
                  </a:lnTo>
                  <a:lnTo>
                    <a:pt x="1928" y="1479"/>
                  </a:lnTo>
                  <a:lnTo>
                    <a:pt x="1913" y="1434"/>
                  </a:lnTo>
                  <a:lnTo>
                    <a:pt x="1898" y="1389"/>
                  </a:lnTo>
                  <a:lnTo>
                    <a:pt x="1793" y="1210"/>
                  </a:lnTo>
                  <a:lnTo>
                    <a:pt x="1674" y="1046"/>
                  </a:lnTo>
                  <a:lnTo>
                    <a:pt x="1539" y="852"/>
                  </a:lnTo>
                  <a:lnTo>
                    <a:pt x="1360" y="642"/>
                  </a:lnTo>
                  <a:lnTo>
                    <a:pt x="1151" y="418"/>
                  </a:lnTo>
                  <a:lnTo>
                    <a:pt x="1031" y="329"/>
                  </a:lnTo>
                  <a:lnTo>
                    <a:pt x="912" y="224"/>
                  </a:lnTo>
                  <a:lnTo>
                    <a:pt x="792" y="149"/>
                  </a:lnTo>
                  <a:lnTo>
                    <a:pt x="658" y="7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4"/>
            <p:cNvSpPr/>
            <p:nvPr/>
          </p:nvSpPr>
          <p:spPr>
            <a:xfrm>
              <a:off x="7050134" y="4560034"/>
              <a:ext cx="56665" cy="48865"/>
            </a:xfrm>
            <a:custGeom>
              <a:avLst/>
              <a:gdLst/>
              <a:ahLst/>
              <a:cxnLst/>
              <a:rect l="l" t="t" r="r" b="b"/>
              <a:pathLst>
                <a:path w="2063" h="1779" extrusionOk="0">
                  <a:moveTo>
                    <a:pt x="329" y="0"/>
                  </a:moveTo>
                  <a:lnTo>
                    <a:pt x="225" y="30"/>
                  </a:lnTo>
                  <a:lnTo>
                    <a:pt x="135" y="60"/>
                  </a:lnTo>
                  <a:lnTo>
                    <a:pt x="75" y="120"/>
                  </a:lnTo>
                  <a:lnTo>
                    <a:pt x="31" y="180"/>
                  </a:lnTo>
                  <a:lnTo>
                    <a:pt x="1" y="269"/>
                  </a:lnTo>
                  <a:lnTo>
                    <a:pt x="1" y="374"/>
                  </a:lnTo>
                  <a:lnTo>
                    <a:pt x="135" y="389"/>
                  </a:lnTo>
                  <a:lnTo>
                    <a:pt x="270" y="404"/>
                  </a:lnTo>
                  <a:lnTo>
                    <a:pt x="419" y="463"/>
                  </a:lnTo>
                  <a:lnTo>
                    <a:pt x="583" y="523"/>
                  </a:lnTo>
                  <a:lnTo>
                    <a:pt x="688" y="583"/>
                  </a:lnTo>
                  <a:lnTo>
                    <a:pt x="793" y="658"/>
                  </a:lnTo>
                  <a:lnTo>
                    <a:pt x="987" y="822"/>
                  </a:lnTo>
                  <a:lnTo>
                    <a:pt x="1151" y="1016"/>
                  </a:lnTo>
                  <a:lnTo>
                    <a:pt x="1315" y="1196"/>
                  </a:lnTo>
                  <a:lnTo>
                    <a:pt x="1435" y="1375"/>
                  </a:lnTo>
                  <a:lnTo>
                    <a:pt x="1525" y="1509"/>
                  </a:lnTo>
                  <a:lnTo>
                    <a:pt x="1614" y="1659"/>
                  </a:lnTo>
                  <a:lnTo>
                    <a:pt x="1644" y="1689"/>
                  </a:lnTo>
                  <a:lnTo>
                    <a:pt x="1674" y="1718"/>
                  </a:lnTo>
                  <a:lnTo>
                    <a:pt x="1749" y="1763"/>
                  </a:lnTo>
                  <a:lnTo>
                    <a:pt x="1794" y="1778"/>
                  </a:lnTo>
                  <a:lnTo>
                    <a:pt x="1838" y="1778"/>
                  </a:lnTo>
                  <a:lnTo>
                    <a:pt x="1898" y="1763"/>
                  </a:lnTo>
                  <a:lnTo>
                    <a:pt x="1943" y="1748"/>
                  </a:lnTo>
                  <a:lnTo>
                    <a:pt x="1973" y="1718"/>
                  </a:lnTo>
                  <a:lnTo>
                    <a:pt x="2018" y="1689"/>
                  </a:lnTo>
                  <a:lnTo>
                    <a:pt x="2048" y="1599"/>
                  </a:lnTo>
                  <a:lnTo>
                    <a:pt x="2062" y="1554"/>
                  </a:lnTo>
                  <a:lnTo>
                    <a:pt x="2062" y="1509"/>
                  </a:lnTo>
                  <a:lnTo>
                    <a:pt x="2048" y="1464"/>
                  </a:lnTo>
                  <a:lnTo>
                    <a:pt x="2033" y="1420"/>
                  </a:lnTo>
                  <a:lnTo>
                    <a:pt x="1928" y="1255"/>
                  </a:lnTo>
                  <a:lnTo>
                    <a:pt x="1823" y="1076"/>
                  </a:lnTo>
                  <a:lnTo>
                    <a:pt x="1674" y="882"/>
                  </a:lnTo>
                  <a:lnTo>
                    <a:pt x="1495" y="673"/>
                  </a:lnTo>
                  <a:lnTo>
                    <a:pt x="1286" y="463"/>
                  </a:lnTo>
                  <a:lnTo>
                    <a:pt x="1181" y="359"/>
                  </a:lnTo>
                  <a:lnTo>
                    <a:pt x="1062" y="269"/>
                  </a:lnTo>
                  <a:lnTo>
                    <a:pt x="927" y="180"/>
                  </a:lnTo>
                  <a:lnTo>
                    <a:pt x="808" y="105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4"/>
            <p:cNvSpPr/>
            <p:nvPr/>
          </p:nvSpPr>
          <p:spPr>
            <a:xfrm>
              <a:off x="6609019" y="1712683"/>
              <a:ext cx="127229" cy="219987"/>
            </a:xfrm>
            <a:custGeom>
              <a:avLst/>
              <a:gdLst/>
              <a:ahLst/>
              <a:cxnLst/>
              <a:rect l="l" t="t" r="r" b="b"/>
              <a:pathLst>
                <a:path w="4632" h="8009" extrusionOk="0">
                  <a:moveTo>
                    <a:pt x="299" y="1"/>
                  </a:moveTo>
                  <a:lnTo>
                    <a:pt x="180" y="16"/>
                  </a:lnTo>
                  <a:lnTo>
                    <a:pt x="75" y="31"/>
                  </a:lnTo>
                  <a:lnTo>
                    <a:pt x="150" y="180"/>
                  </a:lnTo>
                  <a:lnTo>
                    <a:pt x="329" y="599"/>
                  </a:lnTo>
                  <a:lnTo>
                    <a:pt x="449" y="897"/>
                  </a:lnTo>
                  <a:lnTo>
                    <a:pt x="568" y="1226"/>
                  </a:lnTo>
                  <a:lnTo>
                    <a:pt x="673" y="1614"/>
                  </a:lnTo>
                  <a:lnTo>
                    <a:pt x="778" y="2033"/>
                  </a:lnTo>
                  <a:lnTo>
                    <a:pt x="867" y="2466"/>
                  </a:lnTo>
                  <a:lnTo>
                    <a:pt x="942" y="2929"/>
                  </a:lnTo>
                  <a:lnTo>
                    <a:pt x="957" y="3168"/>
                  </a:lnTo>
                  <a:lnTo>
                    <a:pt x="972" y="3407"/>
                  </a:lnTo>
                  <a:lnTo>
                    <a:pt x="987" y="3646"/>
                  </a:lnTo>
                  <a:lnTo>
                    <a:pt x="972" y="3900"/>
                  </a:lnTo>
                  <a:lnTo>
                    <a:pt x="957" y="4139"/>
                  </a:lnTo>
                  <a:lnTo>
                    <a:pt x="927" y="4378"/>
                  </a:lnTo>
                  <a:lnTo>
                    <a:pt x="882" y="4632"/>
                  </a:lnTo>
                  <a:lnTo>
                    <a:pt x="822" y="4871"/>
                  </a:lnTo>
                  <a:lnTo>
                    <a:pt x="763" y="5110"/>
                  </a:lnTo>
                  <a:lnTo>
                    <a:pt x="673" y="5334"/>
                  </a:lnTo>
                  <a:lnTo>
                    <a:pt x="568" y="5573"/>
                  </a:lnTo>
                  <a:lnTo>
                    <a:pt x="449" y="5798"/>
                  </a:lnTo>
                  <a:lnTo>
                    <a:pt x="344" y="5992"/>
                  </a:lnTo>
                  <a:lnTo>
                    <a:pt x="240" y="6291"/>
                  </a:lnTo>
                  <a:lnTo>
                    <a:pt x="120" y="6664"/>
                  </a:lnTo>
                  <a:lnTo>
                    <a:pt x="1" y="7112"/>
                  </a:lnTo>
                  <a:lnTo>
                    <a:pt x="987" y="7336"/>
                  </a:lnTo>
                  <a:lnTo>
                    <a:pt x="1868" y="7530"/>
                  </a:lnTo>
                  <a:lnTo>
                    <a:pt x="2750" y="7695"/>
                  </a:lnTo>
                  <a:lnTo>
                    <a:pt x="3646" y="7859"/>
                  </a:lnTo>
                  <a:lnTo>
                    <a:pt x="4527" y="8009"/>
                  </a:lnTo>
                  <a:lnTo>
                    <a:pt x="4572" y="7545"/>
                  </a:lnTo>
                  <a:lnTo>
                    <a:pt x="4602" y="7112"/>
                  </a:lnTo>
                  <a:lnTo>
                    <a:pt x="4632" y="6679"/>
                  </a:lnTo>
                  <a:lnTo>
                    <a:pt x="4632" y="6276"/>
                  </a:lnTo>
                  <a:lnTo>
                    <a:pt x="4632" y="5872"/>
                  </a:lnTo>
                  <a:lnTo>
                    <a:pt x="4602" y="5499"/>
                  </a:lnTo>
                  <a:lnTo>
                    <a:pt x="4572" y="5155"/>
                  </a:lnTo>
                  <a:lnTo>
                    <a:pt x="4527" y="4811"/>
                  </a:lnTo>
                  <a:lnTo>
                    <a:pt x="4468" y="4498"/>
                  </a:lnTo>
                  <a:lnTo>
                    <a:pt x="4393" y="4199"/>
                  </a:lnTo>
                  <a:lnTo>
                    <a:pt x="4303" y="3900"/>
                  </a:lnTo>
                  <a:lnTo>
                    <a:pt x="4199" y="3616"/>
                  </a:lnTo>
                  <a:lnTo>
                    <a:pt x="4094" y="3332"/>
                  </a:lnTo>
                  <a:lnTo>
                    <a:pt x="3975" y="3079"/>
                  </a:lnTo>
                  <a:lnTo>
                    <a:pt x="3855" y="2825"/>
                  </a:lnTo>
                  <a:lnTo>
                    <a:pt x="3721" y="2571"/>
                  </a:lnTo>
                  <a:lnTo>
                    <a:pt x="3586" y="2346"/>
                  </a:lnTo>
                  <a:lnTo>
                    <a:pt x="3437" y="2122"/>
                  </a:lnTo>
                  <a:lnTo>
                    <a:pt x="3287" y="1913"/>
                  </a:lnTo>
                  <a:lnTo>
                    <a:pt x="3138" y="1719"/>
                  </a:lnTo>
                  <a:lnTo>
                    <a:pt x="2974" y="1525"/>
                  </a:lnTo>
                  <a:lnTo>
                    <a:pt x="2809" y="1346"/>
                  </a:lnTo>
                  <a:lnTo>
                    <a:pt x="2645" y="1181"/>
                  </a:lnTo>
                  <a:lnTo>
                    <a:pt x="2481" y="1017"/>
                  </a:lnTo>
                  <a:lnTo>
                    <a:pt x="2301" y="867"/>
                  </a:lnTo>
                  <a:lnTo>
                    <a:pt x="2137" y="733"/>
                  </a:lnTo>
                  <a:lnTo>
                    <a:pt x="1793" y="509"/>
                  </a:lnTo>
                  <a:lnTo>
                    <a:pt x="1465" y="315"/>
                  </a:lnTo>
                  <a:lnTo>
                    <a:pt x="1136" y="165"/>
                  </a:lnTo>
                  <a:lnTo>
                    <a:pt x="987" y="106"/>
                  </a:lnTo>
                  <a:lnTo>
                    <a:pt x="837" y="61"/>
                  </a:lnTo>
                  <a:lnTo>
                    <a:pt x="688" y="31"/>
                  </a:lnTo>
                  <a:lnTo>
                    <a:pt x="553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4"/>
            <p:cNvSpPr/>
            <p:nvPr/>
          </p:nvSpPr>
          <p:spPr>
            <a:xfrm>
              <a:off x="6587678" y="1823895"/>
              <a:ext cx="579042" cy="1208515"/>
            </a:xfrm>
            <a:custGeom>
              <a:avLst/>
              <a:gdLst/>
              <a:ahLst/>
              <a:cxnLst/>
              <a:rect l="l" t="t" r="r" b="b"/>
              <a:pathLst>
                <a:path w="21081" h="43998" extrusionOk="0">
                  <a:moveTo>
                    <a:pt x="8621" y="1"/>
                  </a:moveTo>
                  <a:lnTo>
                    <a:pt x="8292" y="16"/>
                  </a:lnTo>
                  <a:lnTo>
                    <a:pt x="7964" y="30"/>
                  </a:lnTo>
                  <a:lnTo>
                    <a:pt x="7635" y="60"/>
                  </a:lnTo>
                  <a:lnTo>
                    <a:pt x="7321" y="105"/>
                  </a:lnTo>
                  <a:lnTo>
                    <a:pt x="7097" y="150"/>
                  </a:lnTo>
                  <a:lnTo>
                    <a:pt x="6858" y="210"/>
                  </a:lnTo>
                  <a:lnTo>
                    <a:pt x="6634" y="299"/>
                  </a:lnTo>
                  <a:lnTo>
                    <a:pt x="6410" y="389"/>
                  </a:lnTo>
                  <a:lnTo>
                    <a:pt x="6186" y="509"/>
                  </a:lnTo>
                  <a:lnTo>
                    <a:pt x="5962" y="628"/>
                  </a:lnTo>
                  <a:lnTo>
                    <a:pt x="5723" y="762"/>
                  </a:lnTo>
                  <a:lnTo>
                    <a:pt x="5499" y="912"/>
                  </a:lnTo>
                  <a:lnTo>
                    <a:pt x="5275" y="1076"/>
                  </a:lnTo>
                  <a:lnTo>
                    <a:pt x="5065" y="1241"/>
                  </a:lnTo>
                  <a:lnTo>
                    <a:pt x="4632" y="1599"/>
                  </a:lnTo>
                  <a:lnTo>
                    <a:pt x="4199" y="1988"/>
                  </a:lnTo>
                  <a:lnTo>
                    <a:pt x="3810" y="2406"/>
                  </a:lnTo>
                  <a:lnTo>
                    <a:pt x="3422" y="2824"/>
                  </a:lnTo>
                  <a:lnTo>
                    <a:pt x="3078" y="3242"/>
                  </a:lnTo>
                  <a:lnTo>
                    <a:pt x="2765" y="3661"/>
                  </a:lnTo>
                  <a:lnTo>
                    <a:pt x="2466" y="4079"/>
                  </a:lnTo>
                  <a:lnTo>
                    <a:pt x="2227" y="4467"/>
                  </a:lnTo>
                  <a:lnTo>
                    <a:pt x="2018" y="4826"/>
                  </a:lnTo>
                  <a:lnTo>
                    <a:pt x="1868" y="5140"/>
                  </a:lnTo>
                  <a:lnTo>
                    <a:pt x="1764" y="5424"/>
                  </a:lnTo>
                  <a:lnTo>
                    <a:pt x="1659" y="5782"/>
                  </a:lnTo>
                  <a:lnTo>
                    <a:pt x="1555" y="6126"/>
                  </a:lnTo>
                  <a:lnTo>
                    <a:pt x="1480" y="6499"/>
                  </a:lnTo>
                  <a:lnTo>
                    <a:pt x="1405" y="6918"/>
                  </a:lnTo>
                  <a:lnTo>
                    <a:pt x="1360" y="7411"/>
                  </a:lnTo>
                  <a:lnTo>
                    <a:pt x="1316" y="7978"/>
                  </a:lnTo>
                  <a:lnTo>
                    <a:pt x="1271" y="8651"/>
                  </a:lnTo>
                  <a:lnTo>
                    <a:pt x="1256" y="9457"/>
                  </a:lnTo>
                  <a:lnTo>
                    <a:pt x="1226" y="11668"/>
                  </a:lnTo>
                  <a:lnTo>
                    <a:pt x="1226" y="12759"/>
                  </a:lnTo>
                  <a:lnTo>
                    <a:pt x="1241" y="13835"/>
                  </a:lnTo>
                  <a:lnTo>
                    <a:pt x="1286" y="14925"/>
                  </a:lnTo>
                  <a:lnTo>
                    <a:pt x="1360" y="16031"/>
                  </a:lnTo>
                  <a:lnTo>
                    <a:pt x="1405" y="16583"/>
                  </a:lnTo>
                  <a:lnTo>
                    <a:pt x="1465" y="17151"/>
                  </a:lnTo>
                  <a:lnTo>
                    <a:pt x="1540" y="17734"/>
                  </a:lnTo>
                  <a:lnTo>
                    <a:pt x="1614" y="18316"/>
                  </a:lnTo>
                  <a:lnTo>
                    <a:pt x="1659" y="18600"/>
                  </a:lnTo>
                  <a:lnTo>
                    <a:pt x="1704" y="18899"/>
                  </a:lnTo>
                  <a:lnTo>
                    <a:pt x="1734" y="19213"/>
                  </a:lnTo>
                  <a:lnTo>
                    <a:pt x="1779" y="19885"/>
                  </a:lnTo>
                  <a:lnTo>
                    <a:pt x="1809" y="20617"/>
                  </a:lnTo>
                  <a:lnTo>
                    <a:pt x="1809" y="21424"/>
                  </a:lnTo>
                  <a:lnTo>
                    <a:pt x="1779" y="22260"/>
                  </a:lnTo>
                  <a:lnTo>
                    <a:pt x="1734" y="23142"/>
                  </a:lnTo>
                  <a:lnTo>
                    <a:pt x="1689" y="24083"/>
                  </a:lnTo>
                  <a:lnTo>
                    <a:pt x="1614" y="25039"/>
                  </a:lnTo>
                  <a:lnTo>
                    <a:pt x="1584" y="25338"/>
                  </a:lnTo>
                  <a:lnTo>
                    <a:pt x="1570" y="25487"/>
                  </a:lnTo>
                  <a:lnTo>
                    <a:pt x="1540" y="25786"/>
                  </a:lnTo>
                  <a:lnTo>
                    <a:pt x="1435" y="26966"/>
                  </a:lnTo>
                  <a:lnTo>
                    <a:pt x="1301" y="28177"/>
                  </a:lnTo>
                  <a:lnTo>
                    <a:pt x="1271" y="28565"/>
                  </a:lnTo>
                  <a:lnTo>
                    <a:pt x="1256" y="28655"/>
                  </a:lnTo>
                  <a:lnTo>
                    <a:pt x="1151" y="29611"/>
                  </a:lnTo>
                  <a:lnTo>
                    <a:pt x="1062" y="30432"/>
                  </a:lnTo>
                  <a:lnTo>
                    <a:pt x="1002" y="30881"/>
                  </a:lnTo>
                  <a:lnTo>
                    <a:pt x="987" y="31000"/>
                  </a:lnTo>
                  <a:lnTo>
                    <a:pt x="867" y="32046"/>
                  </a:lnTo>
                  <a:lnTo>
                    <a:pt x="703" y="33420"/>
                  </a:lnTo>
                  <a:lnTo>
                    <a:pt x="583" y="34466"/>
                  </a:lnTo>
                  <a:lnTo>
                    <a:pt x="419" y="35915"/>
                  </a:lnTo>
                  <a:lnTo>
                    <a:pt x="270" y="37290"/>
                  </a:lnTo>
                  <a:lnTo>
                    <a:pt x="150" y="38559"/>
                  </a:lnTo>
                  <a:lnTo>
                    <a:pt x="61" y="39725"/>
                  </a:lnTo>
                  <a:lnTo>
                    <a:pt x="31" y="40248"/>
                  </a:lnTo>
                  <a:lnTo>
                    <a:pt x="16" y="40741"/>
                  </a:lnTo>
                  <a:lnTo>
                    <a:pt x="1" y="41189"/>
                  </a:lnTo>
                  <a:lnTo>
                    <a:pt x="16" y="41592"/>
                  </a:lnTo>
                  <a:lnTo>
                    <a:pt x="31" y="41966"/>
                  </a:lnTo>
                  <a:lnTo>
                    <a:pt x="76" y="42279"/>
                  </a:lnTo>
                  <a:lnTo>
                    <a:pt x="120" y="42548"/>
                  </a:lnTo>
                  <a:lnTo>
                    <a:pt x="180" y="42758"/>
                  </a:lnTo>
                  <a:lnTo>
                    <a:pt x="240" y="42892"/>
                  </a:lnTo>
                  <a:lnTo>
                    <a:pt x="300" y="42997"/>
                  </a:lnTo>
                  <a:lnTo>
                    <a:pt x="389" y="43116"/>
                  </a:lnTo>
                  <a:lnTo>
                    <a:pt x="479" y="43221"/>
                  </a:lnTo>
                  <a:lnTo>
                    <a:pt x="569" y="43325"/>
                  </a:lnTo>
                  <a:lnTo>
                    <a:pt x="688" y="43415"/>
                  </a:lnTo>
                  <a:lnTo>
                    <a:pt x="808" y="43504"/>
                  </a:lnTo>
                  <a:lnTo>
                    <a:pt x="942" y="43579"/>
                  </a:lnTo>
                  <a:lnTo>
                    <a:pt x="1091" y="43654"/>
                  </a:lnTo>
                  <a:lnTo>
                    <a:pt x="1256" y="43729"/>
                  </a:lnTo>
                  <a:lnTo>
                    <a:pt x="1420" y="43788"/>
                  </a:lnTo>
                  <a:lnTo>
                    <a:pt x="1599" y="43833"/>
                  </a:lnTo>
                  <a:lnTo>
                    <a:pt x="1794" y="43878"/>
                  </a:lnTo>
                  <a:lnTo>
                    <a:pt x="2003" y="43923"/>
                  </a:lnTo>
                  <a:lnTo>
                    <a:pt x="2212" y="43953"/>
                  </a:lnTo>
                  <a:lnTo>
                    <a:pt x="2451" y="43983"/>
                  </a:lnTo>
                  <a:lnTo>
                    <a:pt x="2929" y="43997"/>
                  </a:lnTo>
                  <a:lnTo>
                    <a:pt x="3452" y="43997"/>
                  </a:lnTo>
                  <a:lnTo>
                    <a:pt x="4035" y="43953"/>
                  </a:lnTo>
                  <a:lnTo>
                    <a:pt x="4647" y="43863"/>
                  </a:lnTo>
                  <a:lnTo>
                    <a:pt x="5304" y="43744"/>
                  </a:lnTo>
                  <a:lnTo>
                    <a:pt x="5992" y="43594"/>
                  </a:lnTo>
                  <a:lnTo>
                    <a:pt x="6739" y="43400"/>
                  </a:lnTo>
                  <a:lnTo>
                    <a:pt x="7515" y="43161"/>
                  </a:lnTo>
                  <a:lnTo>
                    <a:pt x="7919" y="43026"/>
                  </a:lnTo>
                  <a:lnTo>
                    <a:pt x="8352" y="42922"/>
                  </a:lnTo>
                  <a:lnTo>
                    <a:pt x="8785" y="42817"/>
                  </a:lnTo>
                  <a:lnTo>
                    <a:pt x="9234" y="42713"/>
                  </a:lnTo>
                  <a:lnTo>
                    <a:pt x="9682" y="42638"/>
                  </a:lnTo>
                  <a:lnTo>
                    <a:pt x="10145" y="42563"/>
                  </a:lnTo>
                  <a:lnTo>
                    <a:pt x="11101" y="42414"/>
                  </a:lnTo>
                  <a:lnTo>
                    <a:pt x="12057" y="42309"/>
                  </a:lnTo>
                  <a:lnTo>
                    <a:pt x="13028" y="42205"/>
                  </a:lnTo>
                  <a:lnTo>
                    <a:pt x="14911" y="42025"/>
                  </a:lnTo>
                  <a:lnTo>
                    <a:pt x="15822" y="41936"/>
                  </a:lnTo>
                  <a:lnTo>
                    <a:pt x="16673" y="41831"/>
                  </a:lnTo>
                  <a:lnTo>
                    <a:pt x="17480" y="41712"/>
                  </a:lnTo>
                  <a:lnTo>
                    <a:pt x="17854" y="41637"/>
                  </a:lnTo>
                  <a:lnTo>
                    <a:pt x="18212" y="41562"/>
                  </a:lnTo>
                  <a:lnTo>
                    <a:pt x="18541" y="41488"/>
                  </a:lnTo>
                  <a:lnTo>
                    <a:pt x="18855" y="41398"/>
                  </a:lnTo>
                  <a:lnTo>
                    <a:pt x="19153" y="41293"/>
                  </a:lnTo>
                  <a:lnTo>
                    <a:pt x="19422" y="41189"/>
                  </a:lnTo>
                  <a:lnTo>
                    <a:pt x="19661" y="41069"/>
                  </a:lnTo>
                  <a:lnTo>
                    <a:pt x="19871" y="40935"/>
                  </a:lnTo>
                  <a:lnTo>
                    <a:pt x="20065" y="40785"/>
                  </a:lnTo>
                  <a:lnTo>
                    <a:pt x="20214" y="40636"/>
                  </a:lnTo>
                  <a:lnTo>
                    <a:pt x="20378" y="40427"/>
                  </a:lnTo>
                  <a:lnTo>
                    <a:pt x="20513" y="40158"/>
                  </a:lnTo>
                  <a:lnTo>
                    <a:pt x="20647" y="39859"/>
                  </a:lnTo>
                  <a:lnTo>
                    <a:pt x="20767" y="39516"/>
                  </a:lnTo>
                  <a:lnTo>
                    <a:pt x="20871" y="39142"/>
                  </a:lnTo>
                  <a:lnTo>
                    <a:pt x="20961" y="38709"/>
                  </a:lnTo>
                  <a:lnTo>
                    <a:pt x="21021" y="38246"/>
                  </a:lnTo>
                  <a:lnTo>
                    <a:pt x="21066" y="37738"/>
                  </a:lnTo>
                  <a:lnTo>
                    <a:pt x="21081" y="37200"/>
                  </a:lnTo>
                  <a:lnTo>
                    <a:pt x="21066" y="36602"/>
                  </a:lnTo>
                  <a:lnTo>
                    <a:pt x="21036" y="35990"/>
                  </a:lnTo>
                  <a:lnTo>
                    <a:pt x="20976" y="35318"/>
                  </a:lnTo>
                  <a:lnTo>
                    <a:pt x="20886" y="34615"/>
                  </a:lnTo>
                  <a:lnTo>
                    <a:pt x="20767" y="33883"/>
                  </a:lnTo>
                  <a:lnTo>
                    <a:pt x="20618" y="33092"/>
                  </a:lnTo>
                  <a:lnTo>
                    <a:pt x="20423" y="32285"/>
                  </a:lnTo>
                  <a:lnTo>
                    <a:pt x="20169" y="31254"/>
                  </a:lnTo>
                  <a:lnTo>
                    <a:pt x="19841" y="29924"/>
                  </a:lnTo>
                  <a:lnTo>
                    <a:pt x="19602" y="28909"/>
                  </a:lnTo>
                  <a:lnTo>
                    <a:pt x="19273" y="27549"/>
                  </a:lnTo>
                  <a:lnTo>
                    <a:pt x="19124" y="26877"/>
                  </a:lnTo>
                  <a:lnTo>
                    <a:pt x="19049" y="26518"/>
                  </a:lnTo>
                  <a:lnTo>
                    <a:pt x="18944" y="26055"/>
                  </a:lnTo>
                  <a:lnTo>
                    <a:pt x="18810" y="25383"/>
                  </a:lnTo>
                  <a:lnTo>
                    <a:pt x="18675" y="24740"/>
                  </a:lnTo>
                  <a:lnTo>
                    <a:pt x="18571" y="24128"/>
                  </a:lnTo>
                  <a:lnTo>
                    <a:pt x="18481" y="23530"/>
                  </a:lnTo>
                  <a:lnTo>
                    <a:pt x="18377" y="22753"/>
                  </a:lnTo>
                  <a:lnTo>
                    <a:pt x="18317" y="21977"/>
                  </a:lnTo>
                  <a:lnTo>
                    <a:pt x="18287" y="21185"/>
                  </a:lnTo>
                  <a:lnTo>
                    <a:pt x="18272" y="20408"/>
                  </a:lnTo>
                  <a:lnTo>
                    <a:pt x="18272" y="19616"/>
                  </a:lnTo>
                  <a:lnTo>
                    <a:pt x="18287" y="18809"/>
                  </a:lnTo>
                  <a:lnTo>
                    <a:pt x="18332" y="18018"/>
                  </a:lnTo>
                  <a:lnTo>
                    <a:pt x="18377" y="17226"/>
                  </a:lnTo>
                  <a:lnTo>
                    <a:pt x="18511" y="15269"/>
                  </a:lnTo>
                  <a:lnTo>
                    <a:pt x="18571" y="14298"/>
                  </a:lnTo>
                  <a:lnTo>
                    <a:pt x="18631" y="13342"/>
                  </a:lnTo>
                  <a:lnTo>
                    <a:pt x="18660" y="12415"/>
                  </a:lnTo>
                  <a:lnTo>
                    <a:pt x="18690" y="11519"/>
                  </a:lnTo>
                  <a:lnTo>
                    <a:pt x="18675" y="10638"/>
                  </a:lnTo>
                  <a:lnTo>
                    <a:pt x="18660" y="10204"/>
                  </a:lnTo>
                  <a:lnTo>
                    <a:pt x="18631" y="9786"/>
                  </a:lnTo>
                  <a:lnTo>
                    <a:pt x="18586" y="9353"/>
                  </a:lnTo>
                  <a:lnTo>
                    <a:pt x="18526" y="8919"/>
                  </a:lnTo>
                  <a:lnTo>
                    <a:pt x="18466" y="8516"/>
                  </a:lnTo>
                  <a:lnTo>
                    <a:pt x="18377" y="8113"/>
                  </a:lnTo>
                  <a:lnTo>
                    <a:pt x="18272" y="7709"/>
                  </a:lnTo>
                  <a:lnTo>
                    <a:pt x="18167" y="7336"/>
                  </a:lnTo>
                  <a:lnTo>
                    <a:pt x="18033" y="6962"/>
                  </a:lnTo>
                  <a:lnTo>
                    <a:pt x="17869" y="6604"/>
                  </a:lnTo>
                  <a:lnTo>
                    <a:pt x="17645" y="6171"/>
                  </a:lnTo>
                  <a:lnTo>
                    <a:pt x="17391" y="5737"/>
                  </a:lnTo>
                  <a:lnTo>
                    <a:pt x="17107" y="5319"/>
                  </a:lnTo>
                  <a:lnTo>
                    <a:pt x="16808" y="4916"/>
                  </a:lnTo>
                  <a:lnTo>
                    <a:pt x="16479" y="4512"/>
                  </a:lnTo>
                  <a:lnTo>
                    <a:pt x="16136" y="4139"/>
                  </a:lnTo>
                  <a:lnTo>
                    <a:pt x="15762" y="3765"/>
                  </a:lnTo>
                  <a:lnTo>
                    <a:pt x="15389" y="3407"/>
                  </a:lnTo>
                  <a:lnTo>
                    <a:pt x="15015" y="3063"/>
                  </a:lnTo>
                  <a:lnTo>
                    <a:pt x="14627" y="2735"/>
                  </a:lnTo>
                  <a:lnTo>
                    <a:pt x="14223" y="2421"/>
                  </a:lnTo>
                  <a:lnTo>
                    <a:pt x="13835" y="2137"/>
                  </a:lnTo>
                  <a:lnTo>
                    <a:pt x="13446" y="1853"/>
                  </a:lnTo>
                  <a:lnTo>
                    <a:pt x="13058" y="1584"/>
                  </a:lnTo>
                  <a:lnTo>
                    <a:pt x="12311" y="1106"/>
                  </a:lnTo>
                  <a:lnTo>
                    <a:pt x="12027" y="927"/>
                  </a:lnTo>
                  <a:lnTo>
                    <a:pt x="11743" y="777"/>
                  </a:lnTo>
                  <a:lnTo>
                    <a:pt x="11445" y="643"/>
                  </a:lnTo>
                  <a:lnTo>
                    <a:pt x="11146" y="509"/>
                  </a:lnTo>
                  <a:lnTo>
                    <a:pt x="10847" y="404"/>
                  </a:lnTo>
                  <a:lnTo>
                    <a:pt x="10533" y="299"/>
                  </a:lnTo>
                  <a:lnTo>
                    <a:pt x="10220" y="210"/>
                  </a:lnTo>
                  <a:lnTo>
                    <a:pt x="9906" y="150"/>
                  </a:lnTo>
                  <a:lnTo>
                    <a:pt x="9592" y="90"/>
                  </a:lnTo>
                  <a:lnTo>
                    <a:pt x="9263" y="45"/>
                  </a:lnTo>
                  <a:lnTo>
                    <a:pt x="8935" y="16"/>
                  </a:lnTo>
                  <a:lnTo>
                    <a:pt x="86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4"/>
            <p:cNvSpPr/>
            <p:nvPr/>
          </p:nvSpPr>
          <p:spPr>
            <a:xfrm>
              <a:off x="6677549" y="1690133"/>
              <a:ext cx="206446" cy="238033"/>
            </a:xfrm>
            <a:custGeom>
              <a:avLst/>
              <a:gdLst/>
              <a:ahLst/>
              <a:cxnLst/>
              <a:rect l="l" t="t" r="r" b="b"/>
              <a:pathLst>
                <a:path w="7516" h="8666" extrusionOk="0">
                  <a:moveTo>
                    <a:pt x="5110" y="0"/>
                  </a:moveTo>
                  <a:lnTo>
                    <a:pt x="1" y="3392"/>
                  </a:lnTo>
                  <a:lnTo>
                    <a:pt x="314" y="4019"/>
                  </a:lnTo>
                  <a:lnTo>
                    <a:pt x="344" y="4094"/>
                  </a:lnTo>
                  <a:lnTo>
                    <a:pt x="359" y="4094"/>
                  </a:lnTo>
                  <a:lnTo>
                    <a:pt x="598" y="4557"/>
                  </a:lnTo>
                  <a:lnTo>
                    <a:pt x="897" y="5095"/>
                  </a:lnTo>
                  <a:lnTo>
                    <a:pt x="1151" y="5513"/>
                  </a:lnTo>
                  <a:lnTo>
                    <a:pt x="1390" y="5916"/>
                  </a:lnTo>
                  <a:lnTo>
                    <a:pt x="1853" y="6648"/>
                  </a:lnTo>
                  <a:lnTo>
                    <a:pt x="2107" y="7007"/>
                  </a:lnTo>
                  <a:lnTo>
                    <a:pt x="2361" y="7365"/>
                  </a:lnTo>
                  <a:lnTo>
                    <a:pt x="2630" y="7724"/>
                  </a:lnTo>
                  <a:lnTo>
                    <a:pt x="2899" y="8053"/>
                  </a:lnTo>
                  <a:lnTo>
                    <a:pt x="3168" y="8366"/>
                  </a:lnTo>
                  <a:lnTo>
                    <a:pt x="3437" y="8665"/>
                  </a:lnTo>
                  <a:lnTo>
                    <a:pt x="3825" y="8516"/>
                  </a:lnTo>
                  <a:lnTo>
                    <a:pt x="4199" y="8351"/>
                  </a:lnTo>
                  <a:lnTo>
                    <a:pt x="4557" y="8187"/>
                  </a:lnTo>
                  <a:lnTo>
                    <a:pt x="4901" y="8023"/>
                  </a:lnTo>
                  <a:lnTo>
                    <a:pt x="5229" y="7844"/>
                  </a:lnTo>
                  <a:lnTo>
                    <a:pt x="5528" y="7649"/>
                  </a:lnTo>
                  <a:lnTo>
                    <a:pt x="5812" y="7470"/>
                  </a:lnTo>
                  <a:lnTo>
                    <a:pt x="6081" y="7261"/>
                  </a:lnTo>
                  <a:lnTo>
                    <a:pt x="6335" y="7067"/>
                  </a:lnTo>
                  <a:lnTo>
                    <a:pt x="6559" y="6843"/>
                  </a:lnTo>
                  <a:lnTo>
                    <a:pt x="6768" y="6633"/>
                  </a:lnTo>
                  <a:lnTo>
                    <a:pt x="6962" y="6409"/>
                  </a:lnTo>
                  <a:lnTo>
                    <a:pt x="7127" y="6170"/>
                  </a:lnTo>
                  <a:lnTo>
                    <a:pt x="7276" y="5931"/>
                  </a:lnTo>
                  <a:lnTo>
                    <a:pt x="7411" y="5677"/>
                  </a:lnTo>
                  <a:lnTo>
                    <a:pt x="7515" y="5408"/>
                  </a:lnTo>
                  <a:lnTo>
                    <a:pt x="7411" y="5289"/>
                  </a:lnTo>
                  <a:lnTo>
                    <a:pt x="7142" y="4945"/>
                  </a:lnTo>
                  <a:lnTo>
                    <a:pt x="6768" y="4393"/>
                  </a:lnTo>
                  <a:lnTo>
                    <a:pt x="6559" y="4064"/>
                  </a:lnTo>
                  <a:lnTo>
                    <a:pt x="6350" y="3690"/>
                  </a:lnTo>
                  <a:lnTo>
                    <a:pt x="6126" y="3302"/>
                  </a:lnTo>
                  <a:lnTo>
                    <a:pt x="5917" y="2869"/>
                  </a:lnTo>
                  <a:lnTo>
                    <a:pt x="5708" y="2420"/>
                  </a:lnTo>
                  <a:lnTo>
                    <a:pt x="5528" y="1957"/>
                  </a:lnTo>
                  <a:lnTo>
                    <a:pt x="5364" y="1479"/>
                  </a:lnTo>
                  <a:lnTo>
                    <a:pt x="5304" y="1240"/>
                  </a:lnTo>
                  <a:lnTo>
                    <a:pt x="5244" y="986"/>
                  </a:lnTo>
                  <a:lnTo>
                    <a:pt x="5200" y="747"/>
                  </a:lnTo>
                  <a:lnTo>
                    <a:pt x="5155" y="493"/>
                  </a:lnTo>
                  <a:lnTo>
                    <a:pt x="5125" y="254"/>
                  </a:lnTo>
                  <a:lnTo>
                    <a:pt x="5110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4"/>
            <p:cNvSpPr/>
            <p:nvPr/>
          </p:nvSpPr>
          <p:spPr>
            <a:xfrm>
              <a:off x="6686173" y="1776707"/>
              <a:ext cx="49277" cy="75948"/>
            </a:xfrm>
            <a:custGeom>
              <a:avLst/>
              <a:gdLst/>
              <a:ahLst/>
              <a:cxnLst/>
              <a:rect l="l" t="t" r="r" b="b"/>
              <a:pathLst>
                <a:path w="1794" h="2765" extrusionOk="0">
                  <a:moveTo>
                    <a:pt x="1793" y="1"/>
                  </a:moveTo>
                  <a:lnTo>
                    <a:pt x="0" y="867"/>
                  </a:lnTo>
                  <a:lnTo>
                    <a:pt x="30" y="942"/>
                  </a:lnTo>
                  <a:lnTo>
                    <a:pt x="45" y="942"/>
                  </a:lnTo>
                  <a:lnTo>
                    <a:pt x="284" y="1405"/>
                  </a:lnTo>
                  <a:lnTo>
                    <a:pt x="583" y="1943"/>
                  </a:lnTo>
                  <a:lnTo>
                    <a:pt x="837" y="2361"/>
                  </a:lnTo>
                  <a:lnTo>
                    <a:pt x="1076" y="2764"/>
                  </a:lnTo>
                  <a:lnTo>
                    <a:pt x="1181" y="2570"/>
                  </a:lnTo>
                  <a:lnTo>
                    <a:pt x="1270" y="2346"/>
                  </a:lnTo>
                  <a:lnTo>
                    <a:pt x="1345" y="2122"/>
                  </a:lnTo>
                  <a:lnTo>
                    <a:pt x="1420" y="1898"/>
                  </a:lnTo>
                  <a:lnTo>
                    <a:pt x="1539" y="1435"/>
                  </a:lnTo>
                  <a:lnTo>
                    <a:pt x="1629" y="1001"/>
                  </a:lnTo>
                  <a:lnTo>
                    <a:pt x="1703" y="613"/>
                  </a:lnTo>
                  <a:lnTo>
                    <a:pt x="1748" y="299"/>
                  </a:lnTo>
                  <a:lnTo>
                    <a:pt x="1793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4"/>
            <p:cNvSpPr/>
            <p:nvPr/>
          </p:nvSpPr>
          <p:spPr>
            <a:xfrm>
              <a:off x="6551586" y="1523108"/>
              <a:ext cx="335268" cy="314778"/>
            </a:xfrm>
            <a:custGeom>
              <a:avLst/>
              <a:gdLst/>
              <a:ahLst/>
              <a:cxnLst/>
              <a:rect l="l" t="t" r="r" b="b"/>
              <a:pathLst>
                <a:path w="12206" h="11460" extrusionOk="0">
                  <a:moveTo>
                    <a:pt x="8665" y="1"/>
                  </a:moveTo>
                  <a:lnTo>
                    <a:pt x="8277" y="16"/>
                  </a:lnTo>
                  <a:lnTo>
                    <a:pt x="7873" y="46"/>
                  </a:lnTo>
                  <a:lnTo>
                    <a:pt x="7440" y="91"/>
                  </a:lnTo>
                  <a:lnTo>
                    <a:pt x="7007" y="150"/>
                  </a:lnTo>
                  <a:lnTo>
                    <a:pt x="6559" y="240"/>
                  </a:lnTo>
                  <a:lnTo>
                    <a:pt x="6110" y="330"/>
                  </a:lnTo>
                  <a:lnTo>
                    <a:pt x="5647" y="449"/>
                  </a:lnTo>
                  <a:lnTo>
                    <a:pt x="5199" y="554"/>
                  </a:lnTo>
                  <a:lnTo>
                    <a:pt x="4348" y="808"/>
                  </a:lnTo>
                  <a:lnTo>
                    <a:pt x="3541" y="1047"/>
                  </a:lnTo>
                  <a:lnTo>
                    <a:pt x="2854" y="1286"/>
                  </a:lnTo>
                  <a:lnTo>
                    <a:pt x="2704" y="1345"/>
                  </a:lnTo>
                  <a:lnTo>
                    <a:pt x="2555" y="1405"/>
                  </a:lnTo>
                  <a:lnTo>
                    <a:pt x="2420" y="1480"/>
                  </a:lnTo>
                  <a:lnTo>
                    <a:pt x="2286" y="1570"/>
                  </a:lnTo>
                  <a:lnTo>
                    <a:pt x="2151" y="1659"/>
                  </a:lnTo>
                  <a:lnTo>
                    <a:pt x="2032" y="1764"/>
                  </a:lnTo>
                  <a:lnTo>
                    <a:pt x="1912" y="1868"/>
                  </a:lnTo>
                  <a:lnTo>
                    <a:pt x="1808" y="1973"/>
                  </a:lnTo>
                  <a:lnTo>
                    <a:pt x="1703" y="2092"/>
                  </a:lnTo>
                  <a:lnTo>
                    <a:pt x="1614" y="2212"/>
                  </a:lnTo>
                  <a:lnTo>
                    <a:pt x="1524" y="2346"/>
                  </a:lnTo>
                  <a:lnTo>
                    <a:pt x="1449" y="2481"/>
                  </a:lnTo>
                  <a:lnTo>
                    <a:pt x="1375" y="2630"/>
                  </a:lnTo>
                  <a:lnTo>
                    <a:pt x="1315" y="2765"/>
                  </a:lnTo>
                  <a:lnTo>
                    <a:pt x="1255" y="2929"/>
                  </a:lnTo>
                  <a:lnTo>
                    <a:pt x="1210" y="3078"/>
                  </a:lnTo>
                  <a:lnTo>
                    <a:pt x="1151" y="3377"/>
                  </a:lnTo>
                  <a:lnTo>
                    <a:pt x="1091" y="3676"/>
                  </a:lnTo>
                  <a:lnTo>
                    <a:pt x="1046" y="3990"/>
                  </a:lnTo>
                  <a:lnTo>
                    <a:pt x="1001" y="4318"/>
                  </a:lnTo>
                  <a:lnTo>
                    <a:pt x="941" y="4991"/>
                  </a:lnTo>
                  <a:lnTo>
                    <a:pt x="897" y="5693"/>
                  </a:lnTo>
                  <a:lnTo>
                    <a:pt x="0" y="7262"/>
                  </a:lnTo>
                  <a:lnTo>
                    <a:pt x="0" y="7306"/>
                  </a:lnTo>
                  <a:lnTo>
                    <a:pt x="0" y="7336"/>
                  </a:lnTo>
                  <a:lnTo>
                    <a:pt x="15" y="7381"/>
                  </a:lnTo>
                  <a:lnTo>
                    <a:pt x="60" y="7411"/>
                  </a:lnTo>
                  <a:lnTo>
                    <a:pt x="164" y="7471"/>
                  </a:lnTo>
                  <a:lnTo>
                    <a:pt x="314" y="7530"/>
                  </a:lnTo>
                  <a:lnTo>
                    <a:pt x="478" y="7590"/>
                  </a:lnTo>
                  <a:lnTo>
                    <a:pt x="643" y="7635"/>
                  </a:lnTo>
                  <a:lnTo>
                    <a:pt x="941" y="7695"/>
                  </a:lnTo>
                  <a:lnTo>
                    <a:pt x="986" y="8128"/>
                  </a:lnTo>
                  <a:lnTo>
                    <a:pt x="1136" y="9353"/>
                  </a:lnTo>
                  <a:lnTo>
                    <a:pt x="1255" y="9936"/>
                  </a:lnTo>
                  <a:lnTo>
                    <a:pt x="1300" y="10145"/>
                  </a:lnTo>
                  <a:lnTo>
                    <a:pt x="1360" y="10339"/>
                  </a:lnTo>
                  <a:lnTo>
                    <a:pt x="1419" y="10518"/>
                  </a:lnTo>
                  <a:lnTo>
                    <a:pt x="1479" y="10683"/>
                  </a:lnTo>
                  <a:lnTo>
                    <a:pt x="1554" y="10832"/>
                  </a:lnTo>
                  <a:lnTo>
                    <a:pt x="1629" y="10967"/>
                  </a:lnTo>
                  <a:lnTo>
                    <a:pt x="1703" y="11071"/>
                  </a:lnTo>
                  <a:lnTo>
                    <a:pt x="1793" y="11176"/>
                  </a:lnTo>
                  <a:lnTo>
                    <a:pt x="1883" y="11250"/>
                  </a:lnTo>
                  <a:lnTo>
                    <a:pt x="1987" y="11325"/>
                  </a:lnTo>
                  <a:lnTo>
                    <a:pt x="2077" y="11385"/>
                  </a:lnTo>
                  <a:lnTo>
                    <a:pt x="2196" y="11415"/>
                  </a:lnTo>
                  <a:lnTo>
                    <a:pt x="2301" y="11445"/>
                  </a:lnTo>
                  <a:lnTo>
                    <a:pt x="2420" y="11460"/>
                  </a:lnTo>
                  <a:lnTo>
                    <a:pt x="2659" y="11460"/>
                  </a:lnTo>
                  <a:lnTo>
                    <a:pt x="2794" y="11430"/>
                  </a:lnTo>
                  <a:lnTo>
                    <a:pt x="2943" y="11385"/>
                  </a:lnTo>
                  <a:lnTo>
                    <a:pt x="3302" y="11265"/>
                  </a:lnTo>
                  <a:lnTo>
                    <a:pt x="3735" y="11086"/>
                  </a:lnTo>
                  <a:lnTo>
                    <a:pt x="4243" y="10862"/>
                  </a:lnTo>
                  <a:lnTo>
                    <a:pt x="4796" y="10578"/>
                  </a:lnTo>
                  <a:lnTo>
                    <a:pt x="5393" y="10264"/>
                  </a:lnTo>
                  <a:lnTo>
                    <a:pt x="6021" y="9921"/>
                  </a:lnTo>
                  <a:lnTo>
                    <a:pt x="6663" y="9532"/>
                  </a:lnTo>
                  <a:lnTo>
                    <a:pt x="7321" y="9144"/>
                  </a:lnTo>
                  <a:lnTo>
                    <a:pt x="7978" y="8726"/>
                  </a:lnTo>
                  <a:lnTo>
                    <a:pt x="8620" y="8292"/>
                  </a:lnTo>
                  <a:lnTo>
                    <a:pt x="9233" y="7859"/>
                  </a:lnTo>
                  <a:lnTo>
                    <a:pt x="9815" y="7426"/>
                  </a:lnTo>
                  <a:lnTo>
                    <a:pt x="10368" y="6993"/>
                  </a:lnTo>
                  <a:lnTo>
                    <a:pt x="10846" y="6574"/>
                  </a:lnTo>
                  <a:lnTo>
                    <a:pt x="11070" y="6365"/>
                  </a:lnTo>
                  <a:lnTo>
                    <a:pt x="11265" y="6171"/>
                  </a:lnTo>
                  <a:lnTo>
                    <a:pt x="11444" y="5977"/>
                  </a:lnTo>
                  <a:lnTo>
                    <a:pt x="11608" y="5768"/>
                  </a:lnTo>
                  <a:lnTo>
                    <a:pt x="11743" y="5543"/>
                  </a:lnTo>
                  <a:lnTo>
                    <a:pt x="11862" y="5334"/>
                  </a:lnTo>
                  <a:lnTo>
                    <a:pt x="11967" y="5095"/>
                  </a:lnTo>
                  <a:lnTo>
                    <a:pt x="12056" y="4871"/>
                  </a:lnTo>
                  <a:lnTo>
                    <a:pt x="12116" y="4632"/>
                  </a:lnTo>
                  <a:lnTo>
                    <a:pt x="12161" y="4408"/>
                  </a:lnTo>
                  <a:lnTo>
                    <a:pt x="12191" y="4169"/>
                  </a:lnTo>
                  <a:lnTo>
                    <a:pt x="12206" y="3930"/>
                  </a:lnTo>
                  <a:lnTo>
                    <a:pt x="12206" y="3691"/>
                  </a:lnTo>
                  <a:lnTo>
                    <a:pt x="12191" y="3452"/>
                  </a:lnTo>
                  <a:lnTo>
                    <a:pt x="12146" y="3213"/>
                  </a:lnTo>
                  <a:lnTo>
                    <a:pt x="12101" y="2974"/>
                  </a:lnTo>
                  <a:lnTo>
                    <a:pt x="12041" y="2750"/>
                  </a:lnTo>
                  <a:lnTo>
                    <a:pt x="11967" y="2511"/>
                  </a:lnTo>
                  <a:lnTo>
                    <a:pt x="11877" y="2287"/>
                  </a:lnTo>
                  <a:lnTo>
                    <a:pt x="11773" y="2077"/>
                  </a:lnTo>
                  <a:lnTo>
                    <a:pt x="11668" y="1868"/>
                  </a:lnTo>
                  <a:lnTo>
                    <a:pt x="11548" y="1659"/>
                  </a:lnTo>
                  <a:lnTo>
                    <a:pt x="11414" y="1465"/>
                  </a:lnTo>
                  <a:lnTo>
                    <a:pt x="11265" y="1271"/>
                  </a:lnTo>
                  <a:lnTo>
                    <a:pt x="11115" y="1091"/>
                  </a:lnTo>
                  <a:lnTo>
                    <a:pt x="10951" y="927"/>
                  </a:lnTo>
                  <a:lnTo>
                    <a:pt x="10772" y="778"/>
                  </a:lnTo>
                  <a:lnTo>
                    <a:pt x="10592" y="628"/>
                  </a:lnTo>
                  <a:lnTo>
                    <a:pt x="10398" y="509"/>
                  </a:lnTo>
                  <a:lnTo>
                    <a:pt x="10204" y="389"/>
                  </a:lnTo>
                  <a:lnTo>
                    <a:pt x="10010" y="285"/>
                  </a:lnTo>
                  <a:lnTo>
                    <a:pt x="9801" y="195"/>
                  </a:lnTo>
                  <a:lnTo>
                    <a:pt x="9576" y="120"/>
                  </a:lnTo>
                  <a:lnTo>
                    <a:pt x="9367" y="76"/>
                  </a:lnTo>
                  <a:lnTo>
                    <a:pt x="9024" y="31"/>
                  </a:lnTo>
                  <a:lnTo>
                    <a:pt x="8665" y="1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4"/>
            <p:cNvSpPr/>
            <p:nvPr/>
          </p:nvSpPr>
          <p:spPr>
            <a:xfrm>
              <a:off x="6587266" y="1750037"/>
              <a:ext cx="36559" cy="20546"/>
            </a:xfrm>
            <a:custGeom>
              <a:avLst/>
              <a:gdLst/>
              <a:ahLst/>
              <a:cxnLst/>
              <a:rect l="l" t="t" r="r" b="b"/>
              <a:pathLst>
                <a:path w="1331" h="748" extrusionOk="0">
                  <a:moveTo>
                    <a:pt x="1181" y="0"/>
                  </a:moveTo>
                  <a:lnTo>
                    <a:pt x="1136" y="15"/>
                  </a:lnTo>
                  <a:lnTo>
                    <a:pt x="1091" y="60"/>
                  </a:lnTo>
                  <a:lnTo>
                    <a:pt x="1017" y="150"/>
                  </a:lnTo>
                  <a:lnTo>
                    <a:pt x="942" y="225"/>
                  </a:lnTo>
                  <a:lnTo>
                    <a:pt x="838" y="314"/>
                  </a:lnTo>
                  <a:lnTo>
                    <a:pt x="703" y="389"/>
                  </a:lnTo>
                  <a:lnTo>
                    <a:pt x="539" y="449"/>
                  </a:lnTo>
                  <a:lnTo>
                    <a:pt x="449" y="479"/>
                  </a:lnTo>
                  <a:lnTo>
                    <a:pt x="359" y="493"/>
                  </a:lnTo>
                  <a:lnTo>
                    <a:pt x="255" y="493"/>
                  </a:lnTo>
                  <a:lnTo>
                    <a:pt x="150" y="479"/>
                  </a:lnTo>
                  <a:lnTo>
                    <a:pt x="105" y="479"/>
                  </a:lnTo>
                  <a:lnTo>
                    <a:pt x="61" y="493"/>
                  </a:lnTo>
                  <a:lnTo>
                    <a:pt x="31" y="538"/>
                  </a:lnTo>
                  <a:lnTo>
                    <a:pt x="1" y="583"/>
                  </a:lnTo>
                  <a:lnTo>
                    <a:pt x="1" y="628"/>
                  </a:lnTo>
                  <a:lnTo>
                    <a:pt x="31" y="673"/>
                  </a:lnTo>
                  <a:lnTo>
                    <a:pt x="61" y="718"/>
                  </a:lnTo>
                  <a:lnTo>
                    <a:pt x="105" y="732"/>
                  </a:lnTo>
                  <a:lnTo>
                    <a:pt x="210" y="747"/>
                  </a:lnTo>
                  <a:lnTo>
                    <a:pt x="419" y="747"/>
                  </a:lnTo>
                  <a:lnTo>
                    <a:pt x="524" y="732"/>
                  </a:lnTo>
                  <a:lnTo>
                    <a:pt x="628" y="703"/>
                  </a:lnTo>
                  <a:lnTo>
                    <a:pt x="733" y="673"/>
                  </a:lnTo>
                  <a:lnTo>
                    <a:pt x="897" y="583"/>
                  </a:lnTo>
                  <a:lnTo>
                    <a:pt x="1032" y="479"/>
                  </a:lnTo>
                  <a:lnTo>
                    <a:pt x="1151" y="389"/>
                  </a:lnTo>
                  <a:lnTo>
                    <a:pt x="1241" y="299"/>
                  </a:lnTo>
                  <a:lnTo>
                    <a:pt x="1316" y="195"/>
                  </a:lnTo>
                  <a:lnTo>
                    <a:pt x="1331" y="150"/>
                  </a:lnTo>
                  <a:lnTo>
                    <a:pt x="1331" y="105"/>
                  </a:lnTo>
                  <a:lnTo>
                    <a:pt x="1316" y="60"/>
                  </a:lnTo>
                  <a:lnTo>
                    <a:pt x="1271" y="15"/>
                  </a:lnTo>
                  <a:lnTo>
                    <a:pt x="1226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4"/>
            <p:cNvSpPr/>
            <p:nvPr/>
          </p:nvSpPr>
          <p:spPr>
            <a:xfrm>
              <a:off x="6620912" y="1703262"/>
              <a:ext cx="56665" cy="31615"/>
            </a:xfrm>
            <a:custGeom>
              <a:avLst/>
              <a:gdLst/>
              <a:ahLst/>
              <a:cxnLst/>
              <a:rect l="l" t="t" r="r" b="b"/>
              <a:pathLst>
                <a:path w="2063" h="1151" extrusionOk="0">
                  <a:moveTo>
                    <a:pt x="1316" y="0"/>
                  </a:moveTo>
                  <a:lnTo>
                    <a:pt x="1121" y="15"/>
                  </a:lnTo>
                  <a:lnTo>
                    <a:pt x="912" y="60"/>
                  </a:lnTo>
                  <a:lnTo>
                    <a:pt x="703" y="120"/>
                  </a:lnTo>
                  <a:lnTo>
                    <a:pt x="524" y="195"/>
                  </a:lnTo>
                  <a:lnTo>
                    <a:pt x="360" y="284"/>
                  </a:lnTo>
                  <a:lnTo>
                    <a:pt x="225" y="374"/>
                  </a:lnTo>
                  <a:lnTo>
                    <a:pt x="120" y="478"/>
                  </a:lnTo>
                  <a:lnTo>
                    <a:pt x="46" y="598"/>
                  </a:lnTo>
                  <a:lnTo>
                    <a:pt x="16" y="643"/>
                  </a:lnTo>
                  <a:lnTo>
                    <a:pt x="1" y="703"/>
                  </a:lnTo>
                  <a:lnTo>
                    <a:pt x="1" y="762"/>
                  </a:lnTo>
                  <a:lnTo>
                    <a:pt x="16" y="807"/>
                  </a:lnTo>
                  <a:lnTo>
                    <a:pt x="31" y="867"/>
                  </a:lnTo>
                  <a:lnTo>
                    <a:pt x="61" y="912"/>
                  </a:lnTo>
                  <a:lnTo>
                    <a:pt x="91" y="956"/>
                  </a:lnTo>
                  <a:lnTo>
                    <a:pt x="135" y="1001"/>
                  </a:lnTo>
                  <a:lnTo>
                    <a:pt x="255" y="1061"/>
                  </a:lnTo>
                  <a:lnTo>
                    <a:pt x="389" y="1106"/>
                  </a:lnTo>
                  <a:lnTo>
                    <a:pt x="554" y="1136"/>
                  </a:lnTo>
                  <a:lnTo>
                    <a:pt x="748" y="1151"/>
                  </a:lnTo>
                  <a:lnTo>
                    <a:pt x="942" y="1136"/>
                  </a:lnTo>
                  <a:lnTo>
                    <a:pt x="1151" y="1091"/>
                  </a:lnTo>
                  <a:lnTo>
                    <a:pt x="1360" y="1046"/>
                  </a:lnTo>
                  <a:lnTo>
                    <a:pt x="1540" y="971"/>
                  </a:lnTo>
                  <a:lnTo>
                    <a:pt x="1704" y="882"/>
                  </a:lnTo>
                  <a:lnTo>
                    <a:pt x="1839" y="777"/>
                  </a:lnTo>
                  <a:lnTo>
                    <a:pt x="1943" y="673"/>
                  </a:lnTo>
                  <a:lnTo>
                    <a:pt x="2018" y="568"/>
                  </a:lnTo>
                  <a:lnTo>
                    <a:pt x="2033" y="508"/>
                  </a:lnTo>
                  <a:lnTo>
                    <a:pt x="2048" y="449"/>
                  </a:lnTo>
                  <a:lnTo>
                    <a:pt x="2063" y="404"/>
                  </a:lnTo>
                  <a:lnTo>
                    <a:pt x="2048" y="344"/>
                  </a:lnTo>
                  <a:lnTo>
                    <a:pt x="2033" y="284"/>
                  </a:lnTo>
                  <a:lnTo>
                    <a:pt x="2003" y="239"/>
                  </a:lnTo>
                  <a:lnTo>
                    <a:pt x="1973" y="195"/>
                  </a:lnTo>
                  <a:lnTo>
                    <a:pt x="1928" y="165"/>
                  </a:lnTo>
                  <a:lnTo>
                    <a:pt x="1809" y="90"/>
                  </a:lnTo>
                  <a:lnTo>
                    <a:pt x="1659" y="45"/>
                  </a:lnTo>
                  <a:lnTo>
                    <a:pt x="1495" y="15"/>
                  </a:lnTo>
                  <a:lnTo>
                    <a:pt x="1316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4"/>
            <p:cNvSpPr/>
            <p:nvPr/>
          </p:nvSpPr>
          <p:spPr>
            <a:xfrm>
              <a:off x="6596302" y="1656898"/>
              <a:ext cx="13569" cy="23814"/>
            </a:xfrm>
            <a:custGeom>
              <a:avLst/>
              <a:gdLst/>
              <a:ahLst/>
              <a:cxnLst/>
              <a:rect l="l" t="t" r="r" b="b"/>
              <a:pathLst>
                <a:path w="494" h="867" extrusionOk="0">
                  <a:moveTo>
                    <a:pt x="299" y="0"/>
                  </a:moveTo>
                  <a:lnTo>
                    <a:pt x="255" y="15"/>
                  </a:lnTo>
                  <a:lnTo>
                    <a:pt x="195" y="30"/>
                  </a:lnTo>
                  <a:lnTo>
                    <a:pt x="150" y="60"/>
                  </a:lnTo>
                  <a:lnTo>
                    <a:pt x="120" y="120"/>
                  </a:lnTo>
                  <a:lnTo>
                    <a:pt x="75" y="179"/>
                  </a:lnTo>
                  <a:lnTo>
                    <a:pt x="45" y="239"/>
                  </a:lnTo>
                  <a:lnTo>
                    <a:pt x="30" y="329"/>
                  </a:lnTo>
                  <a:lnTo>
                    <a:pt x="16" y="404"/>
                  </a:lnTo>
                  <a:lnTo>
                    <a:pt x="1" y="493"/>
                  </a:lnTo>
                  <a:lnTo>
                    <a:pt x="16" y="583"/>
                  </a:lnTo>
                  <a:lnTo>
                    <a:pt x="30" y="658"/>
                  </a:lnTo>
                  <a:lnTo>
                    <a:pt x="45" y="717"/>
                  </a:lnTo>
                  <a:lnTo>
                    <a:pt x="75" y="777"/>
                  </a:lnTo>
                  <a:lnTo>
                    <a:pt x="120" y="822"/>
                  </a:lnTo>
                  <a:lnTo>
                    <a:pt x="150" y="852"/>
                  </a:lnTo>
                  <a:lnTo>
                    <a:pt x="195" y="867"/>
                  </a:lnTo>
                  <a:lnTo>
                    <a:pt x="255" y="867"/>
                  </a:lnTo>
                  <a:lnTo>
                    <a:pt x="299" y="837"/>
                  </a:lnTo>
                  <a:lnTo>
                    <a:pt x="344" y="807"/>
                  </a:lnTo>
                  <a:lnTo>
                    <a:pt x="389" y="762"/>
                  </a:lnTo>
                  <a:lnTo>
                    <a:pt x="419" y="702"/>
                  </a:lnTo>
                  <a:lnTo>
                    <a:pt x="449" y="628"/>
                  </a:lnTo>
                  <a:lnTo>
                    <a:pt x="479" y="553"/>
                  </a:lnTo>
                  <a:lnTo>
                    <a:pt x="479" y="463"/>
                  </a:lnTo>
                  <a:lnTo>
                    <a:pt x="494" y="374"/>
                  </a:lnTo>
                  <a:lnTo>
                    <a:pt x="479" y="299"/>
                  </a:lnTo>
                  <a:lnTo>
                    <a:pt x="479" y="224"/>
                  </a:lnTo>
                  <a:lnTo>
                    <a:pt x="449" y="150"/>
                  </a:lnTo>
                  <a:lnTo>
                    <a:pt x="419" y="90"/>
                  </a:lnTo>
                  <a:lnTo>
                    <a:pt x="389" y="45"/>
                  </a:lnTo>
                  <a:lnTo>
                    <a:pt x="344" y="15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4"/>
            <p:cNvSpPr/>
            <p:nvPr/>
          </p:nvSpPr>
          <p:spPr>
            <a:xfrm>
              <a:off x="6588914" y="1627344"/>
              <a:ext cx="49277" cy="29582"/>
            </a:xfrm>
            <a:custGeom>
              <a:avLst/>
              <a:gdLst/>
              <a:ahLst/>
              <a:cxnLst/>
              <a:rect l="l" t="t" r="r" b="b"/>
              <a:pathLst>
                <a:path w="1794" h="1077" extrusionOk="0">
                  <a:moveTo>
                    <a:pt x="464" y="1"/>
                  </a:moveTo>
                  <a:lnTo>
                    <a:pt x="314" y="15"/>
                  </a:lnTo>
                  <a:lnTo>
                    <a:pt x="165" y="60"/>
                  </a:lnTo>
                  <a:lnTo>
                    <a:pt x="90" y="90"/>
                  </a:lnTo>
                  <a:lnTo>
                    <a:pt x="31" y="150"/>
                  </a:lnTo>
                  <a:lnTo>
                    <a:pt x="1" y="225"/>
                  </a:lnTo>
                  <a:lnTo>
                    <a:pt x="16" y="299"/>
                  </a:lnTo>
                  <a:lnTo>
                    <a:pt x="45" y="374"/>
                  </a:lnTo>
                  <a:lnTo>
                    <a:pt x="105" y="434"/>
                  </a:lnTo>
                  <a:lnTo>
                    <a:pt x="180" y="464"/>
                  </a:lnTo>
                  <a:lnTo>
                    <a:pt x="270" y="449"/>
                  </a:lnTo>
                  <a:lnTo>
                    <a:pt x="404" y="419"/>
                  </a:lnTo>
                  <a:lnTo>
                    <a:pt x="643" y="419"/>
                  </a:lnTo>
                  <a:lnTo>
                    <a:pt x="763" y="449"/>
                  </a:lnTo>
                  <a:lnTo>
                    <a:pt x="852" y="479"/>
                  </a:lnTo>
                  <a:lnTo>
                    <a:pt x="957" y="523"/>
                  </a:lnTo>
                  <a:lnTo>
                    <a:pt x="1031" y="568"/>
                  </a:lnTo>
                  <a:lnTo>
                    <a:pt x="1106" y="628"/>
                  </a:lnTo>
                  <a:lnTo>
                    <a:pt x="1241" y="748"/>
                  </a:lnTo>
                  <a:lnTo>
                    <a:pt x="1330" y="852"/>
                  </a:lnTo>
                  <a:lnTo>
                    <a:pt x="1405" y="972"/>
                  </a:lnTo>
                  <a:lnTo>
                    <a:pt x="1450" y="1016"/>
                  </a:lnTo>
                  <a:lnTo>
                    <a:pt x="1495" y="1061"/>
                  </a:lnTo>
                  <a:lnTo>
                    <a:pt x="1539" y="1076"/>
                  </a:lnTo>
                  <a:lnTo>
                    <a:pt x="1644" y="1076"/>
                  </a:lnTo>
                  <a:lnTo>
                    <a:pt x="1689" y="1061"/>
                  </a:lnTo>
                  <a:lnTo>
                    <a:pt x="1749" y="1001"/>
                  </a:lnTo>
                  <a:lnTo>
                    <a:pt x="1793" y="942"/>
                  </a:lnTo>
                  <a:lnTo>
                    <a:pt x="1793" y="852"/>
                  </a:lnTo>
                  <a:lnTo>
                    <a:pt x="1778" y="777"/>
                  </a:lnTo>
                  <a:lnTo>
                    <a:pt x="1689" y="643"/>
                  </a:lnTo>
                  <a:lnTo>
                    <a:pt x="1554" y="479"/>
                  </a:lnTo>
                  <a:lnTo>
                    <a:pt x="1405" y="329"/>
                  </a:lnTo>
                  <a:lnTo>
                    <a:pt x="1315" y="269"/>
                  </a:lnTo>
                  <a:lnTo>
                    <a:pt x="1211" y="195"/>
                  </a:lnTo>
                  <a:lnTo>
                    <a:pt x="1106" y="135"/>
                  </a:lnTo>
                  <a:lnTo>
                    <a:pt x="987" y="90"/>
                  </a:lnTo>
                  <a:lnTo>
                    <a:pt x="867" y="45"/>
                  </a:lnTo>
                  <a:lnTo>
                    <a:pt x="748" y="15"/>
                  </a:lnTo>
                  <a:lnTo>
                    <a:pt x="598" y="1"/>
                  </a:lnTo>
                  <a:close/>
                </a:path>
              </a:pathLst>
            </a:custGeom>
            <a:solidFill>
              <a:srgbClr val="0020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4"/>
            <p:cNvSpPr/>
            <p:nvPr/>
          </p:nvSpPr>
          <p:spPr>
            <a:xfrm>
              <a:off x="6717348" y="1644593"/>
              <a:ext cx="33263" cy="51309"/>
            </a:xfrm>
            <a:custGeom>
              <a:avLst/>
              <a:gdLst/>
              <a:ahLst/>
              <a:cxnLst/>
              <a:rect l="l" t="t" r="r" b="b"/>
              <a:pathLst>
                <a:path w="1211" h="1868" extrusionOk="0">
                  <a:moveTo>
                    <a:pt x="1032" y="0"/>
                  </a:moveTo>
                  <a:lnTo>
                    <a:pt x="987" y="30"/>
                  </a:lnTo>
                  <a:lnTo>
                    <a:pt x="837" y="149"/>
                  </a:lnTo>
                  <a:lnTo>
                    <a:pt x="703" y="284"/>
                  </a:lnTo>
                  <a:lnTo>
                    <a:pt x="539" y="463"/>
                  </a:lnTo>
                  <a:lnTo>
                    <a:pt x="374" y="702"/>
                  </a:lnTo>
                  <a:lnTo>
                    <a:pt x="300" y="837"/>
                  </a:lnTo>
                  <a:lnTo>
                    <a:pt x="225" y="986"/>
                  </a:lnTo>
                  <a:lnTo>
                    <a:pt x="150" y="1150"/>
                  </a:lnTo>
                  <a:lnTo>
                    <a:pt x="90" y="1330"/>
                  </a:lnTo>
                  <a:lnTo>
                    <a:pt x="46" y="1509"/>
                  </a:lnTo>
                  <a:lnTo>
                    <a:pt x="1" y="1703"/>
                  </a:lnTo>
                  <a:lnTo>
                    <a:pt x="1" y="1763"/>
                  </a:lnTo>
                  <a:lnTo>
                    <a:pt x="31" y="1808"/>
                  </a:lnTo>
                  <a:lnTo>
                    <a:pt x="75" y="1853"/>
                  </a:lnTo>
                  <a:lnTo>
                    <a:pt x="120" y="1867"/>
                  </a:lnTo>
                  <a:lnTo>
                    <a:pt x="150" y="1867"/>
                  </a:lnTo>
                  <a:lnTo>
                    <a:pt x="195" y="1853"/>
                  </a:lnTo>
                  <a:lnTo>
                    <a:pt x="240" y="1838"/>
                  </a:lnTo>
                  <a:lnTo>
                    <a:pt x="270" y="1793"/>
                  </a:lnTo>
                  <a:lnTo>
                    <a:pt x="285" y="1748"/>
                  </a:lnTo>
                  <a:lnTo>
                    <a:pt x="314" y="1569"/>
                  </a:lnTo>
                  <a:lnTo>
                    <a:pt x="359" y="1404"/>
                  </a:lnTo>
                  <a:lnTo>
                    <a:pt x="419" y="1255"/>
                  </a:lnTo>
                  <a:lnTo>
                    <a:pt x="479" y="1106"/>
                  </a:lnTo>
                  <a:lnTo>
                    <a:pt x="554" y="986"/>
                  </a:lnTo>
                  <a:lnTo>
                    <a:pt x="613" y="852"/>
                  </a:lnTo>
                  <a:lnTo>
                    <a:pt x="763" y="642"/>
                  </a:lnTo>
                  <a:lnTo>
                    <a:pt x="912" y="478"/>
                  </a:lnTo>
                  <a:lnTo>
                    <a:pt x="1032" y="359"/>
                  </a:lnTo>
                  <a:lnTo>
                    <a:pt x="1151" y="269"/>
                  </a:lnTo>
                  <a:lnTo>
                    <a:pt x="1181" y="224"/>
                  </a:lnTo>
                  <a:lnTo>
                    <a:pt x="1211" y="164"/>
                  </a:lnTo>
                  <a:lnTo>
                    <a:pt x="1211" y="120"/>
                  </a:lnTo>
                  <a:lnTo>
                    <a:pt x="1181" y="60"/>
                  </a:lnTo>
                  <a:lnTo>
                    <a:pt x="1136" y="30"/>
                  </a:lnTo>
                  <a:lnTo>
                    <a:pt x="1091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4"/>
            <p:cNvSpPr/>
            <p:nvPr/>
          </p:nvSpPr>
          <p:spPr>
            <a:xfrm>
              <a:off x="6725972" y="1663875"/>
              <a:ext cx="29170" cy="11921"/>
            </a:xfrm>
            <a:custGeom>
              <a:avLst/>
              <a:gdLst/>
              <a:ahLst/>
              <a:cxnLst/>
              <a:rect l="l" t="t" r="r" b="b"/>
              <a:pathLst>
                <a:path w="1062" h="434" extrusionOk="0">
                  <a:moveTo>
                    <a:pt x="254" y="0"/>
                  </a:moveTo>
                  <a:lnTo>
                    <a:pt x="105" y="15"/>
                  </a:lnTo>
                  <a:lnTo>
                    <a:pt x="60" y="30"/>
                  </a:lnTo>
                  <a:lnTo>
                    <a:pt x="15" y="75"/>
                  </a:lnTo>
                  <a:lnTo>
                    <a:pt x="0" y="120"/>
                  </a:lnTo>
                  <a:lnTo>
                    <a:pt x="0" y="179"/>
                  </a:lnTo>
                  <a:lnTo>
                    <a:pt x="15" y="239"/>
                  </a:lnTo>
                  <a:lnTo>
                    <a:pt x="60" y="269"/>
                  </a:lnTo>
                  <a:lnTo>
                    <a:pt x="120" y="299"/>
                  </a:lnTo>
                  <a:lnTo>
                    <a:pt x="165" y="284"/>
                  </a:lnTo>
                  <a:lnTo>
                    <a:pt x="359" y="284"/>
                  </a:lnTo>
                  <a:lnTo>
                    <a:pt x="553" y="314"/>
                  </a:lnTo>
                  <a:lnTo>
                    <a:pt x="733" y="374"/>
                  </a:lnTo>
                  <a:lnTo>
                    <a:pt x="852" y="418"/>
                  </a:lnTo>
                  <a:lnTo>
                    <a:pt x="882" y="433"/>
                  </a:lnTo>
                  <a:lnTo>
                    <a:pt x="957" y="433"/>
                  </a:lnTo>
                  <a:lnTo>
                    <a:pt x="987" y="418"/>
                  </a:lnTo>
                  <a:lnTo>
                    <a:pt x="1016" y="389"/>
                  </a:lnTo>
                  <a:lnTo>
                    <a:pt x="1046" y="359"/>
                  </a:lnTo>
                  <a:lnTo>
                    <a:pt x="1061" y="299"/>
                  </a:lnTo>
                  <a:lnTo>
                    <a:pt x="1046" y="254"/>
                  </a:lnTo>
                  <a:lnTo>
                    <a:pt x="1016" y="194"/>
                  </a:lnTo>
                  <a:lnTo>
                    <a:pt x="972" y="164"/>
                  </a:lnTo>
                  <a:lnTo>
                    <a:pt x="882" y="135"/>
                  </a:lnTo>
                  <a:lnTo>
                    <a:pt x="673" y="60"/>
                  </a:lnTo>
                  <a:lnTo>
                    <a:pt x="538" y="15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4"/>
            <p:cNvSpPr/>
            <p:nvPr/>
          </p:nvSpPr>
          <p:spPr>
            <a:xfrm>
              <a:off x="6582761" y="1455403"/>
              <a:ext cx="382897" cy="381249"/>
            </a:xfrm>
            <a:custGeom>
              <a:avLst/>
              <a:gdLst/>
              <a:ahLst/>
              <a:cxnLst/>
              <a:rect l="l" t="t" r="r" b="b"/>
              <a:pathLst>
                <a:path w="13940" h="13880" extrusionOk="0">
                  <a:moveTo>
                    <a:pt x="7829" y="1"/>
                  </a:moveTo>
                  <a:lnTo>
                    <a:pt x="7321" y="16"/>
                  </a:lnTo>
                  <a:lnTo>
                    <a:pt x="6783" y="61"/>
                  </a:lnTo>
                  <a:lnTo>
                    <a:pt x="6201" y="150"/>
                  </a:lnTo>
                  <a:lnTo>
                    <a:pt x="5603" y="270"/>
                  </a:lnTo>
                  <a:lnTo>
                    <a:pt x="4961" y="419"/>
                  </a:lnTo>
                  <a:lnTo>
                    <a:pt x="4348" y="613"/>
                  </a:lnTo>
                  <a:lnTo>
                    <a:pt x="3780" y="793"/>
                  </a:lnTo>
                  <a:lnTo>
                    <a:pt x="3257" y="972"/>
                  </a:lnTo>
                  <a:lnTo>
                    <a:pt x="2794" y="1166"/>
                  </a:lnTo>
                  <a:lnTo>
                    <a:pt x="2376" y="1360"/>
                  </a:lnTo>
                  <a:lnTo>
                    <a:pt x="2002" y="1555"/>
                  </a:lnTo>
                  <a:lnTo>
                    <a:pt x="1674" y="1749"/>
                  </a:lnTo>
                  <a:lnTo>
                    <a:pt x="1375" y="1943"/>
                  </a:lnTo>
                  <a:lnTo>
                    <a:pt x="1121" y="2137"/>
                  </a:lnTo>
                  <a:lnTo>
                    <a:pt x="897" y="2331"/>
                  </a:lnTo>
                  <a:lnTo>
                    <a:pt x="718" y="2526"/>
                  </a:lnTo>
                  <a:lnTo>
                    <a:pt x="553" y="2720"/>
                  </a:lnTo>
                  <a:lnTo>
                    <a:pt x="419" y="2899"/>
                  </a:lnTo>
                  <a:lnTo>
                    <a:pt x="314" y="3093"/>
                  </a:lnTo>
                  <a:lnTo>
                    <a:pt x="240" y="3273"/>
                  </a:lnTo>
                  <a:lnTo>
                    <a:pt x="165" y="3452"/>
                  </a:lnTo>
                  <a:lnTo>
                    <a:pt x="90" y="3751"/>
                  </a:lnTo>
                  <a:lnTo>
                    <a:pt x="30" y="4020"/>
                  </a:lnTo>
                  <a:lnTo>
                    <a:pt x="1" y="4259"/>
                  </a:lnTo>
                  <a:lnTo>
                    <a:pt x="1" y="4483"/>
                  </a:lnTo>
                  <a:lnTo>
                    <a:pt x="16" y="4677"/>
                  </a:lnTo>
                  <a:lnTo>
                    <a:pt x="75" y="4856"/>
                  </a:lnTo>
                  <a:lnTo>
                    <a:pt x="135" y="4991"/>
                  </a:lnTo>
                  <a:lnTo>
                    <a:pt x="225" y="5110"/>
                  </a:lnTo>
                  <a:lnTo>
                    <a:pt x="389" y="5260"/>
                  </a:lnTo>
                  <a:lnTo>
                    <a:pt x="568" y="5424"/>
                  </a:lnTo>
                  <a:lnTo>
                    <a:pt x="777" y="5573"/>
                  </a:lnTo>
                  <a:lnTo>
                    <a:pt x="987" y="5738"/>
                  </a:lnTo>
                  <a:lnTo>
                    <a:pt x="1226" y="5887"/>
                  </a:lnTo>
                  <a:lnTo>
                    <a:pt x="1465" y="6051"/>
                  </a:lnTo>
                  <a:lnTo>
                    <a:pt x="1719" y="6186"/>
                  </a:lnTo>
                  <a:lnTo>
                    <a:pt x="1988" y="6335"/>
                  </a:lnTo>
                  <a:lnTo>
                    <a:pt x="2256" y="6470"/>
                  </a:lnTo>
                  <a:lnTo>
                    <a:pt x="2540" y="6589"/>
                  </a:lnTo>
                  <a:lnTo>
                    <a:pt x="2824" y="6694"/>
                  </a:lnTo>
                  <a:lnTo>
                    <a:pt x="3108" y="6783"/>
                  </a:lnTo>
                  <a:lnTo>
                    <a:pt x="3392" y="6858"/>
                  </a:lnTo>
                  <a:lnTo>
                    <a:pt x="3676" y="6903"/>
                  </a:lnTo>
                  <a:lnTo>
                    <a:pt x="3960" y="6948"/>
                  </a:lnTo>
                  <a:lnTo>
                    <a:pt x="4228" y="6948"/>
                  </a:lnTo>
                  <a:lnTo>
                    <a:pt x="4288" y="6873"/>
                  </a:lnTo>
                  <a:lnTo>
                    <a:pt x="4423" y="6694"/>
                  </a:lnTo>
                  <a:lnTo>
                    <a:pt x="4527" y="6574"/>
                  </a:lnTo>
                  <a:lnTo>
                    <a:pt x="4662" y="6455"/>
                  </a:lnTo>
                  <a:lnTo>
                    <a:pt x="4796" y="6320"/>
                  </a:lnTo>
                  <a:lnTo>
                    <a:pt x="4961" y="6201"/>
                  </a:lnTo>
                  <a:lnTo>
                    <a:pt x="5140" y="6096"/>
                  </a:lnTo>
                  <a:lnTo>
                    <a:pt x="5334" y="6007"/>
                  </a:lnTo>
                  <a:lnTo>
                    <a:pt x="5543" y="5947"/>
                  </a:lnTo>
                  <a:lnTo>
                    <a:pt x="5663" y="5932"/>
                  </a:lnTo>
                  <a:lnTo>
                    <a:pt x="5767" y="5917"/>
                  </a:lnTo>
                  <a:lnTo>
                    <a:pt x="5887" y="5932"/>
                  </a:lnTo>
                  <a:lnTo>
                    <a:pt x="6006" y="5932"/>
                  </a:lnTo>
                  <a:lnTo>
                    <a:pt x="6126" y="5962"/>
                  </a:lnTo>
                  <a:lnTo>
                    <a:pt x="6260" y="6007"/>
                  </a:lnTo>
                  <a:lnTo>
                    <a:pt x="6380" y="6051"/>
                  </a:lnTo>
                  <a:lnTo>
                    <a:pt x="6514" y="6111"/>
                  </a:lnTo>
                  <a:lnTo>
                    <a:pt x="6649" y="6201"/>
                  </a:lnTo>
                  <a:lnTo>
                    <a:pt x="6783" y="6290"/>
                  </a:lnTo>
                  <a:lnTo>
                    <a:pt x="6903" y="6410"/>
                  </a:lnTo>
                  <a:lnTo>
                    <a:pt x="7022" y="6515"/>
                  </a:lnTo>
                  <a:lnTo>
                    <a:pt x="7112" y="6649"/>
                  </a:lnTo>
                  <a:lnTo>
                    <a:pt x="7172" y="6783"/>
                  </a:lnTo>
                  <a:lnTo>
                    <a:pt x="7231" y="6918"/>
                  </a:lnTo>
                  <a:lnTo>
                    <a:pt x="7276" y="7052"/>
                  </a:lnTo>
                  <a:lnTo>
                    <a:pt x="7291" y="7202"/>
                  </a:lnTo>
                  <a:lnTo>
                    <a:pt x="7306" y="7351"/>
                  </a:lnTo>
                  <a:lnTo>
                    <a:pt x="7291" y="7501"/>
                  </a:lnTo>
                  <a:lnTo>
                    <a:pt x="7276" y="7650"/>
                  </a:lnTo>
                  <a:lnTo>
                    <a:pt x="7246" y="7799"/>
                  </a:lnTo>
                  <a:lnTo>
                    <a:pt x="7201" y="7964"/>
                  </a:lnTo>
                  <a:lnTo>
                    <a:pt x="7142" y="8113"/>
                  </a:lnTo>
                  <a:lnTo>
                    <a:pt x="7082" y="8262"/>
                  </a:lnTo>
                  <a:lnTo>
                    <a:pt x="7007" y="8412"/>
                  </a:lnTo>
                  <a:lnTo>
                    <a:pt x="6918" y="8546"/>
                  </a:lnTo>
                  <a:lnTo>
                    <a:pt x="6828" y="8696"/>
                  </a:lnTo>
                  <a:lnTo>
                    <a:pt x="6723" y="8830"/>
                  </a:lnTo>
                  <a:lnTo>
                    <a:pt x="6604" y="8950"/>
                  </a:lnTo>
                  <a:lnTo>
                    <a:pt x="6499" y="9069"/>
                  </a:lnTo>
                  <a:lnTo>
                    <a:pt x="6365" y="9189"/>
                  </a:lnTo>
                  <a:lnTo>
                    <a:pt x="6245" y="9293"/>
                  </a:lnTo>
                  <a:lnTo>
                    <a:pt x="6111" y="9383"/>
                  </a:lnTo>
                  <a:lnTo>
                    <a:pt x="5976" y="9473"/>
                  </a:lnTo>
                  <a:lnTo>
                    <a:pt x="5827" y="9547"/>
                  </a:lnTo>
                  <a:lnTo>
                    <a:pt x="5693" y="9607"/>
                  </a:lnTo>
                  <a:lnTo>
                    <a:pt x="5543" y="9667"/>
                  </a:lnTo>
                  <a:lnTo>
                    <a:pt x="5394" y="9697"/>
                  </a:lnTo>
                  <a:lnTo>
                    <a:pt x="5244" y="9727"/>
                  </a:lnTo>
                  <a:lnTo>
                    <a:pt x="4946" y="9727"/>
                  </a:lnTo>
                  <a:lnTo>
                    <a:pt x="4811" y="9697"/>
                  </a:lnTo>
                  <a:lnTo>
                    <a:pt x="4781" y="9786"/>
                  </a:lnTo>
                  <a:lnTo>
                    <a:pt x="4736" y="10010"/>
                  </a:lnTo>
                  <a:lnTo>
                    <a:pt x="4721" y="10175"/>
                  </a:lnTo>
                  <a:lnTo>
                    <a:pt x="4707" y="10369"/>
                  </a:lnTo>
                  <a:lnTo>
                    <a:pt x="4707" y="10593"/>
                  </a:lnTo>
                  <a:lnTo>
                    <a:pt x="4707" y="10817"/>
                  </a:lnTo>
                  <a:lnTo>
                    <a:pt x="4736" y="11071"/>
                  </a:lnTo>
                  <a:lnTo>
                    <a:pt x="4781" y="11340"/>
                  </a:lnTo>
                  <a:lnTo>
                    <a:pt x="4841" y="11624"/>
                  </a:lnTo>
                  <a:lnTo>
                    <a:pt x="4931" y="11908"/>
                  </a:lnTo>
                  <a:lnTo>
                    <a:pt x="5065" y="12206"/>
                  </a:lnTo>
                  <a:lnTo>
                    <a:pt x="5214" y="12505"/>
                  </a:lnTo>
                  <a:lnTo>
                    <a:pt x="5409" y="12804"/>
                  </a:lnTo>
                  <a:lnTo>
                    <a:pt x="5528" y="12939"/>
                  </a:lnTo>
                  <a:lnTo>
                    <a:pt x="5648" y="13088"/>
                  </a:lnTo>
                  <a:lnTo>
                    <a:pt x="5991" y="13252"/>
                  </a:lnTo>
                  <a:lnTo>
                    <a:pt x="6350" y="13402"/>
                  </a:lnTo>
                  <a:lnTo>
                    <a:pt x="6694" y="13521"/>
                  </a:lnTo>
                  <a:lnTo>
                    <a:pt x="7052" y="13626"/>
                  </a:lnTo>
                  <a:lnTo>
                    <a:pt x="7411" y="13715"/>
                  </a:lnTo>
                  <a:lnTo>
                    <a:pt x="7754" y="13775"/>
                  </a:lnTo>
                  <a:lnTo>
                    <a:pt x="8113" y="13820"/>
                  </a:lnTo>
                  <a:lnTo>
                    <a:pt x="8471" y="13865"/>
                  </a:lnTo>
                  <a:lnTo>
                    <a:pt x="8815" y="13880"/>
                  </a:lnTo>
                  <a:lnTo>
                    <a:pt x="9502" y="13880"/>
                  </a:lnTo>
                  <a:lnTo>
                    <a:pt x="9846" y="13865"/>
                  </a:lnTo>
                  <a:lnTo>
                    <a:pt x="10174" y="13835"/>
                  </a:lnTo>
                  <a:lnTo>
                    <a:pt x="10488" y="13790"/>
                  </a:lnTo>
                  <a:lnTo>
                    <a:pt x="11101" y="13700"/>
                  </a:lnTo>
                  <a:lnTo>
                    <a:pt x="11668" y="13581"/>
                  </a:lnTo>
                  <a:lnTo>
                    <a:pt x="12191" y="13446"/>
                  </a:lnTo>
                  <a:lnTo>
                    <a:pt x="12654" y="13312"/>
                  </a:lnTo>
                  <a:lnTo>
                    <a:pt x="13058" y="13178"/>
                  </a:lnTo>
                  <a:lnTo>
                    <a:pt x="13372" y="13058"/>
                  </a:lnTo>
                  <a:lnTo>
                    <a:pt x="13611" y="12968"/>
                  </a:lnTo>
                  <a:lnTo>
                    <a:pt x="13820" y="12879"/>
                  </a:lnTo>
                  <a:lnTo>
                    <a:pt x="13879" y="12341"/>
                  </a:lnTo>
                  <a:lnTo>
                    <a:pt x="13909" y="11803"/>
                  </a:lnTo>
                  <a:lnTo>
                    <a:pt x="13939" y="11280"/>
                  </a:lnTo>
                  <a:lnTo>
                    <a:pt x="13939" y="10772"/>
                  </a:lnTo>
                  <a:lnTo>
                    <a:pt x="13939" y="10264"/>
                  </a:lnTo>
                  <a:lnTo>
                    <a:pt x="13909" y="9801"/>
                  </a:lnTo>
                  <a:lnTo>
                    <a:pt x="13879" y="9353"/>
                  </a:lnTo>
                  <a:lnTo>
                    <a:pt x="13850" y="8935"/>
                  </a:lnTo>
                  <a:lnTo>
                    <a:pt x="13760" y="8188"/>
                  </a:lnTo>
                  <a:lnTo>
                    <a:pt x="13670" y="7620"/>
                  </a:lnTo>
                  <a:lnTo>
                    <a:pt x="13611" y="7232"/>
                  </a:lnTo>
                  <a:lnTo>
                    <a:pt x="13566" y="7052"/>
                  </a:lnTo>
                  <a:lnTo>
                    <a:pt x="13491" y="6365"/>
                  </a:lnTo>
                  <a:lnTo>
                    <a:pt x="13372" y="5663"/>
                  </a:lnTo>
                  <a:lnTo>
                    <a:pt x="13312" y="5304"/>
                  </a:lnTo>
                  <a:lnTo>
                    <a:pt x="13222" y="4961"/>
                  </a:lnTo>
                  <a:lnTo>
                    <a:pt x="13147" y="4602"/>
                  </a:lnTo>
                  <a:lnTo>
                    <a:pt x="13043" y="4244"/>
                  </a:lnTo>
                  <a:lnTo>
                    <a:pt x="12923" y="3900"/>
                  </a:lnTo>
                  <a:lnTo>
                    <a:pt x="12804" y="3556"/>
                  </a:lnTo>
                  <a:lnTo>
                    <a:pt x="12669" y="3213"/>
                  </a:lnTo>
                  <a:lnTo>
                    <a:pt x="12520" y="2884"/>
                  </a:lnTo>
                  <a:lnTo>
                    <a:pt x="12341" y="2570"/>
                  </a:lnTo>
                  <a:lnTo>
                    <a:pt x="12161" y="2257"/>
                  </a:lnTo>
                  <a:lnTo>
                    <a:pt x="11952" y="1973"/>
                  </a:lnTo>
                  <a:lnTo>
                    <a:pt x="11728" y="1689"/>
                  </a:lnTo>
                  <a:lnTo>
                    <a:pt x="11489" y="1420"/>
                  </a:lnTo>
                  <a:lnTo>
                    <a:pt x="11235" y="1181"/>
                  </a:lnTo>
                  <a:lnTo>
                    <a:pt x="10951" y="942"/>
                  </a:lnTo>
                  <a:lnTo>
                    <a:pt x="10653" y="748"/>
                  </a:lnTo>
                  <a:lnTo>
                    <a:pt x="10324" y="554"/>
                  </a:lnTo>
                  <a:lnTo>
                    <a:pt x="9965" y="404"/>
                  </a:lnTo>
                  <a:lnTo>
                    <a:pt x="9592" y="255"/>
                  </a:lnTo>
                  <a:lnTo>
                    <a:pt x="9188" y="150"/>
                  </a:lnTo>
                  <a:lnTo>
                    <a:pt x="8770" y="76"/>
                  </a:lnTo>
                  <a:lnTo>
                    <a:pt x="8307" y="16"/>
                  </a:lnTo>
                  <a:lnTo>
                    <a:pt x="782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4"/>
            <p:cNvSpPr/>
            <p:nvPr/>
          </p:nvSpPr>
          <p:spPr>
            <a:xfrm>
              <a:off x="6708751" y="1555958"/>
              <a:ext cx="361527" cy="400531"/>
            </a:xfrm>
            <a:custGeom>
              <a:avLst/>
              <a:gdLst/>
              <a:ahLst/>
              <a:cxnLst/>
              <a:rect l="l" t="t" r="r" b="b"/>
              <a:pathLst>
                <a:path w="13162" h="14582" extrusionOk="0">
                  <a:moveTo>
                    <a:pt x="8262" y="0"/>
                  </a:moveTo>
                  <a:lnTo>
                    <a:pt x="8157" y="254"/>
                  </a:lnTo>
                  <a:lnTo>
                    <a:pt x="8023" y="553"/>
                  </a:lnTo>
                  <a:lnTo>
                    <a:pt x="7843" y="941"/>
                  </a:lnTo>
                  <a:lnTo>
                    <a:pt x="7589" y="1389"/>
                  </a:lnTo>
                  <a:lnTo>
                    <a:pt x="7276" y="1897"/>
                  </a:lnTo>
                  <a:lnTo>
                    <a:pt x="7096" y="2166"/>
                  </a:lnTo>
                  <a:lnTo>
                    <a:pt x="6902" y="2450"/>
                  </a:lnTo>
                  <a:lnTo>
                    <a:pt x="6693" y="2719"/>
                  </a:lnTo>
                  <a:lnTo>
                    <a:pt x="6469" y="3003"/>
                  </a:lnTo>
                  <a:lnTo>
                    <a:pt x="6215" y="3287"/>
                  </a:lnTo>
                  <a:lnTo>
                    <a:pt x="5946" y="3571"/>
                  </a:lnTo>
                  <a:lnTo>
                    <a:pt x="5677" y="3840"/>
                  </a:lnTo>
                  <a:lnTo>
                    <a:pt x="5363" y="4108"/>
                  </a:lnTo>
                  <a:lnTo>
                    <a:pt x="5050" y="4377"/>
                  </a:lnTo>
                  <a:lnTo>
                    <a:pt x="4706" y="4631"/>
                  </a:lnTo>
                  <a:lnTo>
                    <a:pt x="4347" y="4855"/>
                  </a:lnTo>
                  <a:lnTo>
                    <a:pt x="3974" y="5080"/>
                  </a:lnTo>
                  <a:lnTo>
                    <a:pt x="3586" y="5289"/>
                  </a:lnTo>
                  <a:lnTo>
                    <a:pt x="3167" y="5468"/>
                  </a:lnTo>
                  <a:lnTo>
                    <a:pt x="2719" y="5632"/>
                  </a:lnTo>
                  <a:lnTo>
                    <a:pt x="2271" y="5767"/>
                  </a:lnTo>
                  <a:lnTo>
                    <a:pt x="1793" y="5886"/>
                  </a:lnTo>
                  <a:lnTo>
                    <a:pt x="1285" y="5961"/>
                  </a:lnTo>
                  <a:lnTo>
                    <a:pt x="762" y="6021"/>
                  </a:lnTo>
                  <a:lnTo>
                    <a:pt x="224" y="6036"/>
                  </a:lnTo>
                  <a:lnTo>
                    <a:pt x="179" y="6155"/>
                  </a:lnTo>
                  <a:lnTo>
                    <a:pt x="105" y="6499"/>
                  </a:lnTo>
                  <a:lnTo>
                    <a:pt x="60" y="6723"/>
                  </a:lnTo>
                  <a:lnTo>
                    <a:pt x="30" y="6992"/>
                  </a:lnTo>
                  <a:lnTo>
                    <a:pt x="0" y="7291"/>
                  </a:lnTo>
                  <a:lnTo>
                    <a:pt x="0" y="7604"/>
                  </a:lnTo>
                  <a:lnTo>
                    <a:pt x="15" y="7933"/>
                  </a:lnTo>
                  <a:lnTo>
                    <a:pt x="75" y="8292"/>
                  </a:lnTo>
                  <a:lnTo>
                    <a:pt x="105" y="8456"/>
                  </a:lnTo>
                  <a:lnTo>
                    <a:pt x="149" y="8635"/>
                  </a:lnTo>
                  <a:lnTo>
                    <a:pt x="209" y="8814"/>
                  </a:lnTo>
                  <a:lnTo>
                    <a:pt x="269" y="8994"/>
                  </a:lnTo>
                  <a:lnTo>
                    <a:pt x="344" y="9158"/>
                  </a:lnTo>
                  <a:lnTo>
                    <a:pt x="433" y="9337"/>
                  </a:lnTo>
                  <a:lnTo>
                    <a:pt x="538" y="9502"/>
                  </a:lnTo>
                  <a:lnTo>
                    <a:pt x="657" y="9666"/>
                  </a:lnTo>
                  <a:lnTo>
                    <a:pt x="792" y="9830"/>
                  </a:lnTo>
                  <a:lnTo>
                    <a:pt x="926" y="9980"/>
                  </a:lnTo>
                  <a:lnTo>
                    <a:pt x="1091" y="10129"/>
                  </a:lnTo>
                  <a:lnTo>
                    <a:pt x="1270" y="10264"/>
                  </a:lnTo>
                  <a:lnTo>
                    <a:pt x="1927" y="10757"/>
                  </a:lnTo>
                  <a:lnTo>
                    <a:pt x="2540" y="11190"/>
                  </a:lnTo>
                  <a:lnTo>
                    <a:pt x="2824" y="11414"/>
                  </a:lnTo>
                  <a:lnTo>
                    <a:pt x="3078" y="11638"/>
                  </a:lnTo>
                  <a:lnTo>
                    <a:pt x="3332" y="11862"/>
                  </a:lnTo>
                  <a:lnTo>
                    <a:pt x="3541" y="12086"/>
                  </a:lnTo>
                  <a:lnTo>
                    <a:pt x="3750" y="12325"/>
                  </a:lnTo>
                  <a:lnTo>
                    <a:pt x="3914" y="12579"/>
                  </a:lnTo>
                  <a:lnTo>
                    <a:pt x="4064" y="12848"/>
                  </a:lnTo>
                  <a:lnTo>
                    <a:pt x="4183" y="13147"/>
                  </a:lnTo>
                  <a:lnTo>
                    <a:pt x="4243" y="13296"/>
                  </a:lnTo>
                  <a:lnTo>
                    <a:pt x="4273" y="13461"/>
                  </a:lnTo>
                  <a:lnTo>
                    <a:pt x="4318" y="13625"/>
                  </a:lnTo>
                  <a:lnTo>
                    <a:pt x="4333" y="13804"/>
                  </a:lnTo>
                  <a:lnTo>
                    <a:pt x="4347" y="13983"/>
                  </a:lnTo>
                  <a:lnTo>
                    <a:pt x="4362" y="14178"/>
                  </a:lnTo>
                  <a:lnTo>
                    <a:pt x="4347" y="14581"/>
                  </a:lnTo>
                  <a:lnTo>
                    <a:pt x="4347" y="14581"/>
                  </a:lnTo>
                  <a:lnTo>
                    <a:pt x="5020" y="14521"/>
                  </a:lnTo>
                  <a:lnTo>
                    <a:pt x="5662" y="14432"/>
                  </a:lnTo>
                  <a:lnTo>
                    <a:pt x="6319" y="14327"/>
                  </a:lnTo>
                  <a:lnTo>
                    <a:pt x="6947" y="14193"/>
                  </a:lnTo>
                  <a:lnTo>
                    <a:pt x="7574" y="14043"/>
                  </a:lnTo>
                  <a:lnTo>
                    <a:pt x="8187" y="13894"/>
                  </a:lnTo>
                  <a:lnTo>
                    <a:pt x="8770" y="13715"/>
                  </a:lnTo>
                  <a:lnTo>
                    <a:pt x="9352" y="13520"/>
                  </a:lnTo>
                  <a:lnTo>
                    <a:pt x="9905" y="13311"/>
                  </a:lnTo>
                  <a:lnTo>
                    <a:pt x="10443" y="13072"/>
                  </a:lnTo>
                  <a:lnTo>
                    <a:pt x="10966" y="12833"/>
                  </a:lnTo>
                  <a:lnTo>
                    <a:pt x="11459" y="12579"/>
                  </a:lnTo>
                  <a:lnTo>
                    <a:pt x="11922" y="12310"/>
                  </a:lnTo>
                  <a:lnTo>
                    <a:pt x="12370" y="12026"/>
                  </a:lnTo>
                  <a:lnTo>
                    <a:pt x="12773" y="11743"/>
                  </a:lnTo>
                  <a:lnTo>
                    <a:pt x="13162" y="11429"/>
                  </a:lnTo>
                  <a:lnTo>
                    <a:pt x="13132" y="11339"/>
                  </a:lnTo>
                  <a:lnTo>
                    <a:pt x="13072" y="11235"/>
                  </a:lnTo>
                  <a:lnTo>
                    <a:pt x="12923" y="11025"/>
                  </a:lnTo>
                  <a:lnTo>
                    <a:pt x="12729" y="10771"/>
                  </a:lnTo>
                  <a:lnTo>
                    <a:pt x="12490" y="10473"/>
                  </a:lnTo>
                  <a:lnTo>
                    <a:pt x="11892" y="9771"/>
                  </a:lnTo>
                  <a:lnTo>
                    <a:pt x="11563" y="9352"/>
                  </a:lnTo>
                  <a:lnTo>
                    <a:pt x="11220" y="8874"/>
                  </a:lnTo>
                  <a:lnTo>
                    <a:pt x="10981" y="8516"/>
                  </a:lnTo>
                  <a:lnTo>
                    <a:pt x="10771" y="8172"/>
                  </a:lnTo>
                  <a:lnTo>
                    <a:pt x="10562" y="7798"/>
                  </a:lnTo>
                  <a:lnTo>
                    <a:pt x="10368" y="7440"/>
                  </a:lnTo>
                  <a:lnTo>
                    <a:pt x="10174" y="7066"/>
                  </a:lnTo>
                  <a:lnTo>
                    <a:pt x="9995" y="6693"/>
                  </a:lnTo>
                  <a:lnTo>
                    <a:pt x="9830" y="6319"/>
                  </a:lnTo>
                  <a:lnTo>
                    <a:pt x="9681" y="5946"/>
                  </a:lnTo>
                  <a:lnTo>
                    <a:pt x="9412" y="5199"/>
                  </a:lnTo>
                  <a:lnTo>
                    <a:pt x="9173" y="4452"/>
                  </a:lnTo>
                  <a:lnTo>
                    <a:pt x="8964" y="3750"/>
                  </a:lnTo>
                  <a:lnTo>
                    <a:pt x="8785" y="3063"/>
                  </a:lnTo>
                  <a:lnTo>
                    <a:pt x="8650" y="2420"/>
                  </a:lnTo>
                  <a:lnTo>
                    <a:pt x="8531" y="1838"/>
                  </a:lnTo>
                  <a:lnTo>
                    <a:pt x="8441" y="1315"/>
                  </a:lnTo>
                  <a:lnTo>
                    <a:pt x="8366" y="867"/>
                  </a:lnTo>
                  <a:lnTo>
                    <a:pt x="8277" y="224"/>
                  </a:lnTo>
                  <a:lnTo>
                    <a:pt x="8262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4"/>
            <p:cNvSpPr/>
            <p:nvPr/>
          </p:nvSpPr>
          <p:spPr>
            <a:xfrm>
              <a:off x="6711607" y="1706530"/>
              <a:ext cx="25050" cy="25078"/>
            </a:xfrm>
            <a:custGeom>
              <a:avLst/>
              <a:gdLst/>
              <a:ahLst/>
              <a:cxnLst/>
              <a:rect l="l" t="t" r="r" b="b"/>
              <a:pathLst>
                <a:path w="912" h="913" extrusionOk="0">
                  <a:moveTo>
                    <a:pt x="449" y="1"/>
                  </a:moveTo>
                  <a:lnTo>
                    <a:pt x="359" y="16"/>
                  </a:lnTo>
                  <a:lnTo>
                    <a:pt x="284" y="31"/>
                  </a:lnTo>
                  <a:lnTo>
                    <a:pt x="195" y="76"/>
                  </a:lnTo>
                  <a:lnTo>
                    <a:pt x="135" y="135"/>
                  </a:lnTo>
                  <a:lnTo>
                    <a:pt x="75" y="210"/>
                  </a:lnTo>
                  <a:lnTo>
                    <a:pt x="30" y="285"/>
                  </a:lnTo>
                  <a:lnTo>
                    <a:pt x="1" y="359"/>
                  </a:lnTo>
                  <a:lnTo>
                    <a:pt x="1" y="464"/>
                  </a:lnTo>
                  <a:lnTo>
                    <a:pt x="1" y="554"/>
                  </a:lnTo>
                  <a:lnTo>
                    <a:pt x="30" y="643"/>
                  </a:lnTo>
                  <a:lnTo>
                    <a:pt x="75" y="718"/>
                  </a:lnTo>
                  <a:lnTo>
                    <a:pt x="135" y="778"/>
                  </a:lnTo>
                  <a:lnTo>
                    <a:pt x="195" y="837"/>
                  </a:lnTo>
                  <a:lnTo>
                    <a:pt x="284" y="882"/>
                  </a:lnTo>
                  <a:lnTo>
                    <a:pt x="359" y="912"/>
                  </a:lnTo>
                  <a:lnTo>
                    <a:pt x="553" y="912"/>
                  </a:lnTo>
                  <a:lnTo>
                    <a:pt x="628" y="882"/>
                  </a:lnTo>
                  <a:lnTo>
                    <a:pt x="718" y="837"/>
                  </a:lnTo>
                  <a:lnTo>
                    <a:pt x="777" y="778"/>
                  </a:lnTo>
                  <a:lnTo>
                    <a:pt x="837" y="718"/>
                  </a:lnTo>
                  <a:lnTo>
                    <a:pt x="882" y="643"/>
                  </a:lnTo>
                  <a:lnTo>
                    <a:pt x="912" y="554"/>
                  </a:lnTo>
                  <a:lnTo>
                    <a:pt x="912" y="464"/>
                  </a:lnTo>
                  <a:lnTo>
                    <a:pt x="912" y="359"/>
                  </a:lnTo>
                  <a:lnTo>
                    <a:pt x="882" y="285"/>
                  </a:lnTo>
                  <a:lnTo>
                    <a:pt x="837" y="210"/>
                  </a:lnTo>
                  <a:lnTo>
                    <a:pt x="777" y="135"/>
                  </a:lnTo>
                  <a:lnTo>
                    <a:pt x="718" y="76"/>
                  </a:lnTo>
                  <a:lnTo>
                    <a:pt x="628" y="31"/>
                  </a:lnTo>
                  <a:lnTo>
                    <a:pt x="553" y="16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4"/>
            <p:cNvSpPr/>
            <p:nvPr/>
          </p:nvSpPr>
          <p:spPr>
            <a:xfrm>
              <a:off x="6385386" y="1930163"/>
              <a:ext cx="750989" cy="741952"/>
            </a:xfrm>
            <a:custGeom>
              <a:avLst/>
              <a:gdLst/>
              <a:ahLst/>
              <a:cxnLst/>
              <a:rect l="l" t="t" r="r" b="b"/>
              <a:pathLst>
                <a:path w="27341" h="27012" extrusionOk="0">
                  <a:moveTo>
                    <a:pt x="21140" y="1"/>
                  </a:moveTo>
                  <a:lnTo>
                    <a:pt x="20811" y="61"/>
                  </a:lnTo>
                  <a:lnTo>
                    <a:pt x="20483" y="135"/>
                  </a:lnTo>
                  <a:lnTo>
                    <a:pt x="20154" y="255"/>
                  </a:lnTo>
                  <a:lnTo>
                    <a:pt x="19840" y="404"/>
                  </a:lnTo>
                  <a:lnTo>
                    <a:pt x="19557" y="569"/>
                  </a:lnTo>
                  <a:lnTo>
                    <a:pt x="19288" y="778"/>
                  </a:lnTo>
                  <a:lnTo>
                    <a:pt x="19034" y="1002"/>
                  </a:lnTo>
                  <a:lnTo>
                    <a:pt x="18810" y="1241"/>
                  </a:lnTo>
                  <a:lnTo>
                    <a:pt x="18615" y="1510"/>
                  </a:lnTo>
                  <a:lnTo>
                    <a:pt x="18451" y="1779"/>
                  </a:lnTo>
                  <a:lnTo>
                    <a:pt x="18317" y="2078"/>
                  </a:lnTo>
                  <a:lnTo>
                    <a:pt x="18197" y="2391"/>
                  </a:lnTo>
                  <a:lnTo>
                    <a:pt x="18122" y="2705"/>
                  </a:lnTo>
                  <a:lnTo>
                    <a:pt x="18063" y="3019"/>
                  </a:lnTo>
                  <a:lnTo>
                    <a:pt x="18048" y="3347"/>
                  </a:lnTo>
                  <a:lnTo>
                    <a:pt x="18063" y="3691"/>
                  </a:lnTo>
                  <a:lnTo>
                    <a:pt x="18107" y="4020"/>
                  </a:lnTo>
                  <a:lnTo>
                    <a:pt x="18182" y="4348"/>
                  </a:lnTo>
                  <a:lnTo>
                    <a:pt x="18302" y="4677"/>
                  </a:lnTo>
                  <a:lnTo>
                    <a:pt x="18346" y="4782"/>
                  </a:lnTo>
                  <a:lnTo>
                    <a:pt x="18436" y="4991"/>
                  </a:lnTo>
                  <a:lnTo>
                    <a:pt x="18526" y="5245"/>
                  </a:lnTo>
                  <a:lnTo>
                    <a:pt x="18735" y="5783"/>
                  </a:lnTo>
                  <a:lnTo>
                    <a:pt x="18929" y="6335"/>
                  </a:lnTo>
                  <a:lnTo>
                    <a:pt x="19108" y="6903"/>
                  </a:lnTo>
                  <a:lnTo>
                    <a:pt x="19273" y="7471"/>
                  </a:lnTo>
                  <a:lnTo>
                    <a:pt x="19437" y="8038"/>
                  </a:lnTo>
                  <a:lnTo>
                    <a:pt x="19601" y="8606"/>
                  </a:lnTo>
                  <a:lnTo>
                    <a:pt x="19736" y="9174"/>
                  </a:lnTo>
                  <a:lnTo>
                    <a:pt x="19870" y="9741"/>
                  </a:lnTo>
                  <a:lnTo>
                    <a:pt x="19990" y="10324"/>
                  </a:lnTo>
                  <a:lnTo>
                    <a:pt x="20109" y="10892"/>
                  </a:lnTo>
                  <a:lnTo>
                    <a:pt x="20199" y="11474"/>
                  </a:lnTo>
                  <a:lnTo>
                    <a:pt x="20289" y="12042"/>
                  </a:lnTo>
                  <a:lnTo>
                    <a:pt x="20363" y="12625"/>
                  </a:lnTo>
                  <a:lnTo>
                    <a:pt x="20423" y="13193"/>
                  </a:lnTo>
                  <a:lnTo>
                    <a:pt x="20483" y="13760"/>
                  </a:lnTo>
                  <a:lnTo>
                    <a:pt x="20513" y="14328"/>
                  </a:lnTo>
                  <a:lnTo>
                    <a:pt x="20543" y="14896"/>
                  </a:lnTo>
                  <a:lnTo>
                    <a:pt x="20543" y="15448"/>
                  </a:lnTo>
                  <a:lnTo>
                    <a:pt x="20528" y="16001"/>
                  </a:lnTo>
                  <a:lnTo>
                    <a:pt x="20513" y="16554"/>
                  </a:lnTo>
                  <a:lnTo>
                    <a:pt x="20468" y="17107"/>
                  </a:lnTo>
                  <a:lnTo>
                    <a:pt x="20408" y="17644"/>
                  </a:lnTo>
                  <a:lnTo>
                    <a:pt x="20348" y="18167"/>
                  </a:lnTo>
                  <a:lnTo>
                    <a:pt x="20259" y="18660"/>
                  </a:lnTo>
                  <a:lnTo>
                    <a:pt x="20154" y="19138"/>
                  </a:lnTo>
                  <a:lnTo>
                    <a:pt x="20035" y="19617"/>
                  </a:lnTo>
                  <a:lnTo>
                    <a:pt x="19900" y="20080"/>
                  </a:lnTo>
                  <a:lnTo>
                    <a:pt x="19870" y="20199"/>
                  </a:lnTo>
                  <a:lnTo>
                    <a:pt x="19766" y="20513"/>
                  </a:lnTo>
                  <a:lnTo>
                    <a:pt x="19766" y="20528"/>
                  </a:lnTo>
                  <a:lnTo>
                    <a:pt x="16867" y="20916"/>
                  </a:lnTo>
                  <a:lnTo>
                    <a:pt x="14343" y="21230"/>
                  </a:lnTo>
                  <a:lnTo>
                    <a:pt x="11833" y="21559"/>
                  </a:lnTo>
                  <a:lnTo>
                    <a:pt x="9323" y="21857"/>
                  </a:lnTo>
                  <a:lnTo>
                    <a:pt x="6813" y="22156"/>
                  </a:lnTo>
                  <a:lnTo>
                    <a:pt x="4303" y="22425"/>
                  </a:lnTo>
                  <a:lnTo>
                    <a:pt x="1793" y="22679"/>
                  </a:lnTo>
                  <a:lnTo>
                    <a:pt x="1614" y="22709"/>
                  </a:lnTo>
                  <a:lnTo>
                    <a:pt x="1435" y="22754"/>
                  </a:lnTo>
                  <a:lnTo>
                    <a:pt x="1270" y="22814"/>
                  </a:lnTo>
                  <a:lnTo>
                    <a:pt x="1106" y="22873"/>
                  </a:lnTo>
                  <a:lnTo>
                    <a:pt x="957" y="22963"/>
                  </a:lnTo>
                  <a:lnTo>
                    <a:pt x="822" y="23053"/>
                  </a:lnTo>
                  <a:lnTo>
                    <a:pt x="688" y="23157"/>
                  </a:lnTo>
                  <a:lnTo>
                    <a:pt x="553" y="23277"/>
                  </a:lnTo>
                  <a:lnTo>
                    <a:pt x="449" y="23411"/>
                  </a:lnTo>
                  <a:lnTo>
                    <a:pt x="344" y="23546"/>
                  </a:lnTo>
                  <a:lnTo>
                    <a:pt x="255" y="23695"/>
                  </a:lnTo>
                  <a:lnTo>
                    <a:pt x="180" y="23859"/>
                  </a:lnTo>
                  <a:lnTo>
                    <a:pt x="105" y="24024"/>
                  </a:lnTo>
                  <a:lnTo>
                    <a:pt x="60" y="24188"/>
                  </a:lnTo>
                  <a:lnTo>
                    <a:pt x="30" y="24367"/>
                  </a:lnTo>
                  <a:lnTo>
                    <a:pt x="16" y="24547"/>
                  </a:lnTo>
                  <a:lnTo>
                    <a:pt x="1" y="24920"/>
                  </a:lnTo>
                  <a:lnTo>
                    <a:pt x="1" y="25219"/>
                  </a:lnTo>
                  <a:lnTo>
                    <a:pt x="30" y="25473"/>
                  </a:lnTo>
                  <a:lnTo>
                    <a:pt x="45" y="25562"/>
                  </a:lnTo>
                  <a:lnTo>
                    <a:pt x="75" y="25652"/>
                  </a:lnTo>
                  <a:lnTo>
                    <a:pt x="105" y="25727"/>
                  </a:lnTo>
                  <a:lnTo>
                    <a:pt x="150" y="25801"/>
                  </a:lnTo>
                  <a:lnTo>
                    <a:pt x="195" y="25846"/>
                  </a:lnTo>
                  <a:lnTo>
                    <a:pt x="255" y="25891"/>
                  </a:lnTo>
                  <a:lnTo>
                    <a:pt x="314" y="25936"/>
                  </a:lnTo>
                  <a:lnTo>
                    <a:pt x="389" y="25966"/>
                  </a:lnTo>
                  <a:lnTo>
                    <a:pt x="568" y="26011"/>
                  </a:lnTo>
                  <a:lnTo>
                    <a:pt x="1211" y="26041"/>
                  </a:lnTo>
                  <a:lnTo>
                    <a:pt x="1898" y="26085"/>
                  </a:lnTo>
                  <a:lnTo>
                    <a:pt x="3332" y="26205"/>
                  </a:lnTo>
                  <a:lnTo>
                    <a:pt x="4826" y="26339"/>
                  </a:lnTo>
                  <a:lnTo>
                    <a:pt x="6350" y="26489"/>
                  </a:lnTo>
                  <a:lnTo>
                    <a:pt x="7874" y="26638"/>
                  </a:lnTo>
                  <a:lnTo>
                    <a:pt x="9353" y="26758"/>
                  </a:lnTo>
                  <a:lnTo>
                    <a:pt x="10787" y="26847"/>
                  </a:lnTo>
                  <a:lnTo>
                    <a:pt x="11459" y="26877"/>
                  </a:lnTo>
                  <a:lnTo>
                    <a:pt x="12117" y="26907"/>
                  </a:lnTo>
                  <a:lnTo>
                    <a:pt x="14671" y="26937"/>
                  </a:lnTo>
                  <a:lnTo>
                    <a:pt x="17226" y="26967"/>
                  </a:lnTo>
                  <a:lnTo>
                    <a:pt x="19781" y="26997"/>
                  </a:lnTo>
                  <a:lnTo>
                    <a:pt x="22335" y="27012"/>
                  </a:lnTo>
                  <a:lnTo>
                    <a:pt x="22530" y="26997"/>
                  </a:lnTo>
                  <a:lnTo>
                    <a:pt x="22724" y="26982"/>
                  </a:lnTo>
                  <a:lnTo>
                    <a:pt x="22918" y="26952"/>
                  </a:lnTo>
                  <a:lnTo>
                    <a:pt x="23097" y="26907"/>
                  </a:lnTo>
                  <a:lnTo>
                    <a:pt x="23291" y="26847"/>
                  </a:lnTo>
                  <a:lnTo>
                    <a:pt x="23471" y="26787"/>
                  </a:lnTo>
                  <a:lnTo>
                    <a:pt x="23650" y="26713"/>
                  </a:lnTo>
                  <a:lnTo>
                    <a:pt x="23814" y="26623"/>
                  </a:lnTo>
                  <a:lnTo>
                    <a:pt x="23979" y="26519"/>
                  </a:lnTo>
                  <a:lnTo>
                    <a:pt x="24143" y="26399"/>
                  </a:lnTo>
                  <a:lnTo>
                    <a:pt x="24292" y="26280"/>
                  </a:lnTo>
                  <a:lnTo>
                    <a:pt x="24442" y="26145"/>
                  </a:lnTo>
                  <a:lnTo>
                    <a:pt x="24576" y="25996"/>
                  </a:lnTo>
                  <a:lnTo>
                    <a:pt x="24711" y="25846"/>
                  </a:lnTo>
                  <a:lnTo>
                    <a:pt x="24830" y="25682"/>
                  </a:lnTo>
                  <a:lnTo>
                    <a:pt x="24935" y="25503"/>
                  </a:lnTo>
                  <a:lnTo>
                    <a:pt x="25099" y="25219"/>
                  </a:lnTo>
                  <a:lnTo>
                    <a:pt x="25458" y="24487"/>
                  </a:lnTo>
                  <a:lnTo>
                    <a:pt x="25637" y="24113"/>
                  </a:lnTo>
                  <a:lnTo>
                    <a:pt x="25786" y="23755"/>
                  </a:lnTo>
                  <a:lnTo>
                    <a:pt x="26085" y="23008"/>
                  </a:lnTo>
                  <a:lnTo>
                    <a:pt x="26220" y="22634"/>
                  </a:lnTo>
                  <a:lnTo>
                    <a:pt x="26339" y="22246"/>
                  </a:lnTo>
                  <a:lnTo>
                    <a:pt x="26563" y="21499"/>
                  </a:lnTo>
                  <a:lnTo>
                    <a:pt x="26757" y="20737"/>
                  </a:lnTo>
                  <a:lnTo>
                    <a:pt x="26922" y="19975"/>
                  </a:lnTo>
                  <a:lnTo>
                    <a:pt x="27056" y="19213"/>
                  </a:lnTo>
                  <a:lnTo>
                    <a:pt x="27161" y="18451"/>
                  </a:lnTo>
                  <a:lnTo>
                    <a:pt x="27236" y="17704"/>
                  </a:lnTo>
                  <a:lnTo>
                    <a:pt x="27295" y="16957"/>
                  </a:lnTo>
                  <a:lnTo>
                    <a:pt x="27325" y="16195"/>
                  </a:lnTo>
                  <a:lnTo>
                    <a:pt x="27340" y="15463"/>
                  </a:lnTo>
                  <a:lnTo>
                    <a:pt x="27325" y="14716"/>
                  </a:lnTo>
                  <a:lnTo>
                    <a:pt x="27295" y="13984"/>
                  </a:lnTo>
                  <a:lnTo>
                    <a:pt x="27250" y="13252"/>
                  </a:lnTo>
                  <a:lnTo>
                    <a:pt x="27191" y="12535"/>
                  </a:lnTo>
                  <a:lnTo>
                    <a:pt x="27116" y="11803"/>
                  </a:lnTo>
                  <a:lnTo>
                    <a:pt x="27011" y="11086"/>
                  </a:lnTo>
                  <a:lnTo>
                    <a:pt x="26907" y="10384"/>
                  </a:lnTo>
                  <a:lnTo>
                    <a:pt x="26787" y="9682"/>
                  </a:lnTo>
                  <a:lnTo>
                    <a:pt x="26653" y="8980"/>
                  </a:lnTo>
                  <a:lnTo>
                    <a:pt x="26503" y="8277"/>
                  </a:lnTo>
                  <a:lnTo>
                    <a:pt x="26339" y="7590"/>
                  </a:lnTo>
                  <a:lnTo>
                    <a:pt x="26175" y="6888"/>
                  </a:lnTo>
                  <a:lnTo>
                    <a:pt x="25981" y="6216"/>
                  </a:lnTo>
                  <a:lnTo>
                    <a:pt x="25786" y="5529"/>
                  </a:lnTo>
                  <a:lnTo>
                    <a:pt x="25577" y="4856"/>
                  </a:lnTo>
                  <a:lnTo>
                    <a:pt x="25353" y="4169"/>
                  </a:lnTo>
                  <a:lnTo>
                    <a:pt x="25129" y="3497"/>
                  </a:lnTo>
                  <a:lnTo>
                    <a:pt x="24875" y="2810"/>
                  </a:lnTo>
                  <a:lnTo>
                    <a:pt x="24741" y="2466"/>
                  </a:lnTo>
                  <a:lnTo>
                    <a:pt x="24666" y="2287"/>
                  </a:lnTo>
                  <a:lnTo>
                    <a:pt x="24576" y="2078"/>
                  </a:lnTo>
                  <a:lnTo>
                    <a:pt x="24427" y="1764"/>
                  </a:lnTo>
                  <a:lnTo>
                    <a:pt x="24248" y="1480"/>
                  </a:lnTo>
                  <a:lnTo>
                    <a:pt x="24053" y="1211"/>
                  </a:lnTo>
                  <a:lnTo>
                    <a:pt x="23829" y="972"/>
                  </a:lnTo>
                  <a:lnTo>
                    <a:pt x="23575" y="748"/>
                  </a:lnTo>
                  <a:lnTo>
                    <a:pt x="23321" y="554"/>
                  </a:lnTo>
                  <a:lnTo>
                    <a:pt x="23037" y="389"/>
                  </a:lnTo>
                  <a:lnTo>
                    <a:pt x="22739" y="255"/>
                  </a:lnTo>
                  <a:lnTo>
                    <a:pt x="22440" y="150"/>
                  </a:lnTo>
                  <a:lnTo>
                    <a:pt x="22126" y="61"/>
                  </a:lnTo>
                  <a:lnTo>
                    <a:pt x="21798" y="16"/>
                  </a:lnTo>
                  <a:lnTo>
                    <a:pt x="214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5894611" y="2134515"/>
              <a:ext cx="681221" cy="451016"/>
            </a:xfrm>
            <a:custGeom>
              <a:avLst/>
              <a:gdLst/>
              <a:ahLst/>
              <a:cxnLst/>
              <a:rect l="l" t="t" r="r" b="b"/>
              <a:pathLst>
                <a:path w="24801" h="16420" extrusionOk="0">
                  <a:moveTo>
                    <a:pt x="1" y="1"/>
                  </a:moveTo>
                  <a:lnTo>
                    <a:pt x="6320" y="16419"/>
                  </a:lnTo>
                  <a:lnTo>
                    <a:pt x="24801" y="16419"/>
                  </a:lnTo>
                  <a:lnTo>
                    <a:pt x="24801" y="14761"/>
                  </a:lnTo>
                  <a:lnTo>
                    <a:pt x="7366" y="14761"/>
                  </a:lnTo>
                  <a:lnTo>
                    <a:pt x="1659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6251211" y="2537477"/>
              <a:ext cx="261408" cy="111628"/>
            </a:xfrm>
            <a:custGeom>
              <a:avLst/>
              <a:gdLst/>
              <a:ahLst/>
              <a:cxnLst/>
              <a:rect l="l" t="t" r="r" b="b"/>
              <a:pathLst>
                <a:path w="9517" h="4064" extrusionOk="0">
                  <a:moveTo>
                    <a:pt x="8232" y="0"/>
                  </a:moveTo>
                  <a:lnTo>
                    <a:pt x="8157" y="30"/>
                  </a:lnTo>
                  <a:lnTo>
                    <a:pt x="8113" y="75"/>
                  </a:lnTo>
                  <a:lnTo>
                    <a:pt x="8068" y="135"/>
                  </a:lnTo>
                  <a:lnTo>
                    <a:pt x="8053" y="225"/>
                  </a:lnTo>
                  <a:lnTo>
                    <a:pt x="8038" y="314"/>
                  </a:lnTo>
                  <a:lnTo>
                    <a:pt x="8053" y="419"/>
                  </a:lnTo>
                  <a:lnTo>
                    <a:pt x="8083" y="882"/>
                  </a:lnTo>
                  <a:lnTo>
                    <a:pt x="8083" y="1001"/>
                  </a:lnTo>
                  <a:lnTo>
                    <a:pt x="8083" y="1106"/>
                  </a:lnTo>
                  <a:lnTo>
                    <a:pt x="8068" y="1196"/>
                  </a:lnTo>
                  <a:lnTo>
                    <a:pt x="8038" y="1270"/>
                  </a:lnTo>
                  <a:lnTo>
                    <a:pt x="8008" y="1300"/>
                  </a:lnTo>
                  <a:lnTo>
                    <a:pt x="7963" y="1330"/>
                  </a:lnTo>
                  <a:lnTo>
                    <a:pt x="7859" y="1390"/>
                  </a:lnTo>
                  <a:lnTo>
                    <a:pt x="7694" y="1435"/>
                  </a:lnTo>
                  <a:lnTo>
                    <a:pt x="7485" y="1494"/>
                  </a:lnTo>
                  <a:lnTo>
                    <a:pt x="7246" y="1539"/>
                  </a:lnTo>
                  <a:lnTo>
                    <a:pt x="6977" y="1569"/>
                  </a:lnTo>
                  <a:lnTo>
                    <a:pt x="6365" y="1629"/>
                  </a:lnTo>
                  <a:lnTo>
                    <a:pt x="5692" y="1659"/>
                  </a:lnTo>
                  <a:lnTo>
                    <a:pt x="5005" y="1659"/>
                  </a:lnTo>
                  <a:lnTo>
                    <a:pt x="4318" y="1644"/>
                  </a:lnTo>
                  <a:lnTo>
                    <a:pt x="3705" y="1599"/>
                  </a:lnTo>
                  <a:lnTo>
                    <a:pt x="3063" y="1539"/>
                  </a:lnTo>
                  <a:lnTo>
                    <a:pt x="2421" y="1524"/>
                  </a:lnTo>
                  <a:lnTo>
                    <a:pt x="1808" y="1524"/>
                  </a:lnTo>
                  <a:lnTo>
                    <a:pt x="1240" y="1539"/>
                  </a:lnTo>
                  <a:lnTo>
                    <a:pt x="927" y="1554"/>
                  </a:lnTo>
                  <a:lnTo>
                    <a:pt x="404" y="1584"/>
                  </a:lnTo>
                  <a:lnTo>
                    <a:pt x="344" y="1584"/>
                  </a:lnTo>
                  <a:lnTo>
                    <a:pt x="284" y="1614"/>
                  </a:lnTo>
                  <a:lnTo>
                    <a:pt x="180" y="1659"/>
                  </a:lnTo>
                  <a:lnTo>
                    <a:pt x="105" y="1733"/>
                  </a:lnTo>
                  <a:lnTo>
                    <a:pt x="45" y="1823"/>
                  </a:lnTo>
                  <a:lnTo>
                    <a:pt x="15" y="1883"/>
                  </a:lnTo>
                  <a:lnTo>
                    <a:pt x="0" y="1957"/>
                  </a:lnTo>
                  <a:lnTo>
                    <a:pt x="0" y="2017"/>
                  </a:lnTo>
                  <a:lnTo>
                    <a:pt x="0" y="2092"/>
                  </a:lnTo>
                  <a:lnTo>
                    <a:pt x="15" y="2152"/>
                  </a:lnTo>
                  <a:lnTo>
                    <a:pt x="45" y="2226"/>
                  </a:lnTo>
                  <a:lnTo>
                    <a:pt x="90" y="2286"/>
                  </a:lnTo>
                  <a:lnTo>
                    <a:pt x="150" y="2346"/>
                  </a:lnTo>
                  <a:lnTo>
                    <a:pt x="284" y="2450"/>
                  </a:lnTo>
                  <a:lnTo>
                    <a:pt x="449" y="2585"/>
                  </a:lnTo>
                  <a:lnTo>
                    <a:pt x="628" y="2704"/>
                  </a:lnTo>
                  <a:lnTo>
                    <a:pt x="837" y="2839"/>
                  </a:lnTo>
                  <a:lnTo>
                    <a:pt x="1300" y="3108"/>
                  </a:lnTo>
                  <a:lnTo>
                    <a:pt x="1569" y="3242"/>
                  </a:lnTo>
                  <a:lnTo>
                    <a:pt x="1838" y="3377"/>
                  </a:lnTo>
                  <a:lnTo>
                    <a:pt x="2137" y="3496"/>
                  </a:lnTo>
                  <a:lnTo>
                    <a:pt x="2436" y="3616"/>
                  </a:lnTo>
                  <a:lnTo>
                    <a:pt x="2764" y="3735"/>
                  </a:lnTo>
                  <a:lnTo>
                    <a:pt x="3093" y="3825"/>
                  </a:lnTo>
                  <a:lnTo>
                    <a:pt x="3436" y="3915"/>
                  </a:lnTo>
                  <a:lnTo>
                    <a:pt x="3810" y="3989"/>
                  </a:lnTo>
                  <a:lnTo>
                    <a:pt x="4169" y="4034"/>
                  </a:lnTo>
                  <a:lnTo>
                    <a:pt x="4557" y="4064"/>
                  </a:lnTo>
                  <a:lnTo>
                    <a:pt x="4945" y="4064"/>
                  </a:lnTo>
                  <a:lnTo>
                    <a:pt x="5334" y="4049"/>
                  </a:lnTo>
                  <a:lnTo>
                    <a:pt x="5737" y="4004"/>
                  </a:lnTo>
                  <a:lnTo>
                    <a:pt x="6155" y="3915"/>
                  </a:lnTo>
                  <a:lnTo>
                    <a:pt x="6544" y="3810"/>
                  </a:lnTo>
                  <a:lnTo>
                    <a:pt x="6917" y="3676"/>
                  </a:lnTo>
                  <a:lnTo>
                    <a:pt x="7276" y="3526"/>
                  </a:lnTo>
                  <a:lnTo>
                    <a:pt x="7605" y="3362"/>
                  </a:lnTo>
                  <a:lnTo>
                    <a:pt x="7903" y="3183"/>
                  </a:lnTo>
                  <a:lnTo>
                    <a:pt x="8172" y="3003"/>
                  </a:lnTo>
                  <a:lnTo>
                    <a:pt x="8426" y="2809"/>
                  </a:lnTo>
                  <a:lnTo>
                    <a:pt x="8650" y="2630"/>
                  </a:lnTo>
                  <a:lnTo>
                    <a:pt x="8860" y="2450"/>
                  </a:lnTo>
                  <a:lnTo>
                    <a:pt x="9024" y="2286"/>
                  </a:lnTo>
                  <a:lnTo>
                    <a:pt x="9293" y="2002"/>
                  </a:lnTo>
                  <a:lnTo>
                    <a:pt x="9457" y="1793"/>
                  </a:lnTo>
                  <a:lnTo>
                    <a:pt x="9517" y="1718"/>
                  </a:lnTo>
                  <a:lnTo>
                    <a:pt x="9472" y="1509"/>
                  </a:lnTo>
                  <a:lnTo>
                    <a:pt x="9397" y="1270"/>
                  </a:lnTo>
                  <a:lnTo>
                    <a:pt x="9293" y="1001"/>
                  </a:lnTo>
                  <a:lnTo>
                    <a:pt x="9233" y="852"/>
                  </a:lnTo>
                  <a:lnTo>
                    <a:pt x="9158" y="703"/>
                  </a:lnTo>
                  <a:lnTo>
                    <a:pt x="9069" y="568"/>
                  </a:lnTo>
                  <a:lnTo>
                    <a:pt x="8964" y="434"/>
                  </a:lnTo>
                  <a:lnTo>
                    <a:pt x="8860" y="314"/>
                  </a:lnTo>
                  <a:lnTo>
                    <a:pt x="8725" y="195"/>
                  </a:lnTo>
                  <a:lnTo>
                    <a:pt x="8591" y="105"/>
                  </a:lnTo>
                  <a:lnTo>
                    <a:pt x="8441" y="45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rgbClr val="FBB9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6252447" y="2583017"/>
              <a:ext cx="66911" cy="39828"/>
            </a:xfrm>
            <a:custGeom>
              <a:avLst/>
              <a:gdLst/>
              <a:ahLst/>
              <a:cxnLst/>
              <a:rect l="l" t="t" r="r" b="b"/>
              <a:pathLst>
                <a:path w="2436" h="1450" extrusionOk="0">
                  <a:moveTo>
                    <a:pt x="135" y="1"/>
                  </a:moveTo>
                  <a:lnTo>
                    <a:pt x="60" y="75"/>
                  </a:lnTo>
                  <a:lnTo>
                    <a:pt x="0" y="165"/>
                  </a:lnTo>
                  <a:lnTo>
                    <a:pt x="135" y="285"/>
                  </a:lnTo>
                  <a:lnTo>
                    <a:pt x="299" y="434"/>
                  </a:lnTo>
                  <a:lnTo>
                    <a:pt x="508" y="598"/>
                  </a:lnTo>
                  <a:lnTo>
                    <a:pt x="762" y="763"/>
                  </a:lnTo>
                  <a:lnTo>
                    <a:pt x="1076" y="942"/>
                  </a:lnTo>
                  <a:lnTo>
                    <a:pt x="1419" y="1106"/>
                  </a:lnTo>
                  <a:lnTo>
                    <a:pt x="1838" y="1286"/>
                  </a:lnTo>
                  <a:lnTo>
                    <a:pt x="2301" y="1450"/>
                  </a:lnTo>
                  <a:lnTo>
                    <a:pt x="2361" y="1450"/>
                  </a:lnTo>
                  <a:lnTo>
                    <a:pt x="2391" y="1435"/>
                  </a:lnTo>
                  <a:lnTo>
                    <a:pt x="2405" y="1405"/>
                  </a:lnTo>
                  <a:lnTo>
                    <a:pt x="2420" y="1375"/>
                  </a:lnTo>
                  <a:lnTo>
                    <a:pt x="2435" y="1345"/>
                  </a:lnTo>
                  <a:lnTo>
                    <a:pt x="2420" y="1300"/>
                  </a:lnTo>
                  <a:lnTo>
                    <a:pt x="2391" y="1271"/>
                  </a:lnTo>
                  <a:lnTo>
                    <a:pt x="2361" y="1256"/>
                  </a:lnTo>
                  <a:lnTo>
                    <a:pt x="1898" y="1091"/>
                  </a:lnTo>
                  <a:lnTo>
                    <a:pt x="1509" y="927"/>
                  </a:lnTo>
                  <a:lnTo>
                    <a:pt x="1151" y="748"/>
                  </a:lnTo>
                  <a:lnTo>
                    <a:pt x="867" y="583"/>
                  </a:lnTo>
                  <a:lnTo>
                    <a:pt x="613" y="419"/>
                  </a:lnTo>
                  <a:lnTo>
                    <a:pt x="404" y="255"/>
                  </a:lnTo>
                  <a:lnTo>
                    <a:pt x="254" y="120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6276645" y="2579748"/>
              <a:ext cx="60758" cy="29967"/>
            </a:xfrm>
            <a:custGeom>
              <a:avLst/>
              <a:gdLst/>
              <a:ahLst/>
              <a:cxnLst/>
              <a:rect l="l" t="t" r="r" b="b"/>
              <a:pathLst>
                <a:path w="2212" h="1091" extrusionOk="0">
                  <a:moveTo>
                    <a:pt x="314" y="0"/>
                  </a:moveTo>
                  <a:lnTo>
                    <a:pt x="1" y="15"/>
                  </a:lnTo>
                  <a:lnTo>
                    <a:pt x="150" y="135"/>
                  </a:lnTo>
                  <a:lnTo>
                    <a:pt x="329" y="269"/>
                  </a:lnTo>
                  <a:lnTo>
                    <a:pt x="538" y="404"/>
                  </a:lnTo>
                  <a:lnTo>
                    <a:pt x="777" y="538"/>
                  </a:lnTo>
                  <a:lnTo>
                    <a:pt x="1046" y="687"/>
                  </a:lnTo>
                  <a:lnTo>
                    <a:pt x="1360" y="822"/>
                  </a:lnTo>
                  <a:lnTo>
                    <a:pt x="1704" y="956"/>
                  </a:lnTo>
                  <a:lnTo>
                    <a:pt x="2077" y="1091"/>
                  </a:lnTo>
                  <a:lnTo>
                    <a:pt x="2137" y="1091"/>
                  </a:lnTo>
                  <a:lnTo>
                    <a:pt x="2167" y="1076"/>
                  </a:lnTo>
                  <a:lnTo>
                    <a:pt x="2197" y="1061"/>
                  </a:lnTo>
                  <a:lnTo>
                    <a:pt x="2212" y="1031"/>
                  </a:lnTo>
                  <a:lnTo>
                    <a:pt x="2212" y="986"/>
                  </a:lnTo>
                  <a:lnTo>
                    <a:pt x="2197" y="956"/>
                  </a:lnTo>
                  <a:lnTo>
                    <a:pt x="2167" y="911"/>
                  </a:lnTo>
                  <a:lnTo>
                    <a:pt x="2137" y="897"/>
                  </a:lnTo>
                  <a:lnTo>
                    <a:pt x="1823" y="792"/>
                  </a:lnTo>
                  <a:lnTo>
                    <a:pt x="1539" y="687"/>
                  </a:lnTo>
                  <a:lnTo>
                    <a:pt x="1270" y="568"/>
                  </a:lnTo>
                  <a:lnTo>
                    <a:pt x="1031" y="448"/>
                  </a:lnTo>
                  <a:lnTo>
                    <a:pt x="822" y="329"/>
                  </a:lnTo>
                  <a:lnTo>
                    <a:pt x="628" y="224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rgbClr val="FB94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35"/>
          <p:cNvSpPr/>
          <p:nvPr/>
        </p:nvSpPr>
        <p:spPr>
          <a:xfrm>
            <a:off x="4160625" y="2988113"/>
            <a:ext cx="824700" cy="824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0" name="Google Shape;1740;p35"/>
          <p:cNvSpPr/>
          <p:nvPr/>
        </p:nvSpPr>
        <p:spPr>
          <a:xfrm>
            <a:off x="4159638" y="1025963"/>
            <a:ext cx="824700" cy="8247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1" name="Google Shape;1741;p35"/>
          <p:cNvSpPr/>
          <p:nvPr/>
        </p:nvSpPr>
        <p:spPr>
          <a:xfrm>
            <a:off x="7300975" y="2028313"/>
            <a:ext cx="824700" cy="8247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2" name="Google Shape;1742;p35"/>
          <p:cNvSpPr/>
          <p:nvPr/>
        </p:nvSpPr>
        <p:spPr>
          <a:xfrm>
            <a:off x="1019288" y="1025963"/>
            <a:ext cx="824700" cy="824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3" name="Google Shape;1743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744" name="Google Shape;1744;p35"/>
          <p:cNvGrpSpPr/>
          <p:nvPr/>
        </p:nvGrpSpPr>
        <p:grpSpPr>
          <a:xfrm>
            <a:off x="1251221" y="1291306"/>
            <a:ext cx="360818" cy="294030"/>
            <a:chOff x="7963196" y="2903752"/>
            <a:chExt cx="360818" cy="294030"/>
          </a:xfrm>
        </p:grpSpPr>
        <p:sp>
          <p:nvSpPr>
            <p:cNvPr id="1745" name="Google Shape;1745;p35"/>
            <p:cNvSpPr/>
            <p:nvPr/>
          </p:nvSpPr>
          <p:spPr>
            <a:xfrm>
              <a:off x="8022666" y="2987604"/>
              <a:ext cx="301348" cy="42405"/>
            </a:xfrm>
            <a:custGeom>
              <a:avLst/>
              <a:gdLst/>
              <a:ahLst/>
              <a:cxnLst/>
              <a:rect l="l" t="t" r="r" b="b"/>
              <a:pathLst>
                <a:path w="8812" h="1240" extrusionOk="0">
                  <a:moveTo>
                    <a:pt x="977" y="1"/>
                  </a:moveTo>
                  <a:cubicBezTo>
                    <a:pt x="500" y="1"/>
                    <a:pt x="96" y="358"/>
                    <a:pt x="48" y="834"/>
                  </a:cubicBezTo>
                  <a:lnTo>
                    <a:pt x="0" y="1239"/>
                  </a:lnTo>
                  <a:lnTo>
                    <a:pt x="8716" y="1239"/>
                  </a:lnTo>
                  <a:lnTo>
                    <a:pt x="8740" y="1025"/>
                  </a:lnTo>
                  <a:cubicBezTo>
                    <a:pt x="8812" y="477"/>
                    <a:pt x="8383" y="1"/>
                    <a:pt x="78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8003925" y="3051143"/>
              <a:ext cx="314412" cy="146639"/>
            </a:xfrm>
            <a:custGeom>
              <a:avLst/>
              <a:gdLst/>
              <a:ahLst/>
              <a:cxnLst/>
              <a:rect l="l" t="t" r="r" b="b"/>
              <a:pathLst>
                <a:path w="9194" h="4288" extrusionOk="0">
                  <a:moveTo>
                    <a:pt x="477" y="0"/>
                  </a:moveTo>
                  <a:lnTo>
                    <a:pt x="1" y="4287"/>
                  </a:lnTo>
                  <a:lnTo>
                    <a:pt x="7907" y="4287"/>
                  </a:lnTo>
                  <a:cubicBezTo>
                    <a:pt x="8002" y="4287"/>
                    <a:pt x="8121" y="4263"/>
                    <a:pt x="8240" y="4216"/>
                  </a:cubicBezTo>
                  <a:cubicBezTo>
                    <a:pt x="8550" y="4097"/>
                    <a:pt x="8764" y="3811"/>
                    <a:pt x="8812" y="3477"/>
                  </a:cubicBezTo>
                  <a:lnTo>
                    <a:pt x="91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7963196" y="2903752"/>
              <a:ext cx="338829" cy="291568"/>
            </a:xfrm>
            <a:custGeom>
              <a:avLst/>
              <a:gdLst/>
              <a:ahLst/>
              <a:cxnLst/>
              <a:rect l="l" t="t" r="r" b="b"/>
              <a:pathLst>
                <a:path w="9908" h="8526" extrusionOk="0">
                  <a:moveTo>
                    <a:pt x="930" y="0"/>
                  </a:moveTo>
                  <a:cubicBezTo>
                    <a:pt x="406" y="0"/>
                    <a:pt x="1" y="405"/>
                    <a:pt x="1" y="929"/>
                  </a:cubicBezTo>
                  <a:lnTo>
                    <a:pt x="1" y="7668"/>
                  </a:lnTo>
                  <a:cubicBezTo>
                    <a:pt x="1" y="8073"/>
                    <a:pt x="239" y="8407"/>
                    <a:pt x="596" y="8526"/>
                  </a:cubicBezTo>
                  <a:lnTo>
                    <a:pt x="1192" y="3215"/>
                  </a:lnTo>
                  <a:cubicBezTo>
                    <a:pt x="1285" y="2444"/>
                    <a:pt x="1905" y="1857"/>
                    <a:pt x="2670" y="1857"/>
                  </a:cubicBezTo>
                  <a:cubicBezTo>
                    <a:pt x="2685" y="1857"/>
                    <a:pt x="2701" y="1857"/>
                    <a:pt x="2716" y="1858"/>
                  </a:cubicBezTo>
                  <a:lnTo>
                    <a:pt x="9574" y="1858"/>
                  </a:lnTo>
                  <a:cubicBezTo>
                    <a:pt x="9693" y="1858"/>
                    <a:pt x="9812" y="1858"/>
                    <a:pt x="9908" y="1881"/>
                  </a:cubicBezTo>
                  <a:cubicBezTo>
                    <a:pt x="9789" y="1500"/>
                    <a:pt x="9431" y="1238"/>
                    <a:pt x="9027" y="1238"/>
                  </a:cubicBezTo>
                  <a:lnTo>
                    <a:pt x="4740" y="1238"/>
                  </a:lnTo>
                  <a:lnTo>
                    <a:pt x="3597" y="95"/>
                  </a:lnTo>
                  <a:cubicBezTo>
                    <a:pt x="3549" y="48"/>
                    <a:pt x="3454" y="0"/>
                    <a:pt x="33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8" name="Google Shape;1748;p35"/>
          <p:cNvGrpSpPr/>
          <p:nvPr/>
        </p:nvGrpSpPr>
        <p:grpSpPr>
          <a:xfrm>
            <a:off x="457201" y="1945230"/>
            <a:ext cx="1948882" cy="824600"/>
            <a:chOff x="457200" y="959300"/>
            <a:chExt cx="2061000" cy="824600"/>
          </a:xfrm>
        </p:grpSpPr>
        <p:sp>
          <p:nvSpPr>
            <p:cNvPr id="1749" name="Google Shape;1749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Collect the data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50" name="Google Shape;1750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1" name="Google Shape;1751;p35"/>
          <p:cNvGrpSpPr/>
          <p:nvPr/>
        </p:nvGrpSpPr>
        <p:grpSpPr>
          <a:xfrm>
            <a:off x="4411141" y="1255456"/>
            <a:ext cx="321730" cy="365708"/>
            <a:chOff x="2440779" y="4628606"/>
            <a:chExt cx="321730" cy="365708"/>
          </a:xfrm>
        </p:grpSpPr>
        <p:sp>
          <p:nvSpPr>
            <p:cNvPr id="1752" name="Google Shape;1752;p35"/>
            <p:cNvSpPr/>
            <p:nvPr/>
          </p:nvSpPr>
          <p:spPr>
            <a:xfrm>
              <a:off x="2440779" y="4628606"/>
              <a:ext cx="276931" cy="320909"/>
            </a:xfrm>
            <a:custGeom>
              <a:avLst/>
              <a:gdLst/>
              <a:ahLst/>
              <a:cxnLst/>
              <a:rect l="l" t="t" r="r" b="b"/>
              <a:pathLst>
                <a:path w="8098" h="9384" extrusionOk="0">
                  <a:moveTo>
                    <a:pt x="953" y="1"/>
                  </a:moveTo>
                  <a:cubicBezTo>
                    <a:pt x="430" y="1"/>
                    <a:pt x="1" y="430"/>
                    <a:pt x="1" y="930"/>
                  </a:cubicBezTo>
                  <a:lnTo>
                    <a:pt x="1" y="8479"/>
                  </a:lnTo>
                  <a:cubicBezTo>
                    <a:pt x="1" y="8884"/>
                    <a:pt x="239" y="9241"/>
                    <a:pt x="620" y="9384"/>
                  </a:cubicBezTo>
                  <a:lnTo>
                    <a:pt x="620" y="3097"/>
                  </a:lnTo>
                  <a:cubicBezTo>
                    <a:pt x="620" y="2668"/>
                    <a:pt x="787" y="2263"/>
                    <a:pt x="1096" y="1978"/>
                  </a:cubicBezTo>
                  <a:lnTo>
                    <a:pt x="1978" y="1096"/>
                  </a:lnTo>
                  <a:cubicBezTo>
                    <a:pt x="2263" y="787"/>
                    <a:pt x="2668" y="620"/>
                    <a:pt x="3097" y="620"/>
                  </a:cubicBezTo>
                  <a:lnTo>
                    <a:pt x="8098" y="620"/>
                  </a:lnTo>
                  <a:cubicBezTo>
                    <a:pt x="7955" y="263"/>
                    <a:pt x="7598" y="1"/>
                    <a:pt x="7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2483970" y="4671797"/>
              <a:ext cx="278539" cy="322517"/>
            </a:xfrm>
            <a:custGeom>
              <a:avLst/>
              <a:gdLst/>
              <a:ahLst/>
              <a:cxnLst/>
              <a:rect l="l" t="t" r="r" b="b"/>
              <a:pathLst>
                <a:path w="8145" h="9431" extrusionOk="0">
                  <a:moveTo>
                    <a:pt x="6573" y="3167"/>
                  </a:moveTo>
                  <a:cubicBezTo>
                    <a:pt x="6978" y="3167"/>
                    <a:pt x="6978" y="3787"/>
                    <a:pt x="6573" y="3787"/>
                  </a:cubicBezTo>
                  <a:lnTo>
                    <a:pt x="1548" y="3787"/>
                  </a:lnTo>
                  <a:cubicBezTo>
                    <a:pt x="1143" y="3787"/>
                    <a:pt x="1143" y="3167"/>
                    <a:pt x="1548" y="3167"/>
                  </a:cubicBezTo>
                  <a:close/>
                  <a:moveTo>
                    <a:pt x="6573" y="4430"/>
                  </a:moveTo>
                  <a:cubicBezTo>
                    <a:pt x="6978" y="4430"/>
                    <a:pt x="6978" y="5049"/>
                    <a:pt x="6573" y="5049"/>
                  </a:cubicBezTo>
                  <a:lnTo>
                    <a:pt x="1548" y="5049"/>
                  </a:lnTo>
                  <a:cubicBezTo>
                    <a:pt x="1143" y="5049"/>
                    <a:pt x="1143" y="4430"/>
                    <a:pt x="1548" y="4430"/>
                  </a:cubicBezTo>
                  <a:close/>
                  <a:moveTo>
                    <a:pt x="6573" y="5668"/>
                  </a:moveTo>
                  <a:cubicBezTo>
                    <a:pt x="6978" y="5668"/>
                    <a:pt x="6978" y="6311"/>
                    <a:pt x="6573" y="6311"/>
                  </a:cubicBezTo>
                  <a:lnTo>
                    <a:pt x="1548" y="6311"/>
                  </a:lnTo>
                  <a:cubicBezTo>
                    <a:pt x="1143" y="6311"/>
                    <a:pt x="1143" y="5668"/>
                    <a:pt x="1548" y="5668"/>
                  </a:cubicBezTo>
                  <a:close/>
                  <a:moveTo>
                    <a:pt x="6573" y="6930"/>
                  </a:moveTo>
                  <a:cubicBezTo>
                    <a:pt x="6954" y="6954"/>
                    <a:pt x="6954" y="7525"/>
                    <a:pt x="6573" y="7549"/>
                  </a:cubicBezTo>
                  <a:lnTo>
                    <a:pt x="1548" y="7549"/>
                  </a:lnTo>
                  <a:cubicBezTo>
                    <a:pt x="1167" y="7525"/>
                    <a:pt x="1167" y="6954"/>
                    <a:pt x="1548" y="6930"/>
                  </a:cubicBezTo>
                  <a:close/>
                  <a:moveTo>
                    <a:pt x="2501" y="0"/>
                  </a:moveTo>
                  <a:lnTo>
                    <a:pt x="2501" y="2191"/>
                  </a:lnTo>
                  <a:cubicBezTo>
                    <a:pt x="2501" y="2358"/>
                    <a:pt x="2358" y="2501"/>
                    <a:pt x="2191" y="2501"/>
                  </a:cubicBezTo>
                  <a:lnTo>
                    <a:pt x="0" y="2501"/>
                  </a:lnTo>
                  <a:lnTo>
                    <a:pt x="0" y="8502"/>
                  </a:lnTo>
                  <a:cubicBezTo>
                    <a:pt x="0" y="9002"/>
                    <a:pt x="429" y="9431"/>
                    <a:pt x="953" y="9431"/>
                  </a:cubicBezTo>
                  <a:lnTo>
                    <a:pt x="7192" y="9431"/>
                  </a:lnTo>
                  <a:cubicBezTo>
                    <a:pt x="7716" y="9431"/>
                    <a:pt x="8145" y="9002"/>
                    <a:pt x="8121" y="8502"/>
                  </a:cubicBezTo>
                  <a:lnTo>
                    <a:pt x="8121" y="929"/>
                  </a:lnTo>
                  <a:cubicBezTo>
                    <a:pt x="8145" y="429"/>
                    <a:pt x="7716" y="0"/>
                    <a:pt x="71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2483149" y="4671797"/>
              <a:ext cx="64360" cy="6436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1834" y="0"/>
                  </a:moveTo>
                  <a:cubicBezTo>
                    <a:pt x="1596" y="0"/>
                    <a:pt x="1358" y="95"/>
                    <a:pt x="1167" y="286"/>
                  </a:cubicBezTo>
                  <a:lnTo>
                    <a:pt x="286" y="1167"/>
                  </a:lnTo>
                  <a:cubicBezTo>
                    <a:pt x="96" y="1357"/>
                    <a:pt x="0" y="1619"/>
                    <a:pt x="0" y="1881"/>
                  </a:cubicBezTo>
                  <a:lnTo>
                    <a:pt x="1882" y="1881"/>
                  </a:lnTo>
                  <a:lnTo>
                    <a:pt x="1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5" name="Google Shape;1755;p35"/>
          <p:cNvGrpSpPr/>
          <p:nvPr/>
        </p:nvGrpSpPr>
        <p:grpSpPr>
          <a:xfrm>
            <a:off x="3597551" y="1945230"/>
            <a:ext cx="1948882" cy="824600"/>
            <a:chOff x="457200" y="959300"/>
            <a:chExt cx="2061000" cy="824600"/>
          </a:xfrm>
        </p:grpSpPr>
        <p:sp>
          <p:nvSpPr>
            <p:cNvPr id="1756" name="Google Shape;1756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Prepare the data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57" name="Google Shape;1757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third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58" name="Google Shape;1758;p35"/>
          <p:cNvGrpSpPr/>
          <p:nvPr/>
        </p:nvGrpSpPr>
        <p:grpSpPr>
          <a:xfrm>
            <a:off x="7532914" y="2263025"/>
            <a:ext cx="360819" cy="355292"/>
            <a:chOff x="4781114" y="2878202"/>
            <a:chExt cx="360819" cy="355292"/>
          </a:xfrm>
        </p:grpSpPr>
        <p:sp>
          <p:nvSpPr>
            <p:cNvPr id="1759" name="Google Shape;1759;p35"/>
            <p:cNvSpPr/>
            <p:nvPr/>
          </p:nvSpPr>
          <p:spPr>
            <a:xfrm>
              <a:off x="4902990" y="2878202"/>
              <a:ext cx="116247" cy="110378"/>
            </a:xfrm>
            <a:custGeom>
              <a:avLst/>
              <a:gdLst/>
              <a:ahLst/>
              <a:cxnLst/>
              <a:rect l="l" t="t" r="r" b="b"/>
              <a:pathLst>
                <a:path w="3407" h="3235" extrusionOk="0">
                  <a:moveTo>
                    <a:pt x="1645" y="0"/>
                  </a:moveTo>
                  <a:cubicBezTo>
                    <a:pt x="811" y="0"/>
                    <a:pt x="1" y="641"/>
                    <a:pt x="1" y="1610"/>
                  </a:cubicBezTo>
                  <a:cubicBezTo>
                    <a:pt x="1" y="2591"/>
                    <a:pt x="804" y="3235"/>
                    <a:pt x="1634" y="3235"/>
                  </a:cubicBezTo>
                  <a:cubicBezTo>
                    <a:pt x="2033" y="3235"/>
                    <a:pt x="2438" y="3086"/>
                    <a:pt x="2763" y="2753"/>
                  </a:cubicBezTo>
                  <a:cubicBezTo>
                    <a:pt x="3406" y="2134"/>
                    <a:pt x="3406" y="1110"/>
                    <a:pt x="2763" y="467"/>
                  </a:cubicBezTo>
                  <a:cubicBezTo>
                    <a:pt x="2441" y="145"/>
                    <a:pt x="2041" y="0"/>
                    <a:pt x="16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781114" y="3000522"/>
              <a:ext cx="115428" cy="110754"/>
            </a:xfrm>
            <a:custGeom>
              <a:avLst/>
              <a:gdLst/>
              <a:ahLst/>
              <a:cxnLst/>
              <a:rect l="l" t="t" r="r" b="b"/>
              <a:pathLst>
                <a:path w="3383" h="3246" extrusionOk="0">
                  <a:moveTo>
                    <a:pt x="1626" y="1"/>
                  </a:moveTo>
                  <a:cubicBezTo>
                    <a:pt x="800" y="1"/>
                    <a:pt x="1" y="652"/>
                    <a:pt x="1" y="1621"/>
                  </a:cubicBezTo>
                  <a:cubicBezTo>
                    <a:pt x="1" y="2602"/>
                    <a:pt x="793" y="3246"/>
                    <a:pt x="1616" y="3246"/>
                  </a:cubicBezTo>
                  <a:cubicBezTo>
                    <a:pt x="2012" y="3246"/>
                    <a:pt x="2414" y="3097"/>
                    <a:pt x="2739" y="2764"/>
                  </a:cubicBezTo>
                  <a:cubicBezTo>
                    <a:pt x="3382" y="2145"/>
                    <a:pt x="3382" y="1121"/>
                    <a:pt x="2739" y="478"/>
                  </a:cubicBezTo>
                  <a:cubicBezTo>
                    <a:pt x="2417" y="148"/>
                    <a:pt x="2019" y="1"/>
                    <a:pt x="16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5025686" y="3000522"/>
              <a:ext cx="116247" cy="110754"/>
            </a:xfrm>
            <a:custGeom>
              <a:avLst/>
              <a:gdLst/>
              <a:ahLst/>
              <a:cxnLst/>
              <a:rect l="l" t="t" r="r" b="b"/>
              <a:pathLst>
                <a:path w="3407" h="3246" extrusionOk="0">
                  <a:moveTo>
                    <a:pt x="1634" y="1"/>
                  </a:moveTo>
                  <a:cubicBezTo>
                    <a:pt x="800" y="1"/>
                    <a:pt x="1" y="652"/>
                    <a:pt x="1" y="1621"/>
                  </a:cubicBezTo>
                  <a:cubicBezTo>
                    <a:pt x="1" y="2602"/>
                    <a:pt x="793" y="3246"/>
                    <a:pt x="1623" y="3246"/>
                  </a:cubicBezTo>
                  <a:cubicBezTo>
                    <a:pt x="2023" y="3246"/>
                    <a:pt x="2431" y="3097"/>
                    <a:pt x="2763" y="2764"/>
                  </a:cubicBezTo>
                  <a:cubicBezTo>
                    <a:pt x="3406" y="2145"/>
                    <a:pt x="3406" y="1121"/>
                    <a:pt x="2763" y="478"/>
                  </a:cubicBezTo>
                  <a:cubicBezTo>
                    <a:pt x="2434" y="148"/>
                    <a:pt x="2030" y="1"/>
                    <a:pt x="1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4890707" y="3123081"/>
              <a:ext cx="122832" cy="110412"/>
            </a:xfrm>
            <a:custGeom>
              <a:avLst/>
              <a:gdLst/>
              <a:ahLst/>
              <a:cxnLst/>
              <a:rect l="l" t="t" r="r" b="b"/>
              <a:pathLst>
                <a:path w="3600" h="3236" extrusionOk="0">
                  <a:moveTo>
                    <a:pt x="2003" y="1"/>
                  </a:moveTo>
                  <a:cubicBezTo>
                    <a:pt x="964" y="1"/>
                    <a:pt x="1" y="1047"/>
                    <a:pt x="504" y="2244"/>
                  </a:cubicBezTo>
                  <a:cubicBezTo>
                    <a:pt x="784" y="2925"/>
                    <a:pt x="1376" y="3235"/>
                    <a:pt x="1968" y="3235"/>
                  </a:cubicBezTo>
                  <a:cubicBezTo>
                    <a:pt x="2784" y="3235"/>
                    <a:pt x="3600" y="2646"/>
                    <a:pt x="3600" y="1625"/>
                  </a:cubicBezTo>
                  <a:cubicBezTo>
                    <a:pt x="3600" y="1196"/>
                    <a:pt x="3433" y="791"/>
                    <a:pt x="3123" y="482"/>
                  </a:cubicBezTo>
                  <a:cubicBezTo>
                    <a:pt x="2787" y="146"/>
                    <a:pt x="2390" y="1"/>
                    <a:pt x="2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37958" y="2939277"/>
              <a:ext cx="57765" cy="53022"/>
            </a:xfrm>
            <a:custGeom>
              <a:avLst/>
              <a:gdLst/>
              <a:ahLst/>
              <a:cxnLst/>
              <a:rect l="l" t="t" r="r" b="b"/>
              <a:pathLst>
                <a:path w="1693" h="1554" extrusionOk="0">
                  <a:moveTo>
                    <a:pt x="1354" y="1"/>
                  </a:moveTo>
                  <a:cubicBezTo>
                    <a:pt x="1291" y="1"/>
                    <a:pt x="1226" y="20"/>
                    <a:pt x="1169" y="58"/>
                  </a:cubicBezTo>
                  <a:cubicBezTo>
                    <a:pt x="788" y="344"/>
                    <a:pt x="430" y="677"/>
                    <a:pt x="168" y="1082"/>
                  </a:cubicBezTo>
                  <a:cubicBezTo>
                    <a:pt x="0" y="1318"/>
                    <a:pt x="201" y="1553"/>
                    <a:pt x="417" y="1553"/>
                  </a:cubicBezTo>
                  <a:cubicBezTo>
                    <a:pt x="507" y="1553"/>
                    <a:pt x="599" y="1513"/>
                    <a:pt x="669" y="1415"/>
                  </a:cubicBezTo>
                  <a:cubicBezTo>
                    <a:pt x="883" y="1082"/>
                    <a:pt x="1193" y="796"/>
                    <a:pt x="1526" y="558"/>
                  </a:cubicBezTo>
                  <a:cubicBezTo>
                    <a:pt x="1669" y="463"/>
                    <a:pt x="1693" y="272"/>
                    <a:pt x="1597" y="129"/>
                  </a:cubicBezTo>
                  <a:cubicBezTo>
                    <a:pt x="1540" y="44"/>
                    <a:pt x="1449" y="1"/>
                    <a:pt x="13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5020841" y="3119499"/>
              <a:ext cx="58652" cy="53227"/>
            </a:xfrm>
            <a:custGeom>
              <a:avLst/>
              <a:gdLst/>
              <a:ahLst/>
              <a:cxnLst/>
              <a:rect l="l" t="t" r="r" b="b"/>
              <a:pathLst>
                <a:path w="1719" h="1560" extrusionOk="0">
                  <a:moveTo>
                    <a:pt x="1290" y="1"/>
                  </a:moveTo>
                  <a:cubicBezTo>
                    <a:pt x="1203" y="1"/>
                    <a:pt x="1115" y="40"/>
                    <a:pt x="1048" y="134"/>
                  </a:cubicBezTo>
                  <a:cubicBezTo>
                    <a:pt x="810" y="468"/>
                    <a:pt x="524" y="777"/>
                    <a:pt x="191" y="992"/>
                  </a:cubicBezTo>
                  <a:cubicBezTo>
                    <a:pt x="48" y="1087"/>
                    <a:pt x="0" y="1277"/>
                    <a:pt x="119" y="1420"/>
                  </a:cubicBezTo>
                  <a:cubicBezTo>
                    <a:pt x="163" y="1507"/>
                    <a:pt x="260" y="1559"/>
                    <a:pt x="355" y="1559"/>
                  </a:cubicBezTo>
                  <a:cubicBezTo>
                    <a:pt x="417" y="1559"/>
                    <a:pt x="478" y="1538"/>
                    <a:pt x="524" y="1492"/>
                  </a:cubicBezTo>
                  <a:cubicBezTo>
                    <a:pt x="929" y="1230"/>
                    <a:pt x="1262" y="872"/>
                    <a:pt x="1548" y="491"/>
                  </a:cubicBezTo>
                  <a:cubicBezTo>
                    <a:pt x="1719" y="252"/>
                    <a:pt x="1510" y="1"/>
                    <a:pt x="12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837855" y="3119499"/>
              <a:ext cx="58686" cy="53227"/>
            </a:xfrm>
            <a:custGeom>
              <a:avLst/>
              <a:gdLst/>
              <a:ahLst/>
              <a:cxnLst/>
              <a:rect l="l" t="t" r="r" b="b"/>
              <a:pathLst>
                <a:path w="1720" h="1560" extrusionOk="0">
                  <a:moveTo>
                    <a:pt x="429" y="1"/>
                  </a:moveTo>
                  <a:cubicBezTo>
                    <a:pt x="210" y="1"/>
                    <a:pt x="1" y="252"/>
                    <a:pt x="171" y="491"/>
                  </a:cubicBezTo>
                  <a:cubicBezTo>
                    <a:pt x="457" y="872"/>
                    <a:pt x="791" y="1230"/>
                    <a:pt x="1196" y="1492"/>
                  </a:cubicBezTo>
                  <a:cubicBezTo>
                    <a:pt x="1242" y="1538"/>
                    <a:pt x="1303" y="1559"/>
                    <a:pt x="1365" y="1559"/>
                  </a:cubicBezTo>
                  <a:cubicBezTo>
                    <a:pt x="1464" y="1559"/>
                    <a:pt x="1566" y="1507"/>
                    <a:pt x="1624" y="1420"/>
                  </a:cubicBezTo>
                  <a:cubicBezTo>
                    <a:pt x="1719" y="1277"/>
                    <a:pt x="1672" y="1087"/>
                    <a:pt x="1529" y="992"/>
                  </a:cubicBezTo>
                  <a:cubicBezTo>
                    <a:pt x="1196" y="777"/>
                    <a:pt x="910" y="468"/>
                    <a:pt x="672" y="134"/>
                  </a:cubicBezTo>
                  <a:cubicBezTo>
                    <a:pt x="604" y="40"/>
                    <a:pt x="516" y="1"/>
                    <a:pt x="4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5020841" y="2939277"/>
              <a:ext cx="57765" cy="53022"/>
            </a:xfrm>
            <a:custGeom>
              <a:avLst/>
              <a:gdLst/>
              <a:ahLst/>
              <a:cxnLst/>
              <a:rect l="l" t="t" r="r" b="b"/>
              <a:pathLst>
                <a:path w="1693" h="1554" extrusionOk="0">
                  <a:moveTo>
                    <a:pt x="339" y="1"/>
                  </a:moveTo>
                  <a:cubicBezTo>
                    <a:pt x="244" y="1"/>
                    <a:pt x="152" y="44"/>
                    <a:pt x="95" y="129"/>
                  </a:cubicBezTo>
                  <a:cubicBezTo>
                    <a:pt x="0" y="272"/>
                    <a:pt x="24" y="463"/>
                    <a:pt x="167" y="558"/>
                  </a:cubicBezTo>
                  <a:cubicBezTo>
                    <a:pt x="500" y="796"/>
                    <a:pt x="810" y="1082"/>
                    <a:pt x="1024" y="1415"/>
                  </a:cubicBezTo>
                  <a:cubicBezTo>
                    <a:pt x="1094" y="1513"/>
                    <a:pt x="1186" y="1553"/>
                    <a:pt x="1276" y="1553"/>
                  </a:cubicBezTo>
                  <a:cubicBezTo>
                    <a:pt x="1492" y="1553"/>
                    <a:pt x="1693" y="1318"/>
                    <a:pt x="1524" y="1082"/>
                  </a:cubicBezTo>
                  <a:cubicBezTo>
                    <a:pt x="1262" y="677"/>
                    <a:pt x="905" y="344"/>
                    <a:pt x="524" y="58"/>
                  </a:cubicBezTo>
                  <a:cubicBezTo>
                    <a:pt x="467" y="20"/>
                    <a:pt x="402" y="1"/>
                    <a:pt x="3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7" name="Google Shape;1767;p35"/>
          <p:cNvGrpSpPr/>
          <p:nvPr/>
        </p:nvGrpSpPr>
        <p:grpSpPr>
          <a:xfrm>
            <a:off x="6738901" y="2929230"/>
            <a:ext cx="1948882" cy="824600"/>
            <a:chOff x="457200" y="959300"/>
            <a:chExt cx="2061000" cy="824600"/>
          </a:xfrm>
        </p:grpSpPr>
        <p:sp>
          <p:nvSpPr>
            <p:cNvPr id="1768" name="Google Shape;1768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Train a model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69" name="Google Shape;1769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770" name="Google Shape;1770;p35"/>
          <p:cNvSpPr/>
          <p:nvPr/>
        </p:nvSpPr>
        <p:spPr>
          <a:xfrm>
            <a:off x="4377954" y="3217722"/>
            <a:ext cx="390060" cy="365493"/>
          </a:xfrm>
          <a:custGeom>
            <a:avLst/>
            <a:gdLst/>
            <a:ahLst/>
            <a:cxnLst/>
            <a:rect l="l" t="t" r="r" b="b"/>
            <a:pathLst>
              <a:path w="11432" h="10712" extrusionOk="0">
                <a:moveTo>
                  <a:pt x="6880" y="1261"/>
                </a:moveTo>
                <a:cubicBezTo>
                  <a:pt x="7296" y="1261"/>
                  <a:pt x="7296" y="1884"/>
                  <a:pt x="6880" y="1884"/>
                </a:cubicBezTo>
                <a:cubicBezTo>
                  <a:pt x="6865" y="1884"/>
                  <a:pt x="6850" y="1883"/>
                  <a:pt x="6835" y="1882"/>
                </a:cubicBezTo>
                <a:cubicBezTo>
                  <a:pt x="5716" y="1882"/>
                  <a:pt x="4811" y="2787"/>
                  <a:pt x="4811" y="3906"/>
                </a:cubicBezTo>
                <a:cubicBezTo>
                  <a:pt x="4799" y="4097"/>
                  <a:pt x="4656" y="4192"/>
                  <a:pt x="4510" y="4192"/>
                </a:cubicBezTo>
                <a:cubicBezTo>
                  <a:pt x="4364" y="4192"/>
                  <a:pt x="4215" y="4097"/>
                  <a:pt x="4191" y="3906"/>
                </a:cubicBezTo>
                <a:cubicBezTo>
                  <a:pt x="4191" y="2454"/>
                  <a:pt x="5382" y="1263"/>
                  <a:pt x="6835" y="1263"/>
                </a:cubicBezTo>
                <a:cubicBezTo>
                  <a:pt x="6850" y="1261"/>
                  <a:pt x="6865" y="1261"/>
                  <a:pt x="6880" y="1261"/>
                </a:cubicBezTo>
                <a:close/>
                <a:moveTo>
                  <a:pt x="6835" y="1"/>
                </a:moveTo>
                <a:cubicBezTo>
                  <a:pt x="3501" y="1"/>
                  <a:pt x="1691" y="3906"/>
                  <a:pt x="3858" y="6430"/>
                </a:cubicBezTo>
                <a:lnTo>
                  <a:pt x="3239" y="7050"/>
                </a:lnTo>
                <a:lnTo>
                  <a:pt x="3025" y="6835"/>
                </a:lnTo>
                <a:cubicBezTo>
                  <a:pt x="2965" y="6764"/>
                  <a:pt x="2882" y="6728"/>
                  <a:pt x="2798" y="6728"/>
                </a:cubicBezTo>
                <a:cubicBezTo>
                  <a:pt x="2715" y="6728"/>
                  <a:pt x="2632" y="6764"/>
                  <a:pt x="2572" y="6835"/>
                </a:cubicBezTo>
                <a:lnTo>
                  <a:pt x="119" y="9288"/>
                </a:lnTo>
                <a:cubicBezTo>
                  <a:pt x="0" y="9407"/>
                  <a:pt x="0" y="9622"/>
                  <a:pt x="119" y="9741"/>
                </a:cubicBezTo>
                <a:lnTo>
                  <a:pt x="1000" y="10622"/>
                </a:lnTo>
                <a:cubicBezTo>
                  <a:pt x="1060" y="10681"/>
                  <a:pt x="1143" y="10711"/>
                  <a:pt x="1227" y="10711"/>
                </a:cubicBezTo>
                <a:cubicBezTo>
                  <a:pt x="1310" y="10711"/>
                  <a:pt x="1393" y="10681"/>
                  <a:pt x="1453" y="10622"/>
                </a:cubicBezTo>
                <a:lnTo>
                  <a:pt x="3906" y="8169"/>
                </a:lnTo>
                <a:cubicBezTo>
                  <a:pt x="4049" y="8050"/>
                  <a:pt x="4049" y="7836"/>
                  <a:pt x="3906" y="7716"/>
                </a:cubicBezTo>
                <a:lnTo>
                  <a:pt x="3691" y="7502"/>
                </a:lnTo>
                <a:lnTo>
                  <a:pt x="4311" y="6883"/>
                </a:lnTo>
                <a:cubicBezTo>
                  <a:pt x="5055" y="7516"/>
                  <a:pt x="5944" y="7811"/>
                  <a:pt x="6820" y="7811"/>
                </a:cubicBezTo>
                <a:cubicBezTo>
                  <a:pt x="8383" y="7811"/>
                  <a:pt x="9907" y="6873"/>
                  <a:pt x="10502" y="5240"/>
                </a:cubicBezTo>
                <a:cubicBezTo>
                  <a:pt x="11431" y="2692"/>
                  <a:pt x="9550" y="1"/>
                  <a:pt x="683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1" name="Google Shape;1771;p35"/>
          <p:cNvSpPr/>
          <p:nvPr/>
        </p:nvSpPr>
        <p:spPr>
          <a:xfrm>
            <a:off x="1019288" y="2988113"/>
            <a:ext cx="824700" cy="82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2" name="Google Shape;1772;p35"/>
          <p:cNvGrpSpPr/>
          <p:nvPr/>
        </p:nvGrpSpPr>
        <p:grpSpPr>
          <a:xfrm>
            <a:off x="457201" y="3907380"/>
            <a:ext cx="1948882" cy="824600"/>
            <a:chOff x="457200" y="959300"/>
            <a:chExt cx="2061000" cy="824600"/>
          </a:xfrm>
        </p:grpSpPr>
        <p:sp>
          <p:nvSpPr>
            <p:cNvPr id="1773" name="Google Shape;1773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Improve 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74" name="Google Shape;1774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  Pluto is considered a dwarf planet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5" name="Google Shape;1775;p35"/>
          <p:cNvGrpSpPr/>
          <p:nvPr/>
        </p:nvGrpSpPr>
        <p:grpSpPr>
          <a:xfrm>
            <a:off x="3598551" y="3907380"/>
            <a:ext cx="1948882" cy="824600"/>
            <a:chOff x="457200" y="959300"/>
            <a:chExt cx="2061000" cy="824600"/>
          </a:xfrm>
        </p:grpSpPr>
        <p:sp>
          <p:nvSpPr>
            <p:cNvPr id="1776" name="Google Shape;1776;p35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Evaluate the model</a:t>
              </a:r>
              <a:endParaRPr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777" name="Google Shape;1777;p35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8" name="Google Shape;1778;p35"/>
          <p:cNvGrpSpPr/>
          <p:nvPr/>
        </p:nvGrpSpPr>
        <p:grpSpPr>
          <a:xfrm>
            <a:off x="1243322" y="3221070"/>
            <a:ext cx="376627" cy="358819"/>
            <a:chOff x="2430622" y="2290545"/>
            <a:chExt cx="376627" cy="358819"/>
          </a:xfrm>
        </p:grpSpPr>
        <p:sp>
          <p:nvSpPr>
            <p:cNvPr id="1779" name="Google Shape;1779;p35"/>
            <p:cNvSpPr/>
            <p:nvPr/>
          </p:nvSpPr>
          <p:spPr>
            <a:xfrm>
              <a:off x="2430622" y="2290545"/>
              <a:ext cx="269166" cy="327896"/>
            </a:xfrm>
            <a:custGeom>
              <a:avLst/>
              <a:gdLst/>
              <a:ahLst/>
              <a:cxnLst/>
              <a:rect l="l" t="t" r="r" b="b"/>
              <a:pathLst>
                <a:path w="7860" h="9575" extrusionOk="0">
                  <a:moveTo>
                    <a:pt x="6264" y="2025"/>
                  </a:moveTo>
                  <a:cubicBezTo>
                    <a:pt x="6669" y="2025"/>
                    <a:pt x="6669" y="2620"/>
                    <a:pt x="6264" y="2620"/>
                  </a:cubicBezTo>
                  <a:lnTo>
                    <a:pt x="4430" y="2620"/>
                  </a:lnTo>
                  <a:cubicBezTo>
                    <a:pt x="4025" y="2620"/>
                    <a:pt x="4025" y="2025"/>
                    <a:pt x="4430" y="2025"/>
                  </a:cubicBezTo>
                  <a:close/>
                  <a:moveTo>
                    <a:pt x="3406" y="2025"/>
                  </a:moveTo>
                  <a:cubicBezTo>
                    <a:pt x="3811" y="2025"/>
                    <a:pt x="3811" y="2644"/>
                    <a:pt x="3406" y="2644"/>
                  </a:cubicBezTo>
                  <a:lnTo>
                    <a:pt x="1572" y="2644"/>
                  </a:lnTo>
                  <a:cubicBezTo>
                    <a:pt x="1144" y="2644"/>
                    <a:pt x="1144" y="2025"/>
                    <a:pt x="1572" y="2025"/>
                  </a:cubicBezTo>
                  <a:close/>
                  <a:moveTo>
                    <a:pt x="3406" y="3239"/>
                  </a:moveTo>
                  <a:cubicBezTo>
                    <a:pt x="3811" y="3239"/>
                    <a:pt x="3811" y="3859"/>
                    <a:pt x="3406" y="3859"/>
                  </a:cubicBezTo>
                  <a:lnTo>
                    <a:pt x="1572" y="3859"/>
                  </a:lnTo>
                  <a:cubicBezTo>
                    <a:pt x="1144" y="3859"/>
                    <a:pt x="1144" y="3239"/>
                    <a:pt x="1572" y="3239"/>
                  </a:cubicBezTo>
                  <a:close/>
                  <a:moveTo>
                    <a:pt x="6264" y="3239"/>
                  </a:moveTo>
                  <a:cubicBezTo>
                    <a:pt x="6669" y="3239"/>
                    <a:pt x="6669" y="3859"/>
                    <a:pt x="6264" y="3859"/>
                  </a:cubicBezTo>
                  <a:lnTo>
                    <a:pt x="4430" y="3859"/>
                  </a:lnTo>
                  <a:cubicBezTo>
                    <a:pt x="4025" y="3859"/>
                    <a:pt x="4025" y="3239"/>
                    <a:pt x="4430" y="3239"/>
                  </a:cubicBezTo>
                  <a:close/>
                  <a:moveTo>
                    <a:pt x="3406" y="4478"/>
                  </a:moveTo>
                  <a:cubicBezTo>
                    <a:pt x="3811" y="4478"/>
                    <a:pt x="3811" y="5097"/>
                    <a:pt x="3406" y="5097"/>
                  </a:cubicBezTo>
                  <a:lnTo>
                    <a:pt x="1572" y="5097"/>
                  </a:lnTo>
                  <a:cubicBezTo>
                    <a:pt x="1144" y="5097"/>
                    <a:pt x="1144" y="4478"/>
                    <a:pt x="1572" y="4478"/>
                  </a:cubicBezTo>
                  <a:close/>
                  <a:moveTo>
                    <a:pt x="5311" y="4478"/>
                  </a:moveTo>
                  <a:cubicBezTo>
                    <a:pt x="5716" y="4478"/>
                    <a:pt x="5716" y="5097"/>
                    <a:pt x="5311" y="5097"/>
                  </a:cubicBezTo>
                  <a:lnTo>
                    <a:pt x="4406" y="5097"/>
                  </a:lnTo>
                  <a:cubicBezTo>
                    <a:pt x="4263" y="5097"/>
                    <a:pt x="4120" y="4954"/>
                    <a:pt x="4120" y="4811"/>
                  </a:cubicBezTo>
                  <a:lnTo>
                    <a:pt x="4120" y="4787"/>
                  </a:lnTo>
                  <a:cubicBezTo>
                    <a:pt x="4120" y="4621"/>
                    <a:pt x="4263" y="4478"/>
                    <a:pt x="4406" y="4478"/>
                  </a:cubicBezTo>
                  <a:close/>
                  <a:moveTo>
                    <a:pt x="3406" y="5716"/>
                  </a:moveTo>
                  <a:cubicBezTo>
                    <a:pt x="3811" y="5716"/>
                    <a:pt x="3811" y="6311"/>
                    <a:pt x="3406" y="6311"/>
                  </a:cubicBezTo>
                  <a:lnTo>
                    <a:pt x="1572" y="6311"/>
                  </a:lnTo>
                  <a:cubicBezTo>
                    <a:pt x="1144" y="6311"/>
                    <a:pt x="1144" y="5716"/>
                    <a:pt x="1572" y="5716"/>
                  </a:cubicBezTo>
                  <a:close/>
                  <a:moveTo>
                    <a:pt x="3406" y="6954"/>
                  </a:moveTo>
                  <a:cubicBezTo>
                    <a:pt x="3811" y="6954"/>
                    <a:pt x="3811" y="7574"/>
                    <a:pt x="3406" y="7574"/>
                  </a:cubicBezTo>
                  <a:lnTo>
                    <a:pt x="1572" y="7574"/>
                  </a:lnTo>
                  <a:cubicBezTo>
                    <a:pt x="1144" y="7574"/>
                    <a:pt x="1144" y="6954"/>
                    <a:pt x="1572" y="6954"/>
                  </a:cubicBezTo>
                  <a:close/>
                  <a:moveTo>
                    <a:pt x="1263" y="1"/>
                  </a:moveTo>
                  <a:cubicBezTo>
                    <a:pt x="572" y="1"/>
                    <a:pt x="1" y="548"/>
                    <a:pt x="1" y="1239"/>
                  </a:cubicBezTo>
                  <a:lnTo>
                    <a:pt x="1" y="8336"/>
                  </a:lnTo>
                  <a:cubicBezTo>
                    <a:pt x="1" y="9026"/>
                    <a:pt x="572" y="9574"/>
                    <a:pt x="1263" y="9574"/>
                  </a:cubicBezTo>
                  <a:lnTo>
                    <a:pt x="4835" y="9574"/>
                  </a:lnTo>
                  <a:cubicBezTo>
                    <a:pt x="3531" y="7488"/>
                    <a:pt x="5012" y="4787"/>
                    <a:pt x="7470" y="4787"/>
                  </a:cubicBezTo>
                  <a:cubicBezTo>
                    <a:pt x="7481" y="4787"/>
                    <a:pt x="7491" y="4787"/>
                    <a:pt x="7502" y="4787"/>
                  </a:cubicBezTo>
                  <a:lnTo>
                    <a:pt x="7550" y="4787"/>
                  </a:lnTo>
                  <a:cubicBezTo>
                    <a:pt x="7645" y="4787"/>
                    <a:pt x="7740" y="4787"/>
                    <a:pt x="7859" y="4811"/>
                  </a:cubicBezTo>
                  <a:lnTo>
                    <a:pt x="7859" y="1239"/>
                  </a:lnTo>
                  <a:cubicBezTo>
                    <a:pt x="7836" y="548"/>
                    <a:pt x="7288" y="1"/>
                    <a:pt x="66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2565993" y="2474852"/>
              <a:ext cx="241256" cy="174513"/>
            </a:xfrm>
            <a:custGeom>
              <a:avLst/>
              <a:gdLst/>
              <a:ahLst/>
              <a:cxnLst/>
              <a:rect l="l" t="t" r="r" b="b"/>
              <a:pathLst>
                <a:path w="7045" h="5096" extrusionOk="0">
                  <a:moveTo>
                    <a:pt x="4400" y="1625"/>
                  </a:moveTo>
                  <a:cubicBezTo>
                    <a:pt x="4628" y="1625"/>
                    <a:pt x="4838" y="1897"/>
                    <a:pt x="4645" y="2144"/>
                  </a:cubicBezTo>
                  <a:lnTo>
                    <a:pt x="3668" y="3359"/>
                  </a:lnTo>
                  <a:cubicBezTo>
                    <a:pt x="3613" y="3428"/>
                    <a:pt x="3525" y="3465"/>
                    <a:pt x="3438" y="3465"/>
                  </a:cubicBezTo>
                  <a:cubicBezTo>
                    <a:pt x="3375" y="3465"/>
                    <a:pt x="3313" y="3446"/>
                    <a:pt x="3263" y="3406"/>
                  </a:cubicBezTo>
                  <a:lnTo>
                    <a:pt x="2525" y="2882"/>
                  </a:lnTo>
                  <a:cubicBezTo>
                    <a:pt x="2382" y="2787"/>
                    <a:pt x="2358" y="2573"/>
                    <a:pt x="2454" y="2454"/>
                  </a:cubicBezTo>
                  <a:cubicBezTo>
                    <a:pt x="2512" y="2366"/>
                    <a:pt x="2605" y="2315"/>
                    <a:pt x="2702" y="2315"/>
                  </a:cubicBezTo>
                  <a:cubicBezTo>
                    <a:pt x="2764" y="2315"/>
                    <a:pt x="2827" y="2336"/>
                    <a:pt x="2882" y="2382"/>
                  </a:cubicBezTo>
                  <a:lnTo>
                    <a:pt x="3382" y="2739"/>
                  </a:lnTo>
                  <a:lnTo>
                    <a:pt x="4168" y="1739"/>
                  </a:lnTo>
                  <a:cubicBezTo>
                    <a:pt x="4237" y="1659"/>
                    <a:pt x="4319" y="1625"/>
                    <a:pt x="4400" y="1625"/>
                  </a:cubicBezTo>
                  <a:close/>
                  <a:moveTo>
                    <a:pt x="3525" y="1"/>
                  </a:moveTo>
                  <a:cubicBezTo>
                    <a:pt x="739" y="1"/>
                    <a:pt x="1" y="3835"/>
                    <a:pt x="2549" y="4883"/>
                  </a:cubicBezTo>
                  <a:cubicBezTo>
                    <a:pt x="2902" y="5030"/>
                    <a:pt x="3247" y="5096"/>
                    <a:pt x="3576" y="5096"/>
                  </a:cubicBezTo>
                  <a:cubicBezTo>
                    <a:pt x="5644" y="5096"/>
                    <a:pt x="7044" y="2468"/>
                    <a:pt x="5359" y="763"/>
                  </a:cubicBezTo>
                  <a:cubicBezTo>
                    <a:pt x="4883" y="263"/>
                    <a:pt x="4240" y="1"/>
                    <a:pt x="35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781" name="Google Shape;1781;p35"/>
          <p:cNvCxnSpPr>
            <a:stCxn id="1742" idx="6"/>
            <a:endCxn id="1740" idx="2"/>
          </p:cNvCxnSpPr>
          <p:nvPr/>
        </p:nvCxnSpPr>
        <p:spPr>
          <a:xfrm>
            <a:off x="1843988" y="1438313"/>
            <a:ext cx="2315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2" name="Google Shape;1782;p35"/>
          <p:cNvCxnSpPr>
            <a:stCxn id="1740" idx="6"/>
            <a:endCxn id="1741" idx="1"/>
          </p:cNvCxnSpPr>
          <p:nvPr/>
        </p:nvCxnSpPr>
        <p:spPr>
          <a:xfrm>
            <a:off x="4984338" y="1438313"/>
            <a:ext cx="2437500" cy="71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3" name="Google Shape;1783;p35"/>
          <p:cNvCxnSpPr>
            <a:stCxn id="1741" idx="3"/>
            <a:endCxn id="1739" idx="6"/>
          </p:cNvCxnSpPr>
          <p:nvPr/>
        </p:nvCxnSpPr>
        <p:spPr>
          <a:xfrm flipH="1">
            <a:off x="4985450" y="2732238"/>
            <a:ext cx="2436300" cy="668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84" name="Google Shape;1784;p35"/>
          <p:cNvCxnSpPr>
            <a:stCxn id="1739" idx="2"/>
            <a:endCxn id="1771" idx="6"/>
          </p:cNvCxnSpPr>
          <p:nvPr/>
        </p:nvCxnSpPr>
        <p:spPr>
          <a:xfrm rot="10800000">
            <a:off x="1844025" y="3400463"/>
            <a:ext cx="2316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9" name="Google Shape;1789;p36"/>
          <p:cNvGrpSpPr/>
          <p:nvPr/>
        </p:nvGrpSpPr>
        <p:grpSpPr>
          <a:xfrm>
            <a:off x="3296926" y="1035541"/>
            <a:ext cx="2550136" cy="3687818"/>
            <a:chOff x="3346589" y="1035541"/>
            <a:chExt cx="2550136" cy="3687818"/>
          </a:xfrm>
        </p:grpSpPr>
        <p:grpSp>
          <p:nvGrpSpPr>
            <p:cNvPr id="1790" name="Google Shape;1790;p36"/>
            <p:cNvGrpSpPr/>
            <p:nvPr/>
          </p:nvGrpSpPr>
          <p:grpSpPr>
            <a:xfrm>
              <a:off x="3346589" y="1035541"/>
              <a:ext cx="2450802" cy="3687818"/>
              <a:chOff x="3409938" y="1035450"/>
              <a:chExt cx="2324137" cy="3497219"/>
            </a:xfrm>
          </p:grpSpPr>
          <p:sp>
            <p:nvSpPr>
              <p:cNvPr id="1791" name="Google Shape;1791;p36"/>
              <p:cNvSpPr/>
              <p:nvPr/>
            </p:nvSpPr>
            <p:spPr>
              <a:xfrm>
                <a:off x="4164193" y="1113566"/>
                <a:ext cx="263849" cy="519204"/>
              </a:xfrm>
              <a:custGeom>
                <a:avLst/>
                <a:gdLst/>
                <a:ahLst/>
                <a:cxnLst/>
                <a:rect l="l" t="t" r="r" b="b"/>
                <a:pathLst>
                  <a:path w="5188" h="10209" extrusionOk="0">
                    <a:moveTo>
                      <a:pt x="731" y="1"/>
                    </a:moveTo>
                    <a:lnTo>
                      <a:pt x="590" y="14"/>
                    </a:lnTo>
                    <a:lnTo>
                      <a:pt x="449" y="52"/>
                    </a:lnTo>
                    <a:lnTo>
                      <a:pt x="321" y="116"/>
                    </a:lnTo>
                    <a:lnTo>
                      <a:pt x="218" y="206"/>
                    </a:lnTo>
                    <a:lnTo>
                      <a:pt x="129" y="321"/>
                    </a:lnTo>
                    <a:lnTo>
                      <a:pt x="65" y="436"/>
                    </a:lnTo>
                    <a:lnTo>
                      <a:pt x="13" y="577"/>
                    </a:lnTo>
                    <a:lnTo>
                      <a:pt x="1" y="731"/>
                    </a:lnTo>
                    <a:lnTo>
                      <a:pt x="1" y="4253"/>
                    </a:lnTo>
                    <a:lnTo>
                      <a:pt x="13" y="4394"/>
                    </a:lnTo>
                    <a:lnTo>
                      <a:pt x="65" y="4535"/>
                    </a:lnTo>
                    <a:lnTo>
                      <a:pt x="129" y="4650"/>
                    </a:lnTo>
                    <a:lnTo>
                      <a:pt x="218" y="4765"/>
                    </a:lnTo>
                    <a:lnTo>
                      <a:pt x="321" y="4855"/>
                    </a:lnTo>
                    <a:lnTo>
                      <a:pt x="449" y="4919"/>
                    </a:lnTo>
                    <a:lnTo>
                      <a:pt x="590" y="4958"/>
                    </a:lnTo>
                    <a:lnTo>
                      <a:pt x="731" y="4970"/>
                    </a:lnTo>
                    <a:lnTo>
                      <a:pt x="3728" y="4970"/>
                    </a:lnTo>
                    <a:lnTo>
                      <a:pt x="3728" y="9479"/>
                    </a:lnTo>
                    <a:lnTo>
                      <a:pt x="3740" y="9632"/>
                    </a:lnTo>
                    <a:lnTo>
                      <a:pt x="3792" y="9761"/>
                    </a:lnTo>
                    <a:lnTo>
                      <a:pt x="3856" y="9889"/>
                    </a:lnTo>
                    <a:lnTo>
                      <a:pt x="3945" y="10004"/>
                    </a:lnTo>
                    <a:lnTo>
                      <a:pt x="4048" y="10081"/>
                    </a:lnTo>
                    <a:lnTo>
                      <a:pt x="4176" y="10158"/>
                    </a:lnTo>
                    <a:lnTo>
                      <a:pt x="4317" y="10196"/>
                    </a:lnTo>
                    <a:lnTo>
                      <a:pt x="4458" y="10209"/>
                    </a:lnTo>
                    <a:lnTo>
                      <a:pt x="4611" y="10196"/>
                    </a:lnTo>
                    <a:lnTo>
                      <a:pt x="4739" y="10158"/>
                    </a:lnTo>
                    <a:lnTo>
                      <a:pt x="4868" y="10081"/>
                    </a:lnTo>
                    <a:lnTo>
                      <a:pt x="4970" y="10004"/>
                    </a:lnTo>
                    <a:lnTo>
                      <a:pt x="5060" y="9889"/>
                    </a:lnTo>
                    <a:lnTo>
                      <a:pt x="5137" y="9761"/>
                    </a:lnTo>
                    <a:lnTo>
                      <a:pt x="5175" y="9632"/>
                    </a:lnTo>
                    <a:lnTo>
                      <a:pt x="5188" y="9479"/>
                    </a:lnTo>
                    <a:lnTo>
                      <a:pt x="5188" y="4253"/>
                    </a:lnTo>
                    <a:lnTo>
                      <a:pt x="5175" y="4099"/>
                    </a:lnTo>
                    <a:lnTo>
                      <a:pt x="5137" y="3959"/>
                    </a:lnTo>
                    <a:lnTo>
                      <a:pt x="5060" y="3843"/>
                    </a:lnTo>
                    <a:lnTo>
                      <a:pt x="4970" y="3728"/>
                    </a:lnTo>
                    <a:lnTo>
                      <a:pt x="4868" y="3638"/>
                    </a:lnTo>
                    <a:lnTo>
                      <a:pt x="4739" y="3574"/>
                    </a:lnTo>
                    <a:lnTo>
                      <a:pt x="4611" y="3536"/>
                    </a:lnTo>
                    <a:lnTo>
                      <a:pt x="4458" y="3523"/>
                    </a:lnTo>
                    <a:lnTo>
                      <a:pt x="1461" y="3523"/>
                    </a:lnTo>
                    <a:lnTo>
                      <a:pt x="1461" y="731"/>
                    </a:lnTo>
                    <a:lnTo>
                      <a:pt x="1448" y="577"/>
                    </a:lnTo>
                    <a:lnTo>
                      <a:pt x="1409" y="436"/>
                    </a:lnTo>
                    <a:lnTo>
                      <a:pt x="1333" y="321"/>
                    </a:lnTo>
                    <a:lnTo>
                      <a:pt x="1243" y="206"/>
                    </a:lnTo>
                    <a:lnTo>
                      <a:pt x="1140" y="116"/>
                    </a:lnTo>
                    <a:lnTo>
                      <a:pt x="1012" y="52"/>
                    </a:lnTo>
                    <a:lnTo>
                      <a:pt x="884" y="14"/>
                    </a:lnTo>
                    <a:lnTo>
                      <a:pt x="73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6"/>
              <p:cNvSpPr/>
              <p:nvPr/>
            </p:nvSpPr>
            <p:spPr>
              <a:xfrm>
                <a:off x="4535497" y="1224993"/>
                <a:ext cx="73642" cy="407775"/>
              </a:xfrm>
              <a:custGeom>
                <a:avLst/>
                <a:gdLst/>
                <a:ahLst/>
                <a:cxnLst/>
                <a:rect l="l" t="t" r="r" b="b"/>
                <a:pathLst>
                  <a:path w="1448" h="8018" extrusionOk="0">
                    <a:moveTo>
                      <a:pt x="717" y="0"/>
                    </a:moveTo>
                    <a:lnTo>
                      <a:pt x="576" y="13"/>
                    </a:lnTo>
                    <a:lnTo>
                      <a:pt x="436" y="51"/>
                    </a:lnTo>
                    <a:lnTo>
                      <a:pt x="320" y="115"/>
                    </a:lnTo>
                    <a:lnTo>
                      <a:pt x="205" y="205"/>
                    </a:lnTo>
                    <a:lnTo>
                      <a:pt x="115" y="320"/>
                    </a:lnTo>
                    <a:lnTo>
                      <a:pt x="51" y="436"/>
                    </a:lnTo>
                    <a:lnTo>
                      <a:pt x="13" y="576"/>
                    </a:lnTo>
                    <a:lnTo>
                      <a:pt x="0" y="717"/>
                    </a:lnTo>
                    <a:lnTo>
                      <a:pt x="0" y="7288"/>
                    </a:lnTo>
                    <a:lnTo>
                      <a:pt x="13" y="7441"/>
                    </a:lnTo>
                    <a:lnTo>
                      <a:pt x="51" y="7570"/>
                    </a:lnTo>
                    <a:lnTo>
                      <a:pt x="115" y="7698"/>
                    </a:lnTo>
                    <a:lnTo>
                      <a:pt x="205" y="7813"/>
                    </a:lnTo>
                    <a:lnTo>
                      <a:pt x="320" y="7890"/>
                    </a:lnTo>
                    <a:lnTo>
                      <a:pt x="436" y="7967"/>
                    </a:lnTo>
                    <a:lnTo>
                      <a:pt x="576" y="8005"/>
                    </a:lnTo>
                    <a:lnTo>
                      <a:pt x="717" y="8018"/>
                    </a:lnTo>
                    <a:lnTo>
                      <a:pt x="871" y="8005"/>
                    </a:lnTo>
                    <a:lnTo>
                      <a:pt x="1012" y="7967"/>
                    </a:lnTo>
                    <a:lnTo>
                      <a:pt x="1127" y="7890"/>
                    </a:lnTo>
                    <a:lnTo>
                      <a:pt x="1242" y="7813"/>
                    </a:lnTo>
                    <a:lnTo>
                      <a:pt x="1332" y="7698"/>
                    </a:lnTo>
                    <a:lnTo>
                      <a:pt x="1396" y="7570"/>
                    </a:lnTo>
                    <a:lnTo>
                      <a:pt x="1435" y="7441"/>
                    </a:lnTo>
                    <a:lnTo>
                      <a:pt x="1447" y="7288"/>
                    </a:lnTo>
                    <a:lnTo>
                      <a:pt x="1447" y="717"/>
                    </a:lnTo>
                    <a:lnTo>
                      <a:pt x="1435" y="576"/>
                    </a:lnTo>
                    <a:lnTo>
                      <a:pt x="1396" y="436"/>
                    </a:lnTo>
                    <a:lnTo>
                      <a:pt x="1332" y="320"/>
                    </a:lnTo>
                    <a:lnTo>
                      <a:pt x="1242" y="205"/>
                    </a:lnTo>
                    <a:lnTo>
                      <a:pt x="1127" y="115"/>
                    </a:lnTo>
                    <a:lnTo>
                      <a:pt x="1012" y="51"/>
                    </a:lnTo>
                    <a:lnTo>
                      <a:pt x="871" y="13"/>
                    </a:lnTo>
                    <a:lnTo>
                      <a:pt x="7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6"/>
              <p:cNvSpPr/>
              <p:nvPr/>
            </p:nvSpPr>
            <p:spPr>
              <a:xfrm>
                <a:off x="4707443" y="1069931"/>
                <a:ext cx="216297" cy="562840"/>
              </a:xfrm>
              <a:custGeom>
                <a:avLst/>
                <a:gdLst/>
                <a:ahLst/>
                <a:cxnLst/>
                <a:rect l="l" t="t" r="r" b="b"/>
                <a:pathLst>
                  <a:path w="4253" h="11067" extrusionOk="0">
                    <a:moveTo>
                      <a:pt x="3522" y="1"/>
                    </a:moveTo>
                    <a:lnTo>
                      <a:pt x="3369" y="14"/>
                    </a:lnTo>
                    <a:lnTo>
                      <a:pt x="3241" y="52"/>
                    </a:lnTo>
                    <a:lnTo>
                      <a:pt x="3113" y="116"/>
                    </a:lnTo>
                    <a:lnTo>
                      <a:pt x="3010" y="206"/>
                    </a:lnTo>
                    <a:lnTo>
                      <a:pt x="2921" y="321"/>
                    </a:lnTo>
                    <a:lnTo>
                      <a:pt x="2856" y="436"/>
                    </a:lnTo>
                    <a:lnTo>
                      <a:pt x="2805" y="577"/>
                    </a:lnTo>
                    <a:lnTo>
                      <a:pt x="2792" y="731"/>
                    </a:lnTo>
                    <a:lnTo>
                      <a:pt x="2792" y="6200"/>
                    </a:lnTo>
                    <a:lnTo>
                      <a:pt x="128" y="9914"/>
                    </a:lnTo>
                    <a:lnTo>
                      <a:pt x="64" y="10042"/>
                    </a:lnTo>
                    <a:lnTo>
                      <a:pt x="13" y="10183"/>
                    </a:lnTo>
                    <a:lnTo>
                      <a:pt x="0" y="10324"/>
                    </a:lnTo>
                    <a:lnTo>
                      <a:pt x="13" y="10465"/>
                    </a:lnTo>
                    <a:lnTo>
                      <a:pt x="39" y="10593"/>
                    </a:lnTo>
                    <a:lnTo>
                      <a:pt x="103" y="10721"/>
                    </a:lnTo>
                    <a:lnTo>
                      <a:pt x="192" y="10836"/>
                    </a:lnTo>
                    <a:lnTo>
                      <a:pt x="308" y="10939"/>
                    </a:lnTo>
                    <a:lnTo>
                      <a:pt x="397" y="10990"/>
                    </a:lnTo>
                    <a:lnTo>
                      <a:pt x="513" y="11041"/>
                    </a:lnTo>
                    <a:lnTo>
                      <a:pt x="615" y="11067"/>
                    </a:lnTo>
                    <a:lnTo>
                      <a:pt x="807" y="11067"/>
                    </a:lnTo>
                    <a:lnTo>
                      <a:pt x="897" y="11054"/>
                    </a:lnTo>
                    <a:lnTo>
                      <a:pt x="974" y="11028"/>
                    </a:lnTo>
                    <a:lnTo>
                      <a:pt x="1051" y="10990"/>
                    </a:lnTo>
                    <a:lnTo>
                      <a:pt x="1127" y="10952"/>
                    </a:lnTo>
                    <a:lnTo>
                      <a:pt x="1204" y="10900"/>
                    </a:lnTo>
                    <a:lnTo>
                      <a:pt x="1268" y="10836"/>
                    </a:lnTo>
                    <a:lnTo>
                      <a:pt x="1320" y="10759"/>
                    </a:lnTo>
                    <a:lnTo>
                      <a:pt x="4112" y="6866"/>
                    </a:lnTo>
                    <a:lnTo>
                      <a:pt x="4176" y="6763"/>
                    </a:lnTo>
                    <a:lnTo>
                      <a:pt x="4214" y="6661"/>
                    </a:lnTo>
                    <a:lnTo>
                      <a:pt x="4240" y="6546"/>
                    </a:lnTo>
                    <a:lnTo>
                      <a:pt x="4253" y="6443"/>
                    </a:lnTo>
                    <a:lnTo>
                      <a:pt x="4253" y="731"/>
                    </a:lnTo>
                    <a:lnTo>
                      <a:pt x="4240" y="577"/>
                    </a:lnTo>
                    <a:lnTo>
                      <a:pt x="4189" y="436"/>
                    </a:lnTo>
                    <a:lnTo>
                      <a:pt x="4124" y="321"/>
                    </a:lnTo>
                    <a:lnTo>
                      <a:pt x="4035" y="206"/>
                    </a:lnTo>
                    <a:lnTo>
                      <a:pt x="3932" y="116"/>
                    </a:lnTo>
                    <a:lnTo>
                      <a:pt x="3804" y="52"/>
                    </a:lnTo>
                    <a:lnTo>
                      <a:pt x="3663" y="14"/>
                    </a:lnTo>
                    <a:lnTo>
                      <a:pt x="352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6"/>
              <p:cNvSpPr/>
              <p:nvPr/>
            </p:nvSpPr>
            <p:spPr>
              <a:xfrm>
                <a:off x="4620784" y="3791379"/>
                <a:ext cx="1030526" cy="508117"/>
              </a:xfrm>
              <a:custGeom>
                <a:avLst/>
                <a:gdLst/>
                <a:ahLst/>
                <a:cxnLst/>
                <a:rect l="l" t="t" r="r" b="b"/>
                <a:pathLst>
                  <a:path w="20263" h="9991" extrusionOk="0">
                    <a:moveTo>
                      <a:pt x="731" y="0"/>
                    </a:moveTo>
                    <a:lnTo>
                      <a:pt x="590" y="13"/>
                    </a:lnTo>
                    <a:lnTo>
                      <a:pt x="449" y="51"/>
                    </a:lnTo>
                    <a:lnTo>
                      <a:pt x="321" y="128"/>
                    </a:lnTo>
                    <a:lnTo>
                      <a:pt x="219" y="218"/>
                    </a:lnTo>
                    <a:lnTo>
                      <a:pt x="129" y="320"/>
                    </a:lnTo>
                    <a:lnTo>
                      <a:pt x="65" y="448"/>
                    </a:lnTo>
                    <a:lnTo>
                      <a:pt x="14" y="577"/>
                    </a:lnTo>
                    <a:lnTo>
                      <a:pt x="1" y="730"/>
                    </a:lnTo>
                    <a:lnTo>
                      <a:pt x="1" y="9260"/>
                    </a:lnTo>
                    <a:lnTo>
                      <a:pt x="14" y="9401"/>
                    </a:lnTo>
                    <a:lnTo>
                      <a:pt x="65" y="9542"/>
                    </a:lnTo>
                    <a:lnTo>
                      <a:pt x="129" y="9670"/>
                    </a:lnTo>
                    <a:lnTo>
                      <a:pt x="219" y="9773"/>
                    </a:lnTo>
                    <a:lnTo>
                      <a:pt x="321" y="9862"/>
                    </a:lnTo>
                    <a:lnTo>
                      <a:pt x="449" y="9926"/>
                    </a:lnTo>
                    <a:lnTo>
                      <a:pt x="590" y="9978"/>
                    </a:lnTo>
                    <a:lnTo>
                      <a:pt x="731" y="9990"/>
                    </a:lnTo>
                    <a:lnTo>
                      <a:pt x="19533" y="9990"/>
                    </a:lnTo>
                    <a:lnTo>
                      <a:pt x="19674" y="9978"/>
                    </a:lnTo>
                    <a:lnTo>
                      <a:pt x="19815" y="9926"/>
                    </a:lnTo>
                    <a:lnTo>
                      <a:pt x="19943" y="9862"/>
                    </a:lnTo>
                    <a:lnTo>
                      <a:pt x="20045" y="9773"/>
                    </a:lnTo>
                    <a:lnTo>
                      <a:pt x="20135" y="9670"/>
                    </a:lnTo>
                    <a:lnTo>
                      <a:pt x="20199" y="9542"/>
                    </a:lnTo>
                    <a:lnTo>
                      <a:pt x="20237" y="9401"/>
                    </a:lnTo>
                    <a:lnTo>
                      <a:pt x="20263" y="9260"/>
                    </a:lnTo>
                    <a:lnTo>
                      <a:pt x="20237" y="9107"/>
                    </a:lnTo>
                    <a:lnTo>
                      <a:pt x="20199" y="8979"/>
                    </a:lnTo>
                    <a:lnTo>
                      <a:pt x="20135" y="8850"/>
                    </a:lnTo>
                    <a:lnTo>
                      <a:pt x="20045" y="8748"/>
                    </a:lnTo>
                    <a:lnTo>
                      <a:pt x="19943" y="8658"/>
                    </a:lnTo>
                    <a:lnTo>
                      <a:pt x="19815" y="8582"/>
                    </a:lnTo>
                    <a:lnTo>
                      <a:pt x="19674" y="8543"/>
                    </a:lnTo>
                    <a:lnTo>
                      <a:pt x="19533" y="8530"/>
                    </a:lnTo>
                    <a:lnTo>
                      <a:pt x="1461" y="8530"/>
                    </a:lnTo>
                    <a:lnTo>
                      <a:pt x="1461" y="730"/>
                    </a:lnTo>
                    <a:lnTo>
                      <a:pt x="1448" y="577"/>
                    </a:lnTo>
                    <a:lnTo>
                      <a:pt x="1410" y="448"/>
                    </a:lnTo>
                    <a:lnTo>
                      <a:pt x="1333" y="320"/>
                    </a:lnTo>
                    <a:lnTo>
                      <a:pt x="1243" y="218"/>
                    </a:lnTo>
                    <a:lnTo>
                      <a:pt x="1141" y="128"/>
                    </a:lnTo>
                    <a:lnTo>
                      <a:pt x="1013" y="51"/>
                    </a:lnTo>
                    <a:lnTo>
                      <a:pt x="885" y="13"/>
                    </a:lnTo>
                    <a:lnTo>
                      <a:pt x="7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6"/>
              <p:cNvSpPr/>
              <p:nvPr/>
            </p:nvSpPr>
            <p:spPr>
              <a:xfrm>
                <a:off x="4449498" y="3807653"/>
                <a:ext cx="1201814" cy="691153"/>
              </a:xfrm>
              <a:custGeom>
                <a:avLst/>
                <a:gdLst/>
                <a:ahLst/>
                <a:cxnLst/>
                <a:rect l="l" t="t" r="r" b="b"/>
                <a:pathLst>
                  <a:path w="23631" h="13590" extrusionOk="0">
                    <a:moveTo>
                      <a:pt x="730" y="0"/>
                    </a:moveTo>
                    <a:lnTo>
                      <a:pt x="577" y="13"/>
                    </a:lnTo>
                    <a:lnTo>
                      <a:pt x="449" y="52"/>
                    </a:lnTo>
                    <a:lnTo>
                      <a:pt x="321" y="128"/>
                    </a:lnTo>
                    <a:lnTo>
                      <a:pt x="205" y="218"/>
                    </a:lnTo>
                    <a:lnTo>
                      <a:pt x="129" y="321"/>
                    </a:lnTo>
                    <a:lnTo>
                      <a:pt x="52" y="449"/>
                    </a:lnTo>
                    <a:lnTo>
                      <a:pt x="13" y="577"/>
                    </a:lnTo>
                    <a:lnTo>
                      <a:pt x="0" y="730"/>
                    </a:lnTo>
                    <a:lnTo>
                      <a:pt x="0" y="12860"/>
                    </a:lnTo>
                    <a:lnTo>
                      <a:pt x="13" y="13000"/>
                    </a:lnTo>
                    <a:lnTo>
                      <a:pt x="52" y="13141"/>
                    </a:lnTo>
                    <a:lnTo>
                      <a:pt x="129" y="13269"/>
                    </a:lnTo>
                    <a:lnTo>
                      <a:pt x="205" y="13372"/>
                    </a:lnTo>
                    <a:lnTo>
                      <a:pt x="321" y="13462"/>
                    </a:lnTo>
                    <a:lnTo>
                      <a:pt x="449" y="13526"/>
                    </a:lnTo>
                    <a:lnTo>
                      <a:pt x="577" y="13577"/>
                    </a:lnTo>
                    <a:lnTo>
                      <a:pt x="730" y="13590"/>
                    </a:lnTo>
                    <a:lnTo>
                      <a:pt x="22901" y="13590"/>
                    </a:lnTo>
                    <a:lnTo>
                      <a:pt x="23042" y="13577"/>
                    </a:lnTo>
                    <a:lnTo>
                      <a:pt x="23183" y="13526"/>
                    </a:lnTo>
                    <a:lnTo>
                      <a:pt x="23311" y="13462"/>
                    </a:lnTo>
                    <a:lnTo>
                      <a:pt x="23413" y="13372"/>
                    </a:lnTo>
                    <a:lnTo>
                      <a:pt x="23503" y="13269"/>
                    </a:lnTo>
                    <a:lnTo>
                      <a:pt x="23567" y="13141"/>
                    </a:lnTo>
                    <a:lnTo>
                      <a:pt x="23605" y="13000"/>
                    </a:lnTo>
                    <a:lnTo>
                      <a:pt x="23631" y="12860"/>
                    </a:lnTo>
                    <a:lnTo>
                      <a:pt x="23605" y="12706"/>
                    </a:lnTo>
                    <a:lnTo>
                      <a:pt x="23567" y="12578"/>
                    </a:lnTo>
                    <a:lnTo>
                      <a:pt x="23503" y="12450"/>
                    </a:lnTo>
                    <a:lnTo>
                      <a:pt x="23413" y="12347"/>
                    </a:lnTo>
                    <a:lnTo>
                      <a:pt x="23311" y="12258"/>
                    </a:lnTo>
                    <a:lnTo>
                      <a:pt x="23183" y="12181"/>
                    </a:lnTo>
                    <a:lnTo>
                      <a:pt x="23042" y="12142"/>
                    </a:lnTo>
                    <a:lnTo>
                      <a:pt x="22901" y="12129"/>
                    </a:lnTo>
                    <a:lnTo>
                      <a:pt x="1461" y="12129"/>
                    </a:lnTo>
                    <a:lnTo>
                      <a:pt x="1461" y="730"/>
                    </a:lnTo>
                    <a:lnTo>
                      <a:pt x="1435" y="577"/>
                    </a:lnTo>
                    <a:lnTo>
                      <a:pt x="1396" y="449"/>
                    </a:lnTo>
                    <a:lnTo>
                      <a:pt x="1332" y="321"/>
                    </a:lnTo>
                    <a:lnTo>
                      <a:pt x="1243" y="218"/>
                    </a:lnTo>
                    <a:lnTo>
                      <a:pt x="1128" y="128"/>
                    </a:lnTo>
                    <a:lnTo>
                      <a:pt x="1012" y="52"/>
                    </a:lnTo>
                    <a:lnTo>
                      <a:pt x="871" y="13"/>
                    </a:lnTo>
                    <a:lnTo>
                      <a:pt x="7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6"/>
              <p:cNvSpPr/>
              <p:nvPr/>
            </p:nvSpPr>
            <p:spPr>
              <a:xfrm>
                <a:off x="4792781" y="3791379"/>
                <a:ext cx="858525" cy="308807"/>
              </a:xfrm>
              <a:custGeom>
                <a:avLst/>
                <a:gdLst/>
                <a:ahLst/>
                <a:cxnLst/>
                <a:rect l="l" t="t" r="r" b="b"/>
                <a:pathLst>
                  <a:path w="16881" h="6072" extrusionOk="0">
                    <a:moveTo>
                      <a:pt x="730" y="0"/>
                    </a:moveTo>
                    <a:lnTo>
                      <a:pt x="577" y="26"/>
                    </a:lnTo>
                    <a:lnTo>
                      <a:pt x="436" y="64"/>
                    </a:lnTo>
                    <a:lnTo>
                      <a:pt x="320" y="128"/>
                    </a:lnTo>
                    <a:lnTo>
                      <a:pt x="205" y="218"/>
                    </a:lnTo>
                    <a:lnTo>
                      <a:pt x="115" y="333"/>
                    </a:lnTo>
                    <a:lnTo>
                      <a:pt x="51" y="448"/>
                    </a:lnTo>
                    <a:lnTo>
                      <a:pt x="13" y="589"/>
                    </a:lnTo>
                    <a:lnTo>
                      <a:pt x="0" y="730"/>
                    </a:lnTo>
                    <a:lnTo>
                      <a:pt x="0" y="5341"/>
                    </a:lnTo>
                    <a:lnTo>
                      <a:pt x="13" y="5482"/>
                    </a:lnTo>
                    <a:lnTo>
                      <a:pt x="51" y="5623"/>
                    </a:lnTo>
                    <a:lnTo>
                      <a:pt x="115" y="5751"/>
                    </a:lnTo>
                    <a:lnTo>
                      <a:pt x="205" y="5853"/>
                    </a:lnTo>
                    <a:lnTo>
                      <a:pt x="320" y="5943"/>
                    </a:lnTo>
                    <a:lnTo>
                      <a:pt x="436" y="6007"/>
                    </a:lnTo>
                    <a:lnTo>
                      <a:pt x="577" y="6058"/>
                    </a:lnTo>
                    <a:lnTo>
                      <a:pt x="730" y="6071"/>
                    </a:lnTo>
                    <a:lnTo>
                      <a:pt x="16151" y="6071"/>
                    </a:lnTo>
                    <a:lnTo>
                      <a:pt x="16292" y="6058"/>
                    </a:lnTo>
                    <a:lnTo>
                      <a:pt x="16433" y="6007"/>
                    </a:lnTo>
                    <a:lnTo>
                      <a:pt x="16561" y="5943"/>
                    </a:lnTo>
                    <a:lnTo>
                      <a:pt x="16663" y="5853"/>
                    </a:lnTo>
                    <a:lnTo>
                      <a:pt x="16753" y="5751"/>
                    </a:lnTo>
                    <a:lnTo>
                      <a:pt x="16817" y="5623"/>
                    </a:lnTo>
                    <a:lnTo>
                      <a:pt x="16855" y="5482"/>
                    </a:lnTo>
                    <a:lnTo>
                      <a:pt x="16881" y="5341"/>
                    </a:lnTo>
                    <a:lnTo>
                      <a:pt x="16855" y="5187"/>
                    </a:lnTo>
                    <a:lnTo>
                      <a:pt x="16817" y="5059"/>
                    </a:lnTo>
                    <a:lnTo>
                      <a:pt x="16753" y="4931"/>
                    </a:lnTo>
                    <a:lnTo>
                      <a:pt x="16663" y="4829"/>
                    </a:lnTo>
                    <a:lnTo>
                      <a:pt x="16561" y="4739"/>
                    </a:lnTo>
                    <a:lnTo>
                      <a:pt x="16433" y="4662"/>
                    </a:lnTo>
                    <a:lnTo>
                      <a:pt x="16292" y="4624"/>
                    </a:lnTo>
                    <a:lnTo>
                      <a:pt x="16151" y="4611"/>
                    </a:lnTo>
                    <a:lnTo>
                      <a:pt x="1460" y="4611"/>
                    </a:lnTo>
                    <a:lnTo>
                      <a:pt x="1460" y="730"/>
                    </a:lnTo>
                    <a:lnTo>
                      <a:pt x="1435" y="589"/>
                    </a:lnTo>
                    <a:lnTo>
                      <a:pt x="1396" y="448"/>
                    </a:lnTo>
                    <a:lnTo>
                      <a:pt x="1332" y="333"/>
                    </a:lnTo>
                    <a:lnTo>
                      <a:pt x="1243" y="218"/>
                    </a:lnTo>
                    <a:lnTo>
                      <a:pt x="1127" y="128"/>
                    </a:lnTo>
                    <a:lnTo>
                      <a:pt x="1012" y="64"/>
                    </a:lnTo>
                    <a:lnTo>
                      <a:pt x="871" y="26"/>
                    </a:lnTo>
                    <a:lnTo>
                      <a:pt x="73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6"/>
              <p:cNvSpPr/>
              <p:nvPr/>
            </p:nvSpPr>
            <p:spPr>
              <a:xfrm>
                <a:off x="3409938" y="1689417"/>
                <a:ext cx="2324137" cy="1839516"/>
              </a:xfrm>
              <a:custGeom>
                <a:avLst/>
                <a:gdLst/>
                <a:ahLst/>
                <a:cxnLst/>
                <a:rect l="l" t="t" r="r" b="b"/>
                <a:pathLst>
                  <a:path w="45699" h="36170" extrusionOk="0">
                    <a:moveTo>
                      <a:pt x="0" y="0"/>
                    </a:moveTo>
                    <a:lnTo>
                      <a:pt x="0" y="36170"/>
                    </a:lnTo>
                    <a:lnTo>
                      <a:pt x="45699" y="36170"/>
                    </a:lnTo>
                    <a:lnTo>
                      <a:pt x="4569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6"/>
              <p:cNvSpPr/>
              <p:nvPr/>
            </p:nvSpPr>
            <p:spPr>
              <a:xfrm>
                <a:off x="3604007" y="1882876"/>
                <a:ext cx="1936603" cy="1452592"/>
              </a:xfrm>
              <a:custGeom>
                <a:avLst/>
                <a:gdLst/>
                <a:ahLst/>
                <a:cxnLst/>
                <a:rect l="l" t="t" r="r" b="b"/>
                <a:pathLst>
                  <a:path w="38079" h="28562" extrusionOk="0">
                    <a:moveTo>
                      <a:pt x="1" y="0"/>
                    </a:moveTo>
                    <a:lnTo>
                      <a:pt x="1" y="28562"/>
                    </a:lnTo>
                    <a:lnTo>
                      <a:pt x="38079" y="28562"/>
                    </a:lnTo>
                    <a:lnTo>
                      <a:pt x="3807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36"/>
              <p:cNvSpPr/>
              <p:nvPr/>
            </p:nvSpPr>
            <p:spPr>
              <a:xfrm>
                <a:off x="3681512" y="1936276"/>
                <a:ext cx="1781589" cy="1345791"/>
              </a:xfrm>
              <a:custGeom>
                <a:avLst/>
                <a:gdLst/>
                <a:ahLst/>
                <a:cxnLst/>
                <a:rect l="l" t="t" r="r" b="b"/>
                <a:pathLst>
                  <a:path w="35031" h="26462" extrusionOk="0">
                    <a:moveTo>
                      <a:pt x="1" y="0"/>
                    </a:moveTo>
                    <a:lnTo>
                      <a:pt x="1" y="26461"/>
                    </a:lnTo>
                    <a:lnTo>
                      <a:pt x="35030" y="26461"/>
                    </a:lnTo>
                    <a:lnTo>
                      <a:pt x="350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36"/>
              <p:cNvSpPr/>
              <p:nvPr/>
            </p:nvSpPr>
            <p:spPr>
              <a:xfrm>
                <a:off x="4155750" y="3528856"/>
                <a:ext cx="833148" cy="89306"/>
              </a:xfrm>
              <a:custGeom>
                <a:avLst/>
                <a:gdLst/>
                <a:ahLst/>
                <a:cxnLst/>
                <a:rect l="l" t="t" r="r" b="b"/>
                <a:pathLst>
                  <a:path w="16382" h="1756" extrusionOk="0">
                    <a:moveTo>
                      <a:pt x="0" y="1"/>
                    </a:moveTo>
                    <a:lnTo>
                      <a:pt x="3433" y="1755"/>
                    </a:lnTo>
                    <a:lnTo>
                      <a:pt x="12949" y="1755"/>
                    </a:lnTo>
                    <a:lnTo>
                      <a:pt x="1638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36"/>
              <p:cNvSpPr/>
              <p:nvPr/>
            </p:nvSpPr>
            <p:spPr>
              <a:xfrm>
                <a:off x="4233256" y="3699531"/>
                <a:ext cx="678134" cy="89255"/>
              </a:xfrm>
              <a:custGeom>
                <a:avLst/>
                <a:gdLst/>
                <a:ahLst/>
                <a:cxnLst/>
                <a:rect l="l" t="t" r="r" b="b"/>
                <a:pathLst>
                  <a:path w="13334" h="1755" extrusionOk="0">
                    <a:moveTo>
                      <a:pt x="1909" y="0"/>
                    </a:moveTo>
                    <a:lnTo>
                      <a:pt x="0" y="1755"/>
                    </a:lnTo>
                    <a:lnTo>
                      <a:pt x="13333" y="1755"/>
                    </a:lnTo>
                    <a:lnTo>
                      <a:pt x="114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36"/>
              <p:cNvSpPr/>
              <p:nvPr/>
            </p:nvSpPr>
            <p:spPr>
              <a:xfrm>
                <a:off x="4330290" y="3618110"/>
                <a:ext cx="483401" cy="81474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1602" extrusionOk="0">
                    <a:moveTo>
                      <a:pt x="1" y="0"/>
                    </a:moveTo>
                    <a:lnTo>
                      <a:pt x="1" y="1601"/>
                    </a:lnTo>
                    <a:lnTo>
                      <a:pt x="9504" y="1601"/>
                    </a:lnTo>
                    <a:lnTo>
                      <a:pt x="95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36"/>
              <p:cNvSpPr/>
              <p:nvPr/>
            </p:nvSpPr>
            <p:spPr>
              <a:xfrm>
                <a:off x="4255379" y="1595587"/>
                <a:ext cx="633837" cy="93883"/>
              </a:xfrm>
              <a:custGeom>
                <a:avLst/>
                <a:gdLst/>
                <a:ahLst/>
                <a:cxnLst/>
                <a:rect l="l" t="t" r="r" b="b"/>
                <a:pathLst>
                  <a:path w="12463" h="1846" extrusionOk="0">
                    <a:moveTo>
                      <a:pt x="1704" y="1"/>
                    </a:moveTo>
                    <a:lnTo>
                      <a:pt x="1538" y="14"/>
                    </a:lnTo>
                    <a:lnTo>
                      <a:pt x="1358" y="39"/>
                    </a:lnTo>
                    <a:lnTo>
                      <a:pt x="1205" y="78"/>
                    </a:lnTo>
                    <a:lnTo>
                      <a:pt x="1038" y="142"/>
                    </a:lnTo>
                    <a:lnTo>
                      <a:pt x="897" y="206"/>
                    </a:lnTo>
                    <a:lnTo>
                      <a:pt x="756" y="295"/>
                    </a:lnTo>
                    <a:lnTo>
                      <a:pt x="615" y="398"/>
                    </a:lnTo>
                    <a:lnTo>
                      <a:pt x="500" y="500"/>
                    </a:lnTo>
                    <a:lnTo>
                      <a:pt x="385" y="628"/>
                    </a:lnTo>
                    <a:lnTo>
                      <a:pt x="295" y="756"/>
                    </a:lnTo>
                    <a:lnTo>
                      <a:pt x="206" y="897"/>
                    </a:lnTo>
                    <a:lnTo>
                      <a:pt x="129" y="1051"/>
                    </a:lnTo>
                    <a:lnTo>
                      <a:pt x="78" y="1205"/>
                    </a:lnTo>
                    <a:lnTo>
                      <a:pt x="39" y="1371"/>
                    </a:lnTo>
                    <a:lnTo>
                      <a:pt x="13" y="1538"/>
                    </a:lnTo>
                    <a:lnTo>
                      <a:pt x="1" y="1717"/>
                    </a:lnTo>
                    <a:lnTo>
                      <a:pt x="1" y="1845"/>
                    </a:lnTo>
                    <a:lnTo>
                      <a:pt x="12463" y="1845"/>
                    </a:lnTo>
                    <a:lnTo>
                      <a:pt x="12463" y="1717"/>
                    </a:lnTo>
                    <a:lnTo>
                      <a:pt x="12450" y="1538"/>
                    </a:lnTo>
                    <a:lnTo>
                      <a:pt x="12424" y="1371"/>
                    </a:lnTo>
                    <a:lnTo>
                      <a:pt x="12386" y="1205"/>
                    </a:lnTo>
                    <a:lnTo>
                      <a:pt x="12322" y="1051"/>
                    </a:lnTo>
                    <a:lnTo>
                      <a:pt x="12258" y="897"/>
                    </a:lnTo>
                    <a:lnTo>
                      <a:pt x="12168" y="756"/>
                    </a:lnTo>
                    <a:lnTo>
                      <a:pt x="12066" y="628"/>
                    </a:lnTo>
                    <a:lnTo>
                      <a:pt x="11963" y="500"/>
                    </a:lnTo>
                    <a:lnTo>
                      <a:pt x="11835" y="398"/>
                    </a:lnTo>
                    <a:lnTo>
                      <a:pt x="11707" y="295"/>
                    </a:lnTo>
                    <a:lnTo>
                      <a:pt x="11566" y="206"/>
                    </a:lnTo>
                    <a:lnTo>
                      <a:pt x="11412" y="142"/>
                    </a:lnTo>
                    <a:lnTo>
                      <a:pt x="11259" y="78"/>
                    </a:lnTo>
                    <a:lnTo>
                      <a:pt x="11092" y="39"/>
                    </a:lnTo>
                    <a:lnTo>
                      <a:pt x="10926" y="14"/>
                    </a:lnTo>
                    <a:lnTo>
                      <a:pt x="107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36"/>
              <p:cNvSpPr/>
              <p:nvPr/>
            </p:nvSpPr>
            <p:spPr>
              <a:xfrm>
                <a:off x="4714614" y="2808470"/>
                <a:ext cx="323759" cy="233232"/>
              </a:xfrm>
              <a:custGeom>
                <a:avLst/>
                <a:gdLst/>
                <a:ahLst/>
                <a:cxnLst/>
                <a:rect l="l" t="t" r="r" b="b"/>
                <a:pathLst>
                  <a:path w="6366" h="4586" extrusionOk="0">
                    <a:moveTo>
                      <a:pt x="487" y="0"/>
                    </a:moveTo>
                    <a:lnTo>
                      <a:pt x="384" y="13"/>
                    </a:lnTo>
                    <a:lnTo>
                      <a:pt x="295" y="39"/>
                    </a:lnTo>
                    <a:lnTo>
                      <a:pt x="218" y="90"/>
                    </a:lnTo>
                    <a:lnTo>
                      <a:pt x="141" y="141"/>
                    </a:lnTo>
                    <a:lnTo>
                      <a:pt x="90" y="218"/>
                    </a:lnTo>
                    <a:lnTo>
                      <a:pt x="39" y="295"/>
                    </a:lnTo>
                    <a:lnTo>
                      <a:pt x="13" y="397"/>
                    </a:lnTo>
                    <a:lnTo>
                      <a:pt x="0" y="487"/>
                    </a:lnTo>
                    <a:lnTo>
                      <a:pt x="0" y="4099"/>
                    </a:lnTo>
                    <a:lnTo>
                      <a:pt x="13" y="4201"/>
                    </a:lnTo>
                    <a:lnTo>
                      <a:pt x="39" y="4291"/>
                    </a:lnTo>
                    <a:lnTo>
                      <a:pt x="90" y="4368"/>
                    </a:lnTo>
                    <a:lnTo>
                      <a:pt x="141" y="4444"/>
                    </a:lnTo>
                    <a:lnTo>
                      <a:pt x="218" y="4496"/>
                    </a:lnTo>
                    <a:lnTo>
                      <a:pt x="295" y="4547"/>
                    </a:lnTo>
                    <a:lnTo>
                      <a:pt x="384" y="4573"/>
                    </a:lnTo>
                    <a:lnTo>
                      <a:pt x="487" y="4585"/>
                    </a:lnTo>
                    <a:lnTo>
                      <a:pt x="5879" y="4585"/>
                    </a:lnTo>
                    <a:lnTo>
                      <a:pt x="5981" y="4573"/>
                    </a:lnTo>
                    <a:lnTo>
                      <a:pt x="6071" y="4547"/>
                    </a:lnTo>
                    <a:lnTo>
                      <a:pt x="6148" y="4496"/>
                    </a:lnTo>
                    <a:lnTo>
                      <a:pt x="6225" y="4444"/>
                    </a:lnTo>
                    <a:lnTo>
                      <a:pt x="6289" y="4368"/>
                    </a:lnTo>
                    <a:lnTo>
                      <a:pt x="6327" y="4291"/>
                    </a:lnTo>
                    <a:lnTo>
                      <a:pt x="6353" y="4201"/>
                    </a:lnTo>
                    <a:lnTo>
                      <a:pt x="6366" y="4099"/>
                    </a:lnTo>
                    <a:lnTo>
                      <a:pt x="6353" y="3996"/>
                    </a:lnTo>
                    <a:lnTo>
                      <a:pt x="6327" y="3907"/>
                    </a:lnTo>
                    <a:lnTo>
                      <a:pt x="6289" y="3830"/>
                    </a:lnTo>
                    <a:lnTo>
                      <a:pt x="6225" y="3753"/>
                    </a:lnTo>
                    <a:lnTo>
                      <a:pt x="6148" y="3689"/>
                    </a:lnTo>
                    <a:lnTo>
                      <a:pt x="6071" y="3650"/>
                    </a:lnTo>
                    <a:lnTo>
                      <a:pt x="5981" y="3625"/>
                    </a:lnTo>
                    <a:lnTo>
                      <a:pt x="5879" y="3612"/>
                    </a:lnTo>
                    <a:lnTo>
                      <a:pt x="974" y="3612"/>
                    </a:lnTo>
                    <a:lnTo>
                      <a:pt x="974" y="487"/>
                    </a:lnTo>
                    <a:lnTo>
                      <a:pt x="961" y="397"/>
                    </a:lnTo>
                    <a:lnTo>
                      <a:pt x="935" y="295"/>
                    </a:lnTo>
                    <a:lnTo>
                      <a:pt x="897" y="218"/>
                    </a:lnTo>
                    <a:lnTo>
                      <a:pt x="833" y="141"/>
                    </a:lnTo>
                    <a:lnTo>
                      <a:pt x="756" y="90"/>
                    </a:lnTo>
                    <a:lnTo>
                      <a:pt x="679" y="39"/>
                    </a:lnTo>
                    <a:lnTo>
                      <a:pt x="589" y="13"/>
                    </a:ln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36"/>
              <p:cNvSpPr/>
              <p:nvPr/>
            </p:nvSpPr>
            <p:spPr>
              <a:xfrm>
                <a:off x="4691169" y="2173370"/>
                <a:ext cx="356359" cy="147232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2895" extrusionOk="0">
                    <a:moveTo>
                      <a:pt x="2318" y="0"/>
                    </a:moveTo>
                    <a:lnTo>
                      <a:pt x="2229" y="26"/>
                    </a:lnTo>
                    <a:lnTo>
                      <a:pt x="2139" y="77"/>
                    </a:lnTo>
                    <a:lnTo>
                      <a:pt x="2075" y="141"/>
                    </a:lnTo>
                    <a:lnTo>
                      <a:pt x="141" y="2062"/>
                    </a:lnTo>
                    <a:lnTo>
                      <a:pt x="77" y="2139"/>
                    </a:lnTo>
                    <a:lnTo>
                      <a:pt x="39" y="2229"/>
                    </a:lnTo>
                    <a:lnTo>
                      <a:pt x="0" y="2319"/>
                    </a:lnTo>
                    <a:lnTo>
                      <a:pt x="0" y="2408"/>
                    </a:lnTo>
                    <a:lnTo>
                      <a:pt x="0" y="2498"/>
                    </a:lnTo>
                    <a:lnTo>
                      <a:pt x="39" y="2588"/>
                    </a:lnTo>
                    <a:lnTo>
                      <a:pt x="77" y="2677"/>
                    </a:lnTo>
                    <a:lnTo>
                      <a:pt x="141" y="2754"/>
                    </a:lnTo>
                    <a:lnTo>
                      <a:pt x="218" y="2818"/>
                    </a:lnTo>
                    <a:lnTo>
                      <a:pt x="295" y="2857"/>
                    </a:lnTo>
                    <a:lnTo>
                      <a:pt x="384" y="2882"/>
                    </a:lnTo>
                    <a:lnTo>
                      <a:pt x="487" y="2895"/>
                    </a:lnTo>
                    <a:lnTo>
                      <a:pt x="576" y="2882"/>
                    </a:lnTo>
                    <a:lnTo>
                      <a:pt x="666" y="2857"/>
                    </a:lnTo>
                    <a:lnTo>
                      <a:pt x="743" y="2818"/>
                    </a:lnTo>
                    <a:lnTo>
                      <a:pt x="820" y="2754"/>
                    </a:lnTo>
                    <a:lnTo>
                      <a:pt x="2613" y="961"/>
                    </a:lnTo>
                    <a:lnTo>
                      <a:pt x="6609" y="961"/>
                    </a:lnTo>
                    <a:lnTo>
                      <a:pt x="6699" y="923"/>
                    </a:lnTo>
                    <a:lnTo>
                      <a:pt x="6788" y="884"/>
                    </a:lnTo>
                    <a:lnTo>
                      <a:pt x="6852" y="820"/>
                    </a:lnTo>
                    <a:lnTo>
                      <a:pt x="6916" y="756"/>
                    </a:lnTo>
                    <a:lnTo>
                      <a:pt x="6968" y="666"/>
                    </a:lnTo>
                    <a:lnTo>
                      <a:pt x="6993" y="577"/>
                    </a:lnTo>
                    <a:lnTo>
                      <a:pt x="7006" y="487"/>
                    </a:lnTo>
                    <a:lnTo>
                      <a:pt x="6993" y="385"/>
                    </a:lnTo>
                    <a:lnTo>
                      <a:pt x="6968" y="295"/>
                    </a:lnTo>
                    <a:lnTo>
                      <a:pt x="6916" y="205"/>
                    </a:lnTo>
                    <a:lnTo>
                      <a:pt x="6852" y="141"/>
                    </a:lnTo>
                    <a:lnTo>
                      <a:pt x="6788" y="77"/>
                    </a:lnTo>
                    <a:lnTo>
                      <a:pt x="6699" y="39"/>
                    </a:lnTo>
                    <a:lnTo>
                      <a:pt x="6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36"/>
              <p:cNvSpPr/>
              <p:nvPr/>
            </p:nvSpPr>
            <p:spPr>
              <a:xfrm>
                <a:off x="3827420" y="2347911"/>
                <a:ext cx="323810" cy="313384"/>
              </a:xfrm>
              <a:custGeom>
                <a:avLst/>
                <a:gdLst/>
                <a:ahLst/>
                <a:cxnLst/>
                <a:rect l="l" t="t" r="r" b="b"/>
                <a:pathLst>
                  <a:path w="6367" h="6162" extrusionOk="0">
                    <a:moveTo>
                      <a:pt x="3088" y="1"/>
                    </a:moveTo>
                    <a:lnTo>
                      <a:pt x="2985" y="14"/>
                    </a:lnTo>
                    <a:lnTo>
                      <a:pt x="2896" y="39"/>
                    </a:lnTo>
                    <a:lnTo>
                      <a:pt x="2819" y="91"/>
                    </a:lnTo>
                    <a:lnTo>
                      <a:pt x="2742" y="155"/>
                    </a:lnTo>
                    <a:lnTo>
                      <a:pt x="2678" y="219"/>
                    </a:lnTo>
                    <a:lnTo>
                      <a:pt x="2639" y="308"/>
                    </a:lnTo>
                    <a:lnTo>
                      <a:pt x="2614" y="398"/>
                    </a:lnTo>
                    <a:lnTo>
                      <a:pt x="2601" y="488"/>
                    </a:lnTo>
                    <a:lnTo>
                      <a:pt x="2601" y="1320"/>
                    </a:lnTo>
                    <a:lnTo>
                      <a:pt x="488" y="1320"/>
                    </a:lnTo>
                    <a:lnTo>
                      <a:pt x="385" y="1333"/>
                    </a:lnTo>
                    <a:lnTo>
                      <a:pt x="296" y="1359"/>
                    </a:lnTo>
                    <a:lnTo>
                      <a:pt x="206" y="1410"/>
                    </a:lnTo>
                    <a:lnTo>
                      <a:pt x="142" y="1461"/>
                    </a:lnTo>
                    <a:lnTo>
                      <a:pt x="78" y="1538"/>
                    </a:lnTo>
                    <a:lnTo>
                      <a:pt x="39" y="1615"/>
                    </a:lnTo>
                    <a:lnTo>
                      <a:pt x="1" y="1717"/>
                    </a:lnTo>
                    <a:lnTo>
                      <a:pt x="1" y="1807"/>
                    </a:lnTo>
                    <a:lnTo>
                      <a:pt x="1" y="4163"/>
                    </a:lnTo>
                    <a:lnTo>
                      <a:pt x="1" y="4253"/>
                    </a:lnTo>
                    <a:lnTo>
                      <a:pt x="39" y="4343"/>
                    </a:lnTo>
                    <a:lnTo>
                      <a:pt x="78" y="4432"/>
                    </a:lnTo>
                    <a:lnTo>
                      <a:pt x="142" y="4496"/>
                    </a:lnTo>
                    <a:lnTo>
                      <a:pt x="206" y="4561"/>
                    </a:lnTo>
                    <a:lnTo>
                      <a:pt x="296" y="4599"/>
                    </a:lnTo>
                    <a:lnTo>
                      <a:pt x="385" y="4637"/>
                    </a:lnTo>
                    <a:lnTo>
                      <a:pt x="1141" y="4637"/>
                    </a:lnTo>
                    <a:lnTo>
                      <a:pt x="1141" y="5675"/>
                    </a:lnTo>
                    <a:lnTo>
                      <a:pt x="1154" y="5777"/>
                    </a:lnTo>
                    <a:lnTo>
                      <a:pt x="1179" y="5867"/>
                    </a:lnTo>
                    <a:lnTo>
                      <a:pt x="1218" y="5957"/>
                    </a:lnTo>
                    <a:lnTo>
                      <a:pt x="1282" y="6021"/>
                    </a:lnTo>
                    <a:lnTo>
                      <a:pt x="1359" y="6085"/>
                    </a:lnTo>
                    <a:lnTo>
                      <a:pt x="1435" y="6123"/>
                    </a:lnTo>
                    <a:lnTo>
                      <a:pt x="1525" y="6162"/>
                    </a:lnTo>
                    <a:lnTo>
                      <a:pt x="5982" y="6162"/>
                    </a:lnTo>
                    <a:lnTo>
                      <a:pt x="6072" y="6123"/>
                    </a:lnTo>
                    <a:lnTo>
                      <a:pt x="6162" y="6085"/>
                    </a:lnTo>
                    <a:lnTo>
                      <a:pt x="6226" y="6021"/>
                    </a:lnTo>
                    <a:lnTo>
                      <a:pt x="6290" y="5957"/>
                    </a:lnTo>
                    <a:lnTo>
                      <a:pt x="6328" y="5867"/>
                    </a:lnTo>
                    <a:lnTo>
                      <a:pt x="6354" y="5777"/>
                    </a:lnTo>
                    <a:lnTo>
                      <a:pt x="6366" y="5675"/>
                    </a:lnTo>
                    <a:lnTo>
                      <a:pt x="6354" y="5585"/>
                    </a:lnTo>
                    <a:lnTo>
                      <a:pt x="6328" y="5496"/>
                    </a:lnTo>
                    <a:lnTo>
                      <a:pt x="6290" y="5406"/>
                    </a:lnTo>
                    <a:lnTo>
                      <a:pt x="6226" y="5342"/>
                    </a:lnTo>
                    <a:lnTo>
                      <a:pt x="6162" y="5278"/>
                    </a:lnTo>
                    <a:lnTo>
                      <a:pt x="6072" y="5239"/>
                    </a:lnTo>
                    <a:lnTo>
                      <a:pt x="5982" y="5201"/>
                    </a:lnTo>
                    <a:lnTo>
                      <a:pt x="2114" y="5201"/>
                    </a:lnTo>
                    <a:lnTo>
                      <a:pt x="2114" y="4163"/>
                    </a:lnTo>
                    <a:lnTo>
                      <a:pt x="2101" y="4061"/>
                    </a:lnTo>
                    <a:lnTo>
                      <a:pt x="2076" y="3971"/>
                    </a:lnTo>
                    <a:lnTo>
                      <a:pt x="2025" y="3882"/>
                    </a:lnTo>
                    <a:lnTo>
                      <a:pt x="1973" y="3818"/>
                    </a:lnTo>
                    <a:lnTo>
                      <a:pt x="1896" y="3754"/>
                    </a:lnTo>
                    <a:lnTo>
                      <a:pt x="1820" y="3715"/>
                    </a:lnTo>
                    <a:lnTo>
                      <a:pt x="1717" y="3677"/>
                    </a:lnTo>
                    <a:lnTo>
                      <a:pt x="962" y="3677"/>
                    </a:lnTo>
                    <a:lnTo>
                      <a:pt x="962" y="2294"/>
                    </a:lnTo>
                    <a:lnTo>
                      <a:pt x="3088" y="2294"/>
                    </a:lnTo>
                    <a:lnTo>
                      <a:pt x="3177" y="2281"/>
                    </a:lnTo>
                    <a:lnTo>
                      <a:pt x="3280" y="2255"/>
                    </a:lnTo>
                    <a:lnTo>
                      <a:pt x="3357" y="2217"/>
                    </a:lnTo>
                    <a:lnTo>
                      <a:pt x="3433" y="2153"/>
                    </a:lnTo>
                    <a:lnTo>
                      <a:pt x="3485" y="2076"/>
                    </a:lnTo>
                    <a:lnTo>
                      <a:pt x="3536" y="1999"/>
                    </a:lnTo>
                    <a:lnTo>
                      <a:pt x="3562" y="1909"/>
                    </a:lnTo>
                    <a:lnTo>
                      <a:pt x="3574" y="1807"/>
                    </a:lnTo>
                    <a:lnTo>
                      <a:pt x="3574" y="488"/>
                    </a:lnTo>
                    <a:lnTo>
                      <a:pt x="3562" y="398"/>
                    </a:lnTo>
                    <a:lnTo>
                      <a:pt x="3536" y="308"/>
                    </a:lnTo>
                    <a:lnTo>
                      <a:pt x="3485" y="219"/>
                    </a:lnTo>
                    <a:lnTo>
                      <a:pt x="3433" y="155"/>
                    </a:lnTo>
                    <a:lnTo>
                      <a:pt x="3357" y="91"/>
                    </a:lnTo>
                    <a:lnTo>
                      <a:pt x="3280" y="39"/>
                    </a:lnTo>
                    <a:lnTo>
                      <a:pt x="3177" y="14"/>
                    </a:lnTo>
                    <a:lnTo>
                      <a:pt x="30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36"/>
              <p:cNvSpPr/>
              <p:nvPr/>
            </p:nvSpPr>
            <p:spPr>
              <a:xfrm>
                <a:off x="4130322" y="1079085"/>
                <a:ext cx="142045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2806" extrusionOk="0">
                    <a:moveTo>
                      <a:pt x="1397" y="0"/>
                    </a:moveTo>
                    <a:lnTo>
                      <a:pt x="1256" y="13"/>
                    </a:lnTo>
                    <a:lnTo>
                      <a:pt x="1115" y="26"/>
                    </a:lnTo>
                    <a:lnTo>
                      <a:pt x="987" y="64"/>
                    </a:lnTo>
                    <a:lnTo>
                      <a:pt x="859" y="115"/>
                    </a:lnTo>
                    <a:lnTo>
                      <a:pt x="731" y="167"/>
                    </a:lnTo>
                    <a:lnTo>
                      <a:pt x="615" y="243"/>
                    </a:lnTo>
                    <a:lnTo>
                      <a:pt x="513" y="320"/>
                    </a:lnTo>
                    <a:lnTo>
                      <a:pt x="410" y="410"/>
                    </a:lnTo>
                    <a:lnTo>
                      <a:pt x="321" y="512"/>
                    </a:lnTo>
                    <a:lnTo>
                      <a:pt x="231" y="615"/>
                    </a:lnTo>
                    <a:lnTo>
                      <a:pt x="167" y="730"/>
                    </a:lnTo>
                    <a:lnTo>
                      <a:pt x="103" y="858"/>
                    </a:lnTo>
                    <a:lnTo>
                      <a:pt x="65" y="986"/>
                    </a:lnTo>
                    <a:lnTo>
                      <a:pt x="26" y="1114"/>
                    </a:lnTo>
                    <a:lnTo>
                      <a:pt x="1" y="1255"/>
                    </a:lnTo>
                    <a:lnTo>
                      <a:pt x="1" y="1409"/>
                    </a:lnTo>
                    <a:lnTo>
                      <a:pt x="1" y="1550"/>
                    </a:lnTo>
                    <a:lnTo>
                      <a:pt x="26" y="1691"/>
                    </a:lnTo>
                    <a:lnTo>
                      <a:pt x="65" y="1819"/>
                    </a:lnTo>
                    <a:lnTo>
                      <a:pt x="103" y="1947"/>
                    </a:lnTo>
                    <a:lnTo>
                      <a:pt x="167" y="2075"/>
                    </a:lnTo>
                    <a:lnTo>
                      <a:pt x="231" y="2190"/>
                    </a:lnTo>
                    <a:lnTo>
                      <a:pt x="321" y="2293"/>
                    </a:lnTo>
                    <a:lnTo>
                      <a:pt x="410" y="2395"/>
                    </a:lnTo>
                    <a:lnTo>
                      <a:pt x="513" y="2485"/>
                    </a:lnTo>
                    <a:lnTo>
                      <a:pt x="615" y="2562"/>
                    </a:lnTo>
                    <a:lnTo>
                      <a:pt x="731" y="2639"/>
                    </a:lnTo>
                    <a:lnTo>
                      <a:pt x="859" y="2690"/>
                    </a:lnTo>
                    <a:lnTo>
                      <a:pt x="987" y="2741"/>
                    </a:lnTo>
                    <a:lnTo>
                      <a:pt x="1115" y="2779"/>
                    </a:lnTo>
                    <a:lnTo>
                      <a:pt x="1256" y="2792"/>
                    </a:lnTo>
                    <a:lnTo>
                      <a:pt x="1397" y="2805"/>
                    </a:lnTo>
                    <a:lnTo>
                      <a:pt x="1538" y="2792"/>
                    </a:lnTo>
                    <a:lnTo>
                      <a:pt x="1678" y="2779"/>
                    </a:lnTo>
                    <a:lnTo>
                      <a:pt x="1819" y="2741"/>
                    </a:lnTo>
                    <a:lnTo>
                      <a:pt x="1947" y="2690"/>
                    </a:lnTo>
                    <a:lnTo>
                      <a:pt x="2063" y="2639"/>
                    </a:lnTo>
                    <a:lnTo>
                      <a:pt x="2178" y="2562"/>
                    </a:lnTo>
                    <a:lnTo>
                      <a:pt x="2293" y="2485"/>
                    </a:lnTo>
                    <a:lnTo>
                      <a:pt x="2383" y="2395"/>
                    </a:lnTo>
                    <a:lnTo>
                      <a:pt x="2472" y="2293"/>
                    </a:lnTo>
                    <a:lnTo>
                      <a:pt x="2562" y="2190"/>
                    </a:lnTo>
                    <a:lnTo>
                      <a:pt x="2626" y="2075"/>
                    </a:lnTo>
                    <a:lnTo>
                      <a:pt x="2690" y="1947"/>
                    </a:lnTo>
                    <a:lnTo>
                      <a:pt x="2741" y="1819"/>
                    </a:lnTo>
                    <a:lnTo>
                      <a:pt x="2767" y="1691"/>
                    </a:lnTo>
                    <a:lnTo>
                      <a:pt x="2793" y="1550"/>
                    </a:lnTo>
                    <a:lnTo>
                      <a:pt x="2793" y="1409"/>
                    </a:lnTo>
                    <a:lnTo>
                      <a:pt x="2793" y="1255"/>
                    </a:lnTo>
                    <a:lnTo>
                      <a:pt x="2767" y="1114"/>
                    </a:lnTo>
                    <a:lnTo>
                      <a:pt x="2741" y="986"/>
                    </a:lnTo>
                    <a:lnTo>
                      <a:pt x="2690" y="858"/>
                    </a:lnTo>
                    <a:lnTo>
                      <a:pt x="2626" y="730"/>
                    </a:lnTo>
                    <a:lnTo>
                      <a:pt x="2562" y="615"/>
                    </a:lnTo>
                    <a:lnTo>
                      <a:pt x="2472" y="512"/>
                    </a:lnTo>
                    <a:lnTo>
                      <a:pt x="2383" y="410"/>
                    </a:lnTo>
                    <a:lnTo>
                      <a:pt x="2293" y="320"/>
                    </a:lnTo>
                    <a:lnTo>
                      <a:pt x="2178" y="243"/>
                    </a:lnTo>
                    <a:lnTo>
                      <a:pt x="2063" y="167"/>
                    </a:lnTo>
                    <a:lnTo>
                      <a:pt x="1947" y="115"/>
                    </a:lnTo>
                    <a:lnTo>
                      <a:pt x="1819" y="64"/>
                    </a:lnTo>
                    <a:lnTo>
                      <a:pt x="1678" y="26"/>
                    </a:lnTo>
                    <a:lnTo>
                      <a:pt x="1538" y="13"/>
                    </a:lnTo>
                    <a:lnTo>
                      <a:pt x="1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36"/>
              <p:cNvSpPr/>
              <p:nvPr/>
            </p:nvSpPr>
            <p:spPr>
              <a:xfrm>
                <a:off x="4500965" y="1190461"/>
                <a:ext cx="142706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806" h="2806" extrusionOk="0">
                    <a:moveTo>
                      <a:pt x="1396" y="0"/>
                    </a:moveTo>
                    <a:lnTo>
                      <a:pt x="1255" y="13"/>
                    </a:lnTo>
                    <a:lnTo>
                      <a:pt x="1115" y="26"/>
                    </a:lnTo>
                    <a:lnTo>
                      <a:pt x="986" y="64"/>
                    </a:lnTo>
                    <a:lnTo>
                      <a:pt x="858" y="116"/>
                    </a:lnTo>
                    <a:lnTo>
                      <a:pt x="730" y="167"/>
                    </a:lnTo>
                    <a:lnTo>
                      <a:pt x="615" y="244"/>
                    </a:lnTo>
                    <a:lnTo>
                      <a:pt x="513" y="320"/>
                    </a:lnTo>
                    <a:lnTo>
                      <a:pt x="410" y="410"/>
                    </a:lnTo>
                    <a:lnTo>
                      <a:pt x="320" y="513"/>
                    </a:lnTo>
                    <a:lnTo>
                      <a:pt x="244" y="615"/>
                    </a:lnTo>
                    <a:lnTo>
                      <a:pt x="167" y="730"/>
                    </a:lnTo>
                    <a:lnTo>
                      <a:pt x="116" y="858"/>
                    </a:lnTo>
                    <a:lnTo>
                      <a:pt x="64" y="986"/>
                    </a:lnTo>
                    <a:lnTo>
                      <a:pt x="26" y="1115"/>
                    </a:lnTo>
                    <a:lnTo>
                      <a:pt x="13" y="1255"/>
                    </a:lnTo>
                    <a:lnTo>
                      <a:pt x="0" y="1396"/>
                    </a:lnTo>
                    <a:lnTo>
                      <a:pt x="13" y="1550"/>
                    </a:lnTo>
                    <a:lnTo>
                      <a:pt x="26" y="1691"/>
                    </a:lnTo>
                    <a:lnTo>
                      <a:pt x="64" y="1819"/>
                    </a:lnTo>
                    <a:lnTo>
                      <a:pt x="116" y="1947"/>
                    </a:lnTo>
                    <a:lnTo>
                      <a:pt x="167" y="2075"/>
                    </a:lnTo>
                    <a:lnTo>
                      <a:pt x="244" y="2190"/>
                    </a:lnTo>
                    <a:lnTo>
                      <a:pt x="320" y="2293"/>
                    </a:lnTo>
                    <a:lnTo>
                      <a:pt x="410" y="2395"/>
                    </a:lnTo>
                    <a:lnTo>
                      <a:pt x="513" y="2485"/>
                    </a:lnTo>
                    <a:lnTo>
                      <a:pt x="615" y="2562"/>
                    </a:lnTo>
                    <a:lnTo>
                      <a:pt x="730" y="2639"/>
                    </a:lnTo>
                    <a:lnTo>
                      <a:pt x="858" y="2690"/>
                    </a:lnTo>
                    <a:lnTo>
                      <a:pt x="986" y="2741"/>
                    </a:lnTo>
                    <a:lnTo>
                      <a:pt x="1115" y="2780"/>
                    </a:lnTo>
                    <a:lnTo>
                      <a:pt x="1255" y="2792"/>
                    </a:lnTo>
                    <a:lnTo>
                      <a:pt x="1396" y="2805"/>
                    </a:lnTo>
                    <a:lnTo>
                      <a:pt x="1550" y="2792"/>
                    </a:lnTo>
                    <a:lnTo>
                      <a:pt x="1678" y="2780"/>
                    </a:lnTo>
                    <a:lnTo>
                      <a:pt x="1819" y="2741"/>
                    </a:lnTo>
                    <a:lnTo>
                      <a:pt x="1947" y="2690"/>
                    </a:lnTo>
                    <a:lnTo>
                      <a:pt x="2075" y="2639"/>
                    </a:lnTo>
                    <a:lnTo>
                      <a:pt x="2190" y="2562"/>
                    </a:lnTo>
                    <a:lnTo>
                      <a:pt x="2293" y="2485"/>
                    </a:lnTo>
                    <a:lnTo>
                      <a:pt x="2395" y="2395"/>
                    </a:lnTo>
                    <a:lnTo>
                      <a:pt x="2485" y="2293"/>
                    </a:lnTo>
                    <a:lnTo>
                      <a:pt x="2562" y="2190"/>
                    </a:lnTo>
                    <a:lnTo>
                      <a:pt x="2639" y="2075"/>
                    </a:lnTo>
                    <a:lnTo>
                      <a:pt x="2690" y="1947"/>
                    </a:lnTo>
                    <a:lnTo>
                      <a:pt x="2741" y="1819"/>
                    </a:lnTo>
                    <a:lnTo>
                      <a:pt x="2780" y="1691"/>
                    </a:lnTo>
                    <a:lnTo>
                      <a:pt x="2792" y="1550"/>
                    </a:lnTo>
                    <a:lnTo>
                      <a:pt x="2805" y="1396"/>
                    </a:lnTo>
                    <a:lnTo>
                      <a:pt x="2792" y="1255"/>
                    </a:lnTo>
                    <a:lnTo>
                      <a:pt x="2780" y="1115"/>
                    </a:lnTo>
                    <a:lnTo>
                      <a:pt x="2741" y="986"/>
                    </a:lnTo>
                    <a:lnTo>
                      <a:pt x="2690" y="858"/>
                    </a:lnTo>
                    <a:lnTo>
                      <a:pt x="2639" y="730"/>
                    </a:lnTo>
                    <a:lnTo>
                      <a:pt x="2562" y="615"/>
                    </a:lnTo>
                    <a:lnTo>
                      <a:pt x="2485" y="513"/>
                    </a:lnTo>
                    <a:lnTo>
                      <a:pt x="2395" y="410"/>
                    </a:lnTo>
                    <a:lnTo>
                      <a:pt x="2293" y="320"/>
                    </a:lnTo>
                    <a:lnTo>
                      <a:pt x="2190" y="244"/>
                    </a:lnTo>
                    <a:lnTo>
                      <a:pt x="2075" y="167"/>
                    </a:lnTo>
                    <a:lnTo>
                      <a:pt x="1947" y="116"/>
                    </a:lnTo>
                    <a:lnTo>
                      <a:pt x="1819" y="64"/>
                    </a:lnTo>
                    <a:lnTo>
                      <a:pt x="1678" y="26"/>
                    </a:lnTo>
                    <a:lnTo>
                      <a:pt x="1550" y="13"/>
                    </a:lnTo>
                    <a:lnTo>
                      <a:pt x="13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36"/>
              <p:cNvSpPr/>
              <p:nvPr/>
            </p:nvSpPr>
            <p:spPr>
              <a:xfrm>
                <a:off x="4818158" y="1035450"/>
                <a:ext cx="142045" cy="142655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2805" extrusionOk="0">
                    <a:moveTo>
                      <a:pt x="1397" y="0"/>
                    </a:moveTo>
                    <a:lnTo>
                      <a:pt x="1256" y="13"/>
                    </a:lnTo>
                    <a:lnTo>
                      <a:pt x="1115" y="26"/>
                    </a:lnTo>
                    <a:lnTo>
                      <a:pt x="974" y="64"/>
                    </a:lnTo>
                    <a:lnTo>
                      <a:pt x="846" y="115"/>
                    </a:lnTo>
                    <a:lnTo>
                      <a:pt x="731" y="167"/>
                    </a:lnTo>
                    <a:lnTo>
                      <a:pt x="615" y="243"/>
                    </a:lnTo>
                    <a:lnTo>
                      <a:pt x="500" y="320"/>
                    </a:lnTo>
                    <a:lnTo>
                      <a:pt x="411" y="410"/>
                    </a:lnTo>
                    <a:lnTo>
                      <a:pt x="321" y="512"/>
                    </a:lnTo>
                    <a:lnTo>
                      <a:pt x="231" y="615"/>
                    </a:lnTo>
                    <a:lnTo>
                      <a:pt x="167" y="730"/>
                    </a:lnTo>
                    <a:lnTo>
                      <a:pt x="103" y="858"/>
                    </a:lnTo>
                    <a:lnTo>
                      <a:pt x="65" y="986"/>
                    </a:lnTo>
                    <a:lnTo>
                      <a:pt x="26" y="1127"/>
                    </a:lnTo>
                    <a:lnTo>
                      <a:pt x="1" y="1255"/>
                    </a:lnTo>
                    <a:lnTo>
                      <a:pt x="1" y="1409"/>
                    </a:lnTo>
                    <a:lnTo>
                      <a:pt x="1" y="1550"/>
                    </a:lnTo>
                    <a:lnTo>
                      <a:pt x="26" y="1691"/>
                    </a:lnTo>
                    <a:lnTo>
                      <a:pt x="65" y="1819"/>
                    </a:lnTo>
                    <a:lnTo>
                      <a:pt x="103" y="1947"/>
                    </a:lnTo>
                    <a:lnTo>
                      <a:pt x="167" y="2075"/>
                    </a:lnTo>
                    <a:lnTo>
                      <a:pt x="231" y="2190"/>
                    </a:lnTo>
                    <a:lnTo>
                      <a:pt x="321" y="2293"/>
                    </a:lnTo>
                    <a:lnTo>
                      <a:pt x="411" y="2395"/>
                    </a:lnTo>
                    <a:lnTo>
                      <a:pt x="500" y="2485"/>
                    </a:lnTo>
                    <a:lnTo>
                      <a:pt x="615" y="2562"/>
                    </a:lnTo>
                    <a:lnTo>
                      <a:pt x="731" y="2638"/>
                    </a:lnTo>
                    <a:lnTo>
                      <a:pt x="846" y="2690"/>
                    </a:lnTo>
                    <a:lnTo>
                      <a:pt x="974" y="2741"/>
                    </a:lnTo>
                    <a:lnTo>
                      <a:pt x="1115" y="2779"/>
                    </a:lnTo>
                    <a:lnTo>
                      <a:pt x="1256" y="2792"/>
                    </a:lnTo>
                    <a:lnTo>
                      <a:pt x="1397" y="2805"/>
                    </a:lnTo>
                    <a:lnTo>
                      <a:pt x="1538" y="2792"/>
                    </a:lnTo>
                    <a:lnTo>
                      <a:pt x="1678" y="2779"/>
                    </a:lnTo>
                    <a:lnTo>
                      <a:pt x="1807" y="2741"/>
                    </a:lnTo>
                    <a:lnTo>
                      <a:pt x="1947" y="2690"/>
                    </a:lnTo>
                    <a:lnTo>
                      <a:pt x="2063" y="2638"/>
                    </a:lnTo>
                    <a:lnTo>
                      <a:pt x="2178" y="2562"/>
                    </a:lnTo>
                    <a:lnTo>
                      <a:pt x="2293" y="2485"/>
                    </a:lnTo>
                    <a:lnTo>
                      <a:pt x="2383" y="2395"/>
                    </a:lnTo>
                    <a:lnTo>
                      <a:pt x="2473" y="2293"/>
                    </a:lnTo>
                    <a:lnTo>
                      <a:pt x="2562" y="2190"/>
                    </a:lnTo>
                    <a:lnTo>
                      <a:pt x="2626" y="2075"/>
                    </a:lnTo>
                    <a:lnTo>
                      <a:pt x="2690" y="1947"/>
                    </a:lnTo>
                    <a:lnTo>
                      <a:pt x="2729" y="1819"/>
                    </a:lnTo>
                    <a:lnTo>
                      <a:pt x="2767" y="1691"/>
                    </a:lnTo>
                    <a:lnTo>
                      <a:pt x="2793" y="1550"/>
                    </a:lnTo>
                    <a:lnTo>
                      <a:pt x="2793" y="1409"/>
                    </a:lnTo>
                    <a:lnTo>
                      <a:pt x="2793" y="1255"/>
                    </a:lnTo>
                    <a:lnTo>
                      <a:pt x="2767" y="1127"/>
                    </a:lnTo>
                    <a:lnTo>
                      <a:pt x="2729" y="986"/>
                    </a:lnTo>
                    <a:lnTo>
                      <a:pt x="2690" y="858"/>
                    </a:lnTo>
                    <a:lnTo>
                      <a:pt x="2626" y="730"/>
                    </a:lnTo>
                    <a:lnTo>
                      <a:pt x="2562" y="615"/>
                    </a:lnTo>
                    <a:lnTo>
                      <a:pt x="2473" y="512"/>
                    </a:lnTo>
                    <a:lnTo>
                      <a:pt x="2383" y="410"/>
                    </a:lnTo>
                    <a:lnTo>
                      <a:pt x="2293" y="320"/>
                    </a:lnTo>
                    <a:lnTo>
                      <a:pt x="2178" y="243"/>
                    </a:lnTo>
                    <a:lnTo>
                      <a:pt x="2063" y="167"/>
                    </a:lnTo>
                    <a:lnTo>
                      <a:pt x="1947" y="115"/>
                    </a:lnTo>
                    <a:lnTo>
                      <a:pt x="1807" y="64"/>
                    </a:lnTo>
                    <a:lnTo>
                      <a:pt x="1678" y="26"/>
                    </a:lnTo>
                    <a:lnTo>
                      <a:pt x="1538" y="13"/>
                    </a:lnTo>
                    <a:lnTo>
                      <a:pt x="139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36"/>
              <p:cNvSpPr/>
              <p:nvPr/>
            </p:nvSpPr>
            <p:spPr>
              <a:xfrm>
                <a:off x="5542510" y="3991348"/>
                <a:ext cx="142655" cy="142706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6" extrusionOk="0">
                    <a:moveTo>
                      <a:pt x="1409" y="0"/>
                    </a:moveTo>
                    <a:lnTo>
                      <a:pt x="1268" y="13"/>
                    </a:lnTo>
                    <a:lnTo>
                      <a:pt x="1127" y="39"/>
                    </a:lnTo>
                    <a:lnTo>
                      <a:pt x="986" y="64"/>
                    </a:lnTo>
                    <a:lnTo>
                      <a:pt x="858" y="116"/>
                    </a:lnTo>
                    <a:lnTo>
                      <a:pt x="743" y="180"/>
                    </a:lnTo>
                    <a:lnTo>
                      <a:pt x="628" y="244"/>
                    </a:lnTo>
                    <a:lnTo>
                      <a:pt x="512" y="320"/>
                    </a:lnTo>
                    <a:lnTo>
                      <a:pt x="410" y="423"/>
                    </a:lnTo>
                    <a:lnTo>
                      <a:pt x="320" y="513"/>
                    </a:lnTo>
                    <a:lnTo>
                      <a:pt x="243" y="628"/>
                    </a:lnTo>
                    <a:lnTo>
                      <a:pt x="179" y="743"/>
                    </a:lnTo>
                    <a:lnTo>
                      <a:pt x="115" y="858"/>
                    </a:lnTo>
                    <a:lnTo>
                      <a:pt x="64" y="986"/>
                    </a:lnTo>
                    <a:lnTo>
                      <a:pt x="38" y="1127"/>
                    </a:lnTo>
                    <a:lnTo>
                      <a:pt x="13" y="1268"/>
                    </a:lnTo>
                    <a:lnTo>
                      <a:pt x="0" y="1409"/>
                    </a:lnTo>
                    <a:lnTo>
                      <a:pt x="13" y="1550"/>
                    </a:lnTo>
                    <a:lnTo>
                      <a:pt x="38" y="1691"/>
                    </a:lnTo>
                    <a:lnTo>
                      <a:pt x="64" y="1819"/>
                    </a:lnTo>
                    <a:lnTo>
                      <a:pt x="115" y="1947"/>
                    </a:lnTo>
                    <a:lnTo>
                      <a:pt x="179" y="2075"/>
                    </a:lnTo>
                    <a:lnTo>
                      <a:pt x="243" y="2190"/>
                    </a:lnTo>
                    <a:lnTo>
                      <a:pt x="320" y="2293"/>
                    </a:lnTo>
                    <a:lnTo>
                      <a:pt x="410" y="2395"/>
                    </a:lnTo>
                    <a:lnTo>
                      <a:pt x="512" y="2485"/>
                    </a:lnTo>
                    <a:lnTo>
                      <a:pt x="628" y="2575"/>
                    </a:lnTo>
                    <a:lnTo>
                      <a:pt x="743" y="2639"/>
                    </a:lnTo>
                    <a:lnTo>
                      <a:pt x="858" y="2703"/>
                    </a:lnTo>
                    <a:lnTo>
                      <a:pt x="986" y="2741"/>
                    </a:lnTo>
                    <a:lnTo>
                      <a:pt x="1127" y="2780"/>
                    </a:lnTo>
                    <a:lnTo>
                      <a:pt x="1268" y="2805"/>
                    </a:lnTo>
                    <a:lnTo>
                      <a:pt x="1550" y="2805"/>
                    </a:lnTo>
                    <a:lnTo>
                      <a:pt x="1691" y="2780"/>
                    </a:lnTo>
                    <a:lnTo>
                      <a:pt x="1819" y="2741"/>
                    </a:lnTo>
                    <a:lnTo>
                      <a:pt x="1947" y="2703"/>
                    </a:lnTo>
                    <a:lnTo>
                      <a:pt x="2075" y="2639"/>
                    </a:lnTo>
                    <a:lnTo>
                      <a:pt x="2190" y="2575"/>
                    </a:lnTo>
                    <a:lnTo>
                      <a:pt x="2293" y="2485"/>
                    </a:lnTo>
                    <a:lnTo>
                      <a:pt x="2395" y="2395"/>
                    </a:lnTo>
                    <a:lnTo>
                      <a:pt x="2485" y="2293"/>
                    </a:lnTo>
                    <a:lnTo>
                      <a:pt x="2562" y="2190"/>
                    </a:lnTo>
                    <a:lnTo>
                      <a:pt x="2638" y="2075"/>
                    </a:lnTo>
                    <a:lnTo>
                      <a:pt x="2702" y="1947"/>
                    </a:lnTo>
                    <a:lnTo>
                      <a:pt x="2741" y="1819"/>
                    </a:lnTo>
                    <a:lnTo>
                      <a:pt x="2779" y="1691"/>
                    </a:lnTo>
                    <a:lnTo>
                      <a:pt x="2805" y="1550"/>
                    </a:lnTo>
                    <a:lnTo>
                      <a:pt x="2805" y="1409"/>
                    </a:lnTo>
                    <a:lnTo>
                      <a:pt x="2805" y="1268"/>
                    </a:lnTo>
                    <a:lnTo>
                      <a:pt x="2779" y="1127"/>
                    </a:lnTo>
                    <a:lnTo>
                      <a:pt x="2741" y="986"/>
                    </a:lnTo>
                    <a:lnTo>
                      <a:pt x="2702" y="858"/>
                    </a:lnTo>
                    <a:lnTo>
                      <a:pt x="2638" y="743"/>
                    </a:lnTo>
                    <a:lnTo>
                      <a:pt x="2562" y="628"/>
                    </a:lnTo>
                    <a:lnTo>
                      <a:pt x="2485" y="513"/>
                    </a:lnTo>
                    <a:lnTo>
                      <a:pt x="2395" y="423"/>
                    </a:lnTo>
                    <a:lnTo>
                      <a:pt x="2293" y="320"/>
                    </a:lnTo>
                    <a:lnTo>
                      <a:pt x="2190" y="244"/>
                    </a:lnTo>
                    <a:lnTo>
                      <a:pt x="2075" y="180"/>
                    </a:lnTo>
                    <a:lnTo>
                      <a:pt x="1947" y="116"/>
                    </a:lnTo>
                    <a:lnTo>
                      <a:pt x="1819" y="64"/>
                    </a:lnTo>
                    <a:lnTo>
                      <a:pt x="1691" y="39"/>
                    </a:lnTo>
                    <a:lnTo>
                      <a:pt x="1550" y="1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36"/>
              <p:cNvSpPr/>
              <p:nvPr/>
            </p:nvSpPr>
            <p:spPr>
              <a:xfrm>
                <a:off x="5542510" y="4191317"/>
                <a:ext cx="142655" cy="14204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793" extrusionOk="0">
                    <a:moveTo>
                      <a:pt x="1268" y="0"/>
                    </a:moveTo>
                    <a:lnTo>
                      <a:pt x="1127" y="26"/>
                    </a:lnTo>
                    <a:lnTo>
                      <a:pt x="986" y="51"/>
                    </a:lnTo>
                    <a:lnTo>
                      <a:pt x="858" y="103"/>
                    </a:lnTo>
                    <a:lnTo>
                      <a:pt x="743" y="167"/>
                    </a:lnTo>
                    <a:lnTo>
                      <a:pt x="628" y="231"/>
                    </a:lnTo>
                    <a:lnTo>
                      <a:pt x="512" y="308"/>
                    </a:lnTo>
                    <a:lnTo>
                      <a:pt x="410" y="410"/>
                    </a:lnTo>
                    <a:lnTo>
                      <a:pt x="320" y="500"/>
                    </a:lnTo>
                    <a:lnTo>
                      <a:pt x="243" y="615"/>
                    </a:lnTo>
                    <a:lnTo>
                      <a:pt x="179" y="730"/>
                    </a:lnTo>
                    <a:lnTo>
                      <a:pt x="115" y="846"/>
                    </a:lnTo>
                    <a:lnTo>
                      <a:pt x="64" y="974"/>
                    </a:lnTo>
                    <a:lnTo>
                      <a:pt x="38" y="1115"/>
                    </a:lnTo>
                    <a:lnTo>
                      <a:pt x="13" y="1255"/>
                    </a:lnTo>
                    <a:lnTo>
                      <a:pt x="0" y="1396"/>
                    </a:lnTo>
                    <a:lnTo>
                      <a:pt x="13" y="1537"/>
                    </a:lnTo>
                    <a:lnTo>
                      <a:pt x="38" y="1678"/>
                    </a:lnTo>
                    <a:lnTo>
                      <a:pt x="64" y="1806"/>
                    </a:lnTo>
                    <a:lnTo>
                      <a:pt x="115" y="1934"/>
                    </a:lnTo>
                    <a:lnTo>
                      <a:pt x="179" y="2062"/>
                    </a:lnTo>
                    <a:lnTo>
                      <a:pt x="243" y="2178"/>
                    </a:lnTo>
                    <a:lnTo>
                      <a:pt x="320" y="2280"/>
                    </a:lnTo>
                    <a:lnTo>
                      <a:pt x="410" y="2383"/>
                    </a:lnTo>
                    <a:lnTo>
                      <a:pt x="512" y="2472"/>
                    </a:lnTo>
                    <a:lnTo>
                      <a:pt x="628" y="2562"/>
                    </a:lnTo>
                    <a:lnTo>
                      <a:pt x="743" y="2626"/>
                    </a:lnTo>
                    <a:lnTo>
                      <a:pt x="858" y="2690"/>
                    </a:lnTo>
                    <a:lnTo>
                      <a:pt x="986" y="2728"/>
                    </a:lnTo>
                    <a:lnTo>
                      <a:pt x="1127" y="2767"/>
                    </a:lnTo>
                    <a:lnTo>
                      <a:pt x="1268" y="2792"/>
                    </a:lnTo>
                    <a:lnTo>
                      <a:pt x="1550" y="2792"/>
                    </a:lnTo>
                    <a:lnTo>
                      <a:pt x="1691" y="2767"/>
                    </a:lnTo>
                    <a:lnTo>
                      <a:pt x="1819" y="2728"/>
                    </a:lnTo>
                    <a:lnTo>
                      <a:pt x="1947" y="2690"/>
                    </a:lnTo>
                    <a:lnTo>
                      <a:pt x="2075" y="2626"/>
                    </a:lnTo>
                    <a:lnTo>
                      <a:pt x="2190" y="2562"/>
                    </a:lnTo>
                    <a:lnTo>
                      <a:pt x="2293" y="2472"/>
                    </a:lnTo>
                    <a:lnTo>
                      <a:pt x="2395" y="2383"/>
                    </a:lnTo>
                    <a:lnTo>
                      <a:pt x="2485" y="2280"/>
                    </a:lnTo>
                    <a:lnTo>
                      <a:pt x="2562" y="2178"/>
                    </a:lnTo>
                    <a:lnTo>
                      <a:pt x="2638" y="2062"/>
                    </a:lnTo>
                    <a:lnTo>
                      <a:pt x="2702" y="1934"/>
                    </a:lnTo>
                    <a:lnTo>
                      <a:pt x="2741" y="1806"/>
                    </a:lnTo>
                    <a:lnTo>
                      <a:pt x="2779" y="1678"/>
                    </a:lnTo>
                    <a:lnTo>
                      <a:pt x="2805" y="1537"/>
                    </a:lnTo>
                    <a:lnTo>
                      <a:pt x="2805" y="1396"/>
                    </a:lnTo>
                    <a:lnTo>
                      <a:pt x="2805" y="1255"/>
                    </a:lnTo>
                    <a:lnTo>
                      <a:pt x="2779" y="1115"/>
                    </a:lnTo>
                    <a:lnTo>
                      <a:pt x="2741" y="974"/>
                    </a:lnTo>
                    <a:lnTo>
                      <a:pt x="2702" y="846"/>
                    </a:lnTo>
                    <a:lnTo>
                      <a:pt x="2638" y="730"/>
                    </a:lnTo>
                    <a:lnTo>
                      <a:pt x="2562" y="615"/>
                    </a:lnTo>
                    <a:lnTo>
                      <a:pt x="2485" y="500"/>
                    </a:lnTo>
                    <a:lnTo>
                      <a:pt x="2395" y="410"/>
                    </a:lnTo>
                    <a:lnTo>
                      <a:pt x="2293" y="308"/>
                    </a:lnTo>
                    <a:lnTo>
                      <a:pt x="2190" y="231"/>
                    </a:lnTo>
                    <a:lnTo>
                      <a:pt x="2075" y="167"/>
                    </a:lnTo>
                    <a:lnTo>
                      <a:pt x="1947" y="103"/>
                    </a:lnTo>
                    <a:lnTo>
                      <a:pt x="1819" y="51"/>
                    </a:lnTo>
                    <a:lnTo>
                      <a:pt x="1691" y="26"/>
                    </a:lnTo>
                    <a:lnTo>
                      <a:pt x="15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36"/>
              <p:cNvSpPr/>
              <p:nvPr/>
            </p:nvSpPr>
            <p:spPr>
              <a:xfrm>
                <a:off x="5542510" y="4390624"/>
                <a:ext cx="142655" cy="14204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793" extrusionOk="0">
                    <a:moveTo>
                      <a:pt x="1268" y="0"/>
                    </a:moveTo>
                    <a:lnTo>
                      <a:pt x="1127" y="26"/>
                    </a:lnTo>
                    <a:lnTo>
                      <a:pt x="986" y="52"/>
                    </a:lnTo>
                    <a:lnTo>
                      <a:pt x="858" y="103"/>
                    </a:lnTo>
                    <a:lnTo>
                      <a:pt x="743" y="167"/>
                    </a:lnTo>
                    <a:lnTo>
                      <a:pt x="628" y="231"/>
                    </a:lnTo>
                    <a:lnTo>
                      <a:pt x="512" y="308"/>
                    </a:lnTo>
                    <a:lnTo>
                      <a:pt x="410" y="410"/>
                    </a:lnTo>
                    <a:lnTo>
                      <a:pt x="320" y="500"/>
                    </a:lnTo>
                    <a:lnTo>
                      <a:pt x="243" y="615"/>
                    </a:lnTo>
                    <a:lnTo>
                      <a:pt x="179" y="731"/>
                    </a:lnTo>
                    <a:lnTo>
                      <a:pt x="115" y="846"/>
                    </a:lnTo>
                    <a:lnTo>
                      <a:pt x="64" y="974"/>
                    </a:lnTo>
                    <a:lnTo>
                      <a:pt x="38" y="1115"/>
                    </a:lnTo>
                    <a:lnTo>
                      <a:pt x="13" y="1256"/>
                    </a:lnTo>
                    <a:lnTo>
                      <a:pt x="0" y="1397"/>
                    </a:lnTo>
                    <a:lnTo>
                      <a:pt x="13" y="1537"/>
                    </a:lnTo>
                    <a:lnTo>
                      <a:pt x="38" y="1678"/>
                    </a:lnTo>
                    <a:lnTo>
                      <a:pt x="64" y="1806"/>
                    </a:lnTo>
                    <a:lnTo>
                      <a:pt x="115" y="1934"/>
                    </a:lnTo>
                    <a:lnTo>
                      <a:pt x="179" y="2063"/>
                    </a:lnTo>
                    <a:lnTo>
                      <a:pt x="243" y="2178"/>
                    </a:lnTo>
                    <a:lnTo>
                      <a:pt x="320" y="2280"/>
                    </a:lnTo>
                    <a:lnTo>
                      <a:pt x="410" y="2383"/>
                    </a:lnTo>
                    <a:lnTo>
                      <a:pt x="512" y="2472"/>
                    </a:lnTo>
                    <a:lnTo>
                      <a:pt x="628" y="2562"/>
                    </a:lnTo>
                    <a:lnTo>
                      <a:pt x="743" y="2626"/>
                    </a:lnTo>
                    <a:lnTo>
                      <a:pt x="858" y="2690"/>
                    </a:lnTo>
                    <a:lnTo>
                      <a:pt x="986" y="2729"/>
                    </a:lnTo>
                    <a:lnTo>
                      <a:pt x="1127" y="2767"/>
                    </a:lnTo>
                    <a:lnTo>
                      <a:pt x="1268" y="2793"/>
                    </a:lnTo>
                    <a:lnTo>
                      <a:pt x="1550" y="2793"/>
                    </a:lnTo>
                    <a:lnTo>
                      <a:pt x="1691" y="2767"/>
                    </a:lnTo>
                    <a:lnTo>
                      <a:pt x="1819" y="2729"/>
                    </a:lnTo>
                    <a:lnTo>
                      <a:pt x="1947" y="2690"/>
                    </a:lnTo>
                    <a:lnTo>
                      <a:pt x="2075" y="2626"/>
                    </a:lnTo>
                    <a:lnTo>
                      <a:pt x="2190" y="2562"/>
                    </a:lnTo>
                    <a:lnTo>
                      <a:pt x="2293" y="2472"/>
                    </a:lnTo>
                    <a:lnTo>
                      <a:pt x="2395" y="2383"/>
                    </a:lnTo>
                    <a:lnTo>
                      <a:pt x="2485" y="2280"/>
                    </a:lnTo>
                    <a:lnTo>
                      <a:pt x="2562" y="2178"/>
                    </a:lnTo>
                    <a:lnTo>
                      <a:pt x="2638" y="2063"/>
                    </a:lnTo>
                    <a:lnTo>
                      <a:pt x="2702" y="1934"/>
                    </a:lnTo>
                    <a:lnTo>
                      <a:pt x="2741" y="1806"/>
                    </a:lnTo>
                    <a:lnTo>
                      <a:pt x="2779" y="1678"/>
                    </a:lnTo>
                    <a:lnTo>
                      <a:pt x="2805" y="1537"/>
                    </a:lnTo>
                    <a:lnTo>
                      <a:pt x="2805" y="1397"/>
                    </a:lnTo>
                    <a:lnTo>
                      <a:pt x="2805" y="1256"/>
                    </a:lnTo>
                    <a:lnTo>
                      <a:pt x="2779" y="1115"/>
                    </a:lnTo>
                    <a:lnTo>
                      <a:pt x="2741" y="974"/>
                    </a:lnTo>
                    <a:lnTo>
                      <a:pt x="2702" y="846"/>
                    </a:lnTo>
                    <a:lnTo>
                      <a:pt x="2638" y="731"/>
                    </a:lnTo>
                    <a:lnTo>
                      <a:pt x="2562" y="615"/>
                    </a:lnTo>
                    <a:lnTo>
                      <a:pt x="2485" y="500"/>
                    </a:lnTo>
                    <a:lnTo>
                      <a:pt x="2395" y="410"/>
                    </a:lnTo>
                    <a:lnTo>
                      <a:pt x="2293" y="308"/>
                    </a:lnTo>
                    <a:lnTo>
                      <a:pt x="2190" y="231"/>
                    </a:lnTo>
                    <a:lnTo>
                      <a:pt x="2075" y="167"/>
                    </a:lnTo>
                    <a:lnTo>
                      <a:pt x="1947" y="103"/>
                    </a:lnTo>
                    <a:lnTo>
                      <a:pt x="1819" y="52"/>
                    </a:lnTo>
                    <a:lnTo>
                      <a:pt x="1691" y="26"/>
                    </a:lnTo>
                    <a:lnTo>
                      <a:pt x="155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36"/>
              <p:cNvSpPr/>
              <p:nvPr/>
            </p:nvSpPr>
            <p:spPr>
              <a:xfrm>
                <a:off x="3805297" y="2157096"/>
                <a:ext cx="282768" cy="215636"/>
              </a:xfrm>
              <a:custGeom>
                <a:avLst/>
                <a:gdLst/>
                <a:ahLst/>
                <a:cxnLst/>
                <a:rect l="l" t="t" r="r" b="b"/>
                <a:pathLst>
                  <a:path w="5560" h="4240" extrusionOk="0">
                    <a:moveTo>
                      <a:pt x="0" y="0"/>
                    </a:moveTo>
                    <a:lnTo>
                      <a:pt x="0" y="4240"/>
                    </a:lnTo>
                    <a:lnTo>
                      <a:pt x="5559" y="4240"/>
                    </a:lnTo>
                    <a:lnTo>
                      <a:pt x="5559" y="0"/>
                    </a:lnTo>
                    <a:close/>
                  </a:path>
                </a:pathLst>
              </a:custGeom>
              <a:solidFill>
                <a:srgbClr val="70FFD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36"/>
              <p:cNvSpPr/>
              <p:nvPr/>
            </p:nvSpPr>
            <p:spPr>
              <a:xfrm>
                <a:off x="4126406" y="2230686"/>
                <a:ext cx="891125" cy="756963"/>
              </a:xfrm>
              <a:custGeom>
                <a:avLst/>
                <a:gdLst/>
                <a:ahLst/>
                <a:cxnLst/>
                <a:rect l="l" t="t" r="r" b="b"/>
                <a:pathLst>
                  <a:path w="17522" h="14884" extrusionOk="0">
                    <a:moveTo>
                      <a:pt x="8684" y="0"/>
                    </a:moveTo>
                    <a:lnTo>
                      <a:pt x="8377" y="13"/>
                    </a:lnTo>
                    <a:lnTo>
                      <a:pt x="8082" y="52"/>
                    </a:lnTo>
                    <a:lnTo>
                      <a:pt x="7788" y="103"/>
                    </a:lnTo>
                    <a:lnTo>
                      <a:pt x="7506" y="180"/>
                    </a:lnTo>
                    <a:lnTo>
                      <a:pt x="7224" y="282"/>
                    </a:lnTo>
                    <a:lnTo>
                      <a:pt x="6955" y="398"/>
                    </a:lnTo>
                    <a:lnTo>
                      <a:pt x="6712" y="538"/>
                    </a:lnTo>
                    <a:lnTo>
                      <a:pt x="6469" y="692"/>
                    </a:lnTo>
                    <a:lnTo>
                      <a:pt x="6238" y="859"/>
                    </a:lnTo>
                    <a:lnTo>
                      <a:pt x="6020" y="1038"/>
                    </a:lnTo>
                    <a:lnTo>
                      <a:pt x="5815" y="1243"/>
                    </a:lnTo>
                    <a:lnTo>
                      <a:pt x="5623" y="1461"/>
                    </a:lnTo>
                    <a:lnTo>
                      <a:pt x="5444" y="1691"/>
                    </a:lnTo>
                    <a:lnTo>
                      <a:pt x="5290" y="1934"/>
                    </a:lnTo>
                    <a:lnTo>
                      <a:pt x="5149" y="2178"/>
                    </a:lnTo>
                    <a:lnTo>
                      <a:pt x="5034" y="2447"/>
                    </a:lnTo>
                    <a:lnTo>
                      <a:pt x="4906" y="2370"/>
                    </a:lnTo>
                    <a:lnTo>
                      <a:pt x="4778" y="2293"/>
                    </a:lnTo>
                    <a:lnTo>
                      <a:pt x="4637" y="2229"/>
                    </a:lnTo>
                    <a:lnTo>
                      <a:pt x="4483" y="2178"/>
                    </a:lnTo>
                    <a:lnTo>
                      <a:pt x="4343" y="2139"/>
                    </a:lnTo>
                    <a:lnTo>
                      <a:pt x="4189" y="2101"/>
                    </a:lnTo>
                    <a:lnTo>
                      <a:pt x="4022" y="2088"/>
                    </a:lnTo>
                    <a:lnTo>
                      <a:pt x="3869" y="2075"/>
                    </a:lnTo>
                    <a:lnTo>
                      <a:pt x="3651" y="2088"/>
                    </a:lnTo>
                    <a:lnTo>
                      <a:pt x="3446" y="2127"/>
                    </a:lnTo>
                    <a:lnTo>
                      <a:pt x="3254" y="2178"/>
                    </a:lnTo>
                    <a:lnTo>
                      <a:pt x="3062" y="2242"/>
                    </a:lnTo>
                    <a:lnTo>
                      <a:pt x="2882" y="2332"/>
                    </a:lnTo>
                    <a:lnTo>
                      <a:pt x="2716" y="2434"/>
                    </a:lnTo>
                    <a:lnTo>
                      <a:pt x="2562" y="2549"/>
                    </a:lnTo>
                    <a:lnTo>
                      <a:pt x="2409" y="2690"/>
                    </a:lnTo>
                    <a:lnTo>
                      <a:pt x="2281" y="2831"/>
                    </a:lnTo>
                    <a:lnTo>
                      <a:pt x="2165" y="2985"/>
                    </a:lnTo>
                    <a:lnTo>
                      <a:pt x="2050" y="3164"/>
                    </a:lnTo>
                    <a:lnTo>
                      <a:pt x="1973" y="3343"/>
                    </a:lnTo>
                    <a:lnTo>
                      <a:pt x="1896" y="3523"/>
                    </a:lnTo>
                    <a:lnTo>
                      <a:pt x="1845" y="3728"/>
                    </a:lnTo>
                    <a:lnTo>
                      <a:pt x="1819" y="3933"/>
                    </a:lnTo>
                    <a:lnTo>
                      <a:pt x="1807" y="4137"/>
                    </a:lnTo>
                    <a:lnTo>
                      <a:pt x="1819" y="4317"/>
                    </a:lnTo>
                    <a:lnTo>
                      <a:pt x="1845" y="4483"/>
                    </a:lnTo>
                    <a:lnTo>
                      <a:pt x="1883" y="4650"/>
                    </a:lnTo>
                    <a:lnTo>
                      <a:pt x="1922" y="4803"/>
                    </a:lnTo>
                    <a:lnTo>
                      <a:pt x="1717" y="4893"/>
                    </a:lnTo>
                    <a:lnTo>
                      <a:pt x="1525" y="5008"/>
                    </a:lnTo>
                    <a:lnTo>
                      <a:pt x="1333" y="5136"/>
                    </a:lnTo>
                    <a:lnTo>
                      <a:pt x="1153" y="5265"/>
                    </a:lnTo>
                    <a:lnTo>
                      <a:pt x="987" y="5418"/>
                    </a:lnTo>
                    <a:lnTo>
                      <a:pt x="820" y="5572"/>
                    </a:lnTo>
                    <a:lnTo>
                      <a:pt x="680" y="5751"/>
                    </a:lnTo>
                    <a:lnTo>
                      <a:pt x="539" y="5931"/>
                    </a:lnTo>
                    <a:lnTo>
                      <a:pt x="423" y="6123"/>
                    </a:lnTo>
                    <a:lnTo>
                      <a:pt x="321" y="6328"/>
                    </a:lnTo>
                    <a:lnTo>
                      <a:pt x="218" y="6533"/>
                    </a:lnTo>
                    <a:lnTo>
                      <a:pt x="142" y="6750"/>
                    </a:lnTo>
                    <a:lnTo>
                      <a:pt x="90" y="6981"/>
                    </a:lnTo>
                    <a:lnTo>
                      <a:pt x="39" y="7211"/>
                    </a:lnTo>
                    <a:lnTo>
                      <a:pt x="14" y="7442"/>
                    </a:lnTo>
                    <a:lnTo>
                      <a:pt x="1" y="7685"/>
                    </a:lnTo>
                    <a:lnTo>
                      <a:pt x="14" y="7916"/>
                    </a:lnTo>
                    <a:lnTo>
                      <a:pt x="39" y="8159"/>
                    </a:lnTo>
                    <a:lnTo>
                      <a:pt x="78" y="8377"/>
                    </a:lnTo>
                    <a:lnTo>
                      <a:pt x="142" y="8607"/>
                    </a:lnTo>
                    <a:lnTo>
                      <a:pt x="218" y="8812"/>
                    </a:lnTo>
                    <a:lnTo>
                      <a:pt x="308" y="9030"/>
                    </a:lnTo>
                    <a:lnTo>
                      <a:pt x="411" y="9222"/>
                    </a:lnTo>
                    <a:lnTo>
                      <a:pt x="526" y="9414"/>
                    </a:lnTo>
                    <a:lnTo>
                      <a:pt x="667" y="9594"/>
                    </a:lnTo>
                    <a:lnTo>
                      <a:pt x="808" y="9760"/>
                    </a:lnTo>
                    <a:lnTo>
                      <a:pt x="961" y="9927"/>
                    </a:lnTo>
                    <a:lnTo>
                      <a:pt x="1128" y="10080"/>
                    </a:lnTo>
                    <a:lnTo>
                      <a:pt x="1307" y="10208"/>
                    </a:lnTo>
                    <a:lnTo>
                      <a:pt x="1486" y="10336"/>
                    </a:lnTo>
                    <a:lnTo>
                      <a:pt x="1679" y="10452"/>
                    </a:lnTo>
                    <a:lnTo>
                      <a:pt x="1883" y="10541"/>
                    </a:lnTo>
                    <a:lnTo>
                      <a:pt x="1858" y="10669"/>
                    </a:lnTo>
                    <a:lnTo>
                      <a:pt x="1832" y="10810"/>
                    </a:lnTo>
                    <a:lnTo>
                      <a:pt x="1819" y="10938"/>
                    </a:lnTo>
                    <a:lnTo>
                      <a:pt x="1807" y="11079"/>
                    </a:lnTo>
                    <a:lnTo>
                      <a:pt x="1819" y="11284"/>
                    </a:lnTo>
                    <a:lnTo>
                      <a:pt x="1845" y="11489"/>
                    </a:lnTo>
                    <a:lnTo>
                      <a:pt x="1896" y="11694"/>
                    </a:lnTo>
                    <a:lnTo>
                      <a:pt x="1973" y="11873"/>
                    </a:lnTo>
                    <a:lnTo>
                      <a:pt x="2050" y="12066"/>
                    </a:lnTo>
                    <a:lnTo>
                      <a:pt x="2165" y="12232"/>
                    </a:lnTo>
                    <a:lnTo>
                      <a:pt x="2281" y="12386"/>
                    </a:lnTo>
                    <a:lnTo>
                      <a:pt x="2409" y="12539"/>
                    </a:lnTo>
                    <a:lnTo>
                      <a:pt x="2562" y="12668"/>
                    </a:lnTo>
                    <a:lnTo>
                      <a:pt x="2716" y="12783"/>
                    </a:lnTo>
                    <a:lnTo>
                      <a:pt x="2882" y="12885"/>
                    </a:lnTo>
                    <a:lnTo>
                      <a:pt x="3062" y="12975"/>
                    </a:lnTo>
                    <a:lnTo>
                      <a:pt x="3254" y="13039"/>
                    </a:lnTo>
                    <a:lnTo>
                      <a:pt x="3446" y="13090"/>
                    </a:lnTo>
                    <a:lnTo>
                      <a:pt x="3651" y="13129"/>
                    </a:lnTo>
                    <a:lnTo>
                      <a:pt x="3869" y="13141"/>
                    </a:lnTo>
                    <a:lnTo>
                      <a:pt x="4022" y="13129"/>
                    </a:lnTo>
                    <a:lnTo>
                      <a:pt x="4176" y="13103"/>
                    </a:lnTo>
                    <a:lnTo>
                      <a:pt x="4330" y="13077"/>
                    </a:lnTo>
                    <a:lnTo>
                      <a:pt x="4471" y="13039"/>
                    </a:lnTo>
                    <a:lnTo>
                      <a:pt x="4548" y="13231"/>
                    </a:lnTo>
                    <a:lnTo>
                      <a:pt x="4637" y="13423"/>
                    </a:lnTo>
                    <a:lnTo>
                      <a:pt x="4752" y="13602"/>
                    </a:lnTo>
                    <a:lnTo>
                      <a:pt x="4868" y="13782"/>
                    </a:lnTo>
                    <a:lnTo>
                      <a:pt x="4996" y="13935"/>
                    </a:lnTo>
                    <a:lnTo>
                      <a:pt x="5137" y="14089"/>
                    </a:lnTo>
                    <a:lnTo>
                      <a:pt x="5290" y="14230"/>
                    </a:lnTo>
                    <a:lnTo>
                      <a:pt x="5457" y="14358"/>
                    </a:lnTo>
                    <a:lnTo>
                      <a:pt x="5623" y="14473"/>
                    </a:lnTo>
                    <a:lnTo>
                      <a:pt x="5815" y="14576"/>
                    </a:lnTo>
                    <a:lnTo>
                      <a:pt x="6008" y="14666"/>
                    </a:lnTo>
                    <a:lnTo>
                      <a:pt x="6200" y="14742"/>
                    </a:lnTo>
                    <a:lnTo>
                      <a:pt x="6405" y="14806"/>
                    </a:lnTo>
                    <a:lnTo>
                      <a:pt x="6622" y="14845"/>
                    </a:lnTo>
                    <a:lnTo>
                      <a:pt x="6840" y="14870"/>
                    </a:lnTo>
                    <a:lnTo>
                      <a:pt x="7058" y="14883"/>
                    </a:lnTo>
                    <a:lnTo>
                      <a:pt x="7327" y="14870"/>
                    </a:lnTo>
                    <a:lnTo>
                      <a:pt x="7596" y="14832"/>
                    </a:lnTo>
                    <a:lnTo>
                      <a:pt x="7852" y="14768"/>
                    </a:lnTo>
                    <a:lnTo>
                      <a:pt x="8108" y="14678"/>
                    </a:lnTo>
                    <a:lnTo>
                      <a:pt x="8339" y="14563"/>
                    </a:lnTo>
                    <a:lnTo>
                      <a:pt x="8556" y="14435"/>
                    </a:lnTo>
                    <a:lnTo>
                      <a:pt x="8761" y="14281"/>
                    </a:lnTo>
                    <a:lnTo>
                      <a:pt x="8966" y="14102"/>
                    </a:lnTo>
                    <a:lnTo>
                      <a:pt x="9133" y="13923"/>
                    </a:lnTo>
                    <a:lnTo>
                      <a:pt x="9299" y="13718"/>
                    </a:lnTo>
                    <a:lnTo>
                      <a:pt x="9427" y="13500"/>
                    </a:lnTo>
                    <a:lnTo>
                      <a:pt x="9543" y="13269"/>
                    </a:lnTo>
                    <a:lnTo>
                      <a:pt x="9645" y="13026"/>
                    </a:lnTo>
                    <a:lnTo>
                      <a:pt x="9722" y="12770"/>
                    </a:lnTo>
                    <a:lnTo>
                      <a:pt x="9760" y="12501"/>
                    </a:lnTo>
                    <a:lnTo>
                      <a:pt x="9786" y="12232"/>
                    </a:lnTo>
                    <a:lnTo>
                      <a:pt x="9888" y="12296"/>
                    </a:lnTo>
                    <a:lnTo>
                      <a:pt x="9991" y="12347"/>
                    </a:lnTo>
                    <a:lnTo>
                      <a:pt x="10106" y="12386"/>
                    </a:lnTo>
                    <a:lnTo>
                      <a:pt x="10221" y="12424"/>
                    </a:lnTo>
                    <a:lnTo>
                      <a:pt x="10337" y="12463"/>
                    </a:lnTo>
                    <a:lnTo>
                      <a:pt x="10452" y="12488"/>
                    </a:lnTo>
                    <a:lnTo>
                      <a:pt x="10580" y="12501"/>
                    </a:lnTo>
                    <a:lnTo>
                      <a:pt x="10708" y="12501"/>
                    </a:lnTo>
                    <a:lnTo>
                      <a:pt x="10913" y="12488"/>
                    </a:lnTo>
                    <a:lnTo>
                      <a:pt x="11105" y="12450"/>
                    </a:lnTo>
                    <a:lnTo>
                      <a:pt x="11284" y="12399"/>
                    </a:lnTo>
                    <a:lnTo>
                      <a:pt x="11464" y="12322"/>
                    </a:lnTo>
                    <a:lnTo>
                      <a:pt x="11630" y="12232"/>
                    </a:lnTo>
                    <a:lnTo>
                      <a:pt x="11784" y="12117"/>
                    </a:lnTo>
                    <a:lnTo>
                      <a:pt x="11925" y="11989"/>
                    </a:lnTo>
                    <a:lnTo>
                      <a:pt x="12053" y="11848"/>
                    </a:lnTo>
                    <a:lnTo>
                      <a:pt x="12168" y="11950"/>
                    </a:lnTo>
                    <a:lnTo>
                      <a:pt x="12283" y="12027"/>
                    </a:lnTo>
                    <a:lnTo>
                      <a:pt x="12412" y="12104"/>
                    </a:lnTo>
                    <a:lnTo>
                      <a:pt x="12552" y="12168"/>
                    </a:lnTo>
                    <a:lnTo>
                      <a:pt x="12693" y="12206"/>
                    </a:lnTo>
                    <a:lnTo>
                      <a:pt x="12834" y="12245"/>
                    </a:lnTo>
                    <a:lnTo>
                      <a:pt x="12988" y="12270"/>
                    </a:lnTo>
                    <a:lnTo>
                      <a:pt x="13308" y="12270"/>
                    </a:lnTo>
                    <a:lnTo>
                      <a:pt x="13462" y="12245"/>
                    </a:lnTo>
                    <a:lnTo>
                      <a:pt x="13603" y="12206"/>
                    </a:lnTo>
                    <a:lnTo>
                      <a:pt x="13744" y="12155"/>
                    </a:lnTo>
                    <a:lnTo>
                      <a:pt x="13884" y="12104"/>
                    </a:lnTo>
                    <a:lnTo>
                      <a:pt x="14013" y="12027"/>
                    </a:lnTo>
                    <a:lnTo>
                      <a:pt x="14128" y="11937"/>
                    </a:lnTo>
                    <a:lnTo>
                      <a:pt x="14243" y="11848"/>
                    </a:lnTo>
                    <a:lnTo>
                      <a:pt x="14346" y="11733"/>
                    </a:lnTo>
                    <a:lnTo>
                      <a:pt x="14448" y="11617"/>
                    </a:lnTo>
                    <a:lnTo>
                      <a:pt x="14525" y="11502"/>
                    </a:lnTo>
                    <a:lnTo>
                      <a:pt x="14602" y="11361"/>
                    </a:lnTo>
                    <a:lnTo>
                      <a:pt x="14653" y="11233"/>
                    </a:lnTo>
                    <a:lnTo>
                      <a:pt x="14704" y="11079"/>
                    </a:lnTo>
                    <a:lnTo>
                      <a:pt x="14743" y="10938"/>
                    </a:lnTo>
                    <a:lnTo>
                      <a:pt x="14755" y="10785"/>
                    </a:lnTo>
                    <a:lnTo>
                      <a:pt x="15050" y="10734"/>
                    </a:lnTo>
                    <a:lnTo>
                      <a:pt x="15319" y="10657"/>
                    </a:lnTo>
                    <a:lnTo>
                      <a:pt x="15588" y="10567"/>
                    </a:lnTo>
                    <a:lnTo>
                      <a:pt x="15844" y="10452"/>
                    </a:lnTo>
                    <a:lnTo>
                      <a:pt x="16087" y="10311"/>
                    </a:lnTo>
                    <a:lnTo>
                      <a:pt x="16318" y="10144"/>
                    </a:lnTo>
                    <a:lnTo>
                      <a:pt x="16536" y="9965"/>
                    </a:lnTo>
                    <a:lnTo>
                      <a:pt x="16728" y="9773"/>
                    </a:lnTo>
                    <a:lnTo>
                      <a:pt x="16907" y="9555"/>
                    </a:lnTo>
                    <a:lnTo>
                      <a:pt x="17061" y="9325"/>
                    </a:lnTo>
                    <a:lnTo>
                      <a:pt x="17202" y="9081"/>
                    </a:lnTo>
                    <a:lnTo>
                      <a:pt x="17317" y="8812"/>
                    </a:lnTo>
                    <a:lnTo>
                      <a:pt x="17407" y="8543"/>
                    </a:lnTo>
                    <a:lnTo>
                      <a:pt x="17471" y="8274"/>
                    </a:lnTo>
                    <a:lnTo>
                      <a:pt x="17509" y="7980"/>
                    </a:lnTo>
                    <a:lnTo>
                      <a:pt x="17522" y="7685"/>
                    </a:lnTo>
                    <a:lnTo>
                      <a:pt x="17522" y="7429"/>
                    </a:lnTo>
                    <a:lnTo>
                      <a:pt x="17483" y="7186"/>
                    </a:lnTo>
                    <a:lnTo>
                      <a:pt x="17445" y="6955"/>
                    </a:lnTo>
                    <a:lnTo>
                      <a:pt x="17381" y="6725"/>
                    </a:lnTo>
                    <a:lnTo>
                      <a:pt x="17291" y="6494"/>
                    </a:lnTo>
                    <a:lnTo>
                      <a:pt x="17202" y="6289"/>
                    </a:lnTo>
                    <a:lnTo>
                      <a:pt x="17086" y="6084"/>
                    </a:lnTo>
                    <a:lnTo>
                      <a:pt x="16958" y="5879"/>
                    </a:lnTo>
                    <a:lnTo>
                      <a:pt x="16817" y="5700"/>
                    </a:lnTo>
                    <a:lnTo>
                      <a:pt x="16664" y="5521"/>
                    </a:lnTo>
                    <a:lnTo>
                      <a:pt x="16497" y="5367"/>
                    </a:lnTo>
                    <a:lnTo>
                      <a:pt x="16318" y="5213"/>
                    </a:lnTo>
                    <a:lnTo>
                      <a:pt x="16126" y="5085"/>
                    </a:lnTo>
                    <a:lnTo>
                      <a:pt x="15921" y="4957"/>
                    </a:lnTo>
                    <a:lnTo>
                      <a:pt x="15716" y="4855"/>
                    </a:lnTo>
                    <a:lnTo>
                      <a:pt x="15498" y="4765"/>
                    </a:lnTo>
                    <a:lnTo>
                      <a:pt x="15549" y="4509"/>
                    </a:lnTo>
                    <a:lnTo>
                      <a:pt x="15562" y="4368"/>
                    </a:lnTo>
                    <a:lnTo>
                      <a:pt x="15575" y="4240"/>
                    </a:lnTo>
                    <a:lnTo>
                      <a:pt x="15562" y="4022"/>
                    </a:lnTo>
                    <a:lnTo>
                      <a:pt x="15524" y="3817"/>
                    </a:lnTo>
                    <a:lnTo>
                      <a:pt x="15473" y="3625"/>
                    </a:lnTo>
                    <a:lnTo>
                      <a:pt x="15409" y="3433"/>
                    </a:lnTo>
                    <a:lnTo>
                      <a:pt x="15319" y="3254"/>
                    </a:lnTo>
                    <a:lnTo>
                      <a:pt x="15216" y="3087"/>
                    </a:lnTo>
                    <a:lnTo>
                      <a:pt x="15101" y="2921"/>
                    </a:lnTo>
                    <a:lnTo>
                      <a:pt x="14973" y="2780"/>
                    </a:lnTo>
                    <a:lnTo>
                      <a:pt x="14819" y="2652"/>
                    </a:lnTo>
                    <a:lnTo>
                      <a:pt x="14666" y="2524"/>
                    </a:lnTo>
                    <a:lnTo>
                      <a:pt x="14499" y="2421"/>
                    </a:lnTo>
                    <a:lnTo>
                      <a:pt x="14307" y="2332"/>
                    </a:lnTo>
                    <a:lnTo>
                      <a:pt x="14128" y="2267"/>
                    </a:lnTo>
                    <a:lnTo>
                      <a:pt x="13923" y="2216"/>
                    </a:lnTo>
                    <a:lnTo>
                      <a:pt x="13718" y="2191"/>
                    </a:lnTo>
                    <a:lnTo>
                      <a:pt x="13513" y="2178"/>
                    </a:lnTo>
                    <a:lnTo>
                      <a:pt x="13359" y="2178"/>
                    </a:lnTo>
                    <a:lnTo>
                      <a:pt x="13193" y="2203"/>
                    </a:lnTo>
                    <a:lnTo>
                      <a:pt x="13052" y="2229"/>
                    </a:lnTo>
                    <a:lnTo>
                      <a:pt x="12898" y="2267"/>
                    </a:lnTo>
                    <a:lnTo>
                      <a:pt x="12757" y="2319"/>
                    </a:lnTo>
                    <a:lnTo>
                      <a:pt x="12616" y="2383"/>
                    </a:lnTo>
                    <a:lnTo>
                      <a:pt x="12488" y="2447"/>
                    </a:lnTo>
                    <a:lnTo>
                      <a:pt x="12360" y="2524"/>
                    </a:lnTo>
                    <a:lnTo>
                      <a:pt x="12245" y="2255"/>
                    </a:lnTo>
                    <a:lnTo>
                      <a:pt x="12104" y="1999"/>
                    </a:lnTo>
                    <a:lnTo>
                      <a:pt x="11950" y="1742"/>
                    </a:lnTo>
                    <a:lnTo>
                      <a:pt x="11784" y="1512"/>
                    </a:lnTo>
                    <a:lnTo>
                      <a:pt x="11592" y="1281"/>
                    </a:lnTo>
                    <a:lnTo>
                      <a:pt x="11387" y="1076"/>
                    </a:lnTo>
                    <a:lnTo>
                      <a:pt x="11169" y="884"/>
                    </a:lnTo>
                    <a:lnTo>
                      <a:pt x="10939" y="705"/>
                    </a:lnTo>
                    <a:lnTo>
                      <a:pt x="10695" y="551"/>
                    </a:lnTo>
                    <a:lnTo>
                      <a:pt x="10439" y="410"/>
                    </a:lnTo>
                    <a:lnTo>
                      <a:pt x="10170" y="295"/>
                    </a:lnTo>
                    <a:lnTo>
                      <a:pt x="9888" y="193"/>
                    </a:lnTo>
                    <a:lnTo>
                      <a:pt x="9594" y="103"/>
                    </a:lnTo>
                    <a:lnTo>
                      <a:pt x="9299" y="52"/>
                    </a:lnTo>
                    <a:lnTo>
                      <a:pt x="8992" y="13"/>
                    </a:lnTo>
                    <a:lnTo>
                      <a:pt x="8684" y="0"/>
                    </a:lnTo>
                    <a:close/>
                  </a:path>
                </a:pathLst>
              </a:custGeom>
              <a:solidFill>
                <a:srgbClr val="EA4827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36"/>
              <p:cNvSpPr/>
              <p:nvPr/>
            </p:nvSpPr>
            <p:spPr>
              <a:xfrm>
                <a:off x="5022704" y="2108884"/>
                <a:ext cx="341356" cy="237149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4663" extrusionOk="0">
                    <a:moveTo>
                      <a:pt x="0" y="0"/>
                    </a:moveTo>
                    <a:lnTo>
                      <a:pt x="0" y="4662"/>
                    </a:lnTo>
                    <a:lnTo>
                      <a:pt x="6712" y="4662"/>
                    </a:lnTo>
                    <a:lnTo>
                      <a:pt x="6712" y="0"/>
                    </a:lnTo>
                    <a:close/>
                  </a:path>
                </a:pathLst>
              </a:custGeom>
              <a:solidFill>
                <a:srgbClr val="FFA5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36"/>
              <p:cNvSpPr/>
              <p:nvPr/>
            </p:nvSpPr>
            <p:spPr>
              <a:xfrm>
                <a:off x="5022704" y="2108884"/>
                <a:ext cx="341356" cy="58028"/>
              </a:xfrm>
              <a:custGeom>
                <a:avLst/>
                <a:gdLst/>
                <a:ahLst/>
                <a:cxnLst/>
                <a:rect l="l" t="t" r="r" b="b"/>
                <a:pathLst>
                  <a:path w="6712" h="1141" extrusionOk="0">
                    <a:moveTo>
                      <a:pt x="0" y="0"/>
                    </a:moveTo>
                    <a:lnTo>
                      <a:pt x="0" y="1140"/>
                    </a:lnTo>
                    <a:lnTo>
                      <a:pt x="6712" y="1140"/>
                    </a:lnTo>
                    <a:lnTo>
                      <a:pt x="671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36"/>
              <p:cNvSpPr/>
              <p:nvPr/>
            </p:nvSpPr>
            <p:spPr>
              <a:xfrm>
                <a:off x="5013601" y="2917863"/>
                <a:ext cx="308146" cy="198090"/>
              </a:xfrm>
              <a:custGeom>
                <a:avLst/>
                <a:gdLst/>
                <a:ahLst/>
                <a:cxnLst/>
                <a:rect l="l" t="t" r="r" b="b"/>
                <a:pathLst>
                  <a:path w="6059" h="3895" extrusionOk="0">
                    <a:moveTo>
                      <a:pt x="0" y="1"/>
                    </a:moveTo>
                    <a:lnTo>
                      <a:pt x="0" y="3894"/>
                    </a:lnTo>
                    <a:lnTo>
                      <a:pt x="6058" y="3894"/>
                    </a:lnTo>
                    <a:lnTo>
                      <a:pt x="6058" y="1"/>
                    </a:lnTo>
                    <a:close/>
                  </a:path>
                </a:pathLst>
              </a:custGeom>
              <a:solidFill>
                <a:srgbClr val="C99B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36"/>
              <p:cNvSpPr/>
              <p:nvPr/>
            </p:nvSpPr>
            <p:spPr>
              <a:xfrm>
                <a:off x="5013601" y="2917863"/>
                <a:ext cx="308146" cy="69776"/>
              </a:xfrm>
              <a:custGeom>
                <a:avLst/>
                <a:gdLst/>
                <a:ahLst/>
                <a:cxnLst/>
                <a:rect l="l" t="t" r="r" b="b"/>
                <a:pathLst>
                  <a:path w="6059" h="1372" extrusionOk="0">
                    <a:moveTo>
                      <a:pt x="0" y="1"/>
                    </a:moveTo>
                    <a:lnTo>
                      <a:pt x="0" y="1371"/>
                    </a:lnTo>
                    <a:lnTo>
                      <a:pt x="6058" y="1371"/>
                    </a:lnTo>
                    <a:lnTo>
                      <a:pt x="605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36"/>
              <p:cNvSpPr/>
              <p:nvPr/>
            </p:nvSpPr>
            <p:spPr>
              <a:xfrm>
                <a:off x="4490540" y="2398717"/>
                <a:ext cx="148555" cy="53502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2" extrusionOk="0">
                    <a:moveTo>
                      <a:pt x="1460" y="1"/>
                    </a:moveTo>
                    <a:lnTo>
                      <a:pt x="1268" y="14"/>
                    </a:lnTo>
                    <a:lnTo>
                      <a:pt x="1076" y="52"/>
                    </a:lnTo>
                    <a:lnTo>
                      <a:pt x="884" y="116"/>
                    </a:lnTo>
                    <a:lnTo>
                      <a:pt x="705" y="206"/>
                    </a:lnTo>
                    <a:lnTo>
                      <a:pt x="525" y="308"/>
                    </a:lnTo>
                    <a:lnTo>
                      <a:pt x="359" y="436"/>
                    </a:lnTo>
                    <a:lnTo>
                      <a:pt x="192" y="590"/>
                    </a:lnTo>
                    <a:lnTo>
                      <a:pt x="39" y="757"/>
                    </a:lnTo>
                    <a:lnTo>
                      <a:pt x="13" y="821"/>
                    </a:lnTo>
                    <a:lnTo>
                      <a:pt x="0" y="897"/>
                    </a:lnTo>
                    <a:lnTo>
                      <a:pt x="26" y="962"/>
                    </a:lnTo>
                    <a:lnTo>
                      <a:pt x="77" y="1013"/>
                    </a:lnTo>
                    <a:lnTo>
                      <a:pt x="141" y="1051"/>
                    </a:lnTo>
                    <a:lnTo>
                      <a:pt x="205" y="1051"/>
                    </a:lnTo>
                    <a:lnTo>
                      <a:pt x="269" y="1038"/>
                    </a:lnTo>
                    <a:lnTo>
                      <a:pt x="333" y="987"/>
                    </a:lnTo>
                    <a:lnTo>
                      <a:pt x="449" y="846"/>
                    </a:lnTo>
                    <a:lnTo>
                      <a:pt x="577" y="731"/>
                    </a:lnTo>
                    <a:lnTo>
                      <a:pt x="718" y="629"/>
                    </a:lnTo>
                    <a:lnTo>
                      <a:pt x="858" y="539"/>
                    </a:lnTo>
                    <a:lnTo>
                      <a:pt x="1012" y="475"/>
                    </a:lnTo>
                    <a:lnTo>
                      <a:pt x="1153" y="424"/>
                    </a:lnTo>
                    <a:lnTo>
                      <a:pt x="1307" y="398"/>
                    </a:lnTo>
                    <a:lnTo>
                      <a:pt x="1460" y="385"/>
                    </a:lnTo>
                    <a:lnTo>
                      <a:pt x="1614" y="398"/>
                    </a:lnTo>
                    <a:lnTo>
                      <a:pt x="1768" y="424"/>
                    </a:lnTo>
                    <a:lnTo>
                      <a:pt x="1921" y="475"/>
                    </a:lnTo>
                    <a:lnTo>
                      <a:pt x="2062" y="539"/>
                    </a:lnTo>
                    <a:lnTo>
                      <a:pt x="2203" y="629"/>
                    </a:lnTo>
                    <a:lnTo>
                      <a:pt x="2344" y="731"/>
                    </a:lnTo>
                    <a:lnTo>
                      <a:pt x="2472" y="846"/>
                    </a:lnTo>
                    <a:lnTo>
                      <a:pt x="2588" y="987"/>
                    </a:lnTo>
                    <a:lnTo>
                      <a:pt x="2626" y="1013"/>
                    </a:lnTo>
                    <a:lnTo>
                      <a:pt x="2664" y="1038"/>
                    </a:lnTo>
                    <a:lnTo>
                      <a:pt x="2690" y="1051"/>
                    </a:lnTo>
                    <a:lnTo>
                      <a:pt x="2792" y="1051"/>
                    </a:lnTo>
                    <a:lnTo>
                      <a:pt x="2844" y="1013"/>
                    </a:lnTo>
                    <a:lnTo>
                      <a:pt x="2895" y="962"/>
                    </a:lnTo>
                    <a:lnTo>
                      <a:pt x="2921" y="897"/>
                    </a:lnTo>
                    <a:lnTo>
                      <a:pt x="2908" y="821"/>
                    </a:lnTo>
                    <a:lnTo>
                      <a:pt x="2882" y="757"/>
                    </a:lnTo>
                    <a:lnTo>
                      <a:pt x="2728" y="590"/>
                    </a:lnTo>
                    <a:lnTo>
                      <a:pt x="2575" y="436"/>
                    </a:lnTo>
                    <a:lnTo>
                      <a:pt x="2395" y="308"/>
                    </a:lnTo>
                    <a:lnTo>
                      <a:pt x="2229" y="206"/>
                    </a:lnTo>
                    <a:lnTo>
                      <a:pt x="2037" y="116"/>
                    </a:lnTo>
                    <a:lnTo>
                      <a:pt x="1857" y="52"/>
                    </a:lnTo>
                    <a:lnTo>
                      <a:pt x="1653" y="14"/>
                    </a:lnTo>
                    <a:lnTo>
                      <a:pt x="146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36"/>
              <p:cNvSpPr/>
              <p:nvPr/>
            </p:nvSpPr>
            <p:spPr>
              <a:xfrm>
                <a:off x="4670318" y="2510144"/>
                <a:ext cx="147894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08" h="1051" extrusionOk="0">
                    <a:moveTo>
                      <a:pt x="1460" y="0"/>
                    </a:moveTo>
                    <a:lnTo>
                      <a:pt x="1255" y="13"/>
                    </a:lnTo>
                    <a:lnTo>
                      <a:pt x="1063" y="51"/>
                    </a:lnTo>
                    <a:lnTo>
                      <a:pt x="884" y="115"/>
                    </a:lnTo>
                    <a:lnTo>
                      <a:pt x="692" y="192"/>
                    </a:lnTo>
                    <a:lnTo>
                      <a:pt x="513" y="307"/>
                    </a:lnTo>
                    <a:lnTo>
                      <a:pt x="346" y="436"/>
                    </a:lnTo>
                    <a:lnTo>
                      <a:pt x="192" y="589"/>
                    </a:lnTo>
                    <a:lnTo>
                      <a:pt x="39" y="756"/>
                    </a:lnTo>
                    <a:lnTo>
                      <a:pt x="0" y="820"/>
                    </a:lnTo>
                    <a:lnTo>
                      <a:pt x="0" y="884"/>
                    </a:lnTo>
                    <a:lnTo>
                      <a:pt x="26" y="961"/>
                    </a:lnTo>
                    <a:lnTo>
                      <a:pt x="64" y="1012"/>
                    </a:lnTo>
                    <a:lnTo>
                      <a:pt x="128" y="1050"/>
                    </a:lnTo>
                    <a:lnTo>
                      <a:pt x="205" y="1050"/>
                    </a:lnTo>
                    <a:lnTo>
                      <a:pt x="269" y="1025"/>
                    </a:lnTo>
                    <a:lnTo>
                      <a:pt x="320" y="986"/>
                    </a:lnTo>
                    <a:lnTo>
                      <a:pt x="449" y="845"/>
                    </a:lnTo>
                    <a:lnTo>
                      <a:pt x="577" y="717"/>
                    </a:lnTo>
                    <a:lnTo>
                      <a:pt x="718" y="615"/>
                    </a:lnTo>
                    <a:lnTo>
                      <a:pt x="858" y="538"/>
                    </a:lnTo>
                    <a:lnTo>
                      <a:pt x="999" y="474"/>
                    </a:lnTo>
                    <a:lnTo>
                      <a:pt x="1153" y="423"/>
                    </a:lnTo>
                    <a:lnTo>
                      <a:pt x="1307" y="397"/>
                    </a:lnTo>
                    <a:lnTo>
                      <a:pt x="1460" y="384"/>
                    </a:lnTo>
                    <a:lnTo>
                      <a:pt x="1614" y="397"/>
                    </a:lnTo>
                    <a:lnTo>
                      <a:pt x="1768" y="423"/>
                    </a:lnTo>
                    <a:lnTo>
                      <a:pt x="1909" y="474"/>
                    </a:lnTo>
                    <a:lnTo>
                      <a:pt x="2062" y="538"/>
                    </a:lnTo>
                    <a:lnTo>
                      <a:pt x="2203" y="615"/>
                    </a:lnTo>
                    <a:lnTo>
                      <a:pt x="2331" y="717"/>
                    </a:lnTo>
                    <a:lnTo>
                      <a:pt x="2472" y="845"/>
                    </a:lnTo>
                    <a:lnTo>
                      <a:pt x="2587" y="986"/>
                    </a:lnTo>
                    <a:lnTo>
                      <a:pt x="2613" y="1012"/>
                    </a:lnTo>
                    <a:lnTo>
                      <a:pt x="2652" y="1038"/>
                    </a:lnTo>
                    <a:lnTo>
                      <a:pt x="2690" y="1050"/>
                    </a:lnTo>
                    <a:lnTo>
                      <a:pt x="2728" y="1050"/>
                    </a:lnTo>
                    <a:lnTo>
                      <a:pt x="2792" y="1038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08" y="884"/>
                    </a:lnTo>
                    <a:lnTo>
                      <a:pt x="2908" y="820"/>
                    </a:lnTo>
                    <a:lnTo>
                      <a:pt x="2869" y="756"/>
                    </a:lnTo>
                    <a:lnTo>
                      <a:pt x="2728" y="589"/>
                    </a:lnTo>
                    <a:lnTo>
                      <a:pt x="2562" y="436"/>
                    </a:lnTo>
                    <a:lnTo>
                      <a:pt x="2395" y="307"/>
                    </a:lnTo>
                    <a:lnTo>
                      <a:pt x="2216" y="192"/>
                    </a:lnTo>
                    <a:lnTo>
                      <a:pt x="2037" y="115"/>
                    </a:lnTo>
                    <a:lnTo>
                      <a:pt x="1845" y="51"/>
                    </a:lnTo>
                    <a:lnTo>
                      <a:pt x="1653" y="13"/>
                    </a:lnTo>
                    <a:lnTo>
                      <a:pt x="146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36"/>
              <p:cNvSpPr/>
              <p:nvPr/>
            </p:nvSpPr>
            <p:spPr>
              <a:xfrm>
                <a:off x="4280146" y="2495802"/>
                <a:ext cx="147894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08" h="1051" extrusionOk="0">
                    <a:moveTo>
                      <a:pt x="1448" y="0"/>
                    </a:moveTo>
                    <a:lnTo>
                      <a:pt x="1256" y="13"/>
                    </a:lnTo>
                    <a:lnTo>
                      <a:pt x="1063" y="52"/>
                    </a:lnTo>
                    <a:lnTo>
                      <a:pt x="871" y="116"/>
                    </a:lnTo>
                    <a:lnTo>
                      <a:pt x="692" y="192"/>
                    </a:lnTo>
                    <a:lnTo>
                      <a:pt x="513" y="308"/>
                    </a:lnTo>
                    <a:lnTo>
                      <a:pt x="346" y="436"/>
                    </a:lnTo>
                    <a:lnTo>
                      <a:pt x="180" y="589"/>
                    </a:lnTo>
                    <a:lnTo>
                      <a:pt x="39" y="756"/>
                    </a:lnTo>
                    <a:lnTo>
                      <a:pt x="0" y="820"/>
                    </a:lnTo>
                    <a:lnTo>
                      <a:pt x="0" y="897"/>
                    </a:lnTo>
                    <a:lnTo>
                      <a:pt x="13" y="961"/>
                    </a:lnTo>
                    <a:lnTo>
                      <a:pt x="64" y="1012"/>
                    </a:lnTo>
                    <a:lnTo>
                      <a:pt x="128" y="1051"/>
                    </a:lnTo>
                    <a:lnTo>
                      <a:pt x="193" y="1051"/>
                    </a:lnTo>
                    <a:lnTo>
                      <a:pt x="269" y="1025"/>
                    </a:lnTo>
                    <a:lnTo>
                      <a:pt x="321" y="987"/>
                    </a:lnTo>
                    <a:lnTo>
                      <a:pt x="436" y="846"/>
                    </a:lnTo>
                    <a:lnTo>
                      <a:pt x="577" y="718"/>
                    </a:lnTo>
                    <a:lnTo>
                      <a:pt x="705" y="615"/>
                    </a:lnTo>
                    <a:lnTo>
                      <a:pt x="846" y="538"/>
                    </a:lnTo>
                    <a:lnTo>
                      <a:pt x="999" y="474"/>
                    </a:lnTo>
                    <a:lnTo>
                      <a:pt x="1140" y="423"/>
                    </a:lnTo>
                    <a:lnTo>
                      <a:pt x="1294" y="397"/>
                    </a:lnTo>
                    <a:lnTo>
                      <a:pt x="1448" y="385"/>
                    </a:lnTo>
                    <a:lnTo>
                      <a:pt x="1601" y="397"/>
                    </a:lnTo>
                    <a:lnTo>
                      <a:pt x="1755" y="423"/>
                    </a:lnTo>
                    <a:lnTo>
                      <a:pt x="1909" y="474"/>
                    </a:lnTo>
                    <a:lnTo>
                      <a:pt x="2050" y="538"/>
                    </a:lnTo>
                    <a:lnTo>
                      <a:pt x="2191" y="615"/>
                    </a:lnTo>
                    <a:lnTo>
                      <a:pt x="2331" y="718"/>
                    </a:lnTo>
                    <a:lnTo>
                      <a:pt x="2459" y="846"/>
                    </a:lnTo>
                    <a:lnTo>
                      <a:pt x="2588" y="987"/>
                    </a:lnTo>
                    <a:lnTo>
                      <a:pt x="2613" y="1012"/>
                    </a:lnTo>
                    <a:lnTo>
                      <a:pt x="2652" y="1038"/>
                    </a:lnTo>
                    <a:lnTo>
                      <a:pt x="2690" y="1051"/>
                    </a:lnTo>
                    <a:lnTo>
                      <a:pt x="2728" y="1051"/>
                    </a:lnTo>
                    <a:lnTo>
                      <a:pt x="2780" y="1038"/>
                    </a:lnTo>
                    <a:lnTo>
                      <a:pt x="2844" y="1012"/>
                    </a:lnTo>
                    <a:lnTo>
                      <a:pt x="2882" y="961"/>
                    </a:lnTo>
                    <a:lnTo>
                      <a:pt x="2908" y="897"/>
                    </a:lnTo>
                    <a:lnTo>
                      <a:pt x="2908" y="820"/>
                    </a:lnTo>
                    <a:lnTo>
                      <a:pt x="2869" y="756"/>
                    </a:lnTo>
                    <a:lnTo>
                      <a:pt x="2716" y="589"/>
                    </a:lnTo>
                    <a:lnTo>
                      <a:pt x="2562" y="436"/>
                    </a:lnTo>
                    <a:lnTo>
                      <a:pt x="2395" y="308"/>
                    </a:lnTo>
                    <a:lnTo>
                      <a:pt x="2216" y="192"/>
                    </a:lnTo>
                    <a:lnTo>
                      <a:pt x="2024" y="116"/>
                    </a:lnTo>
                    <a:lnTo>
                      <a:pt x="1845" y="52"/>
                    </a:lnTo>
                    <a:lnTo>
                      <a:pt x="1653" y="13"/>
                    </a:lnTo>
                    <a:lnTo>
                      <a:pt x="144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36"/>
              <p:cNvSpPr/>
              <p:nvPr/>
            </p:nvSpPr>
            <p:spPr>
              <a:xfrm>
                <a:off x="4353735" y="2661239"/>
                <a:ext cx="148555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1" extrusionOk="0">
                    <a:moveTo>
                      <a:pt x="1461" y="1"/>
                    </a:moveTo>
                    <a:lnTo>
                      <a:pt x="1269" y="13"/>
                    </a:lnTo>
                    <a:lnTo>
                      <a:pt x="1077" y="52"/>
                    </a:lnTo>
                    <a:lnTo>
                      <a:pt x="884" y="116"/>
                    </a:lnTo>
                    <a:lnTo>
                      <a:pt x="705" y="205"/>
                    </a:lnTo>
                    <a:lnTo>
                      <a:pt x="526" y="308"/>
                    </a:lnTo>
                    <a:lnTo>
                      <a:pt x="359" y="436"/>
                    </a:lnTo>
                    <a:lnTo>
                      <a:pt x="193" y="590"/>
                    </a:lnTo>
                    <a:lnTo>
                      <a:pt x="39" y="756"/>
                    </a:lnTo>
                    <a:lnTo>
                      <a:pt x="13" y="820"/>
                    </a:lnTo>
                    <a:lnTo>
                      <a:pt x="1" y="897"/>
                    </a:lnTo>
                    <a:lnTo>
                      <a:pt x="26" y="961"/>
                    </a:lnTo>
                    <a:lnTo>
                      <a:pt x="78" y="1012"/>
                    </a:lnTo>
                    <a:lnTo>
                      <a:pt x="142" y="1051"/>
                    </a:lnTo>
                    <a:lnTo>
                      <a:pt x="206" y="1051"/>
                    </a:lnTo>
                    <a:lnTo>
                      <a:pt x="270" y="1038"/>
                    </a:lnTo>
                    <a:lnTo>
                      <a:pt x="334" y="987"/>
                    </a:lnTo>
                    <a:lnTo>
                      <a:pt x="449" y="846"/>
                    </a:lnTo>
                    <a:lnTo>
                      <a:pt x="577" y="731"/>
                    </a:lnTo>
                    <a:lnTo>
                      <a:pt x="718" y="628"/>
                    </a:lnTo>
                    <a:lnTo>
                      <a:pt x="859" y="538"/>
                    </a:lnTo>
                    <a:lnTo>
                      <a:pt x="1012" y="474"/>
                    </a:lnTo>
                    <a:lnTo>
                      <a:pt x="1153" y="423"/>
                    </a:lnTo>
                    <a:lnTo>
                      <a:pt x="1307" y="398"/>
                    </a:lnTo>
                    <a:lnTo>
                      <a:pt x="1461" y="385"/>
                    </a:lnTo>
                    <a:lnTo>
                      <a:pt x="1614" y="398"/>
                    </a:lnTo>
                    <a:lnTo>
                      <a:pt x="1768" y="423"/>
                    </a:lnTo>
                    <a:lnTo>
                      <a:pt x="1922" y="474"/>
                    </a:lnTo>
                    <a:lnTo>
                      <a:pt x="2063" y="538"/>
                    </a:lnTo>
                    <a:lnTo>
                      <a:pt x="2204" y="628"/>
                    </a:lnTo>
                    <a:lnTo>
                      <a:pt x="2345" y="731"/>
                    </a:lnTo>
                    <a:lnTo>
                      <a:pt x="2473" y="846"/>
                    </a:lnTo>
                    <a:lnTo>
                      <a:pt x="2588" y="987"/>
                    </a:lnTo>
                    <a:lnTo>
                      <a:pt x="2626" y="1012"/>
                    </a:lnTo>
                    <a:lnTo>
                      <a:pt x="2652" y="1038"/>
                    </a:lnTo>
                    <a:lnTo>
                      <a:pt x="2690" y="1051"/>
                    </a:lnTo>
                    <a:lnTo>
                      <a:pt x="2793" y="1051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21" y="897"/>
                    </a:lnTo>
                    <a:lnTo>
                      <a:pt x="2908" y="820"/>
                    </a:lnTo>
                    <a:lnTo>
                      <a:pt x="2882" y="756"/>
                    </a:lnTo>
                    <a:lnTo>
                      <a:pt x="2729" y="590"/>
                    </a:lnTo>
                    <a:lnTo>
                      <a:pt x="2562" y="436"/>
                    </a:lnTo>
                    <a:lnTo>
                      <a:pt x="2396" y="308"/>
                    </a:lnTo>
                    <a:lnTo>
                      <a:pt x="2229" y="205"/>
                    </a:lnTo>
                    <a:lnTo>
                      <a:pt x="2037" y="116"/>
                    </a:lnTo>
                    <a:lnTo>
                      <a:pt x="1845" y="52"/>
                    </a:lnTo>
                    <a:lnTo>
                      <a:pt x="1653" y="13"/>
                    </a:lnTo>
                    <a:lnTo>
                      <a:pt x="146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36"/>
              <p:cNvSpPr/>
              <p:nvPr/>
            </p:nvSpPr>
            <p:spPr>
              <a:xfrm>
                <a:off x="4596067" y="2661239"/>
                <a:ext cx="148555" cy="53451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1051" extrusionOk="0">
                    <a:moveTo>
                      <a:pt x="1460" y="1"/>
                    </a:moveTo>
                    <a:lnTo>
                      <a:pt x="1268" y="13"/>
                    </a:lnTo>
                    <a:lnTo>
                      <a:pt x="1076" y="52"/>
                    </a:lnTo>
                    <a:lnTo>
                      <a:pt x="884" y="116"/>
                    </a:lnTo>
                    <a:lnTo>
                      <a:pt x="692" y="205"/>
                    </a:lnTo>
                    <a:lnTo>
                      <a:pt x="525" y="308"/>
                    </a:lnTo>
                    <a:lnTo>
                      <a:pt x="346" y="436"/>
                    </a:lnTo>
                    <a:lnTo>
                      <a:pt x="192" y="590"/>
                    </a:lnTo>
                    <a:lnTo>
                      <a:pt x="39" y="756"/>
                    </a:lnTo>
                    <a:lnTo>
                      <a:pt x="13" y="820"/>
                    </a:lnTo>
                    <a:lnTo>
                      <a:pt x="0" y="897"/>
                    </a:lnTo>
                    <a:lnTo>
                      <a:pt x="26" y="961"/>
                    </a:lnTo>
                    <a:lnTo>
                      <a:pt x="77" y="1012"/>
                    </a:lnTo>
                    <a:lnTo>
                      <a:pt x="141" y="1051"/>
                    </a:lnTo>
                    <a:lnTo>
                      <a:pt x="205" y="1051"/>
                    </a:lnTo>
                    <a:lnTo>
                      <a:pt x="269" y="1038"/>
                    </a:lnTo>
                    <a:lnTo>
                      <a:pt x="333" y="987"/>
                    </a:lnTo>
                    <a:lnTo>
                      <a:pt x="448" y="846"/>
                    </a:lnTo>
                    <a:lnTo>
                      <a:pt x="577" y="731"/>
                    </a:lnTo>
                    <a:lnTo>
                      <a:pt x="717" y="628"/>
                    </a:lnTo>
                    <a:lnTo>
                      <a:pt x="858" y="538"/>
                    </a:lnTo>
                    <a:lnTo>
                      <a:pt x="999" y="474"/>
                    </a:lnTo>
                    <a:lnTo>
                      <a:pt x="1153" y="423"/>
                    </a:lnTo>
                    <a:lnTo>
                      <a:pt x="1307" y="398"/>
                    </a:lnTo>
                    <a:lnTo>
                      <a:pt x="1460" y="385"/>
                    </a:lnTo>
                    <a:lnTo>
                      <a:pt x="1614" y="398"/>
                    </a:lnTo>
                    <a:lnTo>
                      <a:pt x="1768" y="423"/>
                    </a:lnTo>
                    <a:lnTo>
                      <a:pt x="1909" y="474"/>
                    </a:lnTo>
                    <a:lnTo>
                      <a:pt x="2062" y="538"/>
                    </a:lnTo>
                    <a:lnTo>
                      <a:pt x="2203" y="628"/>
                    </a:lnTo>
                    <a:lnTo>
                      <a:pt x="2344" y="731"/>
                    </a:lnTo>
                    <a:lnTo>
                      <a:pt x="2472" y="846"/>
                    </a:lnTo>
                    <a:lnTo>
                      <a:pt x="2587" y="987"/>
                    </a:lnTo>
                    <a:lnTo>
                      <a:pt x="2626" y="1012"/>
                    </a:lnTo>
                    <a:lnTo>
                      <a:pt x="2651" y="1038"/>
                    </a:lnTo>
                    <a:lnTo>
                      <a:pt x="2690" y="1051"/>
                    </a:lnTo>
                    <a:lnTo>
                      <a:pt x="2792" y="1051"/>
                    </a:lnTo>
                    <a:lnTo>
                      <a:pt x="2844" y="1012"/>
                    </a:lnTo>
                    <a:lnTo>
                      <a:pt x="2895" y="961"/>
                    </a:lnTo>
                    <a:lnTo>
                      <a:pt x="2920" y="897"/>
                    </a:lnTo>
                    <a:lnTo>
                      <a:pt x="2908" y="820"/>
                    </a:lnTo>
                    <a:lnTo>
                      <a:pt x="2882" y="756"/>
                    </a:lnTo>
                    <a:lnTo>
                      <a:pt x="2728" y="590"/>
                    </a:lnTo>
                    <a:lnTo>
                      <a:pt x="2562" y="436"/>
                    </a:lnTo>
                    <a:lnTo>
                      <a:pt x="2395" y="308"/>
                    </a:lnTo>
                    <a:lnTo>
                      <a:pt x="2216" y="205"/>
                    </a:lnTo>
                    <a:lnTo>
                      <a:pt x="2037" y="116"/>
                    </a:lnTo>
                    <a:lnTo>
                      <a:pt x="1845" y="52"/>
                    </a:lnTo>
                    <a:lnTo>
                      <a:pt x="1652" y="13"/>
                    </a:lnTo>
                    <a:lnTo>
                      <a:pt x="146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36"/>
              <p:cNvSpPr/>
              <p:nvPr/>
            </p:nvSpPr>
            <p:spPr>
              <a:xfrm>
                <a:off x="3805297" y="2135584"/>
                <a:ext cx="282768" cy="62606"/>
              </a:xfrm>
              <a:custGeom>
                <a:avLst/>
                <a:gdLst/>
                <a:ahLst/>
                <a:cxnLst/>
                <a:rect l="l" t="t" r="r" b="b"/>
                <a:pathLst>
                  <a:path w="5560" h="1231" extrusionOk="0">
                    <a:moveTo>
                      <a:pt x="0" y="1"/>
                    </a:moveTo>
                    <a:lnTo>
                      <a:pt x="0" y="1230"/>
                    </a:lnTo>
                    <a:lnTo>
                      <a:pt x="5559" y="1230"/>
                    </a:lnTo>
                    <a:lnTo>
                      <a:pt x="55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36"/>
              <p:cNvSpPr/>
              <p:nvPr/>
            </p:nvSpPr>
            <p:spPr>
              <a:xfrm>
                <a:off x="3976582" y="3788734"/>
                <a:ext cx="1190778" cy="100393"/>
              </a:xfrm>
              <a:custGeom>
                <a:avLst/>
                <a:gdLst/>
                <a:ahLst/>
                <a:cxnLst/>
                <a:rect l="l" t="t" r="r" b="b"/>
                <a:pathLst>
                  <a:path w="23414" h="1974" extrusionOk="0">
                    <a:moveTo>
                      <a:pt x="1551" y="1"/>
                    </a:moveTo>
                    <a:lnTo>
                      <a:pt x="1371" y="27"/>
                    </a:lnTo>
                    <a:lnTo>
                      <a:pt x="1218" y="78"/>
                    </a:lnTo>
                    <a:lnTo>
                      <a:pt x="1051" y="129"/>
                    </a:lnTo>
                    <a:lnTo>
                      <a:pt x="910" y="206"/>
                    </a:lnTo>
                    <a:lnTo>
                      <a:pt x="769" y="296"/>
                    </a:lnTo>
                    <a:lnTo>
                      <a:pt x="629" y="385"/>
                    </a:lnTo>
                    <a:lnTo>
                      <a:pt x="513" y="500"/>
                    </a:lnTo>
                    <a:lnTo>
                      <a:pt x="398" y="616"/>
                    </a:lnTo>
                    <a:lnTo>
                      <a:pt x="296" y="757"/>
                    </a:lnTo>
                    <a:lnTo>
                      <a:pt x="219" y="898"/>
                    </a:lnTo>
                    <a:lnTo>
                      <a:pt x="142" y="1038"/>
                    </a:lnTo>
                    <a:lnTo>
                      <a:pt x="78" y="1205"/>
                    </a:lnTo>
                    <a:lnTo>
                      <a:pt x="39" y="1371"/>
                    </a:lnTo>
                    <a:lnTo>
                      <a:pt x="14" y="1538"/>
                    </a:lnTo>
                    <a:lnTo>
                      <a:pt x="1" y="1717"/>
                    </a:lnTo>
                    <a:lnTo>
                      <a:pt x="1" y="1973"/>
                    </a:lnTo>
                    <a:lnTo>
                      <a:pt x="23414" y="1973"/>
                    </a:lnTo>
                    <a:lnTo>
                      <a:pt x="23414" y="1717"/>
                    </a:lnTo>
                    <a:lnTo>
                      <a:pt x="23414" y="1538"/>
                    </a:lnTo>
                    <a:lnTo>
                      <a:pt x="23388" y="1371"/>
                    </a:lnTo>
                    <a:lnTo>
                      <a:pt x="23337" y="1205"/>
                    </a:lnTo>
                    <a:lnTo>
                      <a:pt x="23286" y="1038"/>
                    </a:lnTo>
                    <a:lnTo>
                      <a:pt x="23209" y="898"/>
                    </a:lnTo>
                    <a:lnTo>
                      <a:pt x="23119" y="757"/>
                    </a:lnTo>
                    <a:lnTo>
                      <a:pt x="23029" y="616"/>
                    </a:lnTo>
                    <a:lnTo>
                      <a:pt x="22914" y="500"/>
                    </a:lnTo>
                    <a:lnTo>
                      <a:pt x="22799" y="385"/>
                    </a:lnTo>
                    <a:lnTo>
                      <a:pt x="22658" y="296"/>
                    </a:lnTo>
                    <a:lnTo>
                      <a:pt x="22517" y="206"/>
                    </a:lnTo>
                    <a:lnTo>
                      <a:pt x="22376" y="129"/>
                    </a:lnTo>
                    <a:lnTo>
                      <a:pt x="22210" y="78"/>
                    </a:lnTo>
                    <a:lnTo>
                      <a:pt x="22043" y="27"/>
                    </a:lnTo>
                    <a:lnTo>
                      <a:pt x="2187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26" name="Google Shape;1826;p36"/>
            <p:cNvSpPr/>
            <p:nvPr/>
          </p:nvSpPr>
          <p:spPr>
            <a:xfrm>
              <a:off x="3954300" y="2808350"/>
              <a:ext cx="142200" cy="1422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6"/>
            <p:cNvSpPr/>
            <p:nvPr/>
          </p:nvSpPr>
          <p:spPr>
            <a:xfrm>
              <a:off x="5754525" y="4370450"/>
              <a:ext cx="142200" cy="1422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8" name="Google Shape;1828;p36"/>
          <p:cNvSpPr/>
          <p:nvPr/>
        </p:nvSpPr>
        <p:spPr>
          <a:xfrm>
            <a:off x="457200" y="2628875"/>
            <a:ext cx="2061000" cy="1503600"/>
          </a:xfrm>
          <a:prstGeom prst="roundRect">
            <a:avLst>
              <a:gd name="adj" fmla="val 16667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9" name="Google Shape;1829;p3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830" name="Google Shape;1830;p36"/>
          <p:cNvGrpSpPr/>
          <p:nvPr/>
        </p:nvGrpSpPr>
        <p:grpSpPr>
          <a:xfrm>
            <a:off x="457200" y="1333163"/>
            <a:ext cx="2061000" cy="824600"/>
            <a:chOff x="457200" y="959300"/>
            <a:chExt cx="2061000" cy="824600"/>
          </a:xfrm>
        </p:grpSpPr>
        <p:sp>
          <p:nvSpPr>
            <p:cNvPr id="1831" name="Google Shape;1831;p36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Inputs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32" name="Google Shape;1832;p36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3" name="Google Shape;1833;p36"/>
          <p:cNvGrpSpPr/>
          <p:nvPr/>
        </p:nvGrpSpPr>
        <p:grpSpPr>
          <a:xfrm>
            <a:off x="6625800" y="1333175"/>
            <a:ext cx="2061000" cy="824600"/>
            <a:chOff x="457200" y="2087425"/>
            <a:chExt cx="2061000" cy="824600"/>
          </a:xfrm>
        </p:grpSpPr>
        <p:sp>
          <p:nvSpPr>
            <p:cNvPr id="1834" name="Google Shape;1834;p36"/>
            <p:cNvSpPr txBox="1"/>
            <p:nvPr/>
          </p:nvSpPr>
          <p:spPr>
            <a:xfrm>
              <a:off x="457200" y="2087425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35" name="Google Shape;1835;p36"/>
            <p:cNvSpPr txBox="1"/>
            <p:nvPr/>
          </p:nvSpPr>
          <p:spPr>
            <a:xfrm>
              <a:off x="457200" y="242902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Jupiter is a gas giant and the biggest planet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36" name="Google Shape;1836;p36"/>
          <p:cNvSpPr/>
          <p:nvPr/>
        </p:nvSpPr>
        <p:spPr>
          <a:xfrm>
            <a:off x="928950" y="2855300"/>
            <a:ext cx="142200" cy="14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7" name="Google Shape;1837;p36"/>
          <p:cNvSpPr txBox="1"/>
          <p:nvPr/>
        </p:nvSpPr>
        <p:spPr>
          <a:xfrm>
            <a:off x="1071150" y="2760500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 1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38" name="Google Shape;1838;p36"/>
          <p:cNvSpPr/>
          <p:nvPr/>
        </p:nvSpPr>
        <p:spPr>
          <a:xfrm>
            <a:off x="928950" y="3296725"/>
            <a:ext cx="142200" cy="142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36"/>
          <p:cNvSpPr txBox="1"/>
          <p:nvPr/>
        </p:nvSpPr>
        <p:spPr>
          <a:xfrm>
            <a:off x="1071150" y="3201925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 2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0" name="Google Shape;1840;p36"/>
          <p:cNvSpPr/>
          <p:nvPr/>
        </p:nvSpPr>
        <p:spPr>
          <a:xfrm>
            <a:off x="928950" y="3738150"/>
            <a:ext cx="142200" cy="142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1" name="Google Shape;1841;p36"/>
          <p:cNvSpPr txBox="1"/>
          <p:nvPr/>
        </p:nvSpPr>
        <p:spPr>
          <a:xfrm>
            <a:off x="1071150" y="3643350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 3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2" name="Google Shape;1842;p36"/>
          <p:cNvSpPr/>
          <p:nvPr/>
        </p:nvSpPr>
        <p:spPr>
          <a:xfrm>
            <a:off x="6625800" y="2628875"/>
            <a:ext cx="2061000" cy="15036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3" name="Google Shape;1843;p36"/>
          <p:cNvSpPr/>
          <p:nvPr/>
        </p:nvSpPr>
        <p:spPr>
          <a:xfrm>
            <a:off x="7097550" y="2855300"/>
            <a:ext cx="142200" cy="142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36"/>
          <p:cNvSpPr txBox="1"/>
          <p:nvPr/>
        </p:nvSpPr>
        <p:spPr>
          <a:xfrm>
            <a:off x="7239750" y="2760500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 1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5" name="Google Shape;1845;p36"/>
          <p:cNvSpPr/>
          <p:nvPr/>
        </p:nvSpPr>
        <p:spPr>
          <a:xfrm>
            <a:off x="7097550" y="3296725"/>
            <a:ext cx="142200" cy="142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36"/>
          <p:cNvSpPr txBox="1"/>
          <p:nvPr/>
        </p:nvSpPr>
        <p:spPr>
          <a:xfrm>
            <a:off x="7239750" y="3201925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 2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847" name="Google Shape;1847;p36"/>
          <p:cNvSpPr/>
          <p:nvPr/>
        </p:nvSpPr>
        <p:spPr>
          <a:xfrm>
            <a:off x="7097550" y="3738150"/>
            <a:ext cx="142200" cy="142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8" name="Google Shape;1848;p36"/>
          <p:cNvSpPr txBox="1"/>
          <p:nvPr/>
        </p:nvSpPr>
        <p:spPr>
          <a:xfrm>
            <a:off x="7239750" y="3643350"/>
            <a:ext cx="10305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 3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849" name="Google Shape;1849;p36"/>
          <p:cNvCxnSpPr>
            <a:stCxn id="1828" idx="3"/>
            <a:endCxn id="1826" idx="2"/>
          </p:cNvCxnSpPr>
          <p:nvPr/>
        </p:nvCxnSpPr>
        <p:spPr>
          <a:xfrm rot="10800000" flipH="1">
            <a:off x="2518200" y="2879375"/>
            <a:ext cx="1386300" cy="501300"/>
          </a:xfrm>
          <a:prstGeom prst="curved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50" name="Google Shape;1850;p36"/>
          <p:cNvCxnSpPr>
            <a:stCxn id="1842" idx="2"/>
            <a:endCxn id="1827" idx="6"/>
          </p:cNvCxnSpPr>
          <p:nvPr/>
        </p:nvCxnSpPr>
        <p:spPr>
          <a:xfrm rot="5400000">
            <a:off x="6597150" y="3382325"/>
            <a:ext cx="309000" cy="18093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37"/>
          <p:cNvSpPr/>
          <p:nvPr/>
        </p:nvSpPr>
        <p:spPr>
          <a:xfrm>
            <a:off x="6012650" y="1417275"/>
            <a:ext cx="2668500" cy="3200400"/>
          </a:xfrm>
          <a:prstGeom prst="rect">
            <a:avLst/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6" name="Google Shape;1856;p37"/>
          <p:cNvSpPr/>
          <p:nvPr/>
        </p:nvSpPr>
        <p:spPr>
          <a:xfrm>
            <a:off x="3243725" y="1417275"/>
            <a:ext cx="2668500" cy="3200400"/>
          </a:xfrm>
          <a:prstGeom prst="rect">
            <a:avLst/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7" name="Google Shape;1857;p37"/>
          <p:cNvSpPr/>
          <p:nvPr/>
        </p:nvSpPr>
        <p:spPr>
          <a:xfrm>
            <a:off x="474800" y="1417275"/>
            <a:ext cx="2668500" cy="3200400"/>
          </a:xfrm>
          <a:prstGeom prst="rect">
            <a:avLst/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8" name="Google Shape;1858;p37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1859" name="Google Shape;1859;p37"/>
          <p:cNvSpPr/>
          <p:nvPr/>
        </p:nvSpPr>
        <p:spPr>
          <a:xfrm>
            <a:off x="474800" y="1147800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0" name="Google Shape;1860;p37"/>
          <p:cNvSpPr/>
          <p:nvPr/>
        </p:nvSpPr>
        <p:spPr>
          <a:xfrm>
            <a:off x="3243713" y="1147800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1" name="Google Shape;1861;p37"/>
          <p:cNvSpPr/>
          <p:nvPr/>
        </p:nvSpPr>
        <p:spPr>
          <a:xfrm>
            <a:off x="6012638" y="1147800"/>
            <a:ext cx="2668500" cy="5607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62" name="Google Shape;1862;p37"/>
          <p:cNvGrpSpPr/>
          <p:nvPr/>
        </p:nvGrpSpPr>
        <p:grpSpPr>
          <a:xfrm>
            <a:off x="688824" y="1262175"/>
            <a:ext cx="2240451" cy="3153525"/>
            <a:chOff x="688824" y="1376475"/>
            <a:chExt cx="2240451" cy="3153525"/>
          </a:xfrm>
        </p:grpSpPr>
        <p:sp>
          <p:nvSpPr>
            <p:cNvPr id="1863" name="Google Shape;1863;p37"/>
            <p:cNvSpPr txBox="1"/>
            <p:nvPr/>
          </p:nvSpPr>
          <p:spPr>
            <a:xfrm>
              <a:off x="688824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Supervised learning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864" name="Google Shape;1864;p37"/>
            <p:cNvGrpSpPr/>
            <p:nvPr/>
          </p:nvGrpSpPr>
          <p:grpSpPr>
            <a:xfrm>
              <a:off x="688834" y="1973951"/>
              <a:ext cx="2240441" cy="1488799"/>
              <a:chOff x="695359" y="2302076"/>
              <a:chExt cx="2240441" cy="1488799"/>
            </a:xfrm>
          </p:grpSpPr>
          <p:sp>
            <p:nvSpPr>
              <p:cNvPr id="1865" name="Google Shape;1865;p37"/>
              <p:cNvSpPr txBox="1"/>
              <p:nvPr/>
            </p:nvSpPr>
            <p:spPr>
              <a:xfrm>
                <a:off x="695359" y="2302076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Classification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66" name="Google Shape;1866;p37"/>
              <p:cNvSpPr txBox="1"/>
              <p:nvPr/>
            </p:nvSpPr>
            <p:spPr>
              <a:xfrm>
                <a:off x="695400" y="2657475"/>
                <a:ext cx="2240400" cy="11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Fraud detection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Email spam detection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Diagnostics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Image classification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867" name="Google Shape;1867;p37"/>
            <p:cNvGrpSpPr/>
            <p:nvPr/>
          </p:nvGrpSpPr>
          <p:grpSpPr>
            <a:xfrm>
              <a:off x="688834" y="3613901"/>
              <a:ext cx="2240441" cy="916099"/>
              <a:chOff x="695359" y="2302076"/>
              <a:chExt cx="2240441" cy="916099"/>
            </a:xfrm>
          </p:grpSpPr>
          <p:sp>
            <p:nvSpPr>
              <p:cNvPr id="1868" name="Google Shape;1868;p37"/>
              <p:cNvSpPr txBox="1"/>
              <p:nvPr/>
            </p:nvSpPr>
            <p:spPr>
              <a:xfrm>
                <a:off x="695359" y="2302076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Regression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69" name="Google Shape;1869;p37"/>
              <p:cNvSpPr txBox="1"/>
              <p:nvPr/>
            </p:nvSpPr>
            <p:spPr>
              <a:xfrm>
                <a:off x="695400" y="2657475"/>
                <a:ext cx="2240400" cy="5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Risk assessment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Score prediction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870" name="Google Shape;1870;p37"/>
          <p:cNvGrpSpPr/>
          <p:nvPr/>
        </p:nvGrpSpPr>
        <p:grpSpPr>
          <a:xfrm>
            <a:off x="3451784" y="1262175"/>
            <a:ext cx="2246353" cy="3153525"/>
            <a:chOff x="3451784" y="1376475"/>
            <a:chExt cx="2246353" cy="3153525"/>
          </a:xfrm>
        </p:grpSpPr>
        <p:sp>
          <p:nvSpPr>
            <p:cNvPr id="1871" name="Google Shape;1871;p37"/>
            <p:cNvSpPr txBox="1"/>
            <p:nvPr/>
          </p:nvSpPr>
          <p:spPr>
            <a:xfrm>
              <a:off x="3457736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Unsupervised learning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1872" name="Google Shape;1872;p37"/>
            <p:cNvGrpSpPr/>
            <p:nvPr/>
          </p:nvGrpSpPr>
          <p:grpSpPr>
            <a:xfrm>
              <a:off x="3451784" y="1973951"/>
              <a:ext cx="2240441" cy="1488799"/>
              <a:chOff x="695359" y="2302076"/>
              <a:chExt cx="2240441" cy="1488799"/>
            </a:xfrm>
          </p:grpSpPr>
          <p:sp>
            <p:nvSpPr>
              <p:cNvPr id="1873" name="Google Shape;1873;p37"/>
              <p:cNvSpPr txBox="1"/>
              <p:nvPr/>
            </p:nvSpPr>
            <p:spPr>
              <a:xfrm>
                <a:off x="695359" y="2302076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Reduction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74" name="Google Shape;1874;p37"/>
              <p:cNvSpPr txBox="1"/>
              <p:nvPr/>
            </p:nvSpPr>
            <p:spPr>
              <a:xfrm>
                <a:off x="695400" y="2657475"/>
                <a:ext cx="2240400" cy="11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Text mining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Data visualization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Face detection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Voice detection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875" name="Google Shape;1875;p37"/>
            <p:cNvGrpSpPr/>
            <p:nvPr/>
          </p:nvGrpSpPr>
          <p:grpSpPr>
            <a:xfrm>
              <a:off x="3451784" y="3613901"/>
              <a:ext cx="2240441" cy="916099"/>
              <a:chOff x="695359" y="2302076"/>
              <a:chExt cx="2240441" cy="916099"/>
            </a:xfrm>
          </p:grpSpPr>
          <p:sp>
            <p:nvSpPr>
              <p:cNvPr id="1876" name="Google Shape;1876;p37"/>
              <p:cNvSpPr txBox="1"/>
              <p:nvPr/>
            </p:nvSpPr>
            <p:spPr>
              <a:xfrm>
                <a:off x="695359" y="2302076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Regression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877" name="Google Shape;1877;p37"/>
              <p:cNvSpPr txBox="1"/>
              <p:nvPr/>
            </p:nvSpPr>
            <p:spPr>
              <a:xfrm>
                <a:off x="695400" y="2657475"/>
                <a:ext cx="2240400" cy="56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City planning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Targeted marketing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878" name="Google Shape;1878;p37"/>
          <p:cNvGrpSpPr/>
          <p:nvPr/>
        </p:nvGrpSpPr>
        <p:grpSpPr>
          <a:xfrm>
            <a:off x="7286200" y="3428188"/>
            <a:ext cx="1188925" cy="1058925"/>
            <a:chOff x="1188850" y="432475"/>
            <a:chExt cx="1188925" cy="1058925"/>
          </a:xfrm>
        </p:grpSpPr>
        <p:sp>
          <p:nvSpPr>
            <p:cNvPr id="1879" name="Google Shape;1879;p37"/>
            <p:cNvSpPr/>
            <p:nvPr/>
          </p:nvSpPr>
          <p:spPr>
            <a:xfrm>
              <a:off x="1746975" y="1078000"/>
              <a:ext cx="458525" cy="413400"/>
            </a:xfrm>
            <a:custGeom>
              <a:avLst/>
              <a:gdLst/>
              <a:ahLst/>
              <a:cxnLst/>
              <a:rect l="l" t="t" r="r" b="b"/>
              <a:pathLst>
                <a:path w="18341" h="16536" extrusionOk="0">
                  <a:moveTo>
                    <a:pt x="0" y="0"/>
                  </a:moveTo>
                  <a:lnTo>
                    <a:pt x="13845" y="15959"/>
                  </a:lnTo>
                  <a:lnTo>
                    <a:pt x="14025" y="16087"/>
                  </a:lnTo>
                  <a:lnTo>
                    <a:pt x="14204" y="16189"/>
                  </a:lnTo>
                  <a:lnTo>
                    <a:pt x="14383" y="16279"/>
                  </a:lnTo>
                  <a:lnTo>
                    <a:pt x="14575" y="16369"/>
                  </a:lnTo>
                  <a:lnTo>
                    <a:pt x="14755" y="16433"/>
                  </a:lnTo>
                  <a:lnTo>
                    <a:pt x="14947" y="16471"/>
                  </a:lnTo>
                  <a:lnTo>
                    <a:pt x="15139" y="16509"/>
                  </a:lnTo>
                  <a:lnTo>
                    <a:pt x="15331" y="16535"/>
                  </a:lnTo>
                  <a:lnTo>
                    <a:pt x="15702" y="16535"/>
                  </a:lnTo>
                  <a:lnTo>
                    <a:pt x="15895" y="16522"/>
                  </a:lnTo>
                  <a:lnTo>
                    <a:pt x="16074" y="16484"/>
                  </a:lnTo>
                  <a:lnTo>
                    <a:pt x="16266" y="16445"/>
                  </a:lnTo>
                  <a:lnTo>
                    <a:pt x="16445" y="16394"/>
                  </a:lnTo>
                  <a:lnTo>
                    <a:pt x="16612" y="16330"/>
                  </a:lnTo>
                  <a:lnTo>
                    <a:pt x="16791" y="16241"/>
                  </a:lnTo>
                  <a:lnTo>
                    <a:pt x="16958" y="16164"/>
                  </a:lnTo>
                  <a:lnTo>
                    <a:pt x="17111" y="16061"/>
                  </a:lnTo>
                  <a:lnTo>
                    <a:pt x="17265" y="15946"/>
                  </a:lnTo>
                  <a:lnTo>
                    <a:pt x="17406" y="15831"/>
                  </a:lnTo>
                  <a:lnTo>
                    <a:pt x="17547" y="15703"/>
                  </a:lnTo>
                  <a:lnTo>
                    <a:pt x="17675" y="15562"/>
                  </a:lnTo>
                  <a:lnTo>
                    <a:pt x="17790" y="15421"/>
                  </a:lnTo>
                  <a:lnTo>
                    <a:pt x="17905" y="15267"/>
                  </a:lnTo>
                  <a:lnTo>
                    <a:pt x="17995" y="15101"/>
                  </a:lnTo>
                  <a:lnTo>
                    <a:pt x="18085" y="14921"/>
                  </a:lnTo>
                  <a:lnTo>
                    <a:pt x="18162" y="14742"/>
                  </a:lnTo>
                  <a:lnTo>
                    <a:pt x="18226" y="14563"/>
                  </a:lnTo>
                  <a:lnTo>
                    <a:pt x="18277" y="14371"/>
                  </a:lnTo>
                  <a:lnTo>
                    <a:pt x="18315" y="14166"/>
                  </a:lnTo>
                  <a:lnTo>
                    <a:pt x="18341" y="13961"/>
                  </a:lnTo>
                  <a:lnTo>
                    <a:pt x="18341" y="13743"/>
                  </a:lnTo>
                  <a:lnTo>
                    <a:pt x="18341" y="0"/>
                  </a:lnTo>
                  <a:close/>
                </a:path>
              </a:pathLst>
            </a:custGeom>
            <a:solidFill>
              <a:srgbClr val="FF75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7"/>
            <p:cNvSpPr/>
            <p:nvPr/>
          </p:nvSpPr>
          <p:spPr>
            <a:xfrm>
              <a:off x="1559650" y="861850"/>
              <a:ext cx="746075" cy="429725"/>
            </a:xfrm>
            <a:custGeom>
              <a:avLst/>
              <a:gdLst/>
              <a:ahLst/>
              <a:cxnLst/>
              <a:rect l="l" t="t" r="r" b="b"/>
              <a:pathLst>
                <a:path w="29843" h="17189" extrusionOk="0">
                  <a:moveTo>
                    <a:pt x="6699" y="1"/>
                  </a:moveTo>
                  <a:lnTo>
                    <a:pt x="6353" y="14"/>
                  </a:lnTo>
                  <a:lnTo>
                    <a:pt x="6007" y="39"/>
                  </a:lnTo>
                  <a:lnTo>
                    <a:pt x="5674" y="78"/>
                  </a:lnTo>
                  <a:lnTo>
                    <a:pt x="5354" y="142"/>
                  </a:lnTo>
                  <a:lnTo>
                    <a:pt x="5021" y="206"/>
                  </a:lnTo>
                  <a:lnTo>
                    <a:pt x="4701" y="295"/>
                  </a:lnTo>
                  <a:lnTo>
                    <a:pt x="4394" y="411"/>
                  </a:lnTo>
                  <a:lnTo>
                    <a:pt x="4086" y="526"/>
                  </a:lnTo>
                  <a:lnTo>
                    <a:pt x="3792" y="667"/>
                  </a:lnTo>
                  <a:lnTo>
                    <a:pt x="3510" y="808"/>
                  </a:lnTo>
                  <a:lnTo>
                    <a:pt x="3228" y="974"/>
                  </a:lnTo>
                  <a:lnTo>
                    <a:pt x="2959" y="1141"/>
                  </a:lnTo>
                  <a:lnTo>
                    <a:pt x="2690" y="1333"/>
                  </a:lnTo>
                  <a:lnTo>
                    <a:pt x="2434" y="1525"/>
                  </a:lnTo>
                  <a:lnTo>
                    <a:pt x="2191" y="1743"/>
                  </a:lnTo>
                  <a:lnTo>
                    <a:pt x="1960" y="1960"/>
                  </a:lnTo>
                  <a:lnTo>
                    <a:pt x="1742" y="2191"/>
                  </a:lnTo>
                  <a:lnTo>
                    <a:pt x="1537" y="2434"/>
                  </a:lnTo>
                  <a:lnTo>
                    <a:pt x="1332" y="2690"/>
                  </a:lnTo>
                  <a:lnTo>
                    <a:pt x="1140" y="2947"/>
                  </a:lnTo>
                  <a:lnTo>
                    <a:pt x="974" y="3228"/>
                  </a:lnTo>
                  <a:lnTo>
                    <a:pt x="807" y="3510"/>
                  </a:lnTo>
                  <a:lnTo>
                    <a:pt x="666" y="3792"/>
                  </a:lnTo>
                  <a:lnTo>
                    <a:pt x="526" y="4087"/>
                  </a:lnTo>
                  <a:lnTo>
                    <a:pt x="410" y="4394"/>
                  </a:lnTo>
                  <a:lnTo>
                    <a:pt x="308" y="4701"/>
                  </a:lnTo>
                  <a:lnTo>
                    <a:pt x="218" y="5021"/>
                  </a:lnTo>
                  <a:lnTo>
                    <a:pt x="141" y="5342"/>
                  </a:lnTo>
                  <a:lnTo>
                    <a:pt x="77" y="5675"/>
                  </a:lnTo>
                  <a:lnTo>
                    <a:pt x="39" y="6008"/>
                  </a:lnTo>
                  <a:lnTo>
                    <a:pt x="13" y="6354"/>
                  </a:lnTo>
                  <a:lnTo>
                    <a:pt x="0" y="6699"/>
                  </a:lnTo>
                  <a:lnTo>
                    <a:pt x="0" y="10490"/>
                  </a:lnTo>
                  <a:lnTo>
                    <a:pt x="13" y="10836"/>
                  </a:lnTo>
                  <a:lnTo>
                    <a:pt x="39" y="11182"/>
                  </a:lnTo>
                  <a:lnTo>
                    <a:pt x="77" y="11515"/>
                  </a:lnTo>
                  <a:lnTo>
                    <a:pt x="141" y="11848"/>
                  </a:lnTo>
                  <a:lnTo>
                    <a:pt x="218" y="12168"/>
                  </a:lnTo>
                  <a:lnTo>
                    <a:pt x="308" y="12488"/>
                  </a:lnTo>
                  <a:lnTo>
                    <a:pt x="410" y="12796"/>
                  </a:lnTo>
                  <a:lnTo>
                    <a:pt x="526" y="13103"/>
                  </a:lnTo>
                  <a:lnTo>
                    <a:pt x="666" y="13398"/>
                  </a:lnTo>
                  <a:lnTo>
                    <a:pt x="807" y="13680"/>
                  </a:lnTo>
                  <a:lnTo>
                    <a:pt x="974" y="13961"/>
                  </a:lnTo>
                  <a:lnTo>
                    <a:pt x="1140" y="14230"/>
                  </a:lnTo>
                  <a:lnTo>
                    <a:pt x="1332" y="14499"/>
                  </a:lnTo>
                  <a:lnTo>
                    <a:pt x="1537" y="14755"/>
                  </a:lnTo>
                  <a:lnTo>
                    <a:pt x="1742" y="14999"/>
                  </a:lnTo>
                  <a:lnTo>
                    <a:pt x="1960" y="15229"/>
                  </a:lnTo>
                  <a:lnTo>
                    <a:pt x="2191" y="15447"/>
                  </a:lnTo>
                  <a:lnTo>
                    <a:pt x="2434" y="15665"/>
                  </a:lnTo>
                  <a:lnTo>
                    <a:pt x="2690" y="15857"/>
                  </a:lnTo>
                  <a:lnTo>
                    <a:pt x="2959" y="16049"/>
                  </a:lnTo>
                  <a:lnTo>
                    <a:pt x="3228" y="16216"/>
                  </a:lnTo>
                  <a:lnTo>
                    <a:pt x="3510" y="16382"/>
                  </a:lnTo>
                  <a:lnTo>
                    <a:pt x="3792" y="16523"/>
                  </a:lnTo>
                  <a:lnTo>
                    <a:pt x="4086" y="16664"/>
                  </a:lnTo>
                  <a:lnTo>
                    <a:pt x="4394" y="16779"/>
                  </a:lnTo>
                  <a:lnTo>
                    <a:pt x="4701" y="16882"/>
                  </a:lnTo>
                  <a:lnTo>
                    <a:pt x="5021" y="16971"/>
                  </a:lnTo>
                  <a:lnTo>
                    <a:pt x="5354" y="17048"/>
                  </a:lnTo>
                  <a:lnTo>
                    <a:pt x="5674" y="17112"/>
                  </a:lnTo>
                  <a:lnTo>
                    <a:pt x="6007" y="17151"/>
                  </a:lnTo>
                  <a:lnTo>
                    <a:pt x="6353" y="17176"/>
                  </a:lnTo>
                  <a:lnTo>
                    <a:pt x="6699" y="17189"/>
                  </a:lnTo>
                  <a:lnTo>
                    <a:pt x="23144" y="17189"/>
                  </a:lnTo>
                  <a:lnTo>
                    <a:pt x="23490" y="17176"/>
                  </a:lnTo>
                  <a:lnTo>
                    <a:pt x="23836" y="17151"/>
                  </a:lnTo>
                  <a:lnTo>
                    <a:pt x="24169" y="17112"/>
                  </a:lnTo>
                  <a:lnTo>
                    <a:pt x="24502" y="17048"/>
                  </a:lnTo>
                  <a:lnTo>
                    <a:pt x="24822" y="16971"/>
                  </a:lnTo>
                  <a:lnTo>
                    <a:pt x="25142" y="16882"/>
                  </a:lnTo>
                  <a:lnTo>
                    <a:pt x="25450" y="16779"/>
                  </a:lnTo>
                  <a:lnTo>
                    <a:pt x="25757" y="16664"/>
                  </a:lnTo>
                  <a:lnTo>
                    <a:pt x="26052" y="16523"/>
                  </a:lnTo>
                  <a:lnTo>
                    <a:pt x="26333" y="16382"/>
                  </a:lnTo>
                  <a:lnTo>
                    <a:pt x="26615" y="16216"/>
                  </a:lnTo>
                  <a:lnTo>
                    <a:pt x="26897" y="16049"/>
                  </a:lnTo>
                  <a:lnTo>
                    <a:pt x="27153" y="15857"/>
                  </a:lnTo>
                  <a:lnTo>
                    <a:pt x="27409" y="15665"/>
                  </a:lnTo>
                  <a:lnTo>
                    <a:pt x="27653" y="15447"/>
                  </a:lnTo>
                  <a:lnTo>
                    <a:pt x="27883" y="15229"/>
                  </a:lnTo>
                  <a:lnTo>
                    <a:pt x="28101" y="14999"/>
                  </a:lnTo>
                  <a:lnTo>
                    <a:pt x="28319" y="14755"/>
                  </a:lnTo>
                  <a:lnTo>
                    <a:pt x="28511" y="14499"/>
                  </a:lnTo>
                  <a:lnTo>
                    <a:pt x="28703" y="14230"/>
                  </a:lnTo>
                  <a:lnTo>
                    <a:pt x="28869" y="13961"/>
                  </a:lnTo>
                  <a:lnTo>
                    <a:pt x="29036" y="13680"/>
                  </a:lnTo>
                  <a:lnTo>
                    <a:pt x="29190" y="13398"/>
                  </a:lnTo>
                  <a:lnTo>
                    <a:pt x="29318" y="13103"/>
                  </a:lnTo>
                  <a:lnTo>
                    <a:pt x="29433" y="12796"/>
                  </a:lnTo>
                  <a:lnTo>
                    <a:pt x="29548" y="12488"/>
                  </a:lnTo>
                  <a:lnTo>
                    <a:pt x="29638" y="12168"/>
                  </a:lnTo>
                  <a:lnTo>
                    <a:pt x="29702" y="11848"/>
                  </a:lnTo>
                  <a:lnTo>
                    <a:pt x="29766" y="11515"/>
                  </a:lnTo>
                  <a:lnTo>
                    <a:pt x="29804" y="11182"/>
                  </a:lnTo>
                  <a:lnTo>
                    <a:pt x="29830" y="10836"/>
                  </a:lnTo>
                  <a:lnTo>
                    <a:pt x="29843" y="10490"/>
                  </a:lnTo>
                  <a:lnTo>
                    <a:pt x="29843" y="6699"/>
                  </a:lnTo>
                  <a:lnTo>
                    <a:pt x="29830" y="6354"/>
                  </a:lnTo>
                  <a:lnTo>
                    <a:pt x="29804" y="6008"/>
                  </a:lnTo>
                  <a:lnTo>
                    <a:pt x="29766" y="5675"/>
                  </a:lnTo>
                  <a:lnTo>
                    <a:pt x="29702" y="5342"/>
                  </a:lnTo>
                  <a:lnTo>
                    <a:pt x="29638" y="5021"/>
                  </a:lnTo>
                  <a:lnTo>
                    <a:pt x="29548" y="4701"/>
                  </a:lnTo>
                  <a:lnTo>
                    <a:pt x="29433" y="4394"/>
                  </a:lnTo>
                  <a:lnTo>
                    <a:pt x="29318" y="4087"/>
                  </a:lnTo>
                  <a:lnTo>
                    <a:pt x="29190" y="3792"/>
                  </a:lnTo>
                  <a:lnTo>
                    <a:pt x="29036" y="3510"/>
                  </a:lnTo>
                  <a:lnTo>
                    <a:pt x="28869" y="3228"/>
                  </a:lnTo>
                  <a:lnTo>
                    <a:pt x="28703" y="2947"/>
                  </a:lnTo>
                  <a:lnTo>
                    <a:pt x="28511" y="2690"/>
                  </a:lnTo>
                  <a:lnTo>
                    <a:pt x="28319" y="2434"/>
                  </a:lnTo>
                  <a:lnTo>
                    <a:pt x="28101" y="2191"/>
                  </a:lnTo>
                  <a:lnTo>
                    <a:pt x="27883" y="1960"/>
                  </a:lnTo>
                  <a:lnTo>
                    <a:pt x="27653" y="1743"/>
                  </a:lnTo>
                  <a:lnTo>
                    <a:pt x="27409" y="1525"/>
                  </a:lnTo>
                  <a:lnTo>
                    <a:pt x="27153" y="1333"/>
                  </a:lnTo>
                  <a:lnTo>
                    <a:pt x="26897" y="1141"/>
                  </a:lnTo>
                  <a:lnTo>
                    <a:pt x="26615" y="974"/>
                  </a:lnTo>
                  <a:lnTo>
                    <a:pt x="26333" y="808"/>
                  </a:lnTo>
                  <a:lnTo>
                    <a:pt x="26052" y="667"/>
                  </a:lnTo>
                  <a:lnTo>
                    <a:pt x="25757" y="526"/>
                  </a:lnTo>
                  <a:lnTo>
                    <a:pt x="25450" y="411"/>
                  </a:lnTo>
                  <a:lnTo>
                    <a:pt x="25142" y="295"/>
                  </a:lnTo>
                  <a:lnTo>
                    <a:pt x="24822" y="206"/>
                  </a:lnTo>
                  <a:lnTo>
                    <a:pt x="24502" y="142"/>
                  </a:lnTo>
                  <a:lnTo>
                    <a:pt x="24169" y="78"/>
                  </a:lnTo>
                  <a:lnTo>
                    <a:pt x="23836" y="39"/>
                  </a:lnTo>
                  <a:lnTo>
                    <a:pt x="23490" y="14"/>
                  </a:lnTo>
                  <a:lnTo>
                    <a:pt x="231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7"/>
            <p:cNvSpPr/>
            <p:nvPr/>
          </p:nvSpPr>
          <p:spPr>
            <a:xfrm>
              <a:off x="1188850" y="444325"/>
              <a:ext cx="1188925" cy="915150"/>
            </a:xfrm>
            <a:custGeom>
              <a:avLst/>
              <a:gdLst/>
              <a:ahLst/>
              <a:cxnLst/>
              <a:rect l="l" t="t" r="r" b="b"/>
              <a:pathLst>
                <a:path w="47557" h="36606" extrusionOk="0">
                  <a:moveTo>
                    <a:pt x="18560" y="0"/>
                  </a:moveTo>
                  <a:lnTo>
                    <a:pt x="18239" y="13"/>
                  </a:lnTo>
                  <a:lnTo>
                    <a:pt x="17932" y="52"/>
                  </a:lnTo>
                  <a:lnTo>
                    <a:pt x="17625" y="90"/>
                  </a:lnTo>
                  <a:lnTo>
                    <a:pt x="17317" y="128"/>
                  </a:lnTo>
                  <a:lnTo>
                    <a:pt x="17010" y="192"/>
                  </a:lnTo>
                  <a:lnTo>
                    <a:pt x="16715" y="256"/>
                  </a:lnTo>
                  <a:lnTo>
                    <a:pt x="16421" y="346"/>
                  </a:lnTo>
                  <a:lnTo>
                    <a:pt x="16126" y="436"/>
                  </a:lnTo>
                  <a:lnTo>
                    <a:pt x="15844" y="525"/>
                  </a:lnTo>
                  <a:lnTo>
                    <a:pt x="15562" y="641"/>
                  </a:lnTo>
                  <a:lnTo>
                    <a:pt x="15281" y="756"/>
                  </a:lnTo>
                  <a:lnTo>
                    <a:pt x="15012" y="884"/>
                  </a:lnTo>
                  <a:lnTo>
                    <a:pt x="14743" y="1012"/>
                  </a:lnTo>
                  <a:lnTo>
                    <a:pt x="14487" y="1166"/>
                  </a:lnTo>
                  <a:lnTo>
                    <a:pt x="14230" y="1319"/>
                  </a:lnTo>
                  <a:lnTo>
                    <a:pt x="13974" y="1473"/>
                  </a:lnTo>
                  <a:lnTo>
                    <a:pt x="13731" y="1640"/>
                  </a:lnTo>
                  <a:lnTo>
                    <a:pt x="13488" y="1819"/>
                  </a:lnTo>
                  <a:lnTo>
                    <a:pt x="13257" y="2011"/>
                  </a:lnTo>
                  <a:lnTo>
                    <a:pt x="13039" y="2203"/>
                  </a:lnTo>
                  <a:lnTo>
                    <a:pt x="12822" y="2395"/>
                  </a:lnTo>
                  <a:lnTo>
                    <a:pt x="12604" y="2600"/>
                  </a:lnTo>
                  <a:lnTo>
                    <a:pt x="12399" y="2818"/>
                  </a:lnTo>
                  <a:lnTo>
                    <a:pt x="12194" y="3036"/>
                  </a:lnTo>
                  <a:lnTo>
                    <a:pt x="12015" y="3266"/>
                  </a:lnTo>
                  <a:lnTo>
                    <a:pt x="11823" y="3497"/>
                  </a:lnTo>
                  <a:lnTo>
                    <a:pt x="11656" y="3740"/>
                  </a:lnTo>
                  <a:lnTo>
                    <a:pt x="11477" y="3984"/>
                  </a:lnTo>
                  <a:lnTo>
                    <a:pt x="11323" y="4227"/>
                  </a:lnTo>
                  <a:lnTo>
                    <a:pt x="11169" y="4483"/>
                  </a:lnTo>
                  <a:lnTo>
                    <a:pt x="11028" y="4752"/>
                  </a:lnTo>
                  <a:lnTo>
                    <a:pt x="10772" y="4714"/>
                  </a:lnTo>
                  <a:lnTo>
                    <a:pt x="10503" y="4675"/>
                  </a:lnTo>
                  <a:lnTo>
                    <a:pt x="10234" y="4650"/>
                  </a:lnTo>
                  <a:lnTo>
                    <a:pt x="9965" y="4650"/>
                  </a:lnTo>
                  <a:lnTo>
                    <a:pt x="9671" y="4662"/>
                  </a:lnTo>
                  <a:lnTo>
                    <a:pt x="9376" y="4675"/>
                  </a:lnTo>
                  <a:lnTo>
                    <a:pt x="9095" y="4714"/>
                  </a:lnTo>
                  <a:lnTo>
                    <a:pt x="8813" y="4765"/>
                  </a:lnTo>
                  <a:lnTo>
                    <a:pt x="8544" y="4829"/>
                  </a:lnTo>
                  <a:lnTo>
                    <a:pt x="8275" y="4906"/>
                  </a:lnTo>
                  <a:lnTo>
                    <a:pt x="8006" y="4995"/>
                  </a:lnTo>
                  <a:lnTo>
                    <a:pt x="7750" y="5098"/>
                  </a:lnTo>
                  <a:lnTo>
                    <a:pt x="7494" y="5213"/>
                  </a:lnTo>
                  <a:lnTo>
                    <a:pt x="7250" y="5341"/>
                  </a:lnTo>
                  <a:lnTo>
                    <a:pt x="7007" y="5469"/>
                  </a:lnTo>
                  <a:lnTo>
                    <a:pt x="6776" y="5623"/>
                  </a:lnTo>
                  <a:lnTo>
                    <a:pt x="6559" y="5777"/>
                  </a:lnTo>
                  <a:lnTo>
                    <a:pt x="6341" y="5943"/>
                  </a:lnTo>
                  <a:lnTo>
                    <a:pt x="6136" y="6122"/>
                  </a:lnTo>
                  <a:lnTo>
                    <a:pt x="5944" y="6315"/>
                  </a:lnTo>
                  <a:lnTo>
                    <a:pt x="5752" y="6520"/>
                  </a:lnTo>
                  <a:lnTo>
                    <a:pt x="5572" y="6724"/>
                  </a:lnTo>
                  <a:lnTo>
                    <a:pt x="5406" y="6942"/>
                  </a:lnTo>
                  <a:lnTo>
                    <a:pt x="5239" y="7160"/>
                  </a:lnTo>
                  <a:lnTo>
                    <a:pt x="5098" y="7390"/>
                  </a:lnTo>
                  <a:lnTo>
                    <a:pt x="4958" y="7634"/>
                  </a:lnTo>
                  <a:lnTo>
                    <a:pt x="4829" y="7877"/>
                  </a:lnTo>
                  <a:lnTo>
                    <a:pt x="4714" y="8120"/>
                  </a:lnTo>
                  <a:lnTo>
                    <a:pt x="4612" y="8389"/>
                  </a:lnTo>
                  <a:lnTo>
                    <a:pt x="4522" y="8646"/>
                  </a:lnTo>
                  <a:lnTo>
                    <a:pt x="4445" y="8915"/>
                  </a:lnTo>
                  <a:lnTo>
                    <a:pt x="4381" y="9196"/>
                  </a:lnTo>
                  <a:lnTo>
                    <a:pt x="4330" y="9478"/>
                  </a:lnTo>
                  <a:lnTo>
                    <a:pt x="4304" y="9760"/>
                  </a:lnTo>
                  <a:lnTo>
                    <a:pt x="4279" y="10054"/>
                  </a:lnTo>
                  <a:lnTo>
                    <a:pt x="4266" y="10349"/>
                  </a:lnTo>
                  <a:lnTo>
                    <a:pt x="4279" y="10618"/>
                  </a:lnTo>
                  <a:lnTo>
                    <a:pt x="4292" y="10887"/>
                  </a:lnTo>
                  <a:lnTo>
                    <a:pt x="4330" y="11156"/>
                  </a:lnTo>
                  <a:lnTo>
                    <a:pt x="4381" y="11425"/>
                  </a:lnTo>
                  <a:lnTo>
                    <a:pt x="4138" y="11579"/>
                  </a:lnTo>
                  <a:lnTo>
                    <a:pt x="3895" y="11732"/>
                  </a:lnTo>
                  <a:lnTo>
                    <a:pt x="3664" y="11899"/>
                  </a:lnTo>
                  <a:lnTo>
                    <a:pt x="3433" y="12078"/>
                  </a:lnTo>
                  <a:lnTo>
                    <a:pt x="3216" y="12257"/>
                  </a:lnTo>
                  <a:lnTo>
                    <a:pt x="2998" y="12450"/>
                  </a:lnTo>
                  <a:lnTo>
                    <a:pt x="2793" y="12642"/>
                  </a:lnTo>
                  <a:lnTo>
                    <a:pt x="2588" y="12834"/>
                  </a:lnTo>
                  <a:lnTo>
                    <a:pt x="2396" y="13039"/>
                  </a:lnTo>
                  <a:lnTo>
                    <a:pt x="2204" y="13256"/>
                  </a:lnTo>
                  <a:lnTo>
                    <a:pt x="2012" y="13474"/>
                  </a:lnTo>
                  <a:lnTo>
                    <a:pt x="1845" y="13705"/>
                  </a:lnTo>
                  <a:lnTo>
                    <a:pt x="1666" y="13922"/>
                  </a:lnTo>
                  <a:lnTo>
                    <a:pt x="1512" y="14166"/>
                  </a:lnTo>
                  <a:lnTo>
                    <a:pt x="1359" y="14409"/>
                  </a:lnTo>
                  <a:lnTo>
                    <a:pt x="1205" y="14653"/>
                  </a:lnTo>
                  <a:lnTo>
                    <a:pt x="1064" y="14896"/>
                  </a:lnTo>
                  <a:lnTo>
                    <a:pt x="936" y="15152"/>
                  </a:lnTo>
                  <a:lnTo>
                    <a:pt x="808" y="15421"/>
                  </a:lnTo>
                  <a:lnTo>
                    <a:pt x="693" y="15677"/>
                  </a:lnTo>
                  <a:lnTo>
                    <a:pt x="590" y="15946"/>
                  </a:lnTo>
                  <a:lnTo>
                    <a:pt x="488" y="16215"/>
                  </a:lnTo>
                  <a:lnTo>
                    <a:pt x="398" y="16497"/>
                  </a:lnTo>
                  <a:lnTo>
                    <a:pt x="321" y="16779"/>
                  </a:lnTo>
                  <a:lnTo>
                    <a:pt x="244" y="17060"/>
                  </a:lnTo>
                  <a:lnTo>
                    <a:pt x="180" y="17355"/>
                  </a:lnTo>
                  <a:lnTo>
                    <a:pt x="129" y="17650"/>
                  </a:lnTo>
                  <a:lnTo>
                    <a:pt x="78" y="17944"/>
                  </a:lnTo>
                  <a:lnTo>
                    <a:pt x="39" y="18239"/>
                  </a:lnTo>
                  <a:lnTo>
                    <a:pt x="14" y="18533"/>
                  </a:lnTo>
                  <a:lnTo>
                    <a:pt x="1" y="18841"/>
                  </a:lnTo>
                  <a:lnTo>
                    <a:pt x="1" y="19148"/>
                  </a:lnTo>
                  <a:lnTo>
                    <a:pt x="1" y="19468"/>
                  </a:lnTo>
                  <a:lnTo>
                    <a:pt x="27" y="19788"/>
                  </a:lnTo>
                  <a:lnTo>
                    <a:pt x="52" y="20096"/>
                  </a:lnTo>
                  <a:lnTo>
                    <a:pt x="91" y="20403"/>
                  </a:lnTo>
                  <a:lnTo>
                    <a:pt x="129" y="20711"/>
                  </a:lnTo>
                  <a:lnTo>
                    <a:pt x="193" y="21018"/>
                  </a:lnTo>
                  <a:lnTo>
                    <a:pt x="257" y="21313"/>
                  </a:lnTo>
                  <a:lnTo>
                    <a:pt x="334" y="21607"/>
                  </a:lnTo>
                  <a:lnTo>
                    <a:pt x="424" y="21902"/>
                  </a:lnTo>
                  <a:lnTo>
                    <a:pt x="526" y="22184"/>
                  </a:lnTo>
                  <a:lnTo>
                    <a:pt x="629" y="22465"/>
                  </a:lnTo>
                  <a:lnTo>
                    <a:pt x="744" y="22747"/>
                  </a:lnTo>
                  <a:lnTo>
                    <a:pt x="872" y="23016"/>
                  </a:lnTo>
                  <a:lnTo>
                    <a:pt x="1000" y="23285"/>
                  </a:lnTo>
                  <a:lnTo>
                    <a:pt x="1154" y="23554"/>
                  </a:lnTo>
                  <a:lnTo>
                    <a:pt x="1295" y="23810"/>
                  </a:lnTo>
                  <a:lnTo>
                    <a:pt x="1461" y="24066"/>
                  </a:lnTo>
                  <a:lnTo>
                    <a:pt x="1628" y="24310"/>
                  </a:lnTo>
                  <a:lnTo>
                    <a:pt x="1794" y="24553"/>
                  </a:lnTo>
                  <a:lnTo>
                    <a:pt x="1986" y="24784"/>
                  </a:lnTo>
                  <a:lnTo>
                    <a:pt x="2165" y="25014"/>
                  </a:lnTo>
                  <a:lnTo>
                    <a:pt x="2370" y="25232"/>
                  </a:lnTo>
                  <a:lnTo>
                    <a:pt x="2575" y="25450"/>
                  </a:lnTo>
                  <a:lnTo>
                    <a:pt x="2780" y="25655"/>
                  </a:lnTo>
                  <a:lnTo>
                    <a:pt x="2998" y="25859"/>
                  </a:lnTo>
                  <a:lnTo>
                    <a:pt x="3229" y="26052"/>
                  </a:lnTo>
                  <a:lnTo>
                    <a:pt x="3459" y="26244"/>
                  </a:lnTo>
                  <a:lnTo>
                    <a:pt x="3690" y="26423"/>
                  </a:lnTo>
                  <a:lnTo>
                    <a:pt x="3933" y="26589"/>
                  </a:lnTo>
                  <a:lnTo>
                    <a:pt x="4176" y="26756"/>
                  </a:lnTo>
                  <a:lnTo>
                    <a:pt x="4432" y="26910"/>
                  </a:lnTo>
                  <a:lnTo>
                    <a:pt x="4701" y="27063"/>
                  </a:lnTo>
                  <a:lnTo>
                    <a:pt x="4599" y="27320"/>
                  </a:lnTo>
                  <a:lnTo>
                    <a:pt x="4509" y="27576"/>
                  </a:lnTo>
                  <a:lnTo>
                    <a:pt x="4445" y="27832"/>
                  </a:lnTo>
                  <a:lnTo>
                    <a:pt x="4381" y="28101"/>
                  </a:lnTo>
                  <a:lnTo>
                    <a:pt x="4330" y="28370"/>
                  </a:lnTo>
                  <a:lnTo>
                    <a:pt x="4304" y="28652"/>
                  </a:lnTo>
                  <a:lnTo>
                    <a:pt x="4279" y="28933"/>
                  </a:lnTo>
                  <a:lnTo>
                    <a:pt x="4266" y="29215"/>
                  </a:lnTo>
                  <a:lnTo>
                    <a:pt x="4279" y="29510"/>
                  </a:lnTo>
                  <a:lnTo>
                    <a:pt x="4304" y="29804"/>
                  </a:lnTo>
                  <a:lnTo>
                    <a:pt x="4330" y="30086"/>
                  </a:lnTo>
                  <a:lnTo>
                    <a:pt x="4381" y="30368"/>
                  </a:lnTo>
                  <a:lnTo>
                    <a:pt x="4445" y="30637"/>
                  </a:lnTo>
                  <a:lnTo>
                    <a:pt x="4522" y="30906"/>
                  </a:lnTo>
                  <a:lnTo>
                    <a:pt x="4612" y="31175"/>
                  </a:lnTo>
                  <a:lnTo>
                    <a:pt x="4714" y="31431"/>
                  </a:lnTo>
                  <a:lnTo>
                    <a:pt x="4829" y="31687"/>
                  </a:lnTo>
                  <a:lnTo>
                    <a:pt x="4958" y="31930"/>
                  </a:lnTo>
                  <a:lnTo>
                    <a:pt x="5098" y="32174"/>
                  </a:lnTo>
                  <a:lnTo>
                    <a:pt x="5239" y="32404"/>
                  </a:lnTo>
                  <a:lnTo>
                    <a:pt x="5406" y="32622"/>
                  </a:lnTo>
                  <a:lnTo>
                    <a:pt x="5572" y="32840"/>
                  </a:lnTo>
                  <a:lnTo>
                    <a:pt x="5752" y="33045"/>
                  </a:lnTo>
                  <a:lnTo>
                    <a:pt x="5944" y="33250"/>
                  </a:lnTo>
                  <a:lnTo>
                    <a:pt x="6136" y="33429"/>
                  </a:lnTo>
                  <a:lnTo>
                    <a:pt x="6341" y="33608"/>
                  </a:lnTo>
                  <a:lnTo>
                    <a:pt x="6559" y="33775"/>
                  </a:lnTo>
                  <a:lnTo>
                    <a:pt x="6776" y="33941"/>
                  </a:lnTo>
                  <a:lnTo>
                    <a:pt x="7007" y="34082"/>
                  </a:lnTo>
                  <a:lnTo>
                    <a:pt x="7250" y="34223"/>
                  </a:lnTo>
                  <a:lnTo>
                    <a:pt x="7494" y="34351"/>
                  </a:lnTo>
                  <a:lnTo>
                    <a:pt x="7750" y="34466"/>
                  </a:lnTo>
                  <a:lnTo>
                    <a:pt x="8006" y="34569"/>
                  </a:lnTo>
                  <a:lnTo>
                    <a:pt x="8275" y="34658"/>
                  </a:lnTo>
                  <a:lnTo>
                    <a:pt x="8544" y="34735"/>
                  </a:lnTo>
                  <a:lnTo>
                    <a:pt x="8813" y="34799"/>
                  </a:lnTo>
                  <a:lnTo>
                    <a:pt x="9095" y="34851"/>
                  </a:lnTo>
                  <a:lnTo>
                    <a:pt x="9376" y="34889"/>
                  </a:lnTo>
                  <a:lnTo>
                    <a:pt x="9671" y="34902"/>
                  </a:lnTo>
                  <a:lnTo>
                    <a:pt x="9965" y="34915"/>
                  </a:lnTo>
                  <a:lnTo>
                    <a:pt x="10222" y="34902"/>
                  </a:lnTo>
                  <a:lnTo>
                    <a:pt x="10491" y="34889"/>
                  </a:lnTo>
                  <a:lnTo>
                    <a:pt x="10747" y="34863"/>
                  </a:lnTo>
                  <a:lnTo>
                    <a:pt x="11003" y="34812"/>
                  </a:lnTo>
                  <a:lnTo>
                    <a:pt x="11246" y="34761"/>
                  </a:lnTo>
                  <a:lnTo>
                    <a:pt x="11490" y="34697"/>
                  </a:lnTo>
                  <a:lnTo>
                    <a:pt x="11733" y="34633"/>
                  </a:lnTo>
                  <a:lnTo>
                    <a:pt x="11976" y="34543"/>
                  </a:lnTo>
                  <a:lnTo>
                    <a:pt x="12207" y="34454"/>
                  </a:lnTo>
                  <a:lnTo>
                    <a:pt x="12425" y="34351"/>
                  </a:lnTo>
                  <a:lnTo>
                    <a:pt x="12655" y="34236"/>
                  </a:lnTo>
                  <a:lnTo>
                    <a:pt x="12860" y="34121"/>
                  </a:lnTo>
                  <a:lnTo>
                    <a:pt x="13078" y="33980"/>
                  </a:lnTo>
                  <a:lnTo>
                    <a:pt x="13283" y="33839"/>
                  </a:lnTo>
                  <a:lnTo>
                    <a:pt x="13475" y="33698"/>
                  </a:lnTo>
                  <a:lnTo>
                    <a:pt x="13667" y="33544"/>
                  </a:lnTo>
                  <a:lnTo>
                    <a:pt x="13910" y="33877"/>
                  </a:lnTo>
                  <a:lnTo>
                    <a:pt x="14179" y="34197"/>
                  </a:lnTo>
                  <a:lnTo>
                    <a:pt x="14474" y="34505"/>
                  </a:lnTo>
                  <a:lnTo>
                    <a:pt x="14781" y="34799"/>
                  </a:lnTo>
                  <a:lnTo>
                    <a:pt x="15101" y="35068"/>
                  </a:lnTo>
                  <a:lnTo>
                    <a:pt x="15434" y="35324"/>
                  </a:lnTo>
                  <a:lnTo>
                    <a:pt x="15793" y="35555"/>
                  </a:lnTo>
                  <a:lnTo>
                    <a:pt x="16164" y="35760"/>
                  </a:lnTo>
                  <a:lnTo>
                    <a:pt x="16536" y="35952"/>
                  </a:lnTo>
                  <a:lnTo>
                    <a:pt x="16933" y="36119"/>
                  </a:lnTo>
                  <a:lnTo>
                    <a:pt x="17343" y="36259"/>
                  </a:lnTo>
                  <a:lnTo>
                    <a:pt x="17753" y="36388"/>
                  </a:lnTo>
                  <a:lnTo>
                    <a:pt x="18175" y="36477"/>
                  </a:lnTo>
                  <a:lnTo>
                    <a:pt x="18611" y="36541"/>
                  </a:lnTo>
                  <a:lnTo>
                    <a:pt x="19059" y="36580"/>
                  </a:lnTo>
                  <a:lnTo>
                    <a:pt x="19507" y="36605"/>
                  </a:lnTo>
                  <a:lnTo>
                    <a:pt x="19840" y="36592"/>
                  </a:lnTo>
                  <a:lnTo>
                    <a:pt x="20160" y="36567"/>
                  </a:lnTo>
                  <a:lnTo>
                    <a:pt x="20481" y="36528"/>
                  </a:lnTo>
                  <a:lnTo>
                    <a:pt x="20801" y="36477"/>
                  </a:lnTo>
                  <a:lnTo>
                    <a:pt x="21121" y="36413"/>
                  </a:lnTo>
                  <a:lnTo>
                    <a:pt x="21428" y="36336"/>
                  </a:lnTo>
                  <a:lnTo>
                    <a:pt x="21723" y="36247"/>
                  </a:lnTo>
                  <a:lnTo>
                    <a:pt x="22018" y="36144"/>
                  </a:lnTo>
                  <a:lnTo>
                    <a:pt x="22312" y="36029"/>
                  </a:lnTo>
                  <a:lnTo>
                    <a:pt x="22594" y="35888"/>
                  </a:lnTo>
                  <a:lnTo>
                    <a:pt x="22876" y="35747"/>
                  </a:lnTo>
                  <a:lnTo>
                    <a:pt x="23145" y="35593"/>
                  </a:lnTo>
                  <a:lnTo>
                    <a:pt x="23401" y="35440"/>
                  </a:lnTo>
                  <a:lnTo>
                    <a:pt x="23657" y="35260"/>
                  </a:lnTo>
                  <a:lnTo>
                    <a:pt x="23900" y="35068"/>
                  </a:lnTo>
                  <a:lnTo>
                    <a:pt x="24144" y="34876"/>
                  </a:lnTo>
                  <a:lnTo>
                    <a:pt x="24374" y="34671"/>
                  </a:lnTo>
                  <a:lnTo>
                    <a:pt x="24592" y="34454"/>
                  </a:lnTo>
                  <a:lnTo>
                    <a:pt x="24797" y="34236"/>
                  </a:lnTo>
                  <a:lnTo>
                    <a:pt x="25002" y="33992"/>
                  </a:lnTo>
                  <a:lnTo>
                    <a:pt x="25194" y="33749"/>
                  </a:lnTo>
                  <a:lnTo>
                    <a:pt x="25373" y="33506"/>
                  </a:lnTo>
                  <a:lnTo>
                    <a:pt x="25540" y="33250"/>
                  </a:lnTo>
                  <a:lnTo>
                    <a:pt x="25693" y="32981"/>
                  </a:lnTo>
                  <a:lnTo>
                    <a:pt x="25847" y="32712"/>
                  </a:lnTo>
                  <a:lnTo>
                    <a:pt x="25975" y="32430"/>
                  </a:lnTo>
                  <a:lnTo>
                    <a:pt x="26103" y="32135"/>
                  </a:lnTo>
                  <a:lnTo>
                    <a:pt x="26219" y="31841"/>
                  </a:lnTo>
                  <a:lnTo>
                    <a:pt x="26308" y="31546"/>
                  </a:lnTo>
                  <a:lnTo>
                    <a:pt x="26398" y="31239"/>
                  </a:lnTo>
                  <a:lnTo>
                    <a:pt x="26475" y="30931"/>
                  </a:lnTo>
                  <a:lnTo>
                    <a:pt x="26526" y="30611"/>
                  </a:lnTo>
                  <a:lnTo>
                    <a:pt x="26782" y="30726"/>
                  </a:lnTo>
                  <a:lnTo>
                    <a:pt x="27038" y="30816"/>
                  </a:lnTo>
                  <a:lnTo>
                    <a:pt x="27307" y="30906"/>
                  </a:lnTo>
                  <a:lnTo>
                    <a:pt x="27589" y="30970"/>
                  </a:lnTo>
                  <a:lnTo>
                    <a:pt x="27871" y="31034"/>
                  </a:lnTo>
                  <a:lnTo>
                    <a:pt x="28153" y="31072"/>
                  </a:lnTo>
                  <a:lnTo>
                    <a:pt x="28434" y="31098"/>
                  </a:lnTo>
                  <a:lnTo>
                    <a:pt x="28729" y="31098"/>
                  </a:lnTo>
                  <a:lnTo>
                    <a:pt x="29126" y="31085"/>
                  </a:lnTo>
                  <a:lnTo>
                    <a:pt x="29510" y="31047"/>
                  </a:lnTo>
                  <a:lnTo>
                    <a:pt x="29882" y="30970"/>
                  </a:lnTo>
                  <a:lnTo>
                    <a:pt x="30253" y="30880"/>
                  </a:lnTo>
                  <a:lnTo>
                    <a:pt x="30612" y="30752"/>
                  </a:lnTo>
                  <a:lnTo>
                    <a:pt x="30945" y="30611"/>
                  </a:lnTo>
                  <a:lnTo>
                    <a:pt x="31278" y="30445"/>
                  </a:lnTo>
                  <a:lnTo>
                    <a:pt x="31598" y="30253"/>
                  </a:lnTo>
                  <a:lnTo>
                    <a:pt x="31892" y="30035"/>
                  </a:lnTo>
                  <a:lnTo>
                    <a:pt x="32187" y="29804"/>
                  </a:lnTo>
                  <a:lnTo>
                    <a:pt x="32456" y="29561"/>
                  </a:lnTo>
                  <a:lnTo>
                    <a:pt x="32699" y="29292"/>
                  </a:lnTo>
                  <a:lnTo>
                    <a:pt x="32930" y="28997"/>
                  </a:lnTo>
                  <a:lnTo>
                    <a:pt x="33148" y="28703"/>
                  </a:lnTo>
                  <a:lnTo>
                    <a:pt x="33327" y="28383"/>
                  </a:lnTo>
                  <a:lnTo>
                    <a:pt x="33506" y="28050"/>
                  </a:lnTo>
                  <a:lnTo>
                    <a:pt x="33750" y="28190"/>
                  </a:lnTo>
                  <a:lnTo>
                    <a:pt x="33993" y="28319"/>
                  </a:lnTo>
                  <a:lnTo>
                    <a:pt x="34262" y="28434"/>
                  </a:lnTo>
                  <a:lnTo>
                    <a:pt x="34531" y="28523"/>
                  </a:lnTo>
                  <a:lnTo>
                    <a:pt x="34813" y="28600"/>
                  </a:lnTo>
                  <a:lnTo>
                    <a:pt x="35094" y="28652"/>
                  </a:lnTo>
                  <a:lnTo>
                    <a:pt x="35389" y="28677"/>
                  </a:lnTo>
                  <a:lnTo>
                    <a:pt x="35696" y="28690"/>
                  </a:lnTo>
                  <a:lnTo>
                    <a:pt x="35889" y="28690"/>
                  </a:lnTo>
                  <a:lnTo>
                    <a:pt x="36093" y="28677"/>
                  </a:lnTo>
                  <a:lnTo>
                    <a:pt x="36286" y="28652"/>
                  </a:lnTo>
                  <a:lnTo>
                    <a:pt x="36478" y="28613"/>
                  </a:lnTo>
                  <a:lnTo>
                    <a:pt x="36670" y="28575"/>
                  </a:lnTo>
                  <a:lnTo>
                    <a:pt x="36849" y="28523"/>
                  </a:lnTo>
                  <a:lnTo>
                    <a:pt x="37028" y="28472"/>
                  </a:lnTo>
                  <a:lnTo>
                    <a:pt x="37208" y="28408"/>
                  </a:lnTo>
                  <a:lnTo>
                    <a:pt x="37387" y="28331"/>
                  </a:lnTo>
                  <a:lnTo>
                    <a:pt x="37554" y="28242"/>
                  </a:lnTo>
                  <a:lnTo>
                    <a:pt x="37720" y="28165"/>
                  </a:lnTo>
                  <a:lnTo>
                    <a:pt x="37874" y="28062"/>
                  </a:lnTo>
                  <a:lnTo>
                    <a:pt x="38027" y="27960"/>
                  </a:lnTo>
                  <a:lnTo>
                    <a:pt x="38181" y="27845"/>
                  </a:lnTo>
                  <a:lnTo>
                    <a:pt x="38335" y="27729"/>
                  </a:lnTo>
                  <a:lnTo>
                    <a:pt x="38463" y="27614"/>
                  </a:lnTo>
                  <a:lnTo>
                    <a:pt x="38604" y="27486"/>
                  </a:lnTo>
                  <a:lnTo>
                    <a:pt x="38732" y="27345"/>
                  </a:lnTo>
                  <a:lnTo>
                    <a:pt x="38847" y="27204"/>
                  </a:lnTo>
                  <a:lnTo>
                    <a:pt x="38975" y="27063"/>
                  </a:lnTo>
                  <a:lnTo>
                    <a:pt x="39078" y="26910"/>
                  </a:lnTo>
                  <a:lnTo>
                    <a:pt x="39180" y="26756"/>
                  </a:lnTo>
                  <a:lnTo>
                    <a:pt x="39283" y="26589"/>
                  </a:lnTo>
                  <a:lnTo>
                    <a:pt x="39359" y="26436"/>
                  </a:lnTo>
                  <a:lnTo>
                    <a:pt x="39449" y="26256"/>
                  </a:lnTo>
                  <a:lnTo>
                    <a:pt x="39513" y="26090"/>
                  </a:lnTo>
                  <a:lnTo>
                    <a:pt x="39590" y="25911"/>
                  </a:lnTo>
                  <a:lnTo>
                    <a:pt x="39641" y="25731"/>
                  </a:lnTo>
                  <a:lnTo>
                    <a:pt x="39692" y="25539"/>
                  </a:lnTo>
                  <a:lnTo>
                    <a:pt x="39731" y="25347"/>
                  </a:lnTo>
                  <a:lnTo>
                    <a:pt x="39769" y="25168"/>
                  </a:lnTo>
                  <a:lnTo>
                    <a:pt x="39782" y="24963"/>
                  </a:lnTo>
                  <a:lnTo>
                    <a:pt x="40115" y="24988"/>
                  </a:lnTo>
                  <a:lnTo>
                    <a:pt x="40435" y="25001"/>
                  </a:lnTo>
                  <a:lnTo>
                    <a:pt x="40807" y="24988"/>
                  </a:lnTo>
                  <a:lnTo>
                    <a:pt x="41165" y="24963"/>
                  </a:lnTo>
                  <a:lnTo>
                    <a:pt x="41524" y="24912"/>
                  </a:lnTo>
                  <a:lnTo>
                    <a:pt x="41870" y="24860"/>
                  </a:lnTo>
                  <a:lnTo>
                    <a:pt x="42216" y="24771"/>
                  </a:lnTo>
                  <a:lnTo>
                    <a:pt x="42549" y="24681"/>
                  </a:lnTo>
                  <a:lnTo>
                    <a:pt x="42882" y="24566"/>
                  </a:lnTo>
                  <a:lnTo>
                    <a:pt x="43215" y="24438"/>
                  </a:lnTo>
                  <a:lnTo>
                    <a:pt x="43522" y="24297"/>
                  </a:lnTo>
                  <a:lnTo>
                    <a:pt x="43829" y="24143"/>
                  </a:lnTo>
                  <a:lnTo>
                    <a:pt x="44124" y="23964"/>
                  </a:lnTo>
                  <a:lnTo>
                    <a:pt x="44419" y="23785"/>
                  </a:lnTo>
                  <a:lnTo>
                    <a:pt x="44700" y="23580"/>
                  </a:lnTo>
                  <a:lnTo>
                    <a:pt x="44969" y="23375"/>
                  </a:lnTo>
                  <a:lnTo>
                    <a:pt x="45225" y="23157"/>
                  </a:lnTo>
                  <a:lnTo>
                    <a:pt x="45469" y="22914"/>
                  </a:lnTo>
                  <a:lnTo>
                    <a:pt x="45712" y="22670"/>
                  </a:lnTo>
                  <a:lnTo>
                    <a:pt x="45930" y="22414"/>
                  </a:lnTo>
                  <a:lnTo>
                    <a:pt x="46148" y="22145"/>
                  </a:lnTo>
                  <a:lnTo>
                    <a:pt x="46340" y="21863"/>
                  </a:lnTo>
                  <a:lnTo>
                    <a:pt x="46532" y="21569"/>
                  </a:lnTo>
                  <a:lnTo>
                    <a:pt x="46698" y="21274"/>
                  </a:lnTo>
                  <a:lnTo>
                    <a:pt x="46852" y="20967"/>
                  </a:lnTo>
                  <a:lnTo>
                    <a:pt x="46993" y="20647"/>
                  </a:lnTo>
                  <a:lnTo>
                    <a:pt x="47121" y="20326"/>
                  </a:lnTo>
                  <a:lnTo>
                    <a:pt x="47236" y="19993"/>
                  </a:lnTo>
                  <a:lnTo>
                    <a:pt x="47326" y="19660"/>
                  </a:lnTo>
                  <a:lnTo>
                    <a:pt x="47416" y="19315"/>
                  </a:lnTo>
                  <a:lnTo>
                    <a:pt x="47480" y="18969"/>
                  </a:lnTo>
                  <a:lnTo>
                    <a:pt x="47518" y="18610"/>
                  </a:lnTo>
                  <a:lnTo>
                    <a:pt x="47544" y="18252"/>
                  </a:lnTo>
                  <a:lnTo>
                    <a:pt x="47556" y="17880"/>
                  </a:lnTo>
                  <a:lnTo>
                    <a:pt x="47556" y="17624"/>
                  </a:lnTo>
                  <a:lnTo>
                    <a:pt x="47544" y="17381"/>
                  </a:lnTo>
                  <a:lnTo>
                    <a:pt x="47518" y="17124"/>
                  </a:lnTo>
                  <a:lnTo>
                    <a:pt x="47480" y="16881"/>
                  </a:lnTo>
                  <a:lnTo>
                    <a:pt x="47441" y="16638"/>
                  </a:lnTo>
                  <a:lnTo>
                    <a:pt x="47403" y="16394"/>
                  </a:lnTo>
                  <a:lnTo>
                    <a:pt x="47339" y="16151"/>
                  </a:lnTo>
                  <a:lnTo>
                    <a:pt x="47288" y="15921"/>
                  </a:lnTo>
                  <a:lnTo>
                    <a:pt x="47211" y="15690"/>
                  </a:lnTo>
                  <a:lnTo>
                    <a:pt x="47134" y="15459"/>
                  </a:lnTo>
                  <a:lnTo>
                    <a:pt x="47044" y="15229"/>
                  </a:lnTo>
                  <a:lnTo>
                    <a:pt x="46955" y="15011"/>
                  </a:lnTo>
                  <a:lnTo>
                    <a:pt x="46852" y="14793"/>
                  </a:lnTo>
                  <a:lnTo>
                    <a:pt x="46750" y="14576"/>
                  </a:lnTo>
                  <a:lnTo>
                    <a:pt x="46634" y="14371"/>
                  </a:lnTo>
                  <a:lnTo>
                    <a:pt x="46506" y="14166"/>
                  </a:lnTo>
                  <a:lnTo>
                    <a:pt x="46378" y="13961"/>
                  </a:lnTo>
                  <a:lnTo>
                    <a:pt x="46250" y="13769"/>
                  </a:lnTo>
                  <a:lnTo>
                    <a:pt x="46109" y="13577"/>
                  </a:lnTo>
                  <a:lnTo>
                    <a:pt x="45956" y="13397"/>
                  </a:lnTo>
                  <a:lnTo>
                    <a:pt x="45802" y="13218"/>
                  </a:lnTo>
                  <a:lnTo>
                    <a:pt x="45648" y="13039"/>
                  </a:lnTo>
                  <a:lnTo>
                    <a:pt x="45482" y="12859"/>
                  </a:lnTo>
                  <a:lnTo>
                    <a:pt x="45315" y="12706"/>
                  </a:lnTo>
                  <a:lnTo>
                    <a:pt x="45136" y="12539"/>
                  </a:lnTo>
                  <a:lnTo>
                    <a:pt x="44956" y="12386"/>
                  </a:lnTo>
                  <a:lnTo>
                    <a:pt x="44777" y="12245"/>
                  </a:lnTo>
                  <a:lnTo>
                    <a:pt x="44585" y="12104"/>
                  </a:lnTo>
                  <a:lnTo>
                    <a:pt x="44393" y="11963"/>
                  </a:lnTo>
                  <a:lnTo>
                    <a:pt x="44188" y="11835"/>
                  </a:lnTo>
                  <a:lnTo>
                    <a:pt x="43983" y="11707"/>
                  </a:lnTo>
                  <a:lnTo>
                    <a:pt x="43778" y="11591"/>
                  </a:lnTo>
                  <a:lnTo>
                    <a:pt x="43829" y="11297"/>
                  </a:lnTo>
                  <a:lnTo>
                    <a:pt x="43881" y="10977"/>
                  </a:lnTo>
                  <a:lnTo>
                    <a:pt x="43906" y="10669"/>
                  </a:lnTo>
                  <a:lnTo>
                    <a:pt x="43919" y="10349"/>
                  </a:lnTo>
                  <a:lnTo>
                    <a:pt x="43906" y="10054"/>
                  </a:lnTo>
                  <a:lnTo>
                    <a:pt x="43893" y="9760"/>
                  </a:lnTo>
                  <a:lnTo>
                    <a:pt x="43855" y="9478"/>
                  </a:lnTo>
                  <a:lnTo>
                    <a:pt x="43804" y="9196"/>
                  </a:lnTo>
                  <a:lnTo>
                    <a:pt x="43740" y="8915"/>
                  </a:lnTo>
                  <a:lnTo>
                    <a:pt x="43663" y="8646"/>
                  </a:lnTo>
                  <a:lnTo>
                    <a:pt x="43573" y="8389"/>
                  </a:lnTo>
                  <a:lnTo>
                    <a:pt x="43471" y="8120"/>
                  </a:lnTo>
                  <a:lnTo>
                    <a:pt x="43356" y="7877"/>
                  </a:lnTo>
                  <a:lnTo>
                    <a:pt x="43227" y="7634"/>
                  </a:lnTo>
                  <a:lnTo>
                    <a:pt x="43099" y="7390"/>
                  </a:lnTo>
                  <a:lnTo>
                    <a:pt x="42946" y="7160"/>
                  </a:lnTo>
                  <a:lnTo>
                    <a:pt x="42792" y="6942"/>
                  </a:lnTo>
                  <a:lnTo>
                    <a:pt x="42613" y="6724"/>
                  </a:lnTo>
                  <a:lnTo>
                    <a:pt x="42433" y="6520"/>
                  </a:lnTo>
                  <a:lnTo>
                    <a:pt x="42254" y="6315"/>
                  </a:lnTo>
                  <a:lnTo>
                    <a:pt x="42049" y="6122"/>
                  </a:lnTo>
                  <a:lnTo>
                    <a:pt x="41844" y="5943"/>
                  </a:lnTo>
                  <a:lnTo>
                    <a:pt x="41626" y="5777"/>
                  </a:lnTo>
                  <a:lnTo>
                    <a:pt x="41409" y="5623"/>
                  </a:lnTo>
                  <a:lnTo>
                    <a:pt x="41178" y="5469"/>
                  </a:lnTo>
                  <a:lnTo>
                    <a:pt x="40935" y="5341"/>
                  </a:lnTo>
                  <a:lnTo>
                    <a:pt x="40691" y="5213"/>
                  </a:lnTo>
                  <a:lnTo>
                    <a:pt x="40435" y="5098"/>
                  </a:lnTo>
                  <a:lnTo>
                    <a:pt x="40179" y="4995"/>
                  </a:lnTo>
                  <a:lnTo>
                    <a:pt x="39923" y="4906"/>
                  </a:lnTo>
                  <a:lnTo>
                    <a:pt x="39641" y="4829"/>
                  </a:lnTo>
                  <a:lnTo>
                    <a:pt x="39372" y="4765"/>
                  </a:lnTo>
                  <a:lnTo>
                    <a:pt x="39090" y="4714"/>
                  </a:lnTo>
                  <a:lnTo>
                    <a:pt x="38809" y="4675"/>
                  </a:lnTo>
                  <a:lnTo>
                    <a:pt x="38514" y="4662"/>
                  </a:lnTo>
                  <a:lnTo>
                    <a:pt x="38220" y="4650"/>
                  </a:lnTo>
                  <a:lnTo>
                    <a:pt x="37899" y="4662"/>
                  </a:lnTo>
                  <a:lnTo>
                    <a:pt x="37566" y="4688"/>
                  </a:lnTo>
                  <a:lnTo>
                    <a:pt x="37246" y="4739"/>
                  </a:lnTo>
                  <a:lnTo>
                    <a:pt x="36939" y="4803"/>
                  </a:lnTo>
                  <a:lnTo>
                    <a:pt x="36811" y="4586"/>
                  </a:lnTo>
                  <a:lnTo>
                    <a:pt x="36670" y="4381"/>
                  </a:lnTo>
                  <a:lnTo>
                    <a:pt x="36516" y="4176"/>
                  </a:lnTo>
                  <a:lnTo>
                    <a:pt x="36375" y="3971"/>
                  </a:lnTo>
                  <a:lnTo>
                    <a:pt x="36209" y="3779"/>
                  </a:lnTo>
                  <a:lnTo>
                    <a:pt x="36042" y="3586"/>
                  </a:lnTo>
                  <a:lnTo>
                    <a:pt x="35876" y="3407"/>
                  </a:lnTo>
                  <a:lnTo>
                    <a:pt x="35696" y="3228"/>
                  </a:lnTo>
                  <a:lnTo>
                    <a:pt x="35517" y="3049"/>
                  </a:lnTo>
                  <a:lnTo>
                    <a:pt x="35338" y="2882"/>
                  </a:lnTo>
                  <a:lnTo>
                    <a:pt x="35146" y="2728"/>
                  </a:lnTo>
                  <a:lnTo>
                    <a:pt x="34941" y="2562"/>
                  </a:lnTo>
                  <a:lnTo>
                    <a:pt x="34749" y="2421"/>
                  </a:lnTo>
                  <a:lnTo>
                    <a:pt x="34544" y="2280"/>
                  </a:lnTo>
                  <a:lnTo>
                    <a:pt x="34326" y="2139"/>
                  </a:lnTo>
                  <a:lnTo>
                    <a:pt x="34108" y="2011"/>
                  </a:lnTo>
                  <a:lnTo>
                    <a:pt x="33891" y="1883"/>
                  </a:lnTo>
                  <a:lnTo>
                    <a:pt x="33673" y="1768"/>
                  </a:lnTo>
                  <a:lnTo>
                    <a:pt x="33442" y="1653"/>
                  </a:lnTo>
                  <a:lnTo>
                    <a:pt x="33212" y="1550"/>
                  </a:lnTo>
                  <a:lnTo>
                    <a:pt x="32968" y="1460"/>
                  </a:lnTo>
                  <a:lnTo>
                    <a:pt x="32725" y="1371"/>
                  </a:lnTo>
                  <a:lnTo>
                    <a:pt x="32482" y="1294"/>
                  </a:lnTo>
                  <a:lnTo>
                    <a:pt x="32238" y="1217"/>
                  </a:lnTo>
                  <a:lnTo>
                    <a:pt x="31995" y="1153"/>
                  </a:lnTo>
                  <a:lnTo>
                    <a:pt x="31739" y="1102"/>
                  </a:lnTo>
                  <a:lnTo>
                    <a:pt x="31483" y="1051"/>
                  </a:lnTo>
                  <a:lnTo>
                    <a:pt x="31214" y="1012"/>
                  </a:lnTo>
                  <a:lnTo>
                    <a:pt x="30958" y="986"/>
                  </a:lnTo>
                  <a:lnTo>
                    <a:pt x="30689" y="961"/>
                  </a:lnTo>
                  <a:lnTo>
                    <a:pt x="30432" y="948"/>
                  </a:lnTo>
                  <a:lnTo>
                    <a:pt x="29805" y="948"/>
                  </a:lnTo>
                  <a:lnTo>
                    <a:pt x="29459" y="974"/>
                  </a:lnTo>
                  <a:lnTo>
                    <a:pt x="29126" y="1012"/>
                  </a:lnTo>
                  <a:lnTo>
                    <a:pt x="28793" y="1063"/>
                  </a:lnTo>
                  <a:lnTo>
                    <a:pt x="28460" y="1127"/>
                  </a:lnTo>
                  <a:lnTo>
                    <a:pt x="28127" y="1204"/>
                  </a:lnTo>
                  <a:lnTo>
                    <a:pt x="27807" y="1307"/>
                  </a:lnTo>
                  <a:lnTo>
                    <a:pt x="27499" y="1409"/>
                  </a:lnTo>
                  <a:lnTo>
                    <a:pt x="27192" y="1524"/>
                  </a:lnTo>
                  <a:lnTo>
                    <a:pt x="26885" y="1653"/>
                  </a:lnTo>
                  <a:lnTo>
                    <a:pt x="26590" y="1793"/>
                  </a:lnTo>
                  <a:lnTo>
                    <a:pt x="26295" y="1947"/>
                  </a:lnTo>
                  <a:lnTo>
                    <a:pt x="26014" y="2114"/>
                  </a:lnTo>
                  <a:lnTo>
                    <a:pt x="25745" y="2293"/>
                  </a:lnTo>
                  <a:lnTo>
                    <a:pt x="25476" y="2485"/>
                  </a:lnTo>
                  <a:lnTo>
                    <a:pt x="25220" y="2677"/>
                  </a:lnTo>
                  <a:lnTo>
                    <a:pt x="24912" y="2383"/>
                  </a:lnTo>
                  <a:lnTo>
                    <a:pt x="24592" y="2088"/>
                  </a:lnTo>
                  <a:lnTo>
                    <a:pt x="24246" y="1819"/>
                  </a:lnTo>
                  <a:lnTo>
                    <a:pt x="23900" y="1563"/>
                  </a:lnTo>
                  <a:lnTo>
                    <a:pt x="23542" y="1319"/>
                  </a:lnTo>
                  <a:lnTo>
                    <a:pt x="23158" y="1102"/>
                  </a:lnTo>
                  <a:lnTo>
                    <a:pt x="22773" y="897"/>
                  </a:lnTo>
                  <a:lnTo>
                    <a:pt x="22376" y="718"/>
                  </a:lnTo>
                  <a:lnTo>
                    <a:pt x="21966" y="551"/>
                  </a:lnTo>
                  <a:lnTo>
                    <a:pt x="21557" y="410"/>
                  </a:lnTo>
                  <a:lnTo>
                    <a:pt x="21121" y="282"/>
                  </a:lnTo>
                  <a:lnTo>
                    <a:pt x="20686" y="180"/>
                  </a:lnTo>
                  <a:lnTo>
                    <a:pt x="20250" y="103"/>
                  </a:lnTo>
                  <a:lnTo>
                    <a:pt x="19802" y="39"/>
                  </a:lnTo>
                  <a:lnTo>
                    <a:pt x="19341" y="13"/>
                  </a:lnTo>
                  <a:lnTo>
                    <a:pt x="18880" y="0"/>
                  </a:lnTo>
                  <a:close/>
                </a:path>
              </a:pathLst>
            </a:custGeom>
            <a:solidFill>
              <a:srgbClr val="FFA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7"/>
            <p:cNvSpPr/>
            <p:nvPr/>
          </p:nvSpPr>
          <p:spPr>
            <a:xfrm>
              <a:off x="1658275" y="720000"/>
              <a:ext cx="31725" cy="332075"/>
            </a:xfrm>
            <a:custGeom>
              <a:avLst/>
              <a:gdLst/>
              <a:ahLst/>
              <a:cxnLst/>
              <a:rect l="l" t="t" r="r" b="b"/>
              <a:pathLst>
                <a:path w="1269" h="13283" extrusionOk="0">
                  <a:moveTo>
                    <a:pt x="0" y="1"/>
                  </a:moveTo>
                  <a:lnTo>
                    <a:pt x="0" y="13283"/>
                  </a:lnTo>
                  <a:lnTo>
                    <a:pt x="1268" y="13283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7"/>
            <p:cNvSpPr/>
            <p:nvPr/>
          </p:nvSpPr>
          <p:spPr>
            <a:xfrm>
              <a:off x="1720075" y="720000"/>
              <a:ext cx="31725" cy="332075"/>
            </a:xfrm>
            <a:custGeom>
              <a:avLst/>
              <a:gdLst/>
              <a:ahLst/>
              <a:cxnLst/>
              <a:rect l="l" t="t" r="r" b="b"/>
              <a:pathLst>
                <a:path w="1269" h="13283" extrusionOk="0">
                  <a:moveTo>
                    <a:pt x="0" y="1"/>
                  </a:moveTo>
                  <a:lnTo>
                    <a:pt x="0" y="13283"/>
                  </a:lnTo>
                  <a:lnTo>
                    <a:pt x="1268" y="13283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7"/>
            <p:cNvSpPr/>
            <p:nvPr/>
          </p:nvSpPr>
          <p:spPr>
            <a:xfrm>
              <a:off x="1783475" y="720000"/>
              <a:ext cx="31400" cy="332075"/>
            </a:xfrm>
            <a:custGeom>
              <a:avLst/>
              <a:gdLst/>
              <a:ahLst/>
              <a:cxnLst/>
              <a:rect l="l" t="t" r="r" b="b"/>
              <a:pathLst>
                <a:path w="1256" h="13283" extrusionOk="0">
                  <a:moveTo>
                    <a:pt x="0" y="1"/>
                  </a:moveTo>
                  <a:lnTo>
                    <a:pt x="0" y="13283"/>
                  </a:lnTo>
                  <a:lnTo>
                    <a:pt x="1255" y="13283"/>
                  </a:lnTo>
                  <a:lnTo>
                    <a:pt x="1255" y="1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7"/>
            <p:cNvSpPr/>
            <p:nvPr/>
          </p:nvSpPr>
          <p:spPr>
            <a:xfrm>
              <a:off x="1570525" y="932625"/>
              <a:ext cx="332075" cy="31725"/>
            </a:xfrm>
            <a:custGeom>
              <a:avLst/>
              <a:gdLst/>
              <a:ahLst/>
              <a:cxnLst/>
              <a:rect l="l" t="t" r="r" b="b"/>
              <a:pathLst>
                <a:path w="13283" h="1269" extrusionOk="0">
                  <a:moveTo>
                    <a:pt x="1" y="0"/>
                  </a:moveTo>
                  <a:lnTo>
                    <a:pt x="1" y="1268"/>
                  </a:lnTo>
                  <a:lnTo>
                    <a:pt x="13283" y="1268"/>
                  </a:lnTo>
                  <a:lnTo>
                    <a:pt x="13283" y="0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7"/>
            <p:cNvSpPr/>
            <p:nvPr/>
          </p:nvSpPr>
          <p:spPr>
            <a:xfrm>
              <a:off x="1570525" y="870825"/>
              <a:ext cx="332075" cy="31400"/>
            </a:xfrm>
            <a:custGeom>
              <a:avLst/>
              <a:gdLst/>
              <a:ahLst/>
              <a:cxnLst/>
              <a:rect l="l" t="t" r="r" b="b"/>
              <a:pathLst>
                <a:path w="13283" h="1256" extrusionOk="0">
                  <a:moveTo>
                    <a:pt x="1" y="0"/>
                  </a:moveTo>
                  <a:lnTo>
                    <a:pt x="1" y="1256"/>
                  </a:lnTo>
                  <a:lnTo>
                    <a:pt x="13283" y="1256"/>
                  </a:lnTo>
                  <a:lnTo>
                    <a:pt x="13283" y="0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7"/>
            <p:cNvSpPr/>
            <p:nvPr/>
          </p:nvSpPr>
          <p:spPr>
            <a:xfrm>
              <a:off x="1570525" y="807750"/>
              <a:ext cx="332075" cy="31400"/>
            </a:xfrm>
            <a:custGeom>
              <a:avLst/>
              <a:gdLst/>
              <a:ahLst/>
              <a:cxnLst/>
              <a:rect l="l" t="t" r="r" b="b"/>
              <a:pathLst>
                <a:path w="13283" h="1256" extrusionOk="0">
                  <a:moveTo>
                    <a:pt x="1" y="0"/>
                  </a:moveTo>
                  <a:lnTo>
                    <a:pt x="1" y="1255"/>
                  </a:lnTo>
                  <a:lnTo>
                    <a:pt x="13283" y="1255"/>
                  </a:lnTo>
                  <a:lnTo>
                    <a:pt x="13283" y="0"/>
                  </a:lnTo>
                  <a:close/>
                </a:path>
              </a:pathLst>
            </a:custGeom>
            <a:solidFill>
              <a:srgbClr val="F9CD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7"/>
            <p:cNvSpPr/>
            <p:nvPr/>
          </p:nvSpPr>
          <p:spPr>
            <a:xfrm>
              <a:off x="1617275" y="767400"/>
              <a:ext cx="237300" cy="237300"/>
            </a:xfrm>
            <a:custGeom>
              <a:avLst/>
              <a:gdLst/>
              <a:ahLst/>
              <a:cxnLst/>
              <a:rect l="l" t="t" r="r" b="b"/>
              <a:pathLst>
                <a:path w="9492" h="9492" extrusionOk="0">
                  <a:moveTo>
                    <a:pt x="1" y="0"/>
                  </a:moveTo>
                  <a:lnTo>
                    <a:pt x="1" y="9491"/>
                  </a:lnTo>
                  <a:lnTo>
                    <a:pt x="9491" y="9491"/>
                  </a:lnTo>
                  <a:lnTo>
                    <a:pt x="94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7"/>
            <p:cNvSpPr/>
            <p:nvPr/>
          </p:nvSpPr>
          <p:spPr>
            <a:xfrm>
              <a:off x="1617275" y="767400"/>
              <a:ext cx="118500" cy="237300"/>
            </a:xfrm>
            <a:custGeom>
              <a:avLst/>
              <a:gdLst/>
              <a:ahLst/>
              <a:cxnLst/>
              <a:rect l="l" t="t" r="r" b="b"/>
              <a:pathLst>
                <a:path w="4740" h="9492" extrusionOk="0">
                  <a:moveTo>
                    <a:pt x="1" y="0"/>
                  </a:moveTo>
                  <a:lnTo>
                    <a:pt x="1" y="9491"/>
                  </a:lnTo>
                  <a:lnTo>
                    <a:pt x="4740" y="47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7"/>
            <p:cNvSpPr/>
            <p:nvPr/>
          </p:nvSpPr>
          <p:spPr>
            <a:xfrm>
              <a:off x="1735750" y="767400"/>
              <a:ext cx="118825" cy="237300"/>
            </a:xfrm>
            <a:custGeom>
              <a:avLst/>
              <a:gdLst/>
              <a:ahLst/>
              <a:cxnLst/>
              <a:rect l="l" t="t" r="r" b="b"/>
              <a:pathLst>
                <a:path w="4753" h="9492" extrusionOk="0">
                  <a:moveTo>
                    <a:pt x="4752" y="0"/>
                  </a:moveTo>
                  <a:lnTo>
                    <a:pt x="1" y="4739"/>
                  </a:lnTo>
                  <a:lnTo>
                    <a:pt x="4752" y="9491"/>
                  </a:lnTo>
                  <a:lnTo>
                    <a:pt x="475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7"/>
            <p:cNvSpPr/>
            <p:nvPr/>
          </p:nvSpPr>
          <p:spPr>
            <a:xfrm>
              <a:off x="1656675" y="806775"/>
              <a:ext cx="158200" cy="158200"/>
            </a:xfrm>
            <a:custGeom>
              <a:avLst/>
              <a:gdLst/>
              <a:ahLst/>
              <a:cxnLst/>
              <a:rect l="l" t="t" r="r" b="b"/>
              <a:pathLst>
                <a:path w="6328" h="6328" extrusionOk="0">
                  <a:moveTo>
                    <a:pt x="0" y="1"/>
                  </a:moveTo>
                  <a:lnTo>
                    <a:pt x="0" y="6328"/>
                  </a:lnTo>
                  <a:lnTo>
                    <a:pt x="6327" y="6328"/>
                  </a:lnTo>
                  <a:lnTo>
                    <a:pt x="63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7"/>
            <p:cNvSpPr/>
            <p:nvPr/>
          </p:nvSpPr>
          <p:spPr>
            <a:xfrm>
              <a:off x="2035450" y="552225"/>
              <a:ext cx="89050" cy="345200"/>
            </a:xfrm>
            <a:custGeom>
              <a:avLst/>
              <a:gdLst/>
              <a:ahLst/>
              <a:cxnLst/>
              <a:rect l="l" t="t" r="r" b="b"/>
              <a:pathLst>
                <a:path w="3562" h="13808" extrusionOk="0">
                  <a:moveTo>
                    <a:pt x="3075" y="1"/>
                  </a:moveTo>
                  <a:lnTo>
                    <a:pt x="2972" y="13"/>
                  </a:lnTo>
                  <a:lnTo>
                    <a:pt x="2883" y="39"/>
                  </a:lnTo>
                  <a:lnTo>
                    <a:pt x="2806" y="77"/>
                  </a:lnTo>
                  <a:lnTo>
                    <a:pt x="2729" y="141"/>
                  </a:lnTo>
                  <a:lnTo>
                    <a:pt x="2678" y="218"/>
                  </a:lnTo>
                  <a:lnTo>
                    <a:pt x="2626" y="295"/>
                  </a:lnTo>
                  <a:lnTo>
                    <a:pt x="2601" y="385"/>
                  </a:lnTo>
                  <a:lnTo>
                    <a:pt x="2588" y="487"/>
                  </a:lnTo>
                  <a:lnTo>
                    <a:pt x="2588" y="10016"/>
                  </a:lnTo>
                  <a:lnTo>
                    <a:pt x="103" y="13013"/>
                  </a:lnTo>
                  <a:lnTo>
                    <a:pt x="52" y="13090"/>
                  </a:lnTo>
                  <a:lnTo>
                    <a:pt x="14" y="13180"/>
                  </a:lnTo>
                  <a:lnTo>
                    <a:pt x="1" y="13270"/>
                  </a:lnTo>
                  <a:lnTo>
                    <a:pt x="1" y="13359"/>
                  </a:lnTo>
                  <a:lnTo>
                    <a:pt x="14" y="13449"/>
                  </a:lnTo>
                  <a:lnTo>
                    <a:pt x="52" y="13538"/>
                  </a:lnTo>
                  <a:lnTo>
                    <a:pt x="103" y="13615"/>
                  </a:lnTo>
                  <a:lnTo>
                    <a:pt x="167" y="13692"/>
                  </a:lnTo>
                  <a:lnTo>
                    <a:pt x="244" y="13743"/>
                  </a:lnTo>
                  <a:lnTo>
                    <a:pt x="321" y="13782"/>
                  </a:lnTo>
                  <a:lnTo>
                    <a:pt x="398" y="13795"/>
                  </a:lnTo>
                  <a:lnTo>
                    <a:pt x="475" y="13807"/>
                  </a:lnTo>
                  <a:lnTo>
                    <a:pt x="577" y="13795"/>
                  </a:lnTo>
                  <a:lnTo>
                    <a:pt x="680" y="13756"/>
                  </a:lnTo>
                  <a:lnTo>
                    <a:pt x="769" y="13705"/>
                  </a:lnTo>
                  <a:lnTo>
                    <a:pt x="846" y="13628"/>
                  </a:lnTo>
                  <a:lnTo>
                    <a:pt x="3446" y="10490"/>
                  </a:lnTo>
                  <a:lnTo>
                    <a:pt x="3497" y="10426"/>
                  </a:lnTo>
                  <a:lnTo>
                    <a:pt x="3536" y="10349"/>
                  </a:lnTo>
                  <a:lnTo>
                    <a:pt x="3549" y="10272"/>
                  </a:lnTo>
                  <a:lnTo>
                    <a:pt x="3561" y="10183"/>
                  </a:lnTo>
                  <a:lnTo>
                    <a:pt x="3561" y="487"/>
                  </a:lnTo>
                  <a:lnTo>
                    <a:pt x="3549" y="385"/>
                  </a:lnTo>
                  <a:lnTo>
                    <a:pt x="3523" y="295"/>
                  </a:lnTo>
                  <a:lnTo>
                    <a:pt x="3472" y="218"/>
                  </a:lnTo>
                  <a:lnTo>
                    <a:pt x="3421" y="141"/>
                  </a:lnTo>
                  <a:lnTo>
                    <a:pt x="3344" y="77"/>
                  </a:lnTo>
                  <a:lnTo>
                    <a:pt x="3267" y="39"/>
                  </a:lnTo>
                  <a:lnTo>
                    <a:pt x="3177" y="13"/>
                  </a:lnTo>
                  <a:lnTo>
                    <a:pt x="30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7"/>
            <p:cNvSpPr/>
            <p:nvPr/>
          </p:nvSpPr>
          <p:spPr>
            <a:xfrm>
              <a:off x="2215400" y="721925"/>
              <a:ext cx="80075" cy="173250"/>
            </a:xfrm>
            <a:custGeom>
              <a:avLst/>
              <a:gdLst/>
              <a:ahLst/>
              <a:cxnLst/>
              <a:rect l="l" t="t" r="r" b="b"/>
              <a:pathLst>
                <a:path w="3203" h="6930" extrusionOk="0">
                  <a:moveTo>
                    <a:pt x="2716" y="1"/>
                  </a:moveTo>
                  <a:lnTo>
                    <a:pt x="2614" y="14"/>
                  </a:lnTo>
                  <a:lnTo>
                    <a:pt x="2524" y="39"/>
                  </a:lnTo>
                  <a:lnTo>
                    <a:pt x="2447" y="90"/>
                  </a:lnTo>
                  <a:lnTo>
                    <a:pt x="2370" y="154"/>
                  </a:lnTo>
                  <a:lnTo>
                    <a:pt x="2306" y="218"/>
                  </a:lnTo>
                  <a:lnTo>
                    <a:pt x="2268" y="308"/>
                  </a:lnTo>
                  <a:lnTo>
                    <a:pt x="2242" y="398"/>
                  </a:lnTo>
                  <a:lnTo>
                    <a:pt x="2229" y="487"/>
                  </a:lnTo>
                  <a:lnTo>
                    <a:pt x="2229" y="5956"/>
                  </a:lnTo>
                  <a:lnTo>
                    <a:pt x="488" y="5956"/>
                  </a:lnTo>
                  <a:lnTo>
                    <a:pt x="398" y="5969"/>
                  </a:lnTo>
                  <a:lnTo>
                    <a:pt x="295" y="5995"/>
                  </a:lnTo>
                  <a:lnTo>
                    <a:pt x="219" y="6033"/>
                  </a:lnTo>
                  <a:lnTo>
                    <a:pt x="142" y="6097"/>
                  </a:lnTo>
                  <a:lnTo>
                    <a:pt x="91" y="6174"/>
                  </a:lnTo>
                  <a:lnTo>
                    <a:pt x="39" y="6251"/>
                  </a:lnTo>
                  <a:lnTo>
                    <a:pt x="14" y="6341"/>
                  </a:lnTo>
                  <a:lnTo>
                    <a:pt x="1" y="6443"/>
                  </a:lnTo>
                  <a:lnTo>
                    <a:pt x="14" y="6533"/>
                  </a:lnTo>
                  <a:lnTo>
                    <a:pt x="39" y="6635"/>
                  </a:lnTo>
                  <a:lnTo>
                    <a:pt x="91" y="6712"/>
                  </a:lnTo>
                  <a:lnTo>
                    <a:pt x="142" y="6789"/>
                  </a:lnTo>
                  <a:lnTo>
                    <a:pt x="219" y="6840"/>
                  </a:lnTo>
                  <a:lnTo>
                    <a:pt x="295" y="6891"/>
                  </a:lnTo>
                  <a:lnTo>
                    <a:pt x="398" y="6917"/>
                  </a:lnTo>
                  <a:lnTo>
                    <a:pt x="488" y="6930"/>
                  </a:lnTo>
                  <a:lnTo>
                    <a:pt x="2716" y="6930"/>
                  </a:lnTo>
                  <a:lnTo>
                    <a:pt x="2806" y="6917"/>
                  </a:lnTo>
                  <a:lnTo>
                    <a:pt x="2908" y="6891"/>
                  </a:lnTo>
                  <a:lnTo>
                    <a:pt x="2985" y="6840"/>
                  </a:lnTo>
                  <a:lnTo>
                    <a:pt x="3062" y="6789"/>
                  </a:lnTo>
                  <a:lnTo>
                    <a:pt x="3113" y="6712"/>
                  </a:lnTo>
                  <a:lnTo>
                    <a:pt x="3164" y="6635"/>
                  </a:lnTo>
                  <a:lnTo>
                    <a:pt x="3190" y="6533"/>
                  </a:lnTo>
                  <a:lnTo>
                    <a:pt x="3203" y="6443"/>
                  </a:lnTo>
                  <a:lnTo>
                    <a:pt x="3203" y="487"/>
                  </a:lnTo>
                  <a:lnTo>
                    <a:pt x="3190" y="398"/>
                  </a:lnTo>
                  <a:lnTo>
                    <a:pt x="3164" y="308"/>
                  </a:lnTo>
                  <a:lnTo>
                    <a:pt x="3113" y="218"/>
                  </a:lnTo>
                  <a:lnTo>
                    <a:pt x="3062" y="154"/>
                  </a:lnTo>
                  <a:lnTo>
                    <a:pt x="2985" y="90"/>
                  </a:lnTo>
                  <a:lnTo>
                    <a:pt x="2908" y="39"/>
                  </a:lnTo>
                  <a:lnTo>
                    <a:pt x="2806" y="14"/>
                  </a:lnTo>
                  <a:lnTo>
                    <a:pt x="27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7"/>
            <p:cNvSpPr/>
            <p:nvPr/>
          </p:nvSpPr>
          <p:spPr>
            <a:xfrm>
              <a:off x="2016250" y="986725"/>
              <a:ext cx="127150" cy="171025"/>
            </a:xfrm>
            <a:custGeom>
              <a:avLst/>
              <a:gdLst/>
              <a:ahLst/>
              <a:cxnLst/>
              <a:rect l="l" t="t" r="r" b="b"/>
              <a:pathLst>
                <a:path w="5086" h="6841" extrusionOk="0">
                  <a:moveTo>
                    <a:pt x="4611" y="1"/>
                  </a:moveTo>
                  <a:lnTo>
                    <a:pt x="4522" y="14"/>
                  </a:lnTo>
                  <a:lnTo>
                    <a:pt x="4432" y="39"/>
                  </a:lnTo>
                  <a:lnTo>
                    <a:pt x="4342" y="78"/>
                  </a:lnTo>
                  <a:lnTo>
                    <a:pt x="4278" y="129"/>
                  </a:lnTo>
                  <a:lnTo>
                    <a:pt x="4214" y="206"/>
                  </a:lnTo>
                  <a:lnTo>
                    <a:pt x="90" y="6085"/>
                  </a:lnTo>
                  <a:lnTo>
                    <a:pt x="39" y="6161"/>
                  </a:lnTo>
                  <a:lnTo>
                    <a:pt x="13" y="6251"/>
                  </a:lnTo>
                  <a:lnTo>
                    <a:pt x="0" y="6354"/>
                  </a:lnTo>
                  <a:lnTo>
                    <a:pt x="0" y="6443"/>
                  </a:lnTo>
                  <a:lnTo>
                    <a:pt x="26" y="6533"/>
                  </a:lnTo>
                  <a:lnTo>
                    <a:pt x="77" y="6610"/>
                  </a:lnTo>
                  <a:lnTo>
                    <a:pt x="128" y="6687"/>
                  </a:lnTo>
                  <a:lnTo>
                    <a:pt x="205" y="6751"/>
                  </a:lnTo>
                  <a:lnTo>
                    <a:pt x="269" y="6789"/>
                  </a:lnTo>
                  <a:lnTo>
                    <a:pt x="333" y="6827"/>
                  </a:lnTo>
                  <a:lnTo>
                    <a:pt x="410" y="6840"/>
                  </a:lnTo>
                  <a:lnTo>
                    <a:pt x="487" y="6840"/>
                  </a:lnTo>
                  <a:lnTo>
                    <a:pt x="590" y="6827"/>
                  </a:lnTo>
                  <a:lnTo>
                    <a:pt x="705" y="6789"/>
                  </a:lnTo>
                  <a:lnTo>
                    <a:pt x="795" y="6725"/>
                  </a:lnTo>
                  <a:lnTo>
                    <a:pt x="884" y="6635"/>
                  </a:lnTo>
                  <a:lnTo>
                    <a:pt x="5008" y="769"/>
                  </a:lnTo>
                  <a:lnTo>
                    <a:pt x="5047" y="680"/>
                  </a:lnTo>
                  <a:lnTo>
                    <a:pt x="5085" y="590"/>
                  </a:lnTo>
                  <a:lnTo>
                    <a:pt x="5085" y="500"/>
                  </a:lnTo>
                  <a:lnTo>
                    <a:pt x="5085" y="411"/>
                  </a:lnTo>
                  <a:lnTo>
                    <a:pt x="5060" y="321"/>
                  </a:lnTo>
                  <a:lnTo>
                    <a:pt x="5021" y="231"/>
                  </a:lnTo>
                  <a:lnTo>
                    <a:pt x="4957" y="155"/>
                  </a:lnTo>
                  <a:lnTo>
                    <a:pt x="4880" y="91"/>
                  </a:lnTo>
                  <a:lnTo>
                    <a:pt x="4803" y="39"/>
                  </a:lnTo>
                  <a:lnTo>
                    <a:pt x="4714" y="14"/>
                  </a:lnTo>
                  <a:lnTo>
                    <a:pt x="461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7"/>
            <p:cNvSpPr/>
            <p:nvPr/>
          </p:nvSpPr>
          <p:spPr>
            <a:xfrm>
              <a:off x="1636825" y="432475"/>
              <a:ext cx="325325" cy="175500"/>
            </a:xfrm>
            <a:custGeom>
              <a:avLst/>
              <a:gdLst/>
              <a:ahLst/>
              <a:cxnLst/>
              <a:rect l="l" t="t" r="r" b="b"/>
              <a:pathLst>
                <a:path w="13013" h="7020" extrusionOk="0">
                  <a:moveTo>
                    <a:pt x="487" y="0"/>
                  </a:moveTo>
                  <a:lnTo>
                    <a:pt x="397" y="13"/>
                  </a:lnTo>
                  <a:lnTo>
                    <a:pt x="308" y="39"/>
                  </a:lnTo>
                  <a:lnTo>
                    <a:pt x="218" y="77"/>
                  </a:lnTo>
                  <a:lnTo>
                    <a:pt x="154" y="141"/>
                  </a:lnTo>
                  <a:lnTo>
                    <a:pt x="90" y="218"/>
                  </a:lnTo>
                  <a:lnTo>
                    <a:pt x="39" y="295"/>
                  </a:lnTo>
                  <a:lnTo>
                    <a:pt x="13" y="385"/>
                  </a:lnTo>
                  <a:lnTo>
                    <a:pt x="0" y="487"/>
                  </a:lnTo>
                  <a:lnTo>
                    <a:pt x="0" y="6545"/>
                  </a:lnTo>
                  <a:lnTo>
                    <a:pt x="13" y="6635"/>
                  </a:lnTo>
                  <a:lnTo>
                    <a:pt x="39" y="6725"/>
                  </a:lnTo>
                  <a:lnTo>
                    <a:pt x="90" y="6814"/>
                  </a:lnTo>
                  <a:lnTo>
                    <a:pt x="154" y="6878"/>
                  </a:lnTo>
                  <a:lnTo>
                    <a:pt x="218" y="6942"/>
                  </a:lnTo>
                  <a:lnTo>
                    <a:pt x="308" y="6981"/>
                  </a:lnTo>
                  <a:lnTo>
                    <a:pt x="397" y="7019"/>
                  </a:lnTo>
                  <a:lnTo>
                    <a:pt x="12629" y="7019"/>
                  </a:lnTo>
                  <a:lnTo>
                    <a:pt x="12718" y="6981"/>
                  </a:lnTo>
                  <a:lnTo>
                    <a:pt x="12808" y="6942"/>
                  </a:lnTo>
                  <a:lnTo>
                    <a:pt x="12872" y="6878"/>
                  </a:lnTo>
                  <a:lnTo>
                    <a:pt x="12936" y="6814"/>
                  </a:lnTo>
                  <a:lnTo>
                    <a:pt x="12974" y="6725"/>
                  </a:lnTo>
                  <a:lnTo>
                    <a:pt x="13013" y="6635"/>
                  </a:lnTo>
                  <a:lnTo>
                    <a:pt x="13013" y="6545"/>
                  </a:lnTo>
                  <a:lnTo>
                    <a:pt x="13013" y="6443"/>
                  </a:lnTo>
                  <a:lnTo>
                    <a:pt x="12974" y="6353"/>
                  </a:lnTo>
                  <a:lnTo>
                    <a:pt x="12936" y="6263"/>
                  </a:lnTo>
                  <a:lnTo>
                    <a:pt x="12872" y="6199"/>
                  </a:lnTo>
                  <a:lnTo>
                    <a:pt x="12808" y="6135"/>
                  </a:lnTo>
                  <a:lnTo>
                    <a:pt x="12718" y="6097"/>
                  </a:lnTo>
                  <a:lnTo>
                    <a:pt x="12629" y="6059"/>
                  </a:lnTo>
                  <a:lnTo>
                    <a:pt x="974" y="6059"/>
                  </a:lnTo>
                  <a:lnTo>
                    <a:pt x="974" y="487"/>
                  </a:lnTo>
                  <a:lnTo>
                    <a:pt x="974" y="385"/>
                  </a:lnTo>
                  <a:lnTo>
                    <a:pt x="935" y="295"/>
                  </a:lnTo>
                  <a:lnTo>
                    <a:pt x="897" y="218"/>
                  </a:lnTo>
                  <a:lnTo>
                    <a:pt x="833" y="141"/>
                  </a:lnTo>
                  <a:lnTo>
                    <a:pt x="769" y="77"/>
                  </a:lnTo>
                  <a:lnTo>
                    <a:pt x="679" y="39"/>
                  </a:lnTo>
                  <a:lnTo>
                    <a:pt x="589" y="13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7"/>
            <p:cNvSpPr/>
            <p:nvPr/>
          </p:nvSpPr>
          <p:spPr>
            <a:xfrm>
              <a:off x="1382575" y="555100"/>
              <a:ext cx="204950" cy="139650"/>
            </a:xfrm>
            <a:custGeom>
              <a:avLst/>
              <a:gdLst/>
              <a:ahLst/>
              <a:cxnLst/>
              <a:rect l="l" t="t" r="r" b="b"/>
              <a:pathLst>
                <a:path w="8198" h="5586" extrusionOk="0">
                  <a:moveTo>
                    <a:pt x="449" y="1"/>
                  </a:moveTo>
                  <a:lnTo>
                    <a:pt x="359" y="14"/>
                  </a:lnTo>
                  <a:lnTo>
                    <a:pt x="270" y="52"/>
                  </a:lnTo>
                  <a:lnTo>
                    <a:pt x="180" y="103"/>
                  </a:lnTo>
                  <a:lnTo>
                    <a:pt x="116" y="180"/>
                  </a:lnTo>
                  <a:lnTo>
                    <a:pt x="52" y="257"/>
                  </a:lnTo>
                  <a:lnTo>
                    <a:pt x="13" y="334"/>
                  </a:lnTo>
                  <a:lnTo>
                    <a:pt x="1" y="436"/>
                  </a:lnTo>
                  <a:lnTo>
                    <a:pt x="1" y="526"/>
                  </a:lnTo>
                  <a:lnTo>
                    <a:pt x="13" y="616"/>
                  </a:lnTo>
                  <a:lnTo>
                    <a:pt x="52" y="705"/>
                  </a:lnTo>
                  <a:lnTo>
                    <a:pt x="103" y="795"/>
                  </a:lnTo>
                  <a:lnTo>
                    <a:pt x="3753" y="5406"/>
                  </a:lnTo>
                  <a:lnTo>
                    <a:pt x="3830" y="5483"/>
                  </a:lnTo>
                  <a:lnTo>
                    <a:pt x="3920" y="5534"/>
                  </a:lnTo>
                  <a:lnTo>
                    <a:pt x="4022" y="5572"/>
                  </a:lnTo>
                  <a:lnTo>
                    <a:pt x="4138" y="5585"/>
                  </a:lnTo>
                  <a:lnTo>
                    <a:pt x="7724" y="5585"/>
                  </a:lnTo>
                  <a:lnTo>
                    <a:pt x="7813" y="5572"/>
                  </a:lnTo>
                  <a:lnTo>
                    <a:pt x="7903" y="5547"/>
                  </a:lnTo>
                  <a:lnTo>
                    <a:pt x="7993" y="5508"/>
                  </a:lnTo>
                  <a:lnTo>
                    <a:pt x="8057" y="5444"/>
                  </a:lnTo>
                  <a:lnTo>
                    <a:pt x="8121" y="5367"/>
                  </a:lnTo>
                  <a:lnTo>
                    <a:pt x="8159" y="5290"/>
                  </a:lnTo>
                  <a:lnTo>
                    <a:pt x="8198" y="5201"/>
                  </a:lnTo>
                  <a:lnTo>
                    <a:pt x="8198" y="5098"/>
                  </a:lnTo>
                  <a:lnTo>
                    <a:pt x="8198" y="4996"/>
                  </a:lnTo>
                  <a:lnTo>
                    <a:pt x="8159" y="4906"/>
                  </a:lnTo>
                  <a:lnTo>
                    <a:pt x="8121" y="4829"/>
                  </a:lnTo>
                  <a:lnTo>
                    <a:pt x="8057" y="4753"/>
                  </a:lnTo>
                  <a:lnTo>
                    <a:pt x="7993" y="4701"/>
                  </a:lnTo>
                  <a:lnTo>
                    <a:pt x="7903" y="4650"/>
                  </a:lnTo>
                  <a:lnTo>
                    <a:pt x="7813" y="4624"/>
                  </a:lnTo>
                  <a:lnTo>
                    <a:pt x="7724" y="4612"/>
                  </a:lnTo>
                  <a:lnTo>
                    <a:pt x="4368" y="4612"/>
                  </a:lnTo>
                  <a:lnTo>
                    <a:pt x="859" y="180"/>
                  </a:lnTo>
                  <a:lnTo>
                    <a:pt x="795" y="116"/>
                  </a:lnTo>
                  <a:lnTo>
                    <a:pt x="718" y="65"/>
                  </a:lnTo>
                  <a:lnTo>
                    <a:pt x="628" y="26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37"/>
            <p:cNvSpPr/>
            <p:nvPr/>
          </p:nvSpPr>
          <p:spPr>
            <a:xfrm>
              <a:off x="1286200" y="717775"/>
              <a:ext cx="120425" cy="148600"/>
            </a:xfrm>
            <a:custGeom>
              <a:avLst/>
              <a:gdLst/>
              <a:ahLst/>
              <a:cxnLst/>
              <a:rect l="l" t="t" r="r" b="b"/>
              <a:pathLst>
                <a:path w="4817" h="5944" extrusionOk="0">
                  <a:moveTo>
                    <a:pt x="449" y="0"/>
                  </a:moveTo>
                  <a:lnTo>
                    <a:pt x="359" y="26"/>
                  </a:lnTo>
                  <a:lnTo>
                    <a:pt x="269" y="51"/>
                  </a:lnTo>
                  <a:lnTo>
                    <a:pt x="180" y="103"/>
                  </a:lnTo>
                  <a:lnTo>
                    <a:pt x="116" y="180"/>
                  </a:lnTo>
                  <a:lnTo>
                    <a:pt x="65" y="256"/>
                  </a:lnTo>
                  <a:lnTo>
                    <a:pt x="26" y="333"/>
                  </a:lnTo>
                  <a:lnTo>
                    <a:pt x="1" y="423"/>
                  </a:lnTo>
                  <a:lnTo>
                    <a:pt x="1" y="525"/>
                  </a:lnTo>
                  <a:lnTo>
                    <a:pt x="13" y="615"/>
                  </a:lnTo>
                  <a:lnTo>
                    <a:pt x="52" y="705"/>
                  </a:lnTo>
                  <a:lnTo>
                    <a:pt x="103" y="782"/>
                  </a:lnTo>
                  <a:lnTo>
                    <a:pt x="3958" y="5764"/>
                  </a:lnTo>
                  <a:lnTo>
                    <a:pt x="4035" y="5841"/>
                  </a:lnTo>
                  <a:lnTo>
                    <a:pt x="4125" y="5905"/>
                  </a:lnTo>
                  <a:lnTo>
                    <a:pt x="4227" y="5930"/>
                  </a:lnTo>
                  <a:lnTo>
                    <a:pt x="4342" y="5943"/>
                  </a:lnTo>
                  <a:lnTo>
                    <a:pt x="4419" y="5943"/>
                  </a:lnTo>
                  <a:lnTo>
                    <a:pt x="4496" y="5917"/>
                  </a:lnTo>
                  <a:lnTo>
                    <a:pt x="4560" y="5892"/>
                  </a:lnTo>
                  <a:lnTo>
                    <a:pt x="4637" y="5841"/>
                  </a:lnTo>
                  <a:lnTo>
                    <a:pt x="4701" y="5777"/>
                  </a:lnTo>
                  <a:lnTo>
                    <a:pt x="4765" y="5700"/>
                  </a:lnTo>
                  <a:lnTo>
                    <a:pt x="4803" y="5610"/>
                  </a:lnTo>
                  <a:lnTo>
                    <a:pt x="4816" y="5520"/>
                  </a:lnTo>
                  <a:lnTo>
                    <a:pt x="4816" y="5431"/>
                  </a:lnTo>
                  <a:lnTo>
                    <a:pt x="4803" y="5341"/>
                  </a:lnTo>
                  <a:lnTo>
                    <a:pt x="4778" y="5251"/>
                  </a:lnTo>
                  <a:lnTo>
                    <a:pt x="4727" y="5162"/>
                  </a:lnTo>
                  <a:lnTo>
                    <a:pt x="871" y="192"/>
                  </a:lnTo>
                  <a:lnTo>
                    <a:pt x="795" y="116"/>
                  </a:lnTo>
                  <a:lnTo>
                    <a:pt x="718" y="64"/>
                  </a:lnTo>
                  <a:lnTo>
                    <a:pt x="628" y="26"/>
                  </a:lnTo>
                  <a:lnTo>
                    <a:pt x="538" y="13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1684200" y="1149400"/>
              <a:ext cx="111125" cy="186375"/>
            </a:xfrm>
            <a:custGeom>
              <a:avLst/>
              <a:gdLst/>
              <a:ahLst/>
              <a:cxnLst/>
              <a:rect l="l" t="t" r="r" b="b"/>
              <a:pathLst>
                <a:path w="4445" h="7455" extrusionOk="0">
                  <a:moveTo>
                    <a:pt x="436" y="0"/>
                  </a:moveTo>
                  <a:lnTo>
                    <a:pt x="346" y="13"/>
                  </a:lnTo>
                  <a:lnTo>
                    <a:pt x="257" y="52"/>
                  </a:lnTo>
                  <a:lnTo>
                    <a:pt x="167" y="116"/>
                  </a:lnTo>
                  <a:lnTo>
                    <a:pt x="103" y="180"/>
                  </a:lnTo>
                  <a:lnTo>
                    <a:pt x="52" y="256"/>
                  </a:lnTo>
                  <a:lnTo>
                    <a:pt x="13" y="346"/>
                  </a:lnTo>
                  <a:lnTo>
                    <a:pt x="1" y="436"/>
                  </a:lnTo>
                  <a:lnTo>
                    <a:pt x="1" y="525"/>
                  </a:lnTo>
                  <a:lnTo>
                    <a:pt x="13" y="628"/>
                  </a:lnTo>
                  <a:lnTo>
                    <a:pt x="52" y="718"/>
                  </a:lnTo>
                  <a:lnTo>
                    <a:pt x="3536" y="7198"/>
                  </a:lnTo>
                  <a:lnTo>
                    <a:pt x="3574" y="7250"/>
                  </a:lnTo>
                  <a:lnTo>
                    <a:pt x="3612" y="7301"/>
                  </a:lnTo>
                  <a:lnTo>
                    <a:pt x="3664" y="7352"/>
                  </a:lnTo>
                  <a:lnTo>
                    <a:pt x="3715" y="7390"/>
                  </a:lnTo>
                  <a:lnTo>
                    <a:pt x="3779" y="7416"/>
                  </a:lnTo>
                  <a:lnTo>
                    <a:pt x="3830" y="7442"/>
                  </a:lnTo>
                  <a:lnTo>
                    <a:pt x="3894" y="7454"/>
                  </a:lnTo>
                  <a:lnTo>
                    <a:pt x="3958" y="7454"/>
                  </a:lnTo>
                  <a:lnTo>
                    <a:pt x="4086" y="7442"/>
                  </a:lnTo>
                  <a:lnTo>
                    <a:pt x="4189" y="7390"/>
                  </a:lnTo>
                  <a:lnTo>
                    <a:pt x="4278" y="7339"/>
                  </a:lnTo>
                  <a:lnTo>
                    <a:pt x="4343" y="7275"/>
                  </a:lnTo>
                  <a:lnTo>
                    <a:pt x="4394" y="7198"/>
                  </a:lnTo>
                  <a:lnTo>
                    <a:pt x="4432" y="7109"/>
                  </a:lnTo>
                  <a:lnTo>
                    <a:pt x="4445" y="7019"/>
                  </a:lnTo>
                  <a:lnTo>
                    <a:pt x="4445" y="6917"/>
                  </a:lnTo>
                  <a:lnTo>
                    <a:pt x="4432" y="6827"/>
                  </a:lnTo>
                  <a:lnTo>
                    <a:pt x="4394" y="6737"/>
                  </a:lnTo>
                  <a:lnTo>
                    <a:pt x="910" y="256"/>
                  </a:lnTo>
                  <a:lnTo>
                    <a:pt x="859" y="167"/>
                  </a:lnTo>
                  <a:lnTo>
                    <a:pt x="795" y="103"/>
                  </a:lnTo>
                  <a:lnTo>
                    <a:pt x="705" y="52"/>
                  </a:lnTo>
                  <a:lnTo>
                    <a:pt x="628" y="13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1399875" y="986725"/>
              <a:ext cx="244650" cy="379150"/>
            </a:xfrm>
            <a:custGeom>
              <a:avLst/>
              <a:gdLst/>
              <a:ahLst/>
              <a:cxnLst/>
              <a:rect l="l" t="t" r="r" b="b"/>
              <a:pathLst>
                <a:path w="9786" h="15166" extrusionOk="0">
                  <a:moveTo>
                    <a:pt x="487" y="1"/>
                  </a:moveTo>
                  <a:lnTo>
                    <a:pt x="385" y="14"/>
                  </a:lnTo>
                  <a:lnTo>
                    <a:pt x="295" y="39"/>
                  </a:lnTo>
                  <a:lnTo>
                    <a:pt x="218" y="91"/>
                  </a:lnTo>
                  <a:lnTo>
                    <a:pt x="141" y="142"/>
                  </a:lnTo>
                  <a:lnTo>
                    <a:pt x="90" y="219"/>
                  </a:lnTo>
                  <a:lnTo>
                    <a:pt x="39" y="295"/>
                  </a:lnTo>
                  <a:lnTo>
                    <a:pt x="13" y="385"/>
                  </a:lnTo>
                  <a:lnTo>
                    <a:pt x="0" y="488"/>
                  </a:lnTo>
                  <a:lnTo>
                    <a:pt x="0" y="6354"/>
                  </a:lnTo>
                  <a:lnTo>
                    <a:pt x="13" y="6456"/>
                  </a:lnTo>
                  <a:lnTo>
                    <a:pt x="39" y="6546"/>
                  </a:lnTo>
                  <a:lnTo>
                    <a:pt x="90" y="6635"/>
                  </a:lnTo>
                  <a:lnTo>
                    <a:pt x="141" y="6699"/>
                  </a:lnTo>
                  <a:lnTo>
                    <a:pt x="218" y="6763"/>
                  </a:lnTo>
                  <a:lnTo>
                    <a:pt x="295" y="6802"/>
                  </a:lnTo>
                  <a:lnTo>
                    <a:pt x="385" y="6827"/>
                  </a:lnTo>
                  <a:lnTo>
                    <a:pt x="487" y="6840"/>
                  </a:lnTo>
                  <a:lnTo>
                    <a:pt x="4829" y="6840"/>
                  </a:lnTo>
                  <a:lnTo>
                    <a:pt x="8863" y="14896"/>
                  </a:lnTo>
                  <a:lnTo>
                    <a:pt x="8902" y="14960"/>
                  </a:lnTo>
                  <a:lnTo>
                    <a:pt x="8940" y="15012"/>
                  </a:lnTo>
                  <a:lnTo>
                    <a:pt x="8991" y="15063"/>
                  </a:lnTo>
                  <a:lnTo>
                    <a:pt x="9043" y="15101"/>
                  </a:lnTo>
                  <a:lnTo>
                    <a:pt x="9107" y="15127"/>
                  </a:lnTo>
                  <a:lnTo>
                    <a:pt x="9171" y="15153"/>
                  </a:lnTo>
                  <a:lnTo>
                    <a:pt x="9235" y="15165"/>
                  </a:lnTo>
                  <a:lnTo>
                    <a:pt x="9299" y="15165"/>
                  </a:lnTo>
                  <a:lnTo>
                    <a:pt x="9414" y="15153"/>
                  </a:lnTo>
                  <a:lnTo>
                    <a:pt x="9517" y="15114"/>
                  </a:lnTo>
                  <a:lnTo>
                    <a:pt x="9593" y="15063"/>
                  </a:lnTo>
                  <a:lnTo>
                    <a:pt x="9670" y="14999"/>
                  </a:lnTo>
                  <a:lnTo>
                    <a:pt x="9721" y="14922"/>
                  </a:lnTo>
                  <a:lnTo>
                    <a:pt x="9760" y="14832"/>
                  </a:lnTo>
                  <a:lnTo>
                    <a:pt x="9786" y="14743"/>
                  </a:lnTo>
                  <a:lnTo>
                    <a:pt x="9786" y="14653"/>
                  </a:lnTo>
                  <a:lnTo>
                    <a:pt x="9773" y="14551"/>
                  </a:lnTo>
                  <a:lnTo>
                    <a:pt x="9734" y="14461"/>
                  </a:lnTo>
                  <a:lnTo>
                    <a:pt x="5559" y="6136"/>
                  </a:lnTo>
                  <a:lnTo>
                    <a:pt x="5533" y="6085"/>
                  </a:lnTo>
                  <a:lnTo>
                    <a:pt x="5482" y="6033"/>
                  </a:lnTo>
                  <a:lnTo>
                    <a:pt x="5431" y="5982"/>
                  </a:lnTo>
                  <a:lnTo>
                    <a:pt x="5380" y="5944"/>
                  </a:lnTo>
                  <a:lnTo>
                    <a:pt x="5328" y="5918"/>
                  </a:lnTo>
                  <a:lnTo>
                    <a:pt x="5264" y="5892"/>
                  </a:lnTo>
                  <a:lnTo>
                    <a:pt x="5200" y="5880"/>
                  </a:lnTo>
                  <a:lnTo>
                    <a:pt x="5123" y="5867"/>
                  </a:lnTo>
                  <a:lnTo>
                    <a:pt x="974" y="5867"/>
                  </a:lnTo>
                  <a:lnTo>
                    <a:pt x="974" y="488"/>
                  </a:lnTo>
                  <a:lnTo>
                    <a:pt x="961" y="385"/>
                  </a:lnTo>
                  <a:lnTo>
                    <a:pt x="935" y="295"/>
                  </a:lnTo>
                  <a:lnTo>
                    <a:pt x="897" y="219"/>
                  </a:lnTo>
                  <a:lnTo>
                    <a:pt x="833" y="142"/>
                  </a:lnTo>
                  <a:lnTo>
                    <a:pt x="756" y="91"/>
                  </a:lnTo>
                  <a:lnTo>
                    <a:pt x="679" y="39"/>
                  </a:lnTo>
                  <a:lnTo>
                    <a:pt x="589" y="14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1920500" y="1064550"/>
              <a:ext cx="24375" cy="166850"/>
            </a:xfrm>
            <a:custGeom>
              <a:avLst/>
              <a:gdLst/>
              <a:ahLst/>
              <a:cxnLst/>
              <a:rect l="l" t="t" r="r" b="b"/>
              <a:pathLst>
                <a:path w="975" h="6674" extrusionOk="0">
                  <a:moveTo>
                    <a:pt x="488" y="0"/>
                  </a:moveTo>
                  <a:lnTo>
                    <a:pt x="385" y="13"/>
                  </a:lnTo>
                  <a:lnTo>
                    <a:pt x="295" y="39"/>
                  </a:lnTo>
                  <a:lnTo>
                    <a:pt x="219" y="90"/>
                  </a:lnTo>
                  <a:lnTo>
                    <a:pt x="142" y="141"/>
                  </a:lnTo>
                  <a:lnTo>
                    <a:pt x="91" y="218"/>
                  </a:lnTo>
                  <a:lnTo>
                    <a:pt x="39" y="295"/>
                  </a:lnTo>
                  <a:lnTo>
                    <a:pt x="14" y="384"/>
                  </a:lnTo>
                  <a:lnTo>
                    <a:pt x="1" y="487"/>
                  </a:lnTo>
                  <a:lnTo>
                    <a:pt x="1" y="6186"/>
                  </a:lnTo>
                  <a:lnTo>
                    <a:pt x="14" y="6289"/>
                  </a:lnTo>
                  <a:lnTo>
                    <a:pt x="39" y="6379"/>
                  </a:lnTo>
                  <a:lnTo>
                    <a:pt x="91" y="6468"/>
                  </a:lnTo>
                  <a:lnTo>
                    <a:pt x="142" y="6532"/>
                  </a:lnTo>
                  <a:lnTo>
                    <a:pt x="219" y="6596"/>
                  </a:lnTo>
                  <a:lnTo>
                    <a:pt x="295" y="6635"/>
                  </a:lnTo>
                  <a:lnTo>
                    <a:pt x="385" y="6673"/>
                  </a:lnTo>
                  <a:lnTo>
                    <a:pt x="590" y="6673"/>
                  </a:lnTo>
                  <a:lnTo>
                    <a:pt x="680" y="6635"/>
                  </a:lnTo>
                  <a:lnTo>
                    <a:pt x="757" y="6596"/>
                  </a:lnTo>
                  <a:lnTo>
                    <a:pt x="833" y="6532"/>
                  </a:lnTo>
                  <a:lnTo>
                    <a:pt x="897" y="6468"/>
                  </a:lnTo>
                  <a:lnTo>
                    <a:pt x="936" y="6379"/>
                  </a:lnTo>
                  <a:lnTo>
                    <a:pt x="961" y="6289"/>
                  </a:lnTo>
                  <a:lnTo>
                    <a:pt x="974" y="6186"/>
                  </a:lnTo>
                  <a:lnTo>
                    <a:pt x="974" y="487"/>
                  </a:lnTo>
                  <a:lnTo>
                    <a:pt x="961" y="384"/>
                  </a:lnTo>
                  <a:lnTo>
                    <a:pt x="936" y="295"/>
                  </a:lnTo>
                  <a:lnTo>
                    <a:pt x="897" y="218"/>
                  </a:lnTo>
                  <a:lnTo>
                    <a:pt x="833" y="141"/>
                  </a:lnTo>
                  <a:lnTo>
                    <a:pt x="757" y="90"/>
                  </a:lnTo>
                  <a:lnTo>
                    <a:pt x="680" y="39"/>
                  </a:lnTo>
                  <a:lnTo>
                    <a:pt x="590" y="13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1386100" y="972975"/>
              <a:ext cx="51900" cy="51900"/>
            </a:xfrm>
            <a:custGeom>
              <a:avLst/>
              <a:gdLst/>
              <a:ahLst/>
              <a:cxnLst/>
              <a:rect l="l" t="t" r="r" b="b"/>
              <a:pathLst>
                <a:path w="2076" h="2076" extrusionOk="0">
                  <a:moveTo>
                    <a:pt x="936" y="0"/>
                  </a:moveTo>
                  <a:lnTo>
                    <a:pt x="833" y="26"/>
                  </a:lnTo>
                  <a:lnTo>
                    <a:pt x="731" y="51"/>
                  </a:lnTo>
                  <a:lnTo>
                    <a:pt x="628" y="77"/>
                  </a:lnTo>
                  <a:lnTo>
                    <a:pt x="538" y="128"/>
                  </a:lnTo>
                  <a:lnTo>
                    <a:pt x="462" y="179"/>
                  </a:lnTo>
                  <a:lnTo>
                    <a:pt x="372" y="231"/>
                  </a:lnTo>
                  <a:lnTo>
                    <a:pt x="308" y="308"/>
                  </a:lnTo>
                  <a:lnTo>
                    <a:pt x="231" y="372"/>
                  </a:lnTo>
                  <a:lnTo>
                    <a:pt x="180" y="461"/>
                  </a:lnTo>
                  <a:lnTo>
                    <a:pt x="129" y="538"/>
                  </a:lnTo>
                  <a:lnTo>
                    <a:pt x="77" y="628"/>
                  </a:lnTo>
                  <a:lnTo>
                    <a:pt x="52" y="730"/>
                  </a:lnTo>
                  <a:lnTo>
                    <a:pt x="26" y="833"/>
                  </a:lnTo>
                  <a:lnTo>
                    <a:pt x="1" y="935"/>
                  </a:lnTo>
                  <a:lnTo>
                    <a:pt x="1" y="1038"/>
                  </a:lnTo>
                  <a:lnTo>
                    <a:pt x="1" y="1140"/>
                  </a:lnTo>
                  <a:lnTo>
                    <a:pt x="26" y="1242"/>
                  </a:lnTo>
                  <a:lnTo>
                    <a:pt x="52" y="1345"/>
                  </a:lnTo>
                  <a:lnTo>
                    <a:pt x="77" y="1447"/>
                  </a:lnTo>
                  <a:lnTo>
                    <a:pt x="129" y="1537"/>
                  </a:lnTo>
                  <a:lnTo>
                    <a:pt x="180" y="1614"/>
                  </a:lnTo>
                  <a:lnTo>
                    <a:pt x="231" y="1704"/>
                  </a:lnTo>
                  <a:lnTo>
                    <a:pt x="308" y="1768"/>
                  </a:lnTo>
                  <a:lnTo>
                    <a:pt x="372" y="1844"/>
                  </a:lnTo>
                  <a:lnTo>
                    <a:pt x="462" y="1896"/>
                  </a:lnTo>
                  <a:lnTo>
                    <a:pt x="538" y="1947"/>
                  </a:lnTo>
                  <a:lnTo>
                    <a:pt x="628" y="1998"/>
                  </a:lnTo>
                  <a:lnTo>
                    <a:pt x="731" y="2037"/>
                  </a:lnTo>
                  <a:lnTo>
                    <a:pt x="833" y="2062"/>
                  </a:lnTo>
                  <a:lnTo>
                    <a:pt x="936" y="2075"/>
                  </a:lnTo>
                  <a:lnTo>
                    <a:pt x="1140" y="2075"/>
                  </a:lnTo>
                  <a:lnTo>
                    <a:pt x="1243" y="2062"/>
                  </a:lnTo>
                  <a:lnTo>
                    <a:pt x="1345" y="2037"/>
                  </a:lnTo>
                  <a:lnTo>
                    <a:pt x="1448" y="1998"/>
                  </a:lnTo>
                  <a:lnTo>
                    <a:pt x="1538" y="1947"/>
                  </a:lnTo>
                  <a:lnTo>
                    <a:pt x="1614" y="1896"/>
                  </a:lnTo>
                  <a:lnTo>
                    <a:pt x="1704" y="1844"/>
                  </a:lnTo>
                  <a:lnTo>
                    <a:pt x="1781" y="1768"/>
                  </a:lnTo>
                  <a:lnTo>
                    <a:pt x="1845" y="1704"/>
                  </a:lnTo>
                  <a:lnTo>
                    <a:pt x="1896" y="1614"/>
                  </a:lnTo>
                  <a:lnTo>
                    <a:pt x="1947" y="1537"/>
                  </a:lnTo>
                  <a:lnTo>
                    <a:pt x="1999" y="1447"/>
                  </a:lnTo>
                  <a:lnTo>
                    <a:pt x="2037" y="1345"/>
                  </a:lnTo>
                  <a:lnTo>
                    <a:pt x="2063" y="1242"/>
                  </a:lnTo>
                  <a:lnTo>
                    <a:pt x="2075" y="1140"/>
                  </a:lnTo>
                  <a:lnTo>
                    <a:pt x="2075" y="1038"/>
                  </a:lnTo>
                  <a:lnTo>
                    <a:pt x="2075" y="935"/>
                  </a:lnTo>
                  <a:lnTo>
                    <a:pt x="2063" y="833"/>
                  </a:lnTo>
                  <a:lnTo>
                    <a:pt x="2037" y="730"/>
                  </a:lnTo>
                  <a:lnTo>
                    <a:pt x="1999" y="628"/>
                  </a:lnTo>
                  <a:lnTo>
                    <a:pt x="1947" y="538"/>
                  </a:lnTo>
                  <a:lnTo>
                    <a:pt x="1896" y="461"/>
                  </a:lnTo>
                  <a:lnTo>
                    <a:pt x="1845" y="372"/>
                  </a:lnTo>
                  <a:lnTo>
                    <a:pt x="1781" y="308"/>
                  </a:lnTo>
                  <a:lnTo>
                    <a:pt x="1704" y="231"/>
                  </a:lnTo>
                  <a:lnTo>
                    <a:pt x="1614" y="179"/>
                  </a:lnTo>
                  <a:lnTo>
                    <a:pt x="1538" y="128"/>
                  </a:lnTo>
                  <a:lnTo>
                    <a:pt x="1448" y="77"/>
                  </a:lnTo>
                  <a:lnTo>
                    <a:pt x="1345" y="51"/>
                  </a:lnTo>
                  <a:lnTo>
                    <a:pt x="1243" y="26"/>
                  </a:lnTo>
                  <a:lnTo>
                    <a:pt x="114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1360175" y="818625"/>
              <a:ext cx="51875" cy="52225"/>
            </a:xfrm>
            <a:custGeom>
              <a:avLst/>
              <a:gdLst/>
              <a:ahLst/>
              <a:cxnLst/>
              <a:rect l="l" t="t" r="r" b="b"/>
              <a:pathLst>
                <a:path w="2075" h="2089" extrusionOk="0">
                  <a:moveTo>
                    <a:pt x="1038" y="1"/>
                  </a:moveTo>
                  <a:lnTo>
                    <a:pt x="935" y="14"/>
                  </a:lnTo>
                  <a:lnTo>
                    <a:pt x="833" y="26"/>
                  </a:lnTo>
                  <a:lnTo>
                    <a:pt x="730" y="52"/>
                  </a:lnTo>
                  <a:lnTo>
                    <a:pt x="628" y="90"/>
                  </a:lnTo>
                  <a:lnTo>
                    <a:pt x="538" y="129"/>
                  </a:lnTo>
                  <a:lnTo>
                    <a:pt x="448" y="180"/>
                  </a:lnTo>
                  <a:lnTo>
                    <a:pt x="372" y="244"/>
                  </a:lnTo>
                  <a:lnTo>
                    <a:pt x="295" y="308"/>
                  </a:lnTo>
                  <a:lnTo>
                    <a:pt x="231" y="385"/>
                  </a:lnTo>
                  <a:lnTo>
                    <a:pt x="179" y="462"/>
                  </a:lnTo>
                  <a:lnTo>
                    <a:pt x="128" y="551"/>
                  </a:lnTo>
                  <a:lnTo>
                    <a:pt x="77" y="641"/>
                  </a:lnTo>
                  <a:lnTo>
                    <a:pt x="39" y="731"/>
                  </a:lnTo>
                  <a:lnTo>
                    <a:pt x="13" y="833"/>
                  </a:lnTo>
                  <a:lnTo>
                    <a:pt x="0" y="936"/>
                  </a:lnTo>
                  <a:lnTo>
                    <a:pt x="0" y="1038"/>
                  </a:lnTo>
                  <a:lnTo>
                    <a:pt x="0" y="1153"/>
                  </a:lnTo>
                  <a:lnTo>
                    <a:pt x="13" y="1256"/>
                  </a:lnTo>
                  <a:lnTo>
                    <a:pt x="39" y="1358"/>
                  </a:lnTo>
                  <a:lnTo>
                    <a:pt x="77" y="1448"/>
                  </a:lnTo>
                  <a:lnTo>
                    <a:pt x="128" y="1538"/>
                  </a:lnTo>
                  <a:lnTo>
                    <a:pt x="179" y="1627"/>
                  </a:lnTo>
                  <a:lnTo>
                    <a:pt x="231" y="1704"/>
                  </a:lnTo>
                  <a:lnTo>
                    <a:pt x="295" y="1781"/>
                  </a:lnTo>
                  <a:lnTo>
                    <a:pt x="372" y="1845"/>
                  </a:lnTo>
                  <a:lnTo>
                    <a:pt x="448" y="1909"/>
                  </a:lnTo>
                  <a:lnTo>
                    <a:pt x="538" y="1960"/>
                  </a:lnTo>
                  <a:lnTo>
                    <a:pt x="628" y="1999"/>
                  </a:lnTo>
                  <a:lnTo>
                    <a:pt x="730" y="2037"/>
                  </a:lnTo>
                  <a:lnTo>
                    <a:pt x="833" y="2063"/>
                  </a:lnTo>
                  <a:lnTo>
                    <a:pt x="935" y="2076"/>
                  </a:lnTo>
                  <a:lnTo>
                    <a:pt x="1038" y="2088"/>
                  </a:lnTo>
                  <a:lnTo>
                    <a:pt x="1140" y="2076"/>
                  </a:lnTo>
                  <a:lnTo>
                    <a:pt x="1242" y="2063"/>
                  </a:lnTo>
                  <a:lnTo>
                    <a:pt x="1345" y="2037"/>
                  </a:lnTo>
                  <a:lnTo>
                    <a:pt x="1447" y="1999"/>
                  </a:lnTo>
                  <a:lnTo>
                    <a:pt x="1537" y="1960"/>
                  </a:lnTo>
                  <a:lnTo>
                    <a:pt x="1614" y="1909"/>
                  </a:lnTo>
                  <a:lnTo>
                    <a:pt x="1704" y="1845"/>
                  </a:lnTo>
                  <a:lnTo>
                    <a:pt x="1768" y="1781"/>
                  </a:lnTo>
                  <a:lnTo>
                    <a:pt x="1844" y="1704"/>
                  </a:lnTo>
                  <a:lnTo>
                    <a:pt x="1896" y="1627"/>
                  </a:lnTo>
                  <a:lnTo>
                    <a:pt x="1947" y="1538"/>
                  </a:lnTo>
                  <a:lnTo>
                    <a:pt x="1998" y="1448"/>
                  </a:lnTo>
                  <a:lnTo>
                    <a:pt x="2024" y="1358"/>
                  </a:lnTo>
                  <a:lnTo>
                    <a:pt x="2049" y="1256"/>
                  </a:lnTo>
                  <a:lnTo>
                    <a:pt x="2075" y="1153"/>
                  </a:lnTo>
                  <a:lnTo>
                    <a:pt x="2075" y="1038"/>
                  </a:lnTo>
                  <a:lnTo>
                    <a:pt x="2075" y="936"/>
                  </a:lnTo>
                  <a:lnTo>
                    <a:pt x="2049" y="833"/>
                  </a:lnTo>
                  <a:lnTo>
                    <a:pt x="2024" y="731"/>
                  </a:lnTo>
                  <a:lnTo>
                    <a:pt x="1998" y="641"/>
                  </a:lnTo>
                  <a:lnTo>
                    <a:pt x="1947" y="551"/>
                  </a:lnTo>
                  <a:lnTo>
                    <a:pt x="1896" y="462"/>
                  </a:lnTo>
                  <a:lnTo>
                    <a:pt x="1844" y="385"/>
                  </a:lnTo>
                  <a:lnTo>
                    <a:pt x="1768" y="308"/>
                  </a:lnTo>
                  <a:lnTo>
                    <a:pt x="1704" y="244"/>
                  </a:lnTo>
                  <a:lnTo>
                    <a:pt x="1614" y="180"/>
                  </a:lnTo>
                  <a:lnTo>
                    <a:pt x="1537" y="129"/>
                  </a:lnTo>
                  <a:lnTo>
                    <a:pt x="1447" y="90"/>
                  </a:lnTo>
                  <a:lnTo>
                    <a:pt x="1345" y="52"/>
                  </a:lnTo>
                  <a:lnTo>
                    <a:pt x="1242" y="26"/>
                  </a:lnTo>
                  <a:lnTo>
                    <a:pt x="1140" y="14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1549400" y="656600"/>
              <a:ext cx="52225" cy="51900"/>
            </a:xfrm>
            <a:custGeom>
              <a:avLst/>
              <a:gdLst/>
              <a:ahLst/>
              <a:cxnLst/>
              <a:rect l="l" t="t" r="r" b="b"/>
              <a:pathLst>
                <a:path w="2089" h="2076" extrusionOk="0">
                  <a:moveTo>
                    <a:pt x="936" y="1"/>
                  </a:moveTo>
                  <a:lnTo>
                    <a:pt x="833" y="27"/>
                  </a:lnTo>
                  <a:lnTo>
                    <a:pt x="731" y="52"/>
                  </a:lnTo>
                  <a:lnTo>
                    <a:pt x="641" y="78"/>
                  </a:lnTo>
                  <a:lnTo>
                    <a:pt x="551" y="129"/>
                  </a:lnTo>
                  <a:lnTo>
                    <a:pt x="462" y="180"/>
                  </a:lnTo>
                  <a:lnTo>
                    <a:pt x="385" y="231"/>
                  </a:lnTo>
                  <a:lnTo>
                    <a:pt x="308" y="308"/>
                  </a:lnTo>
                  <a:lnTo>
                    <a:pt x="244" y="372"/>
                  </a:lnTo>
                  <a:lnTo>
                    <a:pt x="180" y="462"/>
                  </a:lnTo>
                  <a:lnTo>
                    <a:pt x="129" y="539"/>
                  </a:lnTo>
                  <a:lnTo>
                    <a:pt x="90" y="641"/>
                  </a:lnTo>
                  <a:lnTo>
                    <a:pt x="52" y="731"/>
                  </a:lnTo>
                  <a:lnTo>
                    <a:pt x="26" y="833"/>
                  </a:lnTo>
                  <a:lnTo>
                    <a:pt x="13" y="936"/>
                  </a:lnTo>
                  <a:lnTo>
                    <a:pt x="1" y="1038"/>
                  </a:lnTo>
                  <a:lnTo>
                    <a:pt x="13" y="1141"/>
                  </a:lnTo>
                  <a:lnTo>
                    <a:pt x="26" y="1243"/>
                  </a:lnTo>
                  <a:lnTo>
                    <a:pt x="52" y="1346"/>
                  </a:lnTo>
                  <a:lnTo>
                    <a:pt x="90" y="1448"/>
                  </a:lnTo>
                  <a:lnTo>
                    <a:pt x="129" y="1538"/>
                  </a:lnTo>
                  <a:lnTo>
                    <a:pt x="180" y="1628"/>
                  </a:lnTo>
                  <a:lnTo>
                    <a:pt x="244" y="1704"/>
                  </a:lnTo>
                  <a:lnTo>
                    <a:pt x="308" y="1781"/>
                  </a:lnTo>
                  <a:lnTo>
                    <a:pt x="385" y="1845"/>
                  </a:lnTo>
                  <a:lnTo>
                    <a:pt x="462" y="1896"/>
                  </a:lnTo>
                  <a:lnTo>
                    <a:pt x="551" y="1961"/>
                  </a:lnTo>
                  <a:lnTo>
                    <a:pt x="641" y="1999"/>
                  </a:lnTo>
                  <a:lnTo>
                    <a:pt x="731" y="2037"/>
                  </a:lnTo>
                  <a:lnTo>
                    <a:pt x="833" y="2063"/>
                  </a:lnTo>
                  <a:lnTo>
                    <a:pt x="936" y="2076"/>
                  </a:lnTo>
                  <a:lnTo>
                    <a:pt x="1153" y="2076"/>
                  </a:lnTo>
                  <a:lnTo>
                    <a:pt x="1256" y="2063"/>
                  </a:lnTo>
                  <a:lnTo>
                    <a:pt x="1358" y="2037"/>
                  </a:lnTo>
                  <a:lnTo>
                    <a:pt x="1448" y="1999"/>
                  </a:lnTo>
                  <a:lnTo>
                    <a:pt x="1538" y="1961"/>
                  </a:lnTo>
                  <a:lnTo>
                    <a:pt x="1627" y="1896"/>
                  </a:lnTo>
                  <a:lnTo>
                    <a:pt x="1704" y="1845"/>
                  </a:lnTo>
                  <a:lnTo>
                    <a:pt x="1781" y="1781"/>
                  </a:lnTo>
                  <a:lnTo>
                    <a:pt x="1845" y="1704"/>
                  </a:lnTo>
                  <a:lnTo>
                    <a:pt x="1909" y="1628"/>
                  </a:lnTo>
                  <a:lnTo>
                    <a:pt x="1960" y="1538"/>
                  </a:lnTo>
                  <a:lnTo>
                    <a:pt x="1999" y="1448"/>
                  </a:lnTo>
                  <a:lnTo>
                    <a:pt x="2037" y="1346"/>
                  </a:lnTo>
                  <a:lnTo>
                    <a:pt x="2063" y="1243"/>
                  </a:lnTo>
                  <a:lnTo>
                    <a:pt x="2075" y="1141"/>
                  </a:lnTo>
                  <a:lnTo>
                    <a:pt x="2088" y="1038"/>
                  </a:lnTo>
                  <a:lnTo>
                    <a:pt x="2075" y="936"/>
                  </a:lnTo>
                  <a:lnTo>
                    <a:pt x="2063" y="833"/>
                  </a:lnTo>
                  <a:lnTo>
                    <a:pt x="2037" y="731"/>
                  </a:lnTo>
                  <a:lnTo>
                    <a:pt x="1999" y="641"/>
                  </a:lnTo>
                  <a:lnTo>
                    <a:pt x="1960" y="539"/>
                  </a:lnTo>
                  <a:lnTo>
                    <a:pt x="1909" y="462"/>
                  </a:lnTo>
                  <a:lnTo>
                    <a:pt x="1845" y="372"/>
                  </a:lnTo>
                  <a:lnTo>
                    <a:pt x="1781" y="308"/>
                  </a:lnTo>
                  <a:lnTo>
                    <a:pt x="1704" y="231"/>
                  </a:lnTo>
                  <a:lnTo>
                    <a:pt x="1627" y="180"/>
                  </a:lnTo>
                  <a:lnTo>
                    <a:pt x="1538" y="129"/>
                  </a:lnTo>
                  <a:lnTo>
                    <a:pt x="1448" y="78"/>
                  </a:lnTo>
                  <a:lnTo>
                    <a:pt x="1358" y="52"/>
                  </a:lnTo>
                  <a:lnTo>
                    <a:pt x="1256" y="27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1924025" y="569825"/>
              <a:ext cx="52225" cy="52225"/>
            </a:xfrm>
            <a:custGeom>
              <a:avLst/>
              <a:gdLst/>
              <a:ahLst/>
              <a:cxnLst/>
              <a:rect l="l" t="t" r="r" b="b"/>
              <a:pathLst>
                <a:path w="2089" h="2089" extrusionOk="0">
                  <a:moveTo>
                    <a:pt x="1051" y="1"/>
                  </a:moveTo>
                  <a:lnTo>
                    <a:pt x="936" y="14"/>
                  </a:lnTo>
                  <a:lnTo>
                    <a:pt x="833" y="27"/>
                  </a:lnTo>
                  <a:lnTo>
                    <a:pt x="731" y="52"/>
                  </a:lnTo>
                  <a:lnTo>
                    <a:pt x="641" y="91"/>
                  </a:lnTo>
                  <a:lnTo>
                    <a:pt x="551" y="129"/>
                  </a:lnTo>
                  <a:lnTo>
                    <a:pt x="462" y="180"/>
                  </a:lnTo>
                  <a:lnTo>
                    <a:pt x="385" y="244"/>
                  </a:lnTo>
                  <a:lnTo>
                    <a:pt x="308" y="308"/>
                  </a:lnTo>
                  <a:lnTo>
                    <a:pt x="244" y="385"/>
                  </a:lnTo>
                  <a:lnTo>
                    <a:pt x="180" y="462"/>
                  </a:lnTo>
                  <a:lnTo>
                    <a:pt x="129" y="552"/>
                  </a:lnTo>
                  <a:lnTo>
                    <a:pt x="90" y="641"/>
                  </a:lnTo>
                  <a:lnTo>
                    <a:pt x="52" y="731"/>
                  </a:lnTo>
                  <a:lnTo>
                    <a:pt x="26" y="833"/>
                  </a:lnTo>
                  <a:lnTo>
                    <a:pt x="14" y="936"/>
                  </a:lnTo>
                  <a:lnTo>
                    <a:pt x="1" y="1051"/>
                  </a:lnTo>
                  <a:lnTo>
                    <a:pt x="14" y="1154"/>
                  </a:lnTo>
                  <a:lnTo>
                    <a:pt x="26" y="1256"/>
                  </a:lnTo>
                  <a:lnTo>
                    <a:pt x="52" y="1359"/>
                  </a:lnTo>
                  <a:lnTo>
                    <a:pt x="90" y="1448"/>
                  </a:lnTo>
                  <a:lnTo>
                    <a:pt x="129" y="1538"/>
                  </a:lnTo>
                  <a:lnTo>
                    <a:pt x="180" y="1628"/>
                  </a:lnTo>
                  <a:lnTo>
                    <a:pt x="244" y="1704"/>
                  </a:lnTo>
                  <a:lnTo>
                    <a:pt x="308" y="1781"/>
                  </a:lnTo>
                  <a:lnTo>
                    <a:pt x="385" y="1845"/>
                  </a:lnTo>
                  <a:lnTo>
                    <a:pt x="462" y="1909"/>
                  </a:lnTo>
                  <a:lnTo>
                    <a:pt x="551" y="1961"/>
                  </a:lnTo>
                  <a:lnTo>
                    <a:pt x="641" y="1999"/>
                  </a:lnTo>
                  <a:lnTo>
                    <a:pt x="731" y="2037"/>
                  </a:lnTo>
                  <a:lnTo>
                    <a:pt x="833" y="2063"/>
                  </a:lnTo>
                  <a:lnTo>
                    <a:pt x="936" y="2076"/>
                  </a:lnTo>
                  <a:lnTo>
                    <a:pt x="1051" y="2089"/>
                  </a:lnTo>
                  <a:lnTo>
                    <a:pt x="1153" y="2076"/>
                  </a:lnTo>
                  <a:lnTo>
                    <a:pt x="1256" y="2063"/>
                  </a:lnTo>
                  <a:lnTo>
                    <a:pt x="1358" y="2037"/>
                  </a:lnTo>
                  <a:lnTo>
                    <a:pt x="1448" y="1999"/>
                  </a:lnTo>
                  <a:lnTo>
                    <a:pt x="1538" y="1961"/>
                  </a:lnTo>
                  <a:lnTo>
                    <a:pt x="1627" y="1909"/>
                  </a:lnTo>
                  <a:lnTo>
                    <a:pt x="1704" y="1845"/>
                  </a:lnTo>
                  <a:lnTo>
                    <a:pt x="1781" y="1781"/>
                  </a:lnTo>
                  <a:lnTo>
                    <a:pt x="1845" y="1704"/>
                  </a:lnTo>
                  <a:lnTo>
                    <a:pt x="1909" y="1628"/>
                  </a:lnTo>
                  <a:lnTo>
                    <a:pt x="1960" y="1538"/>
                  </a:lnTo>
                  <a:lnTo>
                    <a:pt x="1999" y="1448"/>
                  </a:lnTo>
                  <a:lnTo>
                    <a:pt x="2037" y="1359"/>
                  </a:lnTo>
                  <a:lnTo>
                    <a:pt x="2063" y="1256"/>
                  </a:lnTo>
                  <a:lnTo>
                    <a:pt x="2076" y="1154"/>
                  </a:lnTo>
                  <a:lnTo>
                    <a:pt x="2088" y="1051"/>
                  </a:lnTo>
                  <a:lnTo>
                    <a:pt x="2076" y="936"/>
                  </a:lnTo>
                  <a:lnTo>
                    <a:pt x="2063" y="833"/>
                  </a:lnTo>
                  <a:lnTo>
                    <a:pt x="2037" y="731"/>
                  </a:lnTo>
                  <a:lnTo>
                    <a:pt x="1999" y="641"/>
                  </a:lnTo>
                  <a:lnTo>
                    <a:pt x="1960" y="552"/>
                  </a:lnTo>
                  <a:lnTo>
                    <a:pt x="1909" y="462"/>
                  </a:lnTo>
                  <a:lnTo>
                    <a:pt x="1845" y="385"/>
                  </a:lnTo>
                  <a:lnTo>
                    <a:pt x="1781" y="308"/>
                  </a:lnTo>
                  <a:lnTo>
                    <a:pt x="1704" y="244"/>
                  </a:lnTo>
                  <a:lnTo>
                    <a:pt x="1627" y="180"/>
                  </a:lnTo>
                  <a:lnTo>
                    <a:pt x="1538" y="129"/>
                  </a:lnTo>
                  <a:lnTo>
                    <a:pt x="1448" y="91"/>
                  </a:lnTo>
                  <a:lnTo>
                    <a:pt x="1358" y="52"/>
                  </a:lnTo>
                  <a:lnTo>
                    <a:pt x="1256" y="27"/>
                  </a:lnTo>
                  <a:lnTo>
                    <a:pt x="1153" y="14"/>
                  </a:lnTo>
                  <a:lnTo>
                    <a:pt x="10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2174100" y="857050"/>
              <a:ext cx="51900" cy="51900"/>
            </a:xfrm>
            <a:custGeom>
              <a:avLst/>
              <a:gdLst/>
              <a:ahLst/>
              <a:cxnLst/>
              <a:rect l="l" t="t" r="r" b="b"/>
              <a:pathLst>
                <a:path w="2076" h="2076" extrusionOk="0">
                  <a:moveTo>
                    <a:pt x="923" y="1"/>
                  </a:moveTo>
                  <a:lnTo>
                    <a:pt x="820" y="13"/>
                  </a:lnTo>
                  <a:lnTo>
                    <a:pt x="731" y="39"/>
                  </a:lnTo>
                  <a:lnTo>
                    <a:pt x="628" y="78"/>
                  </a:lnTo>
                  <a:lnTo>
                    <a:pt x="539" y="116"/>
                  </a:lnTo>
                  <a:lnTo>
                    <a:pt x="449" y="167"/>
                  </a:lnTo>
                  <a:lnTo>
                    <a:pt x="372" y="231"/>
                  </a:lnTo>
                  <a:lnTo>
                    <a:pt x="295" y="295"/>
                  </a:lnTo>
                  <a:lnTo>
                    <a:pt x="231" y="372"/>
                  </a:lnTo>
                  <a:lnTo>
                    <a:pt x="167" y="449"/>
                  </a:lnTo>
                  <a:lnTo>
                    <a:pt x="116" y="539"/>
                  </a:lnTo>
                  <a:lnTo>
                    <a:pt x="78" y="628"/>
                  </a:lnTo>
                  <a:lnTo>
                    <a:pt x="39" y="731"/>
                  </a:lnTo>
                  <a:lnTo>
                    <a:pt x="13" y="820"/>
                  </a:lnTo>
                  <a:lnTo>
                    <a:pt x="1" y="936"/>
                  </a:lnTo>
                  <a:lnTo>
                    <a:pt x="1" y="1038"/>
                  </a:lnTo>
                  <a:lnTo>
                    <a:pt x="1" y="1141"/>
                  </a:lnTo>
                  <a:lnTo>
                    <a:pt x="13" y="1243"/>
                  </a:lnTo>
                  <a:lnTo>
                    <a:pt x="39" y="1345"/>
                  </a:lnTo>
                  <a:lnTo>
                    <a:pt x="78" y="1435"/>
                  </a:lnTo>
                  <a:lnTo>
                    <a:pt x="116" y="1538"/>
                  </a:lnTo>
                  <a:lnTo>
                    <a:pt x="167" y="1614"/>
                  </a:lnTo>
                  <a:lnTo>
                    <a:pt x="231" y="1691"/>
                  </a:lnTo>
                  <a:lnTo>
                    <a:pt x="295" y="1768"/>
                  </a:lnTo>
                  <a:lnTo>
                    <a:pt x="372" y="1832"/>
                  </a:lnTo>
                  <a:lnTo>
                    <a:pt x="449" y="1896"/>
                  </a:lnTo>
                  <a:lnTo>
                    <a:pt x="539" y="1947"/>
                  </a:lnTo>
                  <a:lnTo>
                    <a:pt x="628" y="1999"/>
                  </a:lnTo>
                  <a:lnTo>
                    <a:pt x="731" y="2024"/>
                  </a:lnTo>
                  <a:lnTo>
                    <a:pt x="820" y="2050"/>
                  </a:lnTo>
                  <a:lnTo>
                    <a:pt x="923" y="2076"/>
                  </a:lnTo>
                  <a:lnTo>
                    <a:pt x="1141" y="2076"/>
                  </a:lnTo>
                  <a:lnTo>
                    <a:pt x="1243" y="2050"/>
                  </a:lnTo>
                  <a:lnTo>
                    <a:pt x="1346" y="2024"/>
                  </a:lnTo>
                  <a:lnTo>
                    <a:pt x="1435" y="1999"/>
                  </a:lnTo>
                  <a:lnTo>
                    <a:pt x="1525" y="1947"/>
                  </a:lnTo>
                  <a:lnTo>
                    <a:pt x="1614" y="1896"/>
                  </a:lnTo>
                  <a:lnTo>
                    <a:pt x="1691" y="1832"/>
                  </a:lnTo>
                  <a:lnTo>
                    <a:pt x="1768" y="1768"/>
                  </a:lnTo>
                  <a:lnTo>
                    <a:pt x="1832" y="1691"/>
                  </a:lnTo>
                  <a:lnTo>
                    <a:pt x="1896" y="1614"/>
                  </a:lnTo>
                  <a:lnTo>
                    <a:pt x="1947" y="1538"/>
                  </a:lnTo>
                  <a:lnTo>
                    <a:pt x="1999" y="1435"/>
                  </a:lnTo>
                  <a:lnTo>
                    <a:pt x="2024" y="1345"/>
                  </a:lnTo>
                  <a:lnTo>
                    <a:pt x="2050" y="1243"/>
                  </a:lnTo>
                  <a:lnTo>
                    <a:pt x="2076" y="1141"/>
                  </a:lnTo>
                  <a:lnTo>
                    <a:pt x="2076" y="1038"/>
                  </a:lnTo>
                  <a:lnTo>
                    <a:pt x="2076" y="936"/>
                  </a:lnTo>
                  <a:lnTo>
                    <a:pt x="2050" y="820"/>
                  </a:lnTo>
                  <a:lnTo>
                    <a:pt x="2024" y="731"/>
                  </a:lnTo>
                  <a:lnTo>
                    <a:pt x="1999" y="628"/>
                  </a:lnTo>
                  <a:lnTo>
                    <a:pt x="1947" y="539"/>
                  </a:lnTo>
                  <a:lnTo>
                    <a:pt x="1896" y="449"/>
                  </a:lnTo>
                  <a:lnTo>
                    <a:pt x="1832" y="372"/>
                  </a:lnTo>
                  <a:lnTo>
                    <a:pt x="1768" y="295"/>
                  </a:lnTo>
                  <a:lnTo>
                    <a:pt x="1691" y="231"/>
                  </a:lnTo>
                  <a:lnTo>
                    <a:pt x="1614" y="167"/>
                  </a:lnTo>
                  <a:lnTo>
                    <a:pt x="1525" y="116"/>
                  </a:lnTo>
                  <a:lnTo>
                    <a:pt x="1435" y="78"/>
                  </a:lnTo>
                  <a:lnTo>
                    <a:pt x="1346" y="39"/>
                  </a:lnTo>
                  <a:lnTo>
                    <a:pt x="1243" y="13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2021375" y="859300"/>
              <a:ext cx="51900" cy="51900"/>
            </a:xfrm>
            <a:custGeom>
              <a:avLst/>
              <a:gdLst/>
              <a:ahLst/>
              <a:cxnLst/>
              <a:rect l="l" t="t" r="r" b="b"/>
              <a:pathLst>
                <a:path w="2076" h="2076" extrusionOk="0">
                  <a:moveTo>
                    <a:pt x="935" y="0"/>
                  </a:moveTo>
                  <a:lnTo>
                    <a:pt x="833" y="13"/>
                  </a:lnTo>
                  <a:lnTo>
                    <a:pt x="730" y="39"/>
                  </a:lnTo>
                  <a:lnTo>
                    <a:pt x="641" y="77"/>
                  </a:lnTo>
                  <a:lnTo>
                    <a:pt x="551" y="116"/>
                  </a:lnTo>
                  <a:lnTo>
                    <a:pt x="461" y="167"/>
                  </a:lnTo>
                  <a:lnTo>
                    <a:pt x="385" y="231"/>
                  </a:lnTo>
                  <a:lnTo>
                    <a:pt x="308" y="295"/>
                  </a:lnTo>
                  <a:lnTo>
                    <a:pt x="244" y="372"/>
                  </a:lnTo>
                  <a:lnTo>
                    <a:pt x="180" y="449"/>
                  </a:lnTo>
                  <a:lnTo>
                    <a:pt x="128" y="538"/>
                  </a:lnTo>
                  <a:lnTo>
                    <a:pt x="77" y="628"/>
                  </a:lnTo>
                  <a:lnTo>
                    <a:pt x="52" y="730"/>
                  </a:lnTo>
                  <a:lnTo>
                    <a:pt x="26" y="820"/>
                  </a:lnTo>
                  <a:lnTo>
                    <a:pt x="0" y="922"/>
                  </a:lnTo>
                  <a:lnTo>
                    <a:pt x="0" y="1038"/>
                  </a:lnTo>
                  <a:lnTo>
                    <a:pt x="0" y="1140"/>
                  </a:lnTo>
                  <a:lnTo>
                    <a:pt x="26" y="1243"/>
                  </a:lnTo>
                  <a:lnTo>
                    <a:pt x="52" y="1345"/>
                  </a:lnTo>
                  <a:lnTo>
                    <a:pt x="77" y="1435"/>
                  </a:lnTo>
                  <a:lnTo>
                    <a:pt x="128" y="1524"/>
                  </a:lnTo>
                  <a:lnTo>
                    <a:pt x="180" y="1614"/>
                  </a:lnTo>
                  <a:lnTo>
                    <a:pt x="244" y="1691"/>
                  </a:lnTo>
                  <a:lnTo>
                    <a:pt x="308" y="1768"/>
                  </a:lnTo>
                  <a:lnTo>
                    <a:pt x="385" y="1832"/>
                  </a:lnTo>
                  <a:lnTo>
                    <a:pt x="461" y="1896"/>
                  </a:lnTo>
                  <a:lnTo>
                    <a:pt x="551" y="1947"/>
                  </a:lnTo>
                  <a:lnTo>
                    <a:pt x="641" y="1998"/>
                  </a:lnTo>
                  <a:lnTo>
                    <a:pt x="730" y="2024"/>
                  </a:lnTo>
                  <a:lnTo>
                    <a:pt x="833" y="2050"/>
                  </a:lnTo>
                  <a:lnTo>
                    <a:pt x="935" y="2075"/>
                  </a:lnTo>
                  <a:lnTo>
                    <a:pt x="1153" y="2075"/>
                  </a:lnTo>
                  <a:lnTo>
                    <a:pt x="1256" y="2050"/>
                  </a:lnTo>
                  <a:lnTo>
                    <a:pt x="1345" y="2024"/>
                  </a:lnTo>
                  <a:lnTo>
                    <a:pt x="1448" y="1998"/>
                  </a:lnTo>
                  <a:lnTo>
                    <a:pt x="1537" y="1947"/>
                  </a:lnTo>
                  <a:lnTo>
                    <a:pt x="1627" y="1896"/>
                  </a:lnTo>
                  <a:lnTo>
                    <a:pt x="1704" y="1832"/>
                  </a:lnTo>
                  <a:lnTo>
                    <a:pt x="1781" y="1768"/>
                  </a:lnTo>
                  <a:lnTo>
                    <a:pt x="1845" y="1691"/>
                  </a:lnTo>
                  <a:lnTo>
                    <a:pt x="1909" y="1614"/>
                  </a:lnTo>
                  <a:lnTo>
                    <a:pt x="1960" y="1524"/>
                  </a:lnTo>
                  <a:lnTo>
                    <a:pt x="1998" y="1435"/>
                  </a:lnTo>
                  <a:lnTo>
                    <a:pt x="2037" y="1345"/>
                  </a:lnTo>
                  <a:lnTo>
                    <a:pt x="2062" y="1243"/>
                  </a:lnTo>
                  <a:lnTo>
                    <a:pt x="2075" y="1140"/>
                  </a:lnTo>
                  <a:lnTo>
                    <a:pt x="2075" y="1038"/>
                  </a:lnTo>
                  <a:lnTo>
                    <a:pt x="2075" y="922"/>
                  </a:lnTo>
                  <a:lnTo>
                    <a:pt x="2062" y="820"/>
                  </a:lnTo>
                  <a:lnTo>
                    <a:pt x="2037" y="730"/>
                  </a:lnTo>
                  <a:lnTo>
                    <a:pt x="1998" y="628"/>
                  </a:lnTo>
                  <a:lnTo>
                    <a:pt x="1960" y="538"/>
                  </a:lnTo>
                  <a:lnTo>
                    <a:pt x="1909" y="449"/>
                  </a:lnTo>
                  <a:lnTo>
                    <a:pt x="1845" y="372"/>
                  </a:lnTo>
                  <a:lnTo>
                    <a:pt x="1781" y="295"/>
                  </a:lnTo>
                  <a:lnTo>
                    <a:pt x="1704" y="231"/>
                  </a:lnTo>
                  <a:lnTo>
                    <a:pt x="1627" y="167"/>
                  </a:lnTo>
                  <a:lnTo>
                    <a:pt x="1537" y="116"/>
                  </a:lnTo>
                  <a:lnTo>
                    <a:pt x="1448" y="77"/>
                  </a:lnTo>
                  <a:lnTo>
                    <a:pt x="1345" y="39"/>
                  </a:lnTo>
                  <a:lnTo>
                    <a:pt x="1256" y="13"/>
                  </a:lnTo>
                  <a:lnTo>
                    <a:pt x="11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2101425" y="982250"/>
              <a:ext cx="52200" cy="51900"/>
            </a:xfrm>
            <a:custGeom>
              <a:avLst/>
              <a:gdLst/>
              <a:ahLst/>
              <a:cxnLst/>
              <a:rect l="l" t="t" r="r" b="b"/>
              <a:pathLst>
                <a:path w="2088" h="2076" extrusionOk="0">
                  <a:moveTo>
                    <a:pt x="935" y="1"/>
                  </a:moveTo>
                  <a:lnTo>
                    <a:pt x="833" y="13"/>
                  </a:lnTo>
                  <a:lnTo>
                    <a:pt x="730" y="39"/>
                  </a:lnTo>
                  <a:lnTo>
                    <a:pt x="641" y="77"/>
                  </a:lnTo>
                  <a:lnTo>
                    <a:pt x="551" y="116"/>
                  </a:lnTo>
                  <a:lnTo>
                    <a:pt x="461" y="180"/>
                  </a:lnTo>
                  <a:lnTo>
                    <a:pt x="385" y="231"/>
                  </a:lnTo>
                  <a:lnTo>
                    <a:pt x="308" y="295"/>
                  </a:lnTo>
                  <a:lnTo>
                    <a:pt x="244" y="372"/>
                  </a:lnTo>
                  <a:lnTo>
                    <a:pt x="180" y="449"/>
                  </a:lnTo>
                  <a:lnTo>
                    <a:pt x="128" y="538"/>
                  </a:lnTo>
                  <a:lnTo>
                    <a:pt x="90" y="628"/>
                  </a:lnTo>
                  <a:lnTo>
                    <a:pt x="52" y="731"/>
                  </a:lnTo>
                  <a:lnTo>
                    <a:pt x="26" y="833"/>
                  </a:lnTo>
                  <a:lnTo>
                    <a:pt x="13" y="936"/>
                  </a:lnTo>
                  <a:lnTo>
                    <a:pt x="0" y="1038"/>
                  </a:lnTo>
                  <a:lnTo>
                    <a:pt x="13" y="1140"/>
                  </a:lnTo>
                  <a:lnTo>
                    <a:pt x="26" y="1243"/>
                  </a:lnTo>
                  <a:lnTo>
                    <a:pt x="52" y="1345"/>
                  </a:lnTo>
                  <a:lnTo>
                    <a:pt x="90" y="1448"/>
                  </a:lnTo>
                  <a:lnTo>
                    <a:pt x="128" y="1538"/>
                  </a:lnTo>
                  <a:lnTo>
                    <a:pt x="180" y="1614"/>
                  </a:lnTo>
                  <a:lnTo>
                    <a:pt x="244" y="1704"/>
                  </a:lnTo>
                  <a:lnTo>
                    <a:pt x="308" y="1768"/>
                  </a:lnTo>
                  <a:lnTo>
                    <a:pt x="385" y="1845"/>
                  </a:lnTo>
                  <a:lnTo>
                    <a:pt x="461" y="1896"/>
                  </a:lnTo>
                  <a:lnTo>
                    <a:pt x="551" y="1947"/>
                  </a:lnTo>
                  <a:lnTo>
                    <a:pt x="641" y="1999"/>
                  </a:lnTo>
                  <a:lnTo>
                    <a:pt x="730" y="2024"/>
                  </a:lnTo>
                  <a:lnTo>
                    <a:pt x="833" y="2050"/>
                  </a:lnTo>
                  <a:lnTo>
                    <a:pt x="935" y="2075"/>
                  </a:lnTo>
                  <a:lnTo>
                    <a:pt x="1153" y="2075"/>
                  </a:lnTo>
                  <a:lnTo>
                    <a:pt x="1255" y="2050"/>
                  </a:lnTo>
                  <a:lnTo>
                    <a:pt x="1358" y="2024"/>
                  </a:lnTo>
                  <a:lnTo>
                    <a:pt x="1448" y="1999"/>
                  </a:lnTo>
                  <a:lnTo>
                    <a:pt x="1537" y="1947"/>
                  </a:lnTo>
                  <a:lnTo>
                    <a:pt x="1627" y="1896"/>
                  </a:lnTo>
                  <a:lnTo>
                    <a:pt x="1704" y="1845"/>
                  </a:lnTo>
                  <a:lnTo>
                    <a:pt x="1781" y="1768"/>
                  </a:lnTo>
                  <a:lnTo>
                    <a:pt x="1845" y="1704"/>
                  </a:lnTo>
                  <a:lnTo>
                    <a:pt x="1909" y="1614"/>
                  </a:lnTo>
                  <a:lnTo>
                    <a:pt x="1960" y="1538"/>
                  </a:lnTo>
                  <a:lnTo>
                    <a:pt x="1998" y="1448"/>
                  </a:lnTo>
                  <a:lnTo>
                    <a:pt x="2037" y="1345"/>
                  </a:lnTo>
                  <a:lnTo>
                    <a:pt x="2062" y="1243"/>
                  </a:lnTo>
                  <a:lnTo>
                    <a:pt x="2075" y="1140"/>
                  </a:lnTo>
                  <a:lnTo>
                    <a:pt x="2088" y="1038"/>
                  </a:lnTo>
                  <a:lnTo>
                    <a:pt x="2075" y="936"/>
                  </a:lnTo>
                  <a:lnTo>
                    <a:pt x="2062" y="833"/>
                  </a:lnTo>
                  <a:lnTo>
                    <a:pt x="2037" y="731"/>
                  </a:lnTo>
                  <a:lnTo>
                    <a:pt x="1998" y="628"/>
                  </a:lnTo>
                  <a:lnTo>
                    <a:pt x="1960" y="538"/>
                  </a:lnTo>
                  <a:lnTo>
                    <a:pt x="1909" y="449"/>
                  </a:lnTo>
                  <a:lnTo>
                    <a:pt x="1845" y="372"/>
                  </a:lnTo>
                  <a:lnTo>
                    <a:pt x="1781" y="295"/>
                  </a:lnTo>
                  <a:lnTo>
                    <a:pt x="1704" y="231"/>
                  </a:lnTo>
                  <a:lnTo>
                    <a:pt x="1627" y="180"/>
                  </a:lnTo>
                  <a:lnTo>
                    <a:pt x="1537" y="116"/>
                  </a:lnTo>
                  <a:lnTo>
                    <a:pt x="1448" y="77"/>
                  </a:lnTo>
                  <a:lnTo>
                    <a:pt x="1358" y="39"/>
                  </a:lnTo>
                  <a:lnTo>
                    <a:pt x="1255" y="13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1906750" y="1052050"/>
              <a:ext cx="51875" cy="51900"/>
            </a:xfrm>
            <a:custGeom>
              <a:avLst/>
              <a:gdLst/>
              <a:ahLst/>
              <a:cxnLst/>
              <a:rect l="l" t="t" r="r" b="b"/>
              <a:pathLst>
                <a:path w="2075" h="2076" extrusionOk="0">
                  <a:moveTo>
                    <a:pt x="935" y="1"/>
                  </a:moveTo>
                  <a:lnTo>
                    <a:pt x="833" y="26"/>
                  </a:lnTo>
                  <a:lnTo>
                    <a:pt x="730" y="52"/>
                  </a:lnTo>
                  <a:lnTo>
                    <a:pt x="641" y="78"/>
                  </a:lnTo>
                  <a:lnTo>
                    <a:pt x="538" y="129"/>
                  </a:lnTo>
                  <a:lnTo>
                    <a:pt x="461" y="180"/>
                  </a:lnTo>
                  <a:lnTo>
                    <a:pt x="372" y="231"/>
                  </a:lnTo>
                  <a:lnTo>
                    <a:pt x="308" y="308"/>
                  </a:lnTo>
                  <a:lnTo>
                    <a:pt x="231" y="372"/>
                  </a:lnTo>
                  <a:lnTo>
                    <a:pt x="179" y="462"/>
                  </a:lnTo>
                  <a:lnTo>
                    <a:pt x="128" y="539"/>
                  </a:lnTo>
                  <a:lnTo>
                    <a:pt x="77" y="628"/>
                  </a:lnTo>
                  <a:lnTo>
                    <a:pt x="51" y="731"/>
                  </a:lnTo>
                  <a:lnTo>
                    <a:pt x="26" y="833"/>
                  </a:lnTo>
                  <a:lnTo>
                    <a:pt x="0" y="936"/>
                  </a:lnTo>
                  <a:lnTo>
                    <a:pt x="0" y="1038"/>
                  </a:lnTo>
                  <a:lnTo>
                    <a:pt x="0" y="1141"/>
                  </a:lnTo>
                  <a:lnTo>
                    <a:pt x="26" y="1243"/>
                  </a:lnTo>
                  <a:lnTo>
                    <a:pt x="51" y="1346"/>
                  </a:lnTo>
                  <a:lnTo>
                    <a:pt x="77" y="1448"/>
                  </a:lnTo>
                  <a:lnTo>
                    <a:pt x="128" y="1538"/>
                  </a:lnTo>
                  <a:lnTo>
                    <a:pt x="179" y="1614"/>
                  </a:lnTo>
                  <a:lnTo>
                    <a:pt x="231" y="1704"/>
                  </a:lnTo>
                  <a:lnTo>
                    <a:pt x="308" y="1768"/>
                  </a:lnTo>
                  <a:lnTo>
                    <a:pt x="372" y="1845"/>
                  </a:lnTo>
                  <a:lnTo>
                    <a:pt x="461" y="1896"/>
                  </a:lnTo>
                  <a:lnTo>
                    <a:pt x="538" y="1947"/>
                  </a:lnTo>
                  <a:lnTo>
                    <a:pt x="641" y="1999"/>
                  </a:lnTo>
                  <a:lnTo>
                    <a:pt x="730" y="2037"/>
                  </a:lnTo>
                  <a:lnTo>
                    <a:pt x="833" y="2063"/>
                  </a:lnTo>
                  <a:lnTo>
                    <a:pt x="935" y="2076"/>
                  </a:lnTo>
                  <a:lnTo>
                    <a:pt x="1140" y="2076"/>
                  </a:lnTo>
                  <a:lnTo>
                    <a:pt x="1242" y="2063"/>
                  </a:lnTo>
                  <a:lnTo>
                    <a:pt x="1345" y="2037"/>
                  </a:lnTo>
                  <a:lnTo>
                    <a:pt x="1447" y="1999"/>
                  </a:lnTo>
                  <a:lnTo>
                    <a:pt x="1537" y="1947"/>
                  </a:lnTo>
                  <a:lnTo>
                    <a:pt x="1627" y="1896"/>
                  </a:lnTo>
                  <a:lnTo>
                    <a:pt x="1704" y="1845"/>
                  </a:lnTo>
                  <a:lnTo>
                    <a:pt x="1780" y="1768"/>
                  </a:lnTo>
                  <a:lnTo>
                    <a:pt x="1844" y="1704"/>
                  </a:lnTo>
                  <a:lnTo>
                    <a:pt x="1896" y="1614"/>
                  </a:lnTo>
                  <a:lnTo>
                    <a:pt x="1960" y="1538"/>
                  </a:lnTo>
                  <a:lnTo>
                    <a:pt x="1998" y="1448"/>
                  </a:lnTo>
                  <a:lnTo>
                    <a:pt x="2037" y="1346"/>
                  </a:lnTo>
                  <a:lnTo>
                    <a:pt x="2062" y="1243"/>
                  </a:lnTo>
                  <a:lnTo>
                    <a:pt x="2075" y="1141"/>
                  </a:lnTo>
                  <a:lnTo>
                    <a:pt x="2075" y="1038"/>
                  </a:lnTo>
                  <a:lnTo>
                    <a:pt x="2075" y="936"/>
                  </a:lnTo>
                  <a:lnTo>
                    <a:pt x="2062" y="833"/>
                  </a:lnTo>
                  <a:lnTo>
                    <a:pt x="2037" y="731"/>
                  </a:lnTo>
                  <a:lnTo>
                    <a:pt x="1998" y="628"/>
                  </a:lnTo>
                  <a:lnTo>
                    <a:pt x="1960" y="539"/>
                  </a:lnTo>
                  <a:lnTo>
                    <a:pt x="1896" y="462"/>
                  </a:lnTo>
                  <a:lnTo>
                    <a:pt x="1844" y="372"/>
                  </a:lnTo>
                  <a:lnTo>
                    <a:pt x="1780" y="308"/>
                  </a:lnTo>
                  <a:lnTo>
                    <a:pt x="1704" y="231"/>
                  </a:lnTo>
                  <a:lnTo>
                    <a:pt x="1627" y="180"/>
                  </a:lnTo>
                  <a:lnTo>
                    <a:pt x="1537" y="129"/>
                  </a:lnTo>
                  <a:lnTo>
                    <a:pt x="1447" y="78"/>
                  </a:lnTo>
                  <a:lnTo>
                    <a:pt x="1345" y="52"/>
                  </a:lnTo>
                  <a:lnTo>
                    <a:pt x="1242" y="26"/>
                  </a:lnTo>
                  <a:lnTo>
                    <a:pt x="11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1670425" y="1135625"/>
              <a:ext cx="51900" cy="51900"/>
            </a:xfrm>
            <a:custGeom>
              <a:avLst/>
              <a:gdLst/>
              <a:ahLst/>
              <a:cxnLst/>
              <a:rect l="l" t="t" r="r" b="b"/>
              <a:pathLst>
                <a:path w="2076" h="2076" extrusionOk="0">
                  <a:moveTo>
                    <a:pt x="923" y="1"/>
                  </a:moveTo>
                  <a:lnTo>
                    <a:pt x="821" y="13"/>
                  </a:lnTo>
                  <a:lnTo>
                    <a:pt x="731" y="39"/>
                  </a:lnTo>
                  <a:lnTo>
                    <a:pt x="629" y="77"/>
                  </a:lnTo>
                  <a:lnTo>
                    <a:pt x="539" y="116"/>
                  </a:lnTo>
                  <a:lnTo>
                    <a:pt x="449" y="167"/>
                  </a:lnTo>
                  <a:lnTo>
                    <a:pt x="372" y="231"/>
                  </a:lnTo>
                  <a:lnTo>
                    <a:pt x="296" y="295"/>
                  </a:lnTo>
                  <a:lnTo>
                    <a:pt x="231" y="372"/>
                  </a:lnTo>
                  <a:lnTo>
                    <a:pt x="167" y="449"/>
                  </a:lnTo>
                  <a:lnTo>
                    <a:pt x="116" y="538"/>
                  </a:lnTo>
                  <a:lnTo>
                    <a:pt x="78" y="628"/>
                  </a:lnTo>
                  <a:lnTo>
                    <a:pt x="39" y="731"/>
                  </a:lnTo>
                  <a:lnTo>
                    <a:pt x="14" y="820"/>
                  </a:lnTo>
                  <a:lnTo>
                    <a:pt x="1" y="923"/>
                  </a:lnTo>
                  <a:lnTo>
                    <a:pt x="1" y="1038"/>
                  </a:lnTo>
                  <a:lnTo>
                    <a:pt x="1" y="1140"/>
                  </a:lnTo>
                  <a:lnTo>
                    <a:pt x="14" y="1243"/>
                  </a:lnTo>
                  <a:lnTo>
                    <a:pt x="39" y="1345"/>
                  </a:lnTo>
                  <a:lnTo>
                    <a:pt x="78" y="1435"/>
                  </a:lnTo>
                  <a:lnTo>
                    <a:pt x="116" y="1525"/>
                  </a:lnTo>
                  <a:lnTo>
                    <a:pt x="167" y="1614"/>
                  </a:lnTo>
                  <a:lnTo>
                    <a:pt x="231" y="1691"/>
                  </a:lnTo>
                  <a:lnTo>
                    <a:pt x="296" y="1768"/>
                  </a:lnTo>
                  <a:lnTo>
                    <a:pt x="372" y="1832"/>
                  </a:lnTo>
                  <a:lnTo>
                    <a:pt x="449" y="1896"/>
                  </a:lnTo>
                  <a:lnTo>
                    <a:pt x="539" y="1947"/>
                  </a:lnTo>
                  <a:lnTo>
                    <a:pt x="629" y="1999"/>
                  </a:lnTo>
                  <a:lnTo>
                    <a:pt x="731" y="2024"/>
                  </a:lnTo>
                  <a:lnTo>
                    <a:pt x="821" y="2050"/>
                  </a:lnTo>
                  <a:lnTo>
                    <a:pt x="923" y="2063"/>
                  </a:lnTo>
                  <a:lnTo>
                    <a:pt x="1038" y="2075"/>
                  </a:lnTo>
                  <a:lnTo>
                    <a:pt x="1141" y="2063"/>
                  </a:lnTo>
                  <a:lnTo>
                    <a:pt x="1243" y="2050"/>
                  </a:lnTo>
                  <a:lnTo>
                    <a:pt x="1346" y="2024"/>
                  </a:lnTo>
                  <a:lnTo>
                    <a:pt x="1435" y="1999"/>
                  </a:lnTo>
                  <a:lnTo>
                    <a:pt x="1525" y="1947"/>
                  </a:lnTo>
                  <a:lnTo>
                    <a:pt x="1615" y="1896"/>
                  </a:lnTo>
                  <a:lnTo>
                    <a:pt x="1692" y="1832"/>
                  </a:lnTo>
                  <a:lnTo>
                    <a:pt x="1768" y="1768"/>
                  </a:lnTo>
                  <a:lnTo>
                    <a:pt x="1832" y="1691"/>
                  </a:lnTo>
                  <a:lnTo>
                    <a:pt x="1897" y="1614"/>
                  </a:lnTo>
                  <a:lnTo>
                    <a:pt x="1948" y="1525"/>
                  </a:lnTo>
                  <a:lnTo>
                    <a:pt x="1999" y="1435"/>
                  </a:lnTo>
                  <a:lnTo>
                    <a:pt x="2025" y="1345"/>
                  </a:lnTo>
                  <a:lnTo>
                    <a:pt x="2050" y="1243"/>
                  </a:lnTo>
                  <a:lnTo>
                    <a:pt x="2076" y="1140"/>
                  </a:lnTo>
                  <a:lnTo>
                    <a:pt x="2076" y="1038"/>
                  </a:lnTo>
                  <a:lnTo>
                    <a:pt x="2076" y="923"/>
                  </a:lnTo>
                  <a:lnTo>
                    <a:pt x="2050" y="820"/>
                  </a:lnTo>
                  <a:lnTo>
                    <a:pt x="2025" y="731"/>
                  </a:lnTo>
                  <a:lnTo>
                    <a:pt x="1999" y="628"/>
                  </a:lnTo>
                  <a:lnTo>
                    <a:pt x="1948" y="538"/>
                  </a:lnTo>
                  <a:lnTo>
                    <a:pt x="1897" y="449"/>
                  </a:lnTo>
                  <a:lnTo>
                    <a:pt x="1832" y="372"/>
                  </a:lnTo>
                  <a:lnTo>
                    <a:pt x="1768" y="295"/>
                  </a:lnTo>
                  <a:lnTo>
                    <a:pt x="1692" y="231"/>
                  </a:lnTo>
                  <a:lnTo>
                    <a:pt x="1615" y="167"/>
                  </a:lnTo>
                  <a:lnTo>
                    <a:pt x="1525" y="116"/>
                  </a:lnTo>
                  <a:lnTo>
                    <a:pt x="1435" y="77"/>
                  </a:lnTo>
                  <a:lnTo>
                    <a:pt x="1346" y="39"/>
                  </a:lnTo>
                  <a:lnTo>
                    <a:pt x="1243" y="13"/>
                  </a:lnTo>
                  <a:lnTo>
                    <a:pt x="11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1515775" y="1060050"/>
              <a:ext cx="24375" cy="97700"/>
            </a:xfrm>
            <a:custGeom>
              <a:avLst/>
              <a:gdLst/>
              <a:ahLst/>
              <a:cxnLst/>
              <a:rect l="l" t="t" r="r" b="b"/>
              <a:pathLst>
                <a:path w="975" h="3908" extrusionOk="0">
                  <a:moveTo>
                    <a:pt x="487" y="1"/>
                  </a:moveTo>
                  <a:lnTo>
                    <a:pt x="398" y="14"/>
                  </a:lnTo>
                  <a:lnTo>
                    <a:pt x="308" y="39"/>
                  </a:lnTo>
                  <a:lnTo>
                    <a:pt x="218" y="91"/>
                  </a:lnTo>
                  <a:lnTo>
                    <a:pt x="154" y="142"/>
                  </a:lnTo>
                  <a:lnTo>
                    <a:pt x="90" y="219"/>
                  </a:lnTo>
                  <a:lnTo>
                    <a:pt x="39" y="295"/>
                  </a:lnTo>
                  <a:lnTo>
                    <a:pt x="14" y="398"/>
                  </a:lnTo>
                  <a:lnTo>
                    <a:pt x="1" y="488"/>
                  </a:lnTo>
                  <a:lnTo>
                    <a:pt x="1" y="3421"/>
                  </a:lnTo>
                  <a:lnTo>
                    <a:pt x="14" y="3523"/>
                  </a:lnTo>
                  <a:lnTo>
                    <a:pt x="39" y="3613"/>
                  </a:lnTo>
                  <a:lnTo>
                    <a:pt x="90" y="3702"/>
                  </a:lnTo>
                  <a:lnTo>
                    <a:pt x="154" y="3766"/>
                  </a:lnTo>
                  <a:lnTo>
                    <a:pt x="218" y="3830"/>
                  </a:lnTo>
                  <a:lnTo>
                    <a:pt x="308" y="3869"/>
                  </a:lnTo>
                  <a:lnTo>
                    <a:pt x="398" y="3894"/>
                  </a:lnTo>
                  <a:lnTo>
                    <a:pt x="487" y="3907"/>
                  </a:lnTo>
                  <a:lnTo>
                    <a:pt x="590" y="3894"/>
                  </a:lnTo>
                  <a:lnTo>
                    <a:pt x="680" y="3869"/>
                  </a:lnTo>
                  <a:lnTo>
                    <a:pt x="769" y="3830"/>
                  </a:lnTo>
                  <a:lnTo>
                    <a:pt x="833" y="3766"/>
                  </a:lnTo>
                  <a:lnTo>
                    <a:pt x="897" y="3702"/>
                  </a:lnTo>
                  <a:lnTo>
                    <a:pt x="936" y="3613"/>
                  </a:lnTo>
                  <a:lnTo>
                    <a:pt x="961" y="3523"/>
                  </a:lnTo>
                  <a:lnTo>
                    <a:pt x="974" y="3421"/>
                  </a:lnTo>
                  <a:lnTo>
                    <a:pt x="974" y="488"/>
                  </a:lnTo>
                  <a:lnTo>
                    <a:pt x="961" y="398"/>
                  </a:lnTo>
                  <a:lnTo>
                    <a:pt x="936" y="295"/>
                  </a:lnTo>
                  <a:lnTo>
                    <a:pt x="897" y="219"/>
                  </a:lnTo>
                  <a:lnTo>
                    <a:pt x="833" y="142"/>
                  </a:lnTo>
                  <a:lnTo>
                    <a:pt x="769" y="91"/>
                  </a:lnTo>
                  <a:lnTo>
                    <a:pt x="680" y="39"/>
                  </a:lnTo>
                  <a:lnTo>
                    <a:pt x="590" y="14"/>
                  </a:lnTo>
                  <a:lnTo>
                    <a:pt x="4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1502025" y="1052050"/>
              <a:ext cx="52200" cy="51900"/>
            </a:xfrm>
            <a:custGeom>
              <a:avLst/>
              <a:gdLst/>
              <a:ahLst/>
              <a:cxnLst/>
              <a:rect l="l" t="t" r="r" b="b"/>
              <a:pathLst>
                <a:path w="2088" h="2076" extrusionOk="0">
                  <a:moveTo>
                    <a:pt x="935" y="1"/>
                  </a:moveTo>
                  <a:lnTo>
                    <a:pt x="833" y="26"/>
                  </a:lnTo>
                  <a:lnTo>
                    <a:pt x="730" y="52"/>
                  </a:lnTo>
                  <a:lnTo>
                    <a:pt x="640" y="78"/>
                  </a:lnTo>
                  <a:lnTo>
                    <a:pt x="551" y="129"/>
                  </a:lnTo>
                  <a:lnTo>
                    <a:pt x="461" y="180"/>
                  </a:lnTo>
                  <a:lnTo>
                    <a:pt x="384" y="231"/>
                  </a:lnTo>
                  <a:lnTo>
                    <a:pt x="307" y="308"/>
                  </a:lnTo>
                  <a:lnTo>
                    <a:pt x="243" y="372"/>
                  </a:lnTo>
                  <a:lnTo>
                    <a:pt x="179" y="462"/>
                  </a:lnTo>
                  <a:lnTo>
                    <a:pt x="128" y="539"/>
                  </a:lnTo>
                  <a:lnTo>
                    <a:pt x="90" y="628"/>
                  </a:lnTo>
                  <a:lnTo>
                    <a:pt x="51" y="731"/>
                  </a:lnTo>
                  <a:lnTo>
                    <a:pt x="26" y="833"/>
                  </a:lnTo>
                  <a:lnTo>
                    <a:pt x="13" y="936"/>
                  </a:lnTo>
                  <a:lnTo>
                    <a:pt x="0" y="1038"/>
                  </a:lnTo>
                  <a:lnTo>
                    <a:pt x="13" y="1141"/>
                  </a:lnTo>
                  <a:lnTo>
                    <a:pt x="26" y="1243"/>
                  </a:lnTo>
                  <a:lnTo>
                    <a:pt x="51" y="1346"/>
                  </a:lnTo>
                  <a:lnTo>
                    <a:pt x="90" y="1448"/>
                  </a:lnTo>
                  <a:lnTo>
                    <a:pt x="128" y="1538"/>
                  </a:lnTo>
                  <a:lnTo>
                    <a:pt x="179" y="1614"/>
                  </a:lnTo>
                  <a:lnTo>
                    <a:pt x="243" y="1704"/>
                  </a:lnTo>
                  <a:lnTo>
                    <a:pt x="307" y="1768"/>
                  </a:lnTo>
                  <a:lnTo>
                    <a:pt x="384" y="1845"/>
                  </a:lnTo>
                  <a:lnTo>
                    <a:pt x="461" y="1896"/>
                  </a:lnTo>
                  <a:lnTo>
                    <a:pt x="551" y="1947"/>
                  </a:lnTo>
                  <a:lnTo>
                    <a:pt x="640" y="1999"/>
                  </a:lnTo>
                  <a:lnTo>
                    <a:pt x="730" y="2037"/>
                  </a:lnTo>
                  <a:lnTo>
                    <a:pt x="833" y="2063"/>
                  </a:lnTo>
                  <a:lnTo>
                    <a:pt x="935" y="2076"/>
                  </a:lnTo>
                  <a:lnTo>
                    <a:pt x="1153" y="2076"/>
                  </a:lnTo>
                  <a:lnTo>
                    <a:pt x="1255" y="2063"/>
                  </a:lnTo>
                  <a:lnTo>
                    <a:pt x="1345" y="2037"/>
                  </a:lnTo>
                  <a:lnTo>
                    <a:pt x="1447" y="1999"/>
                  </a:lnTo>
                  <a:lnTo>
                    <a:pt x="1537" y="1947"/>
                  </a:lnTo>
                  <a:lnTo>
                    <a:pt x="1627" y="1896"/>
                  </a:lnTo>
                  <a:lnTo>
                    <a:pt x="1703" y="1845"/>
                  </a:lnTo>
                  <a:lnTo>
                    <a:pt x="1780" y="1768"/>
                  </a:lnTo>
                  <a:lnTo>
                    <a:pt x="1844" y="1704"/>
                  </a:lnTo>
                  <a:lnTo>
                    <a:pt x="1908" y="1614"/>
                  </a:lnTo>
                  <a:lnTo>
                    <a:pt x="1960" y="1538"/>
                  </a:lnTo>
                  <a:lnTo>
                    <a:pt x="1998" y="1448"/>
                  </a:lnTo>
                  <a:lnTo>
                    <a:pt x="2036" y="1346"/>
                  </a:lnTo>
                  <a:lnTo>
                    <a:pt x="2062" y="1243"/>
                  </a:lnTo>
                  <a:lnTo>
                    <a:pt x="2075" y="1141"/>
                  </a:lnTo>
                  <a:lnTo>
                    <a:pt x="2088" y="1038"/>
                  </a:lnTo>
                  <a:lnTo>
                    <a:pt x="2075" y="936"/>
                  </a:lnTo>
                  <a:lnTo>
                    <a:pt x="2062" y="833"/>
                  </a:lnTo>
                  <a:lnTo>
                    <a:pt x="2036" y="731"/>
                  </a:lnTo>
                  <a:lnTo>
                    <a:pt x="1998" y="628"/>
                  </a:lnTo>
                  <a:lnTo>
                    <a:pt x="1960" y="539"/>
                  </a:lnTo>
                  <a:lnTo>
                    <a:pt x="1908" y="462"/>
                  </a:lnTo>
                  <a:lnTo>
                    <a:pt x="1844" y="372"/>
                  </a:lnTo>
                  <a:lnTo>
                    <a:pt x="1780" y="308"/>
                  </a:lnTo>
                  <a:lnTo>
                    <a:pt x="1703" y="231"/>
                  </a:lnTo>
                  <a:lnTo>
                    <a:pt x="1627" y="180"/>
                  </a:lnTo>
                  <a:lnTo>
                    <a:pt x="1537" y="129"/>
                  </a:lnTo>
                  <a:lnTo>
                    <a:pt x="1447" y="78"/>
                  </a:lnTo>
                  <a:lnTo>
                    <a:pt x="1345" y="52"/>
                  </a:lnTo>
                  <a:lnTo>
                    <a:pt x="1255" y="26"/>
                  </a:lnTo>
                  <a:lnTo>
                    <a:pt x="11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1988075" y="721925"/>
              <a:ext cx="136425" cy="24375"/>
            </a:xfrm>
            <a:custGeom>
              <a:avLst/>
              <a:gdLst/>
              <a:ahLst/>
              <a:cxnLst/>
              <a:rect l="l" t="t" r="r" b="b"/>
              <a:pathLst>
                <a:path w="5457" h="975" extrusionOk="0">
                  <a:moveTo>
                    <a:pt x="487" y="1"/>
                  </a:moveTo>
                  <a:lnTo>
                    <a:pt x="385" y="14"/>
                  </a:lnTo>
                  <a:lnTo>
                    <a:pt x="295" y="39"/>
                  </a:lnTo>
                  <a:lnTo>
                    <a:pt x="218" y="90"/>
                  </a:lnTo>
                  <a:lnTo>
                    <a:pt x="141" y="154"/>
                  </a:lnTo>
                  <a:lnTo>
                    <a:pt x="90" y="218"/>
                  </a:lnTo>
                  <a:lnTo>
                    <a:pt x="39" y="308"/>
                  </a:lnTo>
                  <a:lnTo>
                    <a:pt x="13" y="398"/>
                  </a:lnTo>
                  <a:lnTo>
                    <a:pt x="0" y="487"/>
                  </a:lnTo>
                  <a:lnTo>
                    <a:pt x="13" y="590"/>
                  </a:lnTo>
                  <a:lnTo>
                    <a:pt x="39" y="680"/>
                  </a:lnTo>
                  <a:lnTo>
                    <a:pt x="90" y="769"/>
                  </a:lnTo>
                  <a:lnTo>
                    <a:pt x="141" y="833"/>
                  </a:lnTo>
                  <a:lnTo>
                    <a:pt x="218" y="897"/>
                  </a:lnTo>
                  <a:lnTo>
                    <a:pt x="295" y="936"/>
                  </a:lnTo>
                  <a:lnTo>
                    <a:pt x="385" y="974"/>
                  </a:lnTo>
                  <a:lnTo>
                    <a:pt x="5072" y="974"/>
                  </a:lnTo>
                  <a:lnTo>
                    <a:pt x="5162" y="936"/>
                  </a:lnTo>
                  <a:lnTo>
                    <a:pt x="5239" y="897"/>
                  </a:lnTo>
                  <a:lnTo>
                    <a:pt x="5316" y="833"/>
                  </a:lnTo>
                  <a:lnTo>
                    <a:pt x="5367" y="769"/>
                  </a:lnTo>
                  <a:lnTo>
                    <a:pt x="5418" y="680"/>
                  </a:lnTo>
                  <a:lnTo>
                    <a:pt x="5444" y="590"/>
                  </a:lnTo>
                  <a:lnTo>
                    <a:pt x="5456" y="487"/>
                  </a:lnTo>
                  <a:lnTo>
                    <a:pt x="5444" y="398"/>
                  </a:lnTo>
                  <a:lnTo>
                    <a:pt x="5418" y="308"/>
                  </a:lnTo>
                  <a:lnTo>
                    <a:pt x="5367" y="218"/>
                  </a:lnTo>
                  <a:lnTo>
                    <a:pt x="5316" y="154"/>
                  </a:lnTo>
                  <a:lnTo>
                    <a:pt x="5239" y="90"/>
                  </a:lnTo>
                  <a:lnTo>
                    <a:pt x="5162" y="39"/>
                  </a:lnTo>
                  <a:lnTo>
                    <a:pt x="5072" y="14"/>
                  </a:lnTo>
                  <a:lnTo>
                    <a:pt x="497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1974300" y="708150"/>
              <a:ext cx="51900" cy="52225"/>
            </a:xfrm>
            <a:custGeom>
              <a:avLst/>
              <a:gdLst/>
              <a:ahLst/>
              <a:cxnLst/>
              <a:rect l="l" t="t" r="r" b="b"/>
              <a:pathLst>
                <a:path w="2076" h="2089" extrusionOk="0">
                  <a:moveTo>
                    <a:pt x="1038" y="1"/>
                  </a:moveTo>
                  <a:lnTo>
                    <a:pt x="936" y="14"/>
                  </a:lnTo>
                  <a:lnTo>
                    <a:pt x="833" y="27"/>
                  </a:lnTo>
                  <a:lnTo>
                    <a:pt x="731" y="52"/>
                  </a:lnTo>
                  <a:lnTo>
                    <a:pt x="628" y="91"/>
                  </a:lnTo>
                  <a:lnTo>
                    <a:pt x="539" y="129"/>
                  </a:lnTo>
                  <a:lnTo>
                    <a:pt x="462" y="180"/>
                  </a:lnTo>
                  <a:lnTo>
                    <a:pt x="372" y="244"/>
                  </a:lnTo>
                  <a:lnTo>
                    <a:pt x="308" y="308"/>
                  </a:lnTo>
                  <a:lnTo>
                    <a:pt x="231" y="385"/>
                  </a:lnTo>
                  <a:lnTo>
                    <a:pt x="180" y="462"/>
                  </a:lnTo>
                  <a:lnTo>
                    <a:pt x="129" y="552"/>
                  </a:lnTo>
                  <a:lnTo>
                    <a:pt x="77" y="641"/>
                  </a:lnTo>
                  <a:lnTo>
                    <a:pt x="52" y="731"/>
                  </a:lnTo>
                  <a:lnTo>
                    <a:pt x="26" y="834"/>
                  </a:lnTo>
                  <a:lnTo>
                    <a:pt x="1" y="936"/>
                  </a:lnTo>
                  <a:lnTo>
                    <a:pt x="1" y="1038"/>
                  </a:lnTo>
                  <a:lnTo>
                    <a:pt x="1" y="1154"/>
                  </a:lnTo>
                  <a:lnTo>
                    <a:pt x="26" y="1256"/>
                  </a:lnTo>
                  <a:lnTo>
                    <a:pt x="52" y="1359"/>
                  </a:lnTo>
                  <a:lnTo>
                    <a:pt x="77" y="1448"/>
                  </a:lnTo>
                  <a:lnTo>
                    <a:pt x="129" y="1538"/>
                  </a:lnTo>
                  <a:lnTo>
                    <a:pt x="180" y="1628"/>
                  </a:lnTo>
                  <a:lnTo>
                    <a:pt x="231" y="1704"/>
                  </a:lnTo>
                  <a:lnTo>
                    <a:pt x="308" y="1781"/>
                  </a:lnTo>
                  <a:lnTo>
                    <a:pt x="372" y="1845"/>
                  </a:lnTo>
                  <a:lnTo>
                    <a:pt x="462" y="1909"/>
                  </a:lnTo>
                  <a:lnTo>
                    <a:pt x="539" y="1961"/>
                  </a:lnTo>
                  <a:lnTo>
                    <a:pt x="628" y="1999"/>
                  </a:lnTo>
                  <a:lnTo>
                    <a:pt x="731" y="2037"/>
                  </a:lnTo>
                  <a:lnTo>
                    <a:pt x="833" y="2063"/>
                  </a:lnTo>
                  <a:lnTo>
                    <a:pt x="936" y="2076"/>
                  </a:lnTo>
                  <a:lnTo>
                    <a:pt x="1038" y="2089"/>
                  </a:lnTo>
                  <a:lnTo>
                    <a:pt x="1140" y="2076"/>
                  </a:lnTo>
                  <a:lnTo>
                    <a:pt x="1243" y="2063"/>
                  </a:lnTo>
                  <a:lnTo>
                    <a:pt x="1345" y="2037"/>
                  </a:lnTo>
                  <a:lnTo>
                    <a:pt x="1448" y="1999"/>
                  </a:lnTo>
                  <a:lnTo>
                    <a:pt x="1538" y="1961"/>
                  </a:lnTo>
                  <a:lnTo>
                    <a:pt x="1614" y="1909"/>
                  </a:lnTo>
                  <a:lnTo>
                    <a:pt x="1704" y="1845"/>
                  </a:lnTo>
                  <a:lnTo>
                    <a:pt x="1781" y="1781"/>
                  </a:lnTo>
                  <a:lnTo>
                    <a:pt x="1845" y="1704"/>
                  </a:lnTo>
                  <a:lnTo>
                    <a:pt x="1896" y="1628"/>
                  </a:lnTo>
                  <a:lnTo>
                    <a:pt x="1947" y="1538"/>
                  </a:lnTo>
                  <a:lnTo>
                    <a:pt x="1999" y="1448"/>
                  </a:lnTo>
                  <a:lnTo>
                    <a:pt x="2037" y="1359"/>
                  </a:lnTo>
                  <a:lnTo>
                    <a:pt x="2063" y="1256"/>
                  </a:lnTo>
                  <a:lnTo>
                    <a:pt x="2075" y="1154"/>
                  </a:lnTo>
                  <a:lnTo>
                    <a:pt x="2075" y="1038"/>
                  </a:lnTo>
                  <a:lnTo>
                    <a:pt x="2075" y="936"/>
                  </a:lnTo>
                  <a:lnTo>
                    <a:pt x="2063" y="834"/>
                  </a:lnTo>
                  <a:lnTo>
                    <a:pt x="2037" y="731"/>
                  </a:lnTo>
                  <a:lnTo>
                    <a:pt x="1999" y="641"/>
                  </a:lnTo>
                  <a:lnTo>
                    <a:pt x="1947" y="552"/>
                  </a:lnTo>
                  <a:lnTo>
                    <a:pt x="1896" y="462"/>
                  </a:lnTo>
                  <a:lnTo>
                    <a:pt x="1845" y="385"/>
                  </a:lnTo>
                  <a:lnTo>
                    <a:pt x="1781" y="308"/>
                  </a:lnTo>
                  <a:lnTo>
                    <a:pt x="1704" y="244"/>
                  </a:lnTo>
                  <a:lnTo>
                    <a:pt x="1614" y="180"/>
                  </a:lnTo>
                  <a:lnTo>
                    <a:pt x="1538" y="129"/>
                  </a:lnTo>
                  <a:lnTo>
                    <a:pt x="1448" y="91"/>
                  </a:lnTo>
                  <a:lnTo>
                    <a:pt x="1345" y="52"/>
                  </a:lnTo>
                  <a:lnTo>
                    <a:pt x="1243" y="27"/>
                  </a:lnTo>
                  <a:lnTo>
                    <a:pt x="1140" y="14"/>
                  </a:lnTo>
                  <a:lnTo>
                    <a:pt x="10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4" name="Google Shape;1914;p37"/>
          <p:cNvGrpSpPr/>
          <p:nvPr/>
        </p:nvGrpSpPr>
        <p:grpSpPr>
          <a:xfrm>
            <a:off x="6214775" y="1262175"/>
            <a:ext cx="2252287" cy="2086275"/>
            <a:chOff x="6214775" y="1376475"/>
            <a:chExt cx="2252287" cy="2086275"/>
          </a:xfrm>
        </p:grpSpPr>
        <p:sp>
          <p:nvSpPr>
            <p:cNvPr id="1915" name="Google Shape;1915;p37"/>
            <p:cNvSpPr txBox="1"/>
            <p:nvPr/>
          </p:nvSpPr>
          <p:spPr>
            <a:xfrm>
              <a:off x="6226661" y="1376475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Reinforcement learning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916" name="Google Shape;1916;p37"/>
            <p:cNvSpPr txBox="1"/>
            <p:nvPr/>
          </p:nvSpPr>
          <p:spPr>
            <a:xfrm>
              <a:off x="6214775" y="2329350"/>
              <a:ext cx="22404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Finances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Manufacturing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Stock  management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Autonomous cars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3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1922" name="Google Shape;1922;p38"/>
          <p:cNvGrpSpPr/>
          <p:nvPr/>
        </p:nvGrpSpPr>
        <p:grpSpPr>
          <a:xfrm>
            <a:off x="3448050" y="1181650"/>
            <a:ext cx="2247902" cy="3550335"/>
            <a:chOff x="1085850" y="1181650"/>
            <a:chExt cx="2247902" cy="3550335"/>
          </a:xfrm>
        </p:grpSpPr>
        <p:sp>
          <p:nvSpPr>
            <p:cNvPr id="1923" name="Google Shape;1923;p38"/>
            <p:cNvSpPr/>
            <p:nvPr/>
          </p:nvSpPr>
          <p:spPr>
            <a:xfrm>
              <a:off x="1550204" y="1181650"/>
              <a:ext cx="1318561" cy="1318561"/>
            </a:xfrm>
            <a:custGeom>
              <a:avLst/>
              <a:gdLst/>
              <a:ahLst/>
              <a:cxnLst/>
              <a:rect l="l" t="t" r="r" b="b"/>
              <a:pathLst>
                <a:path w="26257" h="26257" extrusionOk="0">
                  <a:moveTo>
                    <a:pt x="5072" y="0"/>
                  </a:moveTo>
                  <a:lnTo>
                    <a:pt x="4803" y="26"/>
                  </a:lnTo>
                  <a:lnTo>
                    <a:pt x="4534" y="64"/>
                  </a:lnTo>
                  <a:lnTo>
                    <a:pt x="4278" y="102"/>
                  </a:lnTo>
                  <a:lnTo>
                    <a:pt x="4009" y="167"/>
                  </a:lnTo>
                  <a:lnTo>
                    <a:pt x="3766" y="243"/>
                  </a:lnTo>
                  <a:lnTo>
                    <a:pt x="3510" y="320"/>
                  </a:lnTo>
                  <a:lnTo>
                    <a:pt x="3266" y="423"/>
                  </a:lnTo>
                  <a:lnTo>
                    <a:pt x="3036" y="525"/>
                  </a:lnTo>
                  <a:lnTo>
                    <a:pt x="2805" y="640"/>
                  </a:lnTo>
                  <a:lnTo>
                    <a:pt x="2575" y="768"/>
                  </a:lnTo>
                  <a:lnTo>
                    <a:pt x="2357" y="909"/>
                  </a:lnTo>
                  <a:lnTo>
                    <a:pt x="2152" y="1063"/>
                  </a:lnTo>
                  <a:lnTo>
                    <a:pt x="1947" y="1217"/>
                  </a:lnTo>
                  <a:lnTo>
                    <a:pt x="1755" y="1383"/>
                  </a:lnTo>
                  <a:lnTo>
                    <a:pt x="1563" y="1563"/>
                  </a:lnTo>
                  <a:lnTo>
                    <a:pt x="1396" y="1755"/>
                  </a:lnTo>
                  <a:lnTo>
                    <a:pt x="1230" y="1947"/>
                  </a:lnTo>
                  <a:lnTo>
                    <a:pt x="1063" y="2152"/>
                  </a:lnTo>
                  <a:lnTo>
                    <a:pt x="910" y="2357"/>
                  </a:lnTo>
                  <a:lnTo>
                    <a:pt x="782" y="2574"/>
                  </a:lnTo>
                  <a:lnTo>
                    <a:pt x="653" y="2792"/>
                  </a:lnTo>
                  <a:lnTo>
                    <a:pt x="525" y="3023"/>
                  </a:lnTo>
                  <a:lnTo>
                    <a:pt x="423" y="3266"/>
                  </a:lnTo>
                  <a:lnTo>
                    <a:pt x="333" y="3509"/>
                  </a:lnTo>
                  <a:lnTo>
                    <a:pt x="244" y="3753"/>
                  </a:lnTo>
                  <a:lnTo>
                    <a:pt x="167" y="4009"/>
                  </a:lnTo>
                  <a:lnTo>
                    <a:pt x="116" y="4265"/>
                  </a:lnTo>
                  <a:lnTo>
                    <a:pt x="64" y="4534"/>
                  </a:lnTo>
                  <a:lnTo>
                    <a:pt x="26" y="4803"/>
                  </a:lnTo>
                  <a:lnTo>
                    <a:pt x="13" y="5072"/>
                  </a:lnTo>
                  <a:lnTo>
                    <a:pt x="0" y="5341"/>
                  </a:lnTo>
                  <a:lnTo>
                    <a:pt x="0" y="20903"/>
                  </a:lnTo>
                  <a:lnTo>
                    <a:pt x="13" y="21184"/>
                  </a:lnTo>
                  <a:lnTo>
                    <a:pt x="26" y="21453"/>
                  </a:lnTo>
                  <a:lnTo>
                    <a:pt x="64" y="21722"/>
                  </a:lnTo>
                  <a:lnTo>
                    <a:pt x="116" y="21991"/>
                  </a:lnTo>
                  <a:lnTo>
                    <a:pt x="167" y="22247"/>
                  </a:lnTo>
                  <a:lnTo>
                    <a:pt x="244" y="22503"/>
                  </a:lnTo>
                  <a:lnTo>
                    <a:pt x="333" y="22747"/>
                  </a:lnTo>
                  <a:lnTo>
                    <a:pt x="423" y="22990"/>
                  </a:lnTo>
                  <a:lnTo>
                    <a:pt x="525" y="23234"/>
                  </a:lnTo>
                  <a:lnTo>
                    <a:pt x="653" y="23464"/>
                  </a:lnTo>
                  <a:lnTo>
                    <a:pt x="782" y="23682"/>
                  </a:lnTo>
                  <a:lnTo>
                    <a:pt x="910" y="23900"/>
                  </a:lnTo>
                  <a:lnTo>
                    <a:pt x="1063" y="24104"/>
                  </a:lnTo>
                  <a:lnTo>
                    <a:pt x="1230" y="24309"/>
                  </a:lnTo>
                  <a:lnTo>
                    <a:pt x="1396" y="24502"/>
                  </a:lnTo>
                  <a:lnTo>
                    <a:pt x="1563" y="24694"/>
                  </a:lnTo>
                  <a:lnTo>
                    <a:pt x="1755" y="24873"/>
                  </a:lnTo>
                  <a:lnTo>
                    <a:pt x="1947" y="25039"/>
                  </a:lnTo>
                  <a:lnTo>
                    <a:pt x="2152" y="25193"/>
                  </a:lnTo>
                  <a:lnTo>
                    <a:pt x="2357" y="25347"/>
                  </a:lnTo>
                  <a:lnTo>
                    <a:pt x="2575" y="25488"/>
                  </a:lnTo>
                  <a:lnTo>
                    <a:pt x="2805" y="25616"/>
                  </a:lnTo>
                  <a:lnTo>
                    <a:pt x="3036" y="25731"/>
                  </a:lnTo>
                  <a:lnTo>
                    <a:pt x="3266" y="25834"/>
                  </a:lnTo>
                  <a:lnTo>
                    <a:pt x="3510" y="25936"/>
                  </a:lnTo>
                  <a:lnTo>
                    <a:pt x="3766" y="26013"/>
                  </a:lnTo>
                  <a:lnTo>
                    <a:pt x="4009" y="26090"/>
                  </a:lnTo>
                  <a:lnTo>
                    <a:pt x="4278" y="26154"/>
                  </a:lnTo>
                  <a:lnTo>
                    <a:pt x="4534" y="26192"/>
                  </a:lnTo>
                  <a:lnTo>
                    <a:pt x="4803" y="26231"/>
                  </a:lnTo>
                  <a:lnTo>
                    <a:pt x="5072" y="26256"/>
                  </a:lnTo>
                  <a:lnTo>
                    <a:pt x="21184" y="26256"/>
                  </a:lnTo>
                  <a:lnTo>
                    <a:pt x="21466" y="26231"/>
                  </a:lnTo>
                  <a:lnTo>
                    <a:pt x="21722" y="26192"/>
                  </a:lnTo>
                  <a:lnTo>
                    <a:pt x="21991" y="26154"/>
                  </a:lnTo>
                  <a:lnTo>
                    <a:pt x="22248" y="26090"/>
                  </a:lnTo>
                  <a:lnTo>
                    <a:pt x="22504" y="26013"/>
                  </a:lnTo>
                  <a:lnTo>
                    <a:pt x="22747" y="25936"/>
                  </a:lnTo>
                  <a:lnTo>
                    <a:pt x="22990" y="25834"/>
                  </a:lnTo>
                  <a:lnTo>
                    <a:pt x="23234" y="25731"/>
                  </a:lnTo>
                  <a:lnTo>
                    <a:pt x="23464" y="25616"/>
                  </a:lnTo>
                  <a:lnTo>
                    <a:pt x="23682" y="25488"/>
                  </a:lnTo>
                  <a:lnTo>
                    <a:pt x="23900" y="25347"/>
                  </a:lnTo>
                  <a:lnTo>
                    <a:pt x="24117" y="25193"/>
                  </a:lnTo>
                  <a:lnTo>
                    <a:pt x="24322" y="25039"/>
                  </a:lnTo>
                  <a:lnTo>
                    <a:pt x="24515" y="24873"/>
                  </a:lnTo>
                  <a:lnTo>
                    <a:pt x="24694" y="24694"/>
                  </a:lnTo>
                  <a:lnTo>
                    <a:pt x="24873" y="24502"/>
                  </a:lnTo>
                  <a:lnTo>
                    <a:pt x="25040" y="24309"/>
                  </a:lnTo>
                  <a:lnTo>
                    <a:pt x="25206" y="24104"/>
                  </a:lnTo>
                  <a:lnTo>
                    <a:pt x="25347" y="23900"/>
                  </a:lnTo>
                  <a:lnTo>
                    <a:pt x="25488" y="23682"/>
                  </a:lnTo>
                  <a:lnTo>
                    <a:pt x="25616" y="23464"/>
                  </a:lnTo>
                  <a:lnTo>
                    <a:pt x="25731" y="23234"/>
                  </a:lnTo>
                  <a:lnTo>
                    <a:pt x="25847" y="22990"/>
                  </a:lnTo>
                  <a:lnTo>
                    <a:pt x="25936" y="22747"/>
                  </a:lnTo>
                  <a:lnTo>
                    <a:pt x="26026" y="22503"/>
                  </a:lnTo>
                  <a:lnTo>
                    <a:pt x="26090" y="22247"/>
                  </a:lnTo>
                  <a:lnTo>
                    <a:pt x="26154" y="21991"/>
                  </a:lnTo>
                  <a:lnTo>
                    <a:pt x="26205" y="21722"/>
                  </a:lnTo>
                  <a:lnTo>
                    <a:pt x="26231" y="21453"/>
                  </a:lnTo>
                  <a:lnTo>
                    <a:pt x="26256" y="21184"/>
                  </a:lnTo>
                  <a:lnTo>
                    <a:pt x="26256" y="20903"/>
                  </a:lnTo>
                  <a:lnTo>
                    <a:pt x="26256" y="5341"/>
                  </a:lnTo>
                  <a:lnTo>
                    <a:pt x="26256" y="5072"/>
                  </a:lnTo>
                  <a:lnTo>
                    <a:pt x="26231" y="4803"/>
                  </a:lnTo>
                  <a:lnTo>
                    <a:pt x="26205" y="4534"/>
                  </a:lnTo>
                  <a:lnTo>
                    <a:pt x="26154" y="4265"/>
                  </a:lnTo>
                  <a:lnTo>
                    <a:pt x="26090" y="4009"/>
                  </a:lnTo>
                  <a:lnTo>
                    <a:pt x="26026" y="3753"/>
                  </a:lnTo>
                  <a:lnTo>
                    <a:pt x="25936" y="3509"/>
                  </a:lnTo>
                  <a:lnTo>
                    <a:pt x="25847" y="3266"/>
                  </a:lnTo>
                  <a:lnTo>
                    <a:pt x="25731" y="3023"/>
                  </a:lnTo>
                  <a:lnTo>
                    <a:pt x="25616" y="2792"/>
                  </a:lnTo>
                  <a:lnTo>
                    <a:pt x="25488" y="2574"/>
                  </a:lnTo>
                  <a:lnTo>
                    <a:pt x="25347" y="2357"/>
                  </a:lnTo>
                  <a:lnTo>
                    <a:pt x="25206" y="2152"/>
                  </a:lnTo>
                  <a:lnTo>
                    <a:pt x="25040" y="1947"/>
                  </a:lnTo>
                  <a:lnTo>
                    <a:pt x="24873" y="1755"/>
                  </a:lnTo>
                  <a:lnTo>
                    <a:pt x="24694" y="1563"/>
                  </a:lnTo>
                  <a:lnTo>
                    <a:pt x="24515" y="1383"/>
                  </a:lnTo>
                  <a:lnTo>
                    <a:pt x="24322" y="1217"/>
                  </a:lnTo>
                  <a:lnTo>
                    <a:pt x="24117" y="1063"/>
                  </a:lnTo>
                  <a:lnTo>
                    <a:pt x="23900" y="909"/>
                  </a:lnTo>
                  <a:lnTo>
                    <a:pt x="23682" y="768"/>
                  </a:lnTo>
                  <a:lnTo>
                    <a:pt x="23464" y="640"/>
                  </a:lnTo>
                  <a:lnTo>
                    <a:pt x="23234" y="525"/>
                  </a:lnTo>
                  <a:lnTo>
                    <a:pt x="22990" y="423"/>
                  </a:lnTo>
                  <a:lnTo>
                    <a:pt x="22747" y="320"/>
                  </a:lnTo>
                  <a:lnTo>
                    <a:pt x="22504" y="243"/>
                  </a:lnTo>
                  <a:lnTo>
                    <a:pt x="22248" y="167"/>
                  </a:lnTo>
                  <a:lnTo>
                    <a:pt x="21991" y="102"/>
                  </a:lnTo>
                  <a:lnTo>
                    <a:pt x="21722" y="64"/>
                  </a:lnTo>
                  <a:lnTo>
                    <a:pt x="21466" y="26"/>
                  </a:lnTo>
                  <a:lnTo>
                    <a:pt x="211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8"/>
            <p:cNvSpPr/>
            <p:nvPr/>
          </p:nvSpPr>
          <p:spPr>
            <a:xfrm>
              <a:off x="1623520" y="1254966"/>
              <a:ext cx="1172579" cy="1171926"/>
            </a:xfrm>
            <a:custGeom>
              <a:avLst/>
              <a:gdLst/>
              <a:ahLst/>
              <a:cxnLst/>
              <a:rect l="l" t="t" r="r" b="b"/>
              <a:pathLst>
                <a:path w="23350" h="23337" extrusionOk="0">
                  <a:moveTo>
                    <a:pt x="4509" y="0"/>
                  </a:moveTo>
                  <a:lnTo>
                    <a:pt x="4265" y="26"/>
                  </a:lnTo>
                  <a:lnTo>
                    <a:pt x="4035" y="51"/>
                  </a:lnTo>
                  <a:lnTo>
                    <a:pt x="3792" y="90"/>
                  </a:lnTo>
                  <a:lnTo>
                    <a:pt x="3561" y="141"/>
                  </a:lnTo>
                  <a:lnTo>
                    <a:pt x="3343" y="205"/>
                  </a:lnTo>
                  <a:lnTo>
                    <a:pt x="3126" y="282"/>
                  </a:lnTo>
                  <a:lnTo>
                    <a:pt x="2908" y="372"/>
                  </a:lnTo>
                  <a:lnTo>
                    <a:pt x="2690" y="461"/>
                  </a:lnTo>
                  <a:lnTo>
                    <a:pt x="2485" y="564"/>
                  </a:lnTo>
                  <a:lnTo>
                    <a:pt x="2293" y="679"/>
                  </a:lnTo>
                  <a:lnTo>
                    <a:pt x="2101" y="807"/>
                  </a:lnTo>
                  <a:lnTo>
                    <a:pt x="1909" y="935"/>
                  </a:lnTo>
                  <a:lnTo>
                    <a:pt x="1729" y="1076"/>
                  </a:lnTo>
                  <a:lnTo>
                    <a:pt x="1563" y="1230"/>
                  </a:lnTo>
                  <a:lnTo>
                    <a:pt x="1396" y="1383"/>
                  </a:lnTo>
                  <a:lnTo>
                    <a:pt x="1230" y="1550"/>
                  </a:lnTo>
                  <a:lnTo>
                    <a:pt x="1089" y="1729"/>
                  </a:lnTo>
                  <a:lnTo>
                    <a:pt x="948" y="1909"/>
                  </a:lnTo>
                  <a:lnTo>
                    <a:pt x="807" y="2088"/>
                  </a:lnTo>
                  <a:lnTo>
                    <a:pt x="692" y="2280"/>
                  </a:lnTo>
                  <a:lnTo>
                    <a:pt x="577" y="2485"/>
                  </a:lnTo>
                  <a:lnTo>
                    <a:pt x="474" y="2690"/>
                  </a:lnTo>
                  <a:lnTo>
                    <a:pt x="372" y="2895"/>
                  </a:lnTo>
                  <a:lnTo>
                    <a:pt x="295" y="3112"/>
                  </a:lnTo>
                  <a:lnTo>
                    <a:pt x="218" y="3330"/>
                  </a:lnTo>
                  <a:lnTo>
                    <a:pt x="154" y="3561"/>
                  </a:lnTo>
                  <a:lnTo>
                    <a:pt x="103" y="3791"/>
                  </a:lnTo>
                  <a:lnTo>
                    <a:pt x="52" y="4022"/>
                  </a:lnTo>
                  <a:lnTo>
                    <a:pt x="26" y="4265"/>
                  </a:lnTo>
                  <a:lnTo>
                    <a:pt x="13" y="4509"/>
                  </a:lnTo>
                  <a:lnTo>
                    <a:pt x="0" y="4752"/>
                  </a:lnTo>
                  <a:lnTo>
                    <a:pt x="0" y="18584"/>
                  </a:lnTo>
                  <a:lnTo>
                    <a:pt x="13" y="18828"/>
                  </a:lnTo>
                  <a:lnTo>
                    <a:pt x="26" y="19071"/>
                  </a:lnTo>
                  <a:lnTo>
                    <a:pt x="52" y="19314"/>
                  </a:lnTo>
                  <a:lnTo>
                    <a:pt x="103" y="19545"/>
                  </a:lnTo>
                  <a:lnTo>
                    <a:pt x="154" y="19776"/>
                  </a:lnTo>
                  <a:lnTo>
                    <a:pt x="218" y="19993"/>
                  </a:lnTo>
                  <a:lnTo>
                    <a:pt x="295" y="20224"/>
                  </a:lnTo>
                  <a:lnTo>
                    <a:pt x="372" y="20429"/>
                  </a:lnTo>
                  <a:lnTo>
                    <a:pt x="474" y="20646"/>
                  </a:lnTo>
                  <a:lnTo>
                    <a:pt x="577" y="20851"/>
                  </a:lnTo>
                  <a:lnTo>
                    <a:pt x="692" y="21043"/>
                  </a:lnTo>
                  <a:lnTo>
                    <a:pt x="807" y="21248"/>
                  </a:lnTo>
                  <a:lnTo>
                    <a:pt x="948" y="21428"/>
                  </a:lnTo>
                  <a:lnTo>
                    <a:pt x="1089" y="21607"/>
                  </a:lnTo>
                  <a:lnTo>
                    <a:pt x="1230" y="21786"/>
                  </a:lnTo>
                  <a:lnTo>
                    <a:pt x="1396" y="21940"/>
                  </a:lnTo>
                  <a:lnTo>
                    <a:pt x="1563" y="22107"/>
                  </a:lnTo>
                  <a:lnTo>
                    <a:pt x="1729" y="22247"/>
                  </a:lnTo>
                  <a:lnTo>
                    <a:pt x="1909" y="22388"/>
                  </a:lnTo>
                  <a:lnTo>
                    <a:pt x="2101" y="22529"/>
                  </a:lnTo>
                  <a:lnTo>
                    <a:pt x="2293" y="22644"/>
                  </a:lnTo>
                  <a:lnTo>
                    <a:pt x="2485" y="22760"/>
                  </a:lnTo>
                  <a:lnTo>
                    <a:pt x="2690" y="22875"/>
                  </a:lnTo>
                  <a:lnTo>
                    <a:pt x="2908" y="22965"/>
                  </a:lnTo>
                  <a:lnTo>
                    <a:pt x="3126" y="23054"/>
                  </a:lnTo>
                  <a:lnTo>
                    <a:pt x="3343" y="23118"/>
                  </a:lnTo>
                  <a:lnTo>
                    <a:pt x="3561" y="23182"/>
                  </a:lnTo>
                  <a:lnTo>
                    <a:pt x="3792" y="23246"/>
                  </a:lnTo>
                  <a:lnTo>
                    <a:pt x="4035" y="23285"/>
                  </a:lnTo>
                  <a:lnTo>
                    <a:pt x="4265" y="23310"/>
                  </a:lnTo>
                  <a:lnTo>
                    <a:pt x="4509" y="23336"/>
                  </a:lnTo>
                  <a:lnTo>
                    <a:pt x="18828" y="23336"/>
                  </a:lnTo>
                  <a:lnTo>
                    <a:pt x="19071" y="23310"/>
                  </a:lnTo>
                  <a:lnTo>
                    <a:pt x="19315" y="23285"/>
                  </a:lnTo>
                  <a:lnTo>
                    <a:pt x="19545" y="23246"/>
                  </a:lnTo>
                  <a:lnTo>
                    <a:pt x="19776" y="23182"/>
                  </a:lnTo>
                  <a:lnTo>
                    <a:pt x="20006" y="23118"/>
                  </a:lnTo>
                  <a:lnTo>
                    <a:pt x="20224" y="23054"/>
                  </a:lnTo>
                  <a:lnTo>
                    <a:pt x="20442" y="22965"/>
                  </a:lnTo>
                  <a:lnTo>
                    <a:pt x="20647" y="22875"/>
                  </a:lnTo>
                  <a:lnTo>
                    <a:pt x="20852" y="22760"/>
                  </a:lnTo>
                  <a:lnTo>
                    <a:pt x="21056" y="22644"/>
                  </a:lnTo>
                  <a:lnTo>
                    <a:pt x="21249" y="22529"/>
                  </a:lnTo>
                  <a:lnTo>
                    <a:pt x="21428" y="22388"/>
                  </a:lnTo>
                  <a:lnTo>
                    <a:pt x="21607" y="22247"/>
                  </a:lnTo>
                  <a:lnTo>
                    <a:pt x="21787" y="22107"/>
                  </a:lnTo>
                  <a:lnTo>
                    <a:pt x="21953" y="21940"/>
                  </a:lnTo>
                  <a:lnTo>
                    <a:pt x="22107" y="21786"/>
                  </a:lnTo>
                  <a:lnTo>
                    <a:pt x="22260" y="21607"/>
                  </a:lnTo>
                  <a:lnTo>
                    <a:pt x="22401" y="21428"/>
                  </a:lnTo>
                  <a:lnTo>
                    <a:pt x="22529" y="21248"/>
                  </a:lnTo>
                  <a:lnTo>
                    <a:pt x="22657" y="21043"/>
                  </a:lnTo>
                  <a:lnTo>
                    <a:pt x="22773" y="20851"/>
                  </a:lnTo>
                  <a:lnTo>
                    <a:pt x="22875" y="20646"/>
                  </a:lnTo>
                  <a:lnTo>
                    <a:pt x="22965" y="20429"/>
                  </a:lnTo>
                  <a:lnTo>
                    <a:pt x="23055" y="20224"/>
                  </a:lnTo>
                  <a:lnTo>
                    <a:pt x="23131" y="19993"/>
                  </a:lnTo>
                  <a:lnTo>
                    <a:pt x="23195" y="19776"/>
                  </a:lnTo>
                  <a:lnTo>
                    <a:pt x="23247" y="19545"/>
                  </a:lnTo>
                  <a:lnTo>
                    <a:pt x="23285" y="19314"/>
                  </a:lnTo>
                  <a:lnTo>
                    <a:pt x="23323" y="19071"/>
                  </a:lnTo>
                  <a:lnTo>
                    <a:pt x="23336" y="18828"/>
                  </a:lnTo>
                  <a:lnTo>
                    <a:pt x="23349" y="18584"/>
                  </a:lnTo>
                  <a:lnTo>
                    <a:pt x="23349" y="4752"/>
                  </a:lnTo>
                  <a:lnTo>
                    <a:pt x="23336" y="4509"/>
                  </a:lnTo>
                  <a:lnTo>
                    <a:pt x="23323" y="4265"/>
                  </a:lnTo>
                  <a:lnTo>
                    <a:pt x="23285" y="4022"/>
                  </a:lnTo>
                  <a:lnTo>
                    <a:pt x="23247" y="3791"/>
                  </a:lnTo>
                  <a:lnTo>
                    <a:pt x="23195" y="3561"/>
                  </a:lnTo>
                  <a:lnTo>
                    <a:pt x="23131" y="3330"/>
                  </a:lnTo>
                  <a:lnTo>
                    <a:pt x="23055" y="3112"/>
                  </a:lnTo>
                  <a:lnTo>
                    <a:pt x="22965" y="2895"/>
                  </a:lnTo>
                  <a:lnTo>
                    <a:pt x="22875" y="2690"/>
                  </a:lnTo>
                  <a:lnTo>
                    <a:pt x="22773" y="2485"/>
                  </a:lnTo>
                  <a:lnTo>
                    <a:pt x="22657" y="2280"/>
                  </a:lnTo>
                  <a:lnTo>
                    <a:pt x="22529" y="2088"/>
                  </a:lnTo>
                  <a:lnTo>
                    <a:pt x="22401" y="1909"/>
                  </a:lnTo>
                  <a:lnTo>
                    <a:pt x="22260" y="1729"/>
                  </a:lnTo>
                  <a:lnTo>
                    <a:pt x="22107" y="1550"/>
                  </a:lnTo>
                  <a:lnTo>
                    <a:pt x="21953" y="1383"/>
                  </a:lnTo>
                  <a:lnTo>
                    <a:pt x="21787" y="1230"/>
                  </a:lnTo>
                  <a:lnTo>
                    <a:pt x="21607" y="1076"/>
                  </a:lnTo>
                  <a:lnTo>
                    <a:pt x="21428" y="935"/>
                  </a:lnTo>
                  <a:lnTo>
                    <a:pt x="21249" y="807"/>
                  </a:lnTo>
                  <a:lnTo>
                    <a:pt x="21056" y="679"/>
                  </a:lnTo>
                  <a:lnTo>
                    <a:pt x="20852" y="564"/>
                  </a:lnTo>
                  <a:lnTo>
                    <a:pt x="20647" y="461"/>
                  </a:lnTo>
                  <a:lnTo>
                    <a:pt x="20442" y="372"/>
                  </a:lnTo>
                  <a:lnTo>
                    <a:pt x="20224" y="282"/>
                  </a:lnTo>
                  <a:lnTo>
                    <a:pt x="20006" y="205"/>
                  </a:lnTo>
                  <a:lnTo>
                    <a:pt x="19776" y="141"/>
                  </a:lnTo>
                  <a:lnTo>
                    <a:pt x="19545" y="90"/>
                  </a:lnTo>
                  <a:lnTo>
                    <a:pt x="19315" y="51"/>
                  </a:lnTo>
                  <a:lnTo>
                    <a:pt x="19071" y="26"/>
                  </a:lnTo>
                  <a:lnTo>
                    <a:pt x="1882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8"/>
            <p:cNvSpPr/>
            <p:nvPr/>
          </p:nvSpPr>
          <p:spPr>
            <a:xfrm>
              <a:off x="2651305" y="1619641"/>
              <a:ext cx="77887" cy="58554"/>
            </a:xfrm>
            <a:custGeom>
              <a:avLst/>
              <a:gdLst/>
              <a:ahLst/>
              <a:cxnLst/>
              <a:rect l="l" t="t" r="r" b="b"/>
              <a:pathLst>
                <a:path w="1551" h="1166" extrusionOk="0">
                  <a:moveTo>
                    <a:pt x="1307" y="0"/>
                  </a:moveTo>
                  <a:lnTo>
                    <a:pt x="1268" y="13"/>
                  </a:lnTo>
                  <a:lnTo>
                    <a:pt x="1217" y="26"/>
                  </a:lnTo>
                  <a:lnTo>
                    <a:pt x="1179" y="39"/>
                  </a:lnTo>
                  <a:lnTo>
                    <a:pt x="116" y="730"/>
                  </a:lnTo>
                  <a:lnTo>
                    <a:pt x="77" y="756"/>
                  </a:lnTo>
                  <a:lnTo>
                    <a:pt x="39" y="794"/>
                  </a:lnTo>
                  <a:lnTo>
                    <a:pt x="26" y="833"/>
                  </a:lnTo>
                  <a:lnTo>
                    <a:pt x="0" y="871"/>
                  </a:lnTo>
                  <a:lnTo>
                    <a:pt x="0" y="922"/>
                  </a:lnTo>
                  <a:lnTo>
                    <a:pt x="0" y="974"/>
                  </a:lnTo>
                  <a:lnTo>
                    <a:pt x="13" y="1012"/>
                  </a:lnTo>
                  <a:lnTo>
                    <a:pt x="39" y="1063"/>
                  </a:lnTo>
                  <a:lnTo>
                    <a:pt x="77" y="1102"/>
                  </a:lnTo>
                  <a:lnTo>
                    <a:pt x="128" y="1140"/>
                  </a:lnTo>
                  <a:lnTo>
                    <a:pt x="180" y="1166"/>
                  </a:lnTo>
                  <a:lnTo>
                    <a:pt x="308" y="1166"/>
                  </a:lnTo>
                  <a:lnTo>
                    <a:pt x="372" y="1127"/>
                  </a:lnTo>
                  <a:lnTo>
                    <a:pt x="1435" y="448"/>
                  </a:lnTo>
                  <a:lnTo>
                    <a:pt x="1473" y="423"/>
                  </a:lnTo>
                  <a:lnTo>
                    <a:pt x="1499" y="384"/>
                  </a:lnTo>
                  <a:lnTo>
                    <a:pt x="1524" y="346"/>
                  </a:lnTo>
                  <a:lnTo>
                    <a:pt x="1537" y="295"/>
                  </a:lnTo>
                  <a:lnTo>
                    <a:pt x="1550" y="256"/>
                  </a:lnTo>
                  <a:lnTo>
                    <a:pt x="1550" y="205"/>
                  </a:lnTo>
                  <a:lnTo>
                    <a:pt x="1537" y="154"/>
                  </a:lnTo>
                  <a:lnTo>
                    <a:pt x="1512" y="115"/>
                  </a:lnTo>
                  <a:lnTo>
                    <a:pt x="1473" y="77"/>
                  </a:lnTo>
                  <a:lnTo>
                    <a:pt x="1435" y="51"/>
                  </a:lnTo>
                  <a:lnTo>
                    <a:pt x="1396" y="26"/>
                  </a:lnTo>
                  <a:lnTo>
                    <a:pt x="1358" y="13"/>
                  </a:lnTo>
                  <a:lnTo>
                    <a:pt x="1307" y="0"/>
                  </a:lnTo>
                  <a:close/>
                </a:path>
              </a:pathLst>
            </a:custGeom>
            <a:solidFill>
              <a:srgbClr val="05A8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8"/>
            <p:cNvSpPr/>
            <p:nvPr/>
          </p:nvSpPr>
          <p:spPr>
            <a:xfrm>
              <a:off x="2049910" y="1554660"/>
              <a:ext cx="301104" cy="117760"/>
            </a:xfrm>
            <a:custGeom>
              <a:avLst/>
              <a:gdLst/>
              <a:ahLst/>
              <a:cxnLst/>
              <a:rect l="l" t="t" r="r" b="b"/>
              <a:pathLst>
                <a:path w="5996" h="2345" extrusionOk="0">
                  <a:moveTo>
                    <a:pt x="3395" y="1"/>
                  </a:moveTo>
                  <a:lnTo>
                    <a:pt x="3344" y="13"/>
                  </a:lnTo>
                  <a:lnTo>
                    <a:pt x="3293" y="26"/>
                  </a:lnTo>
                  <a:lnTo>
                    <a:pt x="3254" y="52"/>
                  </a:lnTo>
                  <a:lnTo>
                    <a:pt x="3216" y="77"/>
                  </a:lnTo>
                  <a:lnTo>
                    <a:pt x="3190" y="116"/>
                  </a:lnTo>
                  <a:lnTo>
                    <a:pt x="3165" y="154"/>
                  </a:lnTo>
                  <a:lnTo>
                    <a:pt x="3152" y="193"/>
                  </a:lnTo>
                  <a:lnTo>
                    <a:pt x="3152" y="244"/>
                  </a:lnTo>
                  <a:lnTo>
                    <a:pt x="3152" y="833"/>
                  </a:lnTo>
                  <a:lnTo>
                    <a:pt x="2409" y="833"/>
                  </a:lnTo>
                  <a:lnTo>
                    <a:pt x="2358" y="846"/>
                  </a:lnTo>
                  <a:lnTo>
                    <a:pt x="2319" y="859"/>
                  </a:lnTo>
                  <a:lnTo>
                    <a:pt x="2268" y="872"/>
                  </a:lnTo>
                  <a:lnTo>
                    <a:pt x="2242" y="910"/>
                  </a:lnTo>
                  <a:lnTo>
                    <a:pt x="2204" y="948"/>
                  </a:lnTo>
                  <a:lnTo>
                    <a:pt x="2178" y="987"/>
                  </a:lnTo>
                  <a:lnTo>
                    <a:pt x="2166" y="1025"/>
                  </a:lnTo>
                  <a:lnTo>
                    <a:pt x="2166" y="1076"/>
                  </a:lnTo>
                  <a:lnTo>
                    <a:pt x="2166" y="1858"/>
                  </a:lnTo>
                  <a:lnTo>
                    <a:pt x="244" y="1858"/>
                  </a:lnTo>
                  <a:lnTo>
                    <a:pt x="193" y="1871"/>
                  </a:lnTo>
                  <a:lnTo>
                    <a:pt x="155" y="1883"/>
                  </a:lnTo>
                  <a:lnTo>
                    <a:pt x="103" y="1909"/>
                  </a:lnTo>
                  <a:lnTo>
                    <a:pt x="78" y="1935"/>
                  </a:lnTo>
                  <a:lnTo>
                    <a:pt x="39" y="1973"/>
                  </a:lnTo>
                  <a:lnTo>
                    <a:pt x="27" y="2011"/>
                  </a:lnTo>
                  <a:lnTo>
                    <a:pt x="1" y="2063"/>
                  </a:lnTo>
                  <a:lnTo>
                    <a:pt x="1" y="2101"/>
                  </a:lnTo>
                  <a:lnTo>
                    <a:pt x="1" y="2152"/>
                  </a:lnTo>
                  <a:lnTo>
                    <a:pt x="27" y="2204"/>
                  </a:lnTo>
                  <a:lnTo>
                    <a:pt x="39" y="2242"/>
                  </a:lnTo>
                  <a:lnTo>
                    <a:pt x="78" y="2280"/>
                  </a:lnTo>
                  <a:lnTo>
                    <a:pt x="103" y="2306"/>
                  </a:lnTo>
                  <a:lnTo>
                    <a:pt x="155" y="2332"/>
                  </a:lnTo>
                  <a:lnTo>
                    <a:pt x="193" y="2344"/>
                  </a:lnTo>
                  <a:lnTo>
                    <a:pt x="5803" y="2344"/>
                  </a:lnTo>
                  <a:lnTo>
                    <a:pt x="5854" y="2332"/>
                  </a:lnTo>
                  <a:lnTo>
                    <a:pt x="5893" y="2306"/>
                  </a:lnTo>
                  <a:lnTo>
                    <a:pt x="5931" y="2280"/>
                  </a:lnTo>
                  <a:lnTo>
                    <a:pt x="5957" y="2242"/>
                  </a:lnTo>
                  <a:lnTo>
                    <a:pt x="5982" y="2204"/>
                  </a:lnTo>
                  <a:lnTo>
                    <a:pt x="5995" y="2152"/>
                  </a:lnTo>
                  <a:lnTo>
                    <a:pt x="5995" y="2101"/>
                  </a:lnTo>
                  <a:lnTo>
                    <a:pt x="5995" y="2063"/>
                  </a:lnTo>
                  <a:lnTo>
                    <a:pt x="5982" y="2011"/>
                  </a:lnTo>
                  <a:lnTo>
                    <a:pt x="5957" y="1973"/>
                  </a:lnTo>
                  <a:lnTo>
                    <a:pt x="5931" y="1935"/>
                  </a:lnTo>
                  <a:lnTo>
                    <a:pt x="5893" y="1909"/>
                  </a:lnTo>
                  <a:lnTo>
                    <a:pt x="5854" y="1883"/>
                  </a:lnTo>
                  <a:lnTo>
                    <a:pt x="5803" y="1871"/>
                  </a:lnTo>
                  <a:lnTo>
                    <a:pt x="5752" y="1858"/>
                  </a:lnTo>
                  <a:lnTo>
                    <a:pt x="4727" y="1858"/>
                  </a:lnTo>
                  <a:lnTo>
                    <a:pt x="4727" y="551"/>
                  </a:lnTo>
                  <a:lnTo>
                    <a:pt x="4714" y="513"/>
                  </a:lnTo>
                  <a:lnTo>
                    <a:pt x="4701" y="462"/>
                  </a:lnTo>
                  <a:lnTo>
                    <a:pt x="4689" y="423"/>
                  </a:lnTo>
                  <a:lnTo>
                    <a:pt x="4650" y="385"/>
                  </a:lnTo>
                  <a:lnTo>
                    <a:pt x="4625" y="359"/>
                  </a:lnTo>
                  <a:lnTo>
                    <a:pt x="4573" y="334"/>
                  </a:lnTo>
                  <a:lnTo>
                    <a:pt x="4535" y="321"/>
                  </a:lnTo>
                  <a:lnTo>
                    <a:pt x="4484" y="308"/>
                  </a:lnTo>
                  <a:lnTo>
                    <a:pt x="4433" y="321"/>
                  </a:lnTo>
                  <a:lnTo>
                    <a:pt x="4394" y="334"/>
                  </a:lnTo>
                  <a:lnTo>
                    <a:pt x="4343" y="359"/>
                  </a:lnTo>
                  <a:lnTo>
                    <a:pt x="4304" y="385"/>
                  </a:lnTo>
                  <a:lnTo>
                    <a:pt x="4279" y="423"/>
                  </a:lnTo>
                  <a:lnTo>
                    <a:pt x="4253" y="462"/>
                  </a:lnTo>
                  <a:lnTo>
                    <a:pt x="4240" y="513"/>
                  </a:lnTo>
                  <a:lnTo>
                    <a:pt x="4240" y="551"/>
                  </a:lnTo>
                  <a:lnTo>
                    <a:pt x="4240" y="1858"/>
                  </a:lnTo>
                  <a:lnTo>
                    <a:pt x="2652" y="1858"/>
                  </a:lnTo>
                  <a:lnTo>
                    <a:pt x="2652" y="1320"/>
                  </a:lnTo>
                  <a:lnTo>
                    <a:pt x="3446" y="1320"/>
                  </a:lnTo>
                  <a:lnTo>
                    <a:pt x="3485" y="1307"/>
                  </a:lnTo>
                  <a:lnTo>
                    <a:pt x="3523" y="1281"/>
                  </a:lnTo>
                  <a:lnTo>
                    <a:pt x="3562" y="1256"/>
                  </a:lnTo>
                  <a:lnTo>
                    <a:pt x="3587" y="1217"/>
                  </a:lnTo>
                  <a:lnTo>
                    <a:pt x="3613" y="1179"/>
                  </a:lnTo>
                  <a:lnTo>
                    <a:pt x="3626" y="1128"/>
                  </a:lnTo>
                  <a:lnTo>
                    <a:pt x="3638" y="1076"/>
                  </a:lnTo>
                  <a:lnTo>
                    <a:pt x="3638" y="244"/>
                  </a:lnTo>
                  <a:lnTo>
                    <a:pt x="3626" y="193"/>
                  </a:lnTo>
                  <a:lnTo>
                    <a:pt x="3613" y="154"/>
                  </a:lnTo>
                  <a:lnTo>
                    <a:pt x="3587" y="116"/>
                  </a:lnTo>
                  <a:lnTo>
                    <a:pt x="3562" y="77"/>
                  </a:lnTo>
                  <a:lnTo>
                    <a:pt x="3523" y="52"/>
                  </a:lnTo>
                  <a:lnTo>
                    <a:pt x="3485" y="26"/>
                  </a:lnTo>
                  <a:lnTo>
                    <a:pt x="3446" y="13"/>
                  </a:lnTo>
                  <a:lnTo>
                    <a:pt x="33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8"/>
            <p:cNvSpPr/>
            <p:nvPr/>
          </p:nvSpPr>
          <p:spPr>
            <a:xfrm>
              <a:off x="2008130" y="1750204"/>
              <a:ext cx="354435" cy="233511"/>
            </a:xfrm>
            <a:custGeom>
              <a:avLst/>
              <a:gdLst/>
              <a:ahLst/>
              <a:cxnLst/>
              <a:rect l="l" t="t" r="r" b="b"/>
              <a:pathLst>
                <a:path w="7058" h="4650" extrusionOk="0">
                  <a:moveTo>
                    <a:pt x="218" y="0"/>
                  </a:moveTo>
                  <a:lnTo>
                    <a:pt x="167" y="13"/>
                  </a:lnTo>
                  <a:lnTo>
                    <a:pt x="129" y="26"/>
                  </a:lnTo>
                  <a:lnTo>
                    <a:pt x="90" y="51"/>
                  </a:lnTo>
                  <a:lnTo>
                    <a:pt x="52" y="90"/>
                  </a:lnTo>
                  <a:lnTo>
                    <a:pt x="26" y="128"/>
                  </a:lnTo>
                  <a:lnTo>
                    <a:pt x="13" y="180"/>
                  </a:lnTo>
                  <a:lnTo>
                    <a:pt x="0" y="218"/>
                  </a:lnTo>
                  <a:lnTo>
                    <a:pt x="0" y="269"/>
                  </a:lnTo>
                  <a:lnTo>
                    <a:pt x="13" y="320"/>
                  </a:lnTo>
                  <a:lnTo>
                    <a:pt x="39" y="359"/>
                  </a:lnTo>
                  <a:lnTo>
                    <a:pt x="65" y="397"/>
                  </a:lnTo>
                  <a:lnTo>
                    <a:pt x="103" y="436"/>
                  </a:lnTo>
                  <a:lnTo>
                    <a:pt x="1230" y="1319"/>
                  </a:lnTo>
                  <a:lnTo>
                    <a:pt x="1230" y="2152"/>
                  </a:lnTo>
                  <a:lnTo>
                    <a:pt x="1243" y="2203"/>
                  </a:lnTo>
                  <a:lnTo>
                    <a:pt x="1256" y="2242"/>
                  </a:lnTo>
                  <a:lnTo>
                    <a:pt x="1268" y="2293"/>
                  </a:lnTo>
                  <a:lnTo>
                    <a:pt x="1307" y="2318"/>
                  </a:lnTo>
                  <a:lnTo>
                    <a:pt x="1332" y="2357"/>
                  </a:lnTo>
                  <a:lnTo>
                    <a:pt x="1384" y="2370"/>
                  </a:lnTo>
                  <a:lnTo>
                    <a:pt x="1422" y="2382"/>
                  </a:lnTo>
                  <a:lnTo>
                    <a:pt x="1473" y="2395"/>
                  </a:lnTo>
                  <a:lnTo>
                    <a:pt x="5546" y="2395"/>
                  </a:lnTo>
                  <a:lnTo>
                    <a:pt x="5546" y="3484"/>
                  </a:lnTo>
                  <a:lnTo>
                    <a:pt x="4906" y="4252"/>
                  </a:lnTo>
                  <a:lnTo>
                    <a:pt x="4880" y="4291"/>
                  </a:lnTo>
                  <a:lnTo>
                    <a:pt x="4855" y="4342"/>
                  </a:lnTo>
                  <a:lnTo>
                    <a:pt x="4855" y="4381"/>
                  </a:lnTo>
                  <a:lnTo>
                    <a:pt x="4855" y="4432"/>
                  </a:lnTo>
                  <a:lnTo>
                    <a:pt x="4855" y="4470"/>
                  </a:lnTo>
                  <a:lnTo>
                    <a:pt x="4880" y="4521"/>
                  </a:lnTo>
                  <a:lnTo>
                    <a:pt x="4906" y="4560"/>
                  </a:lnTo>
                  <a:lnTo>
                    <a:pt x="4932" y="4598"/>
                  </a:lnTo>
                  <a:lnTo>
                    <a:pt x="4970" y="4624"/>
                  </a:lnTo>
                  <a:lnTo>
                    <a:pt x="5008" y="4637"/>
                  </a:lnTo>
                  <a:lnTo>
                    <a:pt x="5098" y="4649"/>
                  </a:lnTo>
                  <a:lnTo>
                    <a:pt x="5149" y="4649"/>
                  </a:lnTo>
                  <a:lnTo>
                    <a:pt x="5200" y="4624"/>
                  </a:lnTo>
                  <a:lnTo>
                    <a:pt x="5239" y="4598"/>
                  </a:lnTo>
                  <a:lnTo>
                    <a:pt x="5277" y="4560"/>
                  </a:lnTo>
                  <a:lnTo>
                    <a:pt x="5982" y="3727"/>
                  </a:lnTo>
                  <a:lnTo>
                    <a:pt x="6020" y="3650"/>
                  </a:lnTo>
                  <a:lnTo>
                    <a:pt x="6033" y="3574"/>
                  </a:lnTo>
                  <a:lnTo>
                    <a:pt x="6033" y="2395"/>
                  </a:lnTo>
                  <a:lnTo>
                    <a:pt x="6814" y="2395"/>
                  </a:lnTo>
                  <a:lnTo>
                    <a:pt x="6865" y="2382"/>
                  </a:lnTo>
                  <a:lnTo>
                    <a:pt x="6904" y="2370"/>
                  </a:lnTo>
                  <a:lnTo>
                    <a:pt x="6942" y="2357"/>
                  </a:lnTo>
                  <a:lnTo>
                    <a:pt x="6981" y="2318"/>
                  </a:lnTo>
                  <a:lnTo>
                    <a:pt x="7006" y="2293"/>
                  </a:lnTo>
                  <a:lnTo>
                    <a:pt x="7032" y="2242"/>
                  </a:lnTo>
                  <a:lnTo>
                    <a:pt x="7045" y="2203"/>
                  </a:lnTo>
                  <a:lnTo>
                    <a:pt x="7058" y="2152"/>
                  </a:lnTo>
                  <a:lnTo>
                    <a:pt x="7045" y="2101"/>
                  </a:lnTo>
                  <a:lnTo>
                    <a:pt x="7032" y="2062"/>
                  </a:lnTo>
                  <a:lnTo>
                    <a:pt x="7006" y="2011"/>
                  </a:lnTo>
                  <a:lnTo>
                    <a:pt x="6981" y="1985"/>
                  </a:lnTo>
                  <a:lnTo>
                    <a:pt x="6942" y="1947"/>
                  </a:lnTo>
                  <a:lnTo>
                    <a:pt x="6904" y="1921"/>
                  </a:lnTo>
                  <a:lnTo>
                    <a:pt x="6865" y="1909"/>
                  </a:lnTo>
                  <a:lnTo>
                    <a:pt x="3766" y="1909"/>
                  </a:lnTo>
                  <a:lnTo>
                    <a:pt x="3766" y="244"/>
                  </a:lnTo>
                  <a:lnTo>
                    <a:pt x="3766" y="192"/>
                  </a:lnTo>
                  <a:lnTo>
                    <a:pt x="3753" y="141"/>
                  </a:lnTo>
                  <a:lnTo>
                    <a:pt x="3728" y="103"/>
                  </a:lnTo>
                  <a:lnTo>
                    <a:pt x="3702" y="64"/>
                  </a:lnTo>
                  <a:lnTo>
                    <a:pt x="3664" y="39"/>
                  </a:lnTo>
                  <a:lnTo>
                    <a:pt x="3625" y="13"/>
                  </a:lnTo>
                  <a:lnTo>
                    <a:pt x="3574" y="0"/>
                  </a:lnTo>
                  <a:lnTo>
                    <a:pt x="3484" y="0"/>
                  </a:lnTo>
                  <a:lnTo>
                    <a:pt x="3433" y="13"/>
                  </a:lnTo>
                  <a:lnTo>
                    <a:pt x="3395" y="39"/>
                  </a:lnTo>
                  <a:lnTo>
                    <a:pt x="3356" y="64"/>
                  </a:lnTo>
                  <a:lnTo>
                    <a:pt x="3331" y="103"/>
                  </a:lnTo>
                  <a:lnTo>
                    <a:pt x="3305" y="141"/>
                  </a:lnTo>
                  <a:lnTo>
                    <a:pt x="3292" y="192"/>
                  </a:lnTo>
                  <a:lnTo>
                    <a:pt x="3292" y="244"/>
                  </a:lnTo>
                  <a:lnTo>
                    <a:pt x="3292" y="1909"/>
                  </a:lnTo>
                  <a:lnTo>
                    <a:pt x="1717" y="1909"/>
                  </a:lnTo>
                  <a:lnTo>
                    <a:pt x="1717" y="1191"/>
                  </a:lnTo>
                  <a:lnTo>
                    <a:pt x="1717" y="1140"/>
                  </a:lnTo>
                  <a:lnTo>
                    <a:pt x="1691" y="1089"/>
                  </a:lnTo>
                  <a:lnTo>
                    <a:pt x="1666" y="1038"/>
                  </a:lnTo>
                  <a:lnTo>
                    <a:pt x="1627" y="999"/>
                  </a:lnTo>
                  <a:lnTo>
                    <a:pt x="398" y="51"/>
                  </a:lnTo>
                  <a:lnTo>
                    <a:pt x="359" y="26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8"/>
            <p:cNvSpPr/>
            <p:nvPr/>
          </p:nvSpPr>
          <p:spPr>
            <a:xfrm>
              <a:off x="2487297" y="1939923"/>
              <a:ext cx="24506" cy="101038"/>
            </a:xfrm>
            <a:custGeom>
              <a:avLst/>
              <a:gdLst/>
              <a:ahLst/>
              <a:cxnLst/>
              <a:rect l="l" t="t" r="r" b="b"/>
              <a:pathLst>
                <a:path w="488" h="2012" extrusionOk="0">
                  <a:moveTo>
                    <a:pt x="244" y="1"/>
                  </a:moveTo>
                  <a:lnTo>
                    <a:pt x="192" y="13"/>
                  </a:lnTo>
                  <a:lnTo>
                    <a:pt x="154" y="26"/>
                  </a:lnTo>
                  <a:lnTo>
                    <a:pt x="103" y="39"/>
                  </a:lnTo>
                  <a:lnTo>
                    <a:pt x="77" y="77"/>
                  </a:lnTo>
                  <a:lnTo>
                    <a:pt x="39" y="116"/>
                  </a:lnTo>
                  <a:lnTo>
                    <a:pt x="13" y="154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1768"/>
                  </a:lnTo>
                  <a:lnTo>
                    <a:pt x="0" y="1819"/>
                  </a:lnTo>
                  <a:lnTo>
                    <a:pt x="13" y="1858"/>
                  </a:lnTo>
                  <a:lnTo>
                    <a:pt x="39" y="1909"/>
                  </a:lnTo>
                  <a:lnTo>
                    <a:pt x="77" y="1947"/>
                  </a:lnTo>
                  <a:lnTo>
                    <a:pt x="103" y="1973"/>
                  </a:lnTo>
                  <a:lnTo>
                    <a:pt x="154" y="1999"/>
                  </a:lnTo>
                  <a:lnTo>
                    <a:pt x="192" y="2011"/>
                  </a:lnTo>
                  <a:lnTo>
                    <a:pt x="295" y="2011"/>
                  </a:lnTo>
                  <a:lnTo>
                    <a:pt x="333" y="1999"/>
                  </a:lnTo>
                  <a:lnTo>
                    <a:pt x="385" y="1973"/>
                  </a:lnTo>
                  <a:lnTo>
                    <a:pt x="410" y="1947"/>
                  </a:lnTo>
                  <a:lnTo>
                    <a:pt x="449" y="1909"/>
                  </a:lnTo>
                  <a:lnTo>
                    <a:pt x="461" y="1858"/>
                  </a:lnTo>
                  <a:lnTo>
                    <a:pt x="487" y="1819"/>
                  </a:lnTo>
                  <a:lnTo>
                    <a:pt x="487" y="1768"/>
                  </a:lnTo>
                  <a:lnTo>
                    <a:pt x="487" y="244"/>
                  </a:lnTo>
                  <a:lnTo>
                    <a:pt x="487" y="193"/>
                  </a:lnTo>
                  <a:lnTo>
                    <a:pt x="461" y="154"/>
                  </a:lnTo>
                  <a:lnTo>
                    <a:pt x="449" y="116"/>
                  </a:lnTo>
                  <a:lnTo>
                    <a:pt x="410" y="77"/>
                  </a:lnTo>
                  <a:lnTo>
                    <a:pt x="385" y="39"/>
                  </a:lnTo>
                  <a:lnTo>
                    <a:pt x="333" y="26"/>
                  </a:lnTo>
                  <a:lnTo>
                    <a:pt x="295" y="13"/>
                  </a:lnTo>
                  <a:lnTo>
                    <a:pt x="2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8"/>
            <p:cNvSpPr/>
            <p:nvPr/>
          </p:nvSpPr>
          <p:spPr>
            <a:xfrm>
              <a:off x="2651305" y="1846018"/>
              <a:ext cx="67593" cy="194944"/>
            </a:xfrm>
            <a:custGeom>
              <a:avLst/>
              <a:gdLst/>
              <a:ahLst/>
              <a:cxnLst/>
              <a:rect l="l" t="t" r="r" b="b"/>
              <a:pathLst>
                <a:path w="1346" h="3882" extrusionOk="0">
                  <a:moveTo>
                    <a:pt x="218" y="1"/>
                  </a:moveTo>
                  <a:lnTo>
                    <a:pt x="167" y="13"/>
                  </a:lnTo>
                  <a:lnTo>
                    <a:pt x="128" y="26"/>
                  </a:lnTo>
                  <a:lnTo>
                    <a:pt x="90" y="52"/>
                  </a:lnTo>
                  <a:lnTo>
                    <a:pt x="52" y="90"/>
                  </a:lnTo>
                  <a:lnTo>
                    <a:pt x="26" y="129"/>
                  </a:lnTo>
                  <a:lnTo>
                    <a:pt x="13" y="180"/>
                  </a:lnTo>
                  <a:lnTo>
                    <a:pt x="0" y="231"/>
                  </a:lnTo>
                  <a:lnTo>
                    <a:pt x="0" y="270"/>
                  </a:lnTo>
                  <a:lnTo>
                    <a:pt x="13" y="321"/>
                  </a:lnTo>
                  <a:lnTo>
                    <a:pt x="26" y="359"/>
                  </a:lnTo>
                  <a:lnTo>
                    <a:pt x="64" y="398"/>
                  </a:lnTo>
                  <a:lnTo>
                    <a:pt x="90" y="436"/>
                  </a:lnTo>
                  <a:lnTo>
                    <a:pt x="128" y="462"/>
                  </a:lnTo>
                  <a:lnTo>
                    <a:pt x="858" y="820"/>
                  </a:lnTo>
                  <a:lnTo>
                    <a:pt x="858" y="3638"/>
                  </a:lnTo>
                  <a:lnTo>
                    <a:pt x="858" y="3689"/>
                  </a:lnTo>
                  <a:lnTo>
                    <a:pt x="871" y="3728"/>
                  </a:lnTo>
                  <a:lnTo>
                    <a:pt x="897" y="3779"/>
                  </a:lnTo>
                  <a:lnTo>
                    <a:pt x="922" y="3817"/>
                  </a:lnTo>
                  <a:lnTo>
                    <a:pt x="961" y="3843"/>
                  </a:lnTo>
                  <a:lnTo>
                    <a:pt x="999" y="3869"/>
                  </a:lnTo>
                  <a:lnTo>
                    <a:pt x="1051" y="3881"/>
                  </a:lnTo>
                  <a:lnTo>
                    <a:pt x="1153" y="3881"/>
                  </a:lnTo>
                  <a:lnTo>
                    <a:pt x="1191" y="3869"/>
                  </a:lnTo>
                  <a:lnTo>
                    <a:pt x="1230" y="3843"/>
                  </a:lnTo>
                  <a:lnTo>
                    <a:pt x="1268" y="3817"/>
                  </a:lnTo>
                  <a:lnTo>
                    <a:pt x="1307" y="3779"/>
                  </a:lnTo>
                  <a:lnTo>
                    <a:pt x="1320" y="3728"/>
                  </a:lnTo>
                  <a:lnTo>
                    <a:pt x="1332" y="3689"/>
                  </a:lnTo>
                  <a:lnTo>
                    <a:pt x="1345" y="3638"/>
                  </a:lnTo>
                  <a:lnTo>
                    <a:pt x="1345" y="679"/>
                  </a:lnTo>
                  <a:lnTo>
                    <a:pt x="1332" y="615"/>
                  </a:lnTo>
                  <a:lnTo>
                    <a:pt x="1307" y="551"/>
                  </a:lnTo>
                  <a:lnTo>
                    <a:pt x="1268" y="500"/>
                  </a:lnTo>
                  <a:lnTo>
                    <a:pt x="1204" y="462"/>
                  </a:lnTo>
                  <a:lnTo>
                    <a:pt x="359" y="26"/>
                  </a:lnTo>
                  <a:lnTo>
                    <a:pt x="308" y="13"/>
                  </a:lnTo>
                  <a:lnTo>
                    <a:pt x="2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8"/>
            <p:cNvSpPr/>
            <p:nvPr/>
          </p:nvSpPr>
          <p:spPr>
            <a:xfrm>
              <a:off x="1728373" y="1745032"/>
              <a:ext cx="91998" cy="295932"/>
            </a:xfrm>
            <a:custGeom>
              <a:avLst/>
              <a:gdLst/>
              <a:ahLst/>
              <a:cxnLst/>
              <a:rect l="l" t="t" r="r" b="b"/>
              <a:pathLst>
                <a:path w="1832" h="5893" extrusionOk="0">
                  <a:moveTo>
                    <a:pt x="1537" y="1"/>
                  </a:moveTo>
                  <a:lnTo>
                    <a:pt x="1499" y="14"/>
                  </a:lnTo>
                  <a:lnTo>
                    <a:pt x="1447" y="39"/>
                  </a:lnTo>
                  <a:lnTo>
                    <a:pt x="1422" y="78"/>
                  </a:lnTo>
                  <a:lnTo>
                    <a:pt x="1383" y="103"/>
                  </a:lnTo>
                  <a:lnTo>
                    <a:pt x="1371" y="154"/>
                  </a:lnTo>
                  <a:lnTo>
                    <a:pt x="1345" y="193"/>
                  </a:lnTo>
                  <a:lnTo>
                    <a:pt x="1345" y="244"/>
                  </a:lnTo>
                  <a:lnTo>
                    <a:pt x="1345" y="2012"/>
                  </a:lnTo>
                  <a:lnTo>
                    <a:pt x="192" y="2012"/>
                  </a:lnTo>
                  <a:lnTo>
                    <a:pt x="141" y="2024"/>
                  </a:lnTo>
                  <a:lnTo>
                    <a:pt x="103" y="2050"/>
                  </a:lnTo>
                  <a:lnTo>
                    <a:pt x="64" y="2088"/>
                  </a:lnTo>
                  <a:lnTo>
                    <a:pt x="38" y="2114"/>
                  </a:lnTo>
                  <a:lnTo>
                    <a:pt x="13" y="2165"/>
                  </a:lnTo>
                  <a:lnTo>
                    <a:pt x="0" y="2204"/>
                  </a:lnTo>
                  <a:lnTo>
                    <a:pt x="0" y="2255"/>
                  </a:lnTo>
                  <a:lnTo>
                    <a:pt x="0" y="5649"/>
                  </a:lnTo>
                  <a:lnTo>
                    <a:pt x="0" y="5700"/>
                  </a:lnTo>
                  <a:lnTo>
                    <a:pt x="13" y="5739"/>
                  </a:lnTo>
                  <a:lnTo>
                    <a:pt x="38" y="5790"/>
                  </a:lnTo>
                  <a:lnTo>
                    <a:pt x="64" y="5828"/>
                  </a:lnTo>
                  <a:lnTo>
                    <a:pt x="103" y="5854"/>
                  </a:lnTo>
                  <a:lnTo>
                    <a:pt x="141" y="5880"/>
                  </a:lnTo>
                  <a:lnTo>
                    <a:pt x="192" y="5892"/>
                  </a:lnTo>
                  <a:lnTo>
                    <a:pt x="282" y="5892"/>
                  </a:lnTo>
                  <a:lnTo>
                    <a:pt x="333" y="5880"/>
                  </a:lnTo>
                  <a:lnTo>
                    <a:pt x="371" y="5854"/>
                  </a:lnTo>
                  <a:lnTo>
                    <a:pt x="410" y="5828"/>
                  </a:lnTo>
                  <a:lnTo>
                    <a:pt x="436" y="5790"/>
                  </a:lnTo>
                  <a:lnTo>
                    <a:pt x="461" y="5739"/>
                  </a:lnTo>
                  <a:lnTo>
                    <a:pt x="474" y="5700"/>
                  </a:lnTo>
                  <a:lnTo>
                    <a:pt x="487" y="5649"/>
                  </a:lnTo>
                  <a:lnTo>
                    <a:pt x="487" y="2498"/>
                  </a:lnTo>
                  <a:lnTo>
                    <a:pt x="1588" y="2498"/>
                  </a:lnTo>
                  <a:lnTo>
                    <a:pt x="1639" y="2485"/>
                  </a:lnTo>
                  <a:lnTo>
                    <a:pt x="1678" y="2473"/>
                  </a:lnTo>
                  <a:lnTo>
                    <a:pt x="1729" y="2460"/>
                  </a:lnTo>
                  <a:lnTo>
                    <a:pt x="1755" y="2421"/>
                  </a:lnTo>
                  <a:lnTo>
                    <a:pt x="1793" y="2396"/>
                  </a:lnTo>
                  <a:lnTo>
                    <a:pt x="1806" y="2345"/>
                  </a:lnTo>
                  <a:lnTo>
                    <a:pt x="1832" y="2306"/>
                  </a:lnTo>
                  <a:lnTo>
                    <a:pt x="1832" y="2255"/>
                  </a:lnTo>
                  <a:lnTo>
                    <a:pt x="1832" y="244"/>
                  </a:lnTo>
                  <a:lnTo>
                    <a:pt x="1832" y="193"/>
                  </a:lnTo>
                  <a:lnTo>
                    <a:pt x="1806" y="154"/>
                  </a:lnTo>
                  <a:lnTo>
                    <a:pt x="1793" y="103"/>
                  </a:lnTo>
                  <a:lnTo>
                    <a:pt x="1755" y="78"/>
                  </a:lnTo>
                  <a:lnTo>
                    <a:pt x="1729" y="39"/>
                  </a:lnTo>
                  <a:lnTo>
                    <a:pt x="1678" y="14"/>
                  </a:lnTo>
                  <a:lnTo>
                    <a:pt x="16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8"/>
            <p:cNvSpPr/>
            <p:nvPr/>
          </p:nvSpPr>
          <p:spPr>
            <a:xfrm>
              <a:off x="2262829" y="1242714"/>
              <a:ext cx="24506" cy="143471"/>
            </a:xfrm>
            <a:custGeom>
              <a:avLst/>
              <a:gdLst/>
              <a:ahLst/>
              <a:cxnLst/>
              <a:rect l="l" t="t" r="r" b="b"/>
              <a:pathLst>
                <a:path w="488" h="2857" extrusionOk="0">
                  <a:moveTo>
                    <a:pt x="193" y="1"/>
                  </a:moveTo>
                  <a:lnTo>
                    <a:pt x="154" y="14"/>
                  </a:lnTo>
                  <a:lnTo>
                    <a:pt x="103" y="39"/>
                  </a:lnTo>
                  <a:lnTo>
                    <a:pt x="64" y="65"/>
                  </a:lnTo>
                  <a:lnTo>
                    <a:pt x="39" y="103"/>
                  </a:lnTo>
                  <a:lnTo>
                    <a:pt x="13" y="142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2614"/>
                  </a:lnTo>
                  <a:lnTo>
                    <a:pt x="0" y="2665"/>
                  </a:lnTo>
                  <a:lnTo>
                    <a:pt x="13" y="2716"/>
                  </a:lnTo>
                  <a:lnTo>
                    <a:pt x="39" y="2754"/>
                  </a:lnTo>
                  <a:lnTo>
                    <a:pt x="64" y="2793"/>
                  </a:lnTo>
                  <a:lnTo>
                    <a:pt x="103" y="2819"/>
                  </a:lnTo>
                  <a:lnTo>
                    <a:pt x="154" y="2844"/>
                  </a:lnTo>
                  <a:lnTo>
                    <a:pt x="193" y="2857"/>
                  </a:lnTo>
                  <a:lnTo>
                    <a:pt x="295" y="2857"/>
                  </a:lnTo>
                  <a:lnTo>
                    <a:pt x="333" y="2844"/>
                  </a:lnTo>
                  <a:lnTo>
                    <a:pt x="385" y="2819"/>
                  </a:lnTo>
                  <a:lnTo>
                    <a:pt x="410" y="2793"/>
                  </a:lnTo>
                  <a:lnTo>
                    <a:pt x="449" y="2754"/>
                  </a:lnTo>
                  <a:lnTo>
                    <a:pt x="461" y="2716"/>
                  </a:lnTo>
                  <a:lnTo>
                    <a:pt x="474" y="2665"/>
                  </a:lnTo>
                  <a:lnTo>
                    <a:pt x="487" y="2614"/>
                  </a:lnTo>
                  <a:lnTo>
                    <a:pt x="487" y="244"/>
                  </a:lnTo>
                  <a:lnTo>
                    <a:pt x="474" y="193"/>
                  </a:lnTo>
                  <a:lnTo>
                    <a:pt x="461" y="142"/>
                  </a:lnTo>
                  <a:lnTo>
                    <a:pt x="449" y="103"/>
                  </a:lnTo>
                  <a:lnTo>
                    <a:pt x="410" y="65"/>
                  </a:lnTo>
                  <a:lnTo>
                    <a:pt x="385" y="39"/>
                  </a:lnTo>
                  <a:lnTo>
                    <a:pt x="333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8"/>
            <p:cNvSpPr/>
            <p:nvPr/>
          </p:nvSpPr>
          <p:spPr>
            <a:xfrm>
              <a:off x="2487297" y="1242714"/>
              <a:ext cx="320990" cy="341579"/>
            </a:xfrm>
            <a:custGeom>
              <a:avLst/>
              <a:gdLst/>
              <a:ahLst/>
              <a:cxnLst/>
              <a:rect l="l" t="t" r="r" b="b"/>
              <a:pathLst>
                <a:path w="6392" h="6802" extrusionOk="0">
                  <a:moveTo>
                    <a:pt x="192" y="1"/>
                  </a:moveTo>
                  <a:lnTo>
                    <a:pt x="154" y="14"/>
                  </a:lnTo>
                  <a:lnTo>
                    <a:pt x="103" y="39"/>
                  </a:lnTo>
                  <a:lnTo>
                    <a:pt x="77" y="65"/>
                  </a:lnTo>
                  <a:lnTo>
                    <a:pt x="39" y="103"/>
                  </a:lnTo>
                  <a:lnTo>
                    <a:pt x="13" y="142"/>
                  </a:lnTo>
                  <a:lnTo>
                    <a:pt x="0" y="193"/>
                  </a:lnTo>
                  <a:lnTo>
                    <a:pt x="0" y="244"/>
                  </a:lnTo>
                  <a:lnTo>
                    <a:pt x="0" y="6558"/>
                  </a:lnTo>
                  <a:lnTo>
                    <a:pt x="0" y="6610"/>
                  </a:lnTo>
                  <a:lnTo>
                    <a:pt x="13" y="6661"/>
                  </a:lnTo>
                  <a:lnTo>
                    <a:pt x="39" y="6699"/>
                  </a:lnTo>
                  <a:lnTo>
                    <a:pt x="77" y="6738"/>
                  </a:lnTo>
                  <a:lnTo>
                    <a:pt x="103" y="6763"/>
                  </a:lnTo>
                  <a:lnTo>
                    <a:pt x="154" y="6789"/>
                  </a:lnTo>
                  <a:lnTo>
                    <a:pt x="192" y="6802"/>
                  </a:lnTo>
                  <a:lnTo>
                    <a:pt x="295" y="6802"/>
                  </a:lnTo>
                  <a:lnTo>
                    <a:pt x="333" y="6789"/>
                  </a:lnTo>
                  <a:lnTo>
                    <a:pt x="385" y="6763"/>
                  </a:lnTo>
                  <a:lnTo>
                    <a:pt x="410" y="6738"/>
                  </a:lnTo>
                  <a:lnTo>
                    <a:pt x="449" y="6699"/>
                  </a:lnTo>
                  <a:lnTo>
                    <a:pt x="461" y="6661"/>
                  </a:lnTo>
                  <a:lnTo>
                    <a:pt x="487" y="6610"/>
                  </a:lnTo>
                  <a:lnTo>
                    <a:pt x="487" y="6558"/>
                  </a:lnTo>
                  <a:lnTo>
                    <a:pt x="487" y="3062"/>
                  </a:lnTo>
                  <a:lnTo>
                    <a:pt x="3804" y="5201"/>
                  </a:lnTo>
                  <a:lnTo>
                    <a:pt x="3868" y="5226"/>
                  </a:lnTo>
                  <a:lnTo>
                    <a:pt x="3932" y="5239"/>
                  </a:lnTo>
                  <a:lnTo>
                    <a:pt x="6148" y="5239"/>
                  </a:lnTo>
                  <a:lnTo>
                    <a:pt x="6187" y="5226"/>
                  </a:lnTo>
                  <a:lnTo>
                    <a:pt x="6238" y="5214"/>
                  </a:lnTo>
                  <a:lnTo>
                    <a:pt x="6276" y="5201"/>
                  </a:lnTo>
                  <a:lnTo>
                    <a:pt x="6315" y="5162"/>
                  </a:lnTo>
                  <a:lnTo>
                    <a:pt x="6340" y="5124"/>
                  </a:lnTo>
                  <a:lnTo>
                    <a:pt x="6366" y="5086"/>
                  </a:lnTo>
                  <a:lnTo>
                    <a:pt x="6379" y="5047"/>
                  </a:lnTo>
                  <a:lnTo>
                    <a:pt x="6391" y="4996"/>
                  </a:lnTo>
                  <a:lnTo>
                    <a:pt x="6379" y="4945"/>
                  </a:lnTo>
                  <a:lnTo>
                    <a:pt x="6366" y="4893"/>
                  </a:lnTo>
                  <a:lnTo>
                    <a:pt x="6340" y="4855"/>
                  </a:lnTo>
                  <a:lnTo>
                    <a:pt x="6315" y="4817"/>
                  </a:lnTo>
                  <a:lnTo>
                    <a:pt x="6276" y="4791"/>
                  </a:lnTo>
                  <a:lnTo>
                    <a:pt x="6238" y="4765"/>
                  </a:lnTo>
                  <a:lnTo>
                    <a:pt x="6187" y="4753"/>
                  </a:lnTo>
                  <a:lnTo>
                    <a:pt x="4009" y="4753"/>
                  </a:lnTo>
                  <a:lnTo>
                    <a:pt x="487" y="2486"/>
                  </a:lnTo>
                  <a:lnTo>
                    <a:pt x="487" y="244"/>
                  </a:lnTo>
                  <a:lnTo>
                    <a:pt x="487" y="193"/>
                  </a:lnTo>
                  <a:lnTo>
                    <a:pt x="461" y="142"/>
                  </a:lnTo>
                  <a:lnTo>
                    <a:pt x="449" y="103"/>
                  </a:lnTo>
                  <a:lnTo>
                    <a:pt x="410" y="65"/>
                  </a:lnTo>
                  <a:lnTo>
                    <a:pt x="385" y="39"/>
                  </a:lnTo>
                  <a:lnTo>
                    <a:pt x="333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8"/>
            <p:cNvSpPr/>
            <p:nvPr/>
          </p:nvSpPr>
          <p:spPr>
            <a:xfrm>
              <a:off x="1692317" y="1302522"/>
              <a:ext cx="504937" cy="224522"/>
            </a:xfrm>
            <a:custGeom>
              <a:avLst/>
              <a:gdLst/>
              <a:ahLst/>
              <a:cxnLst/>
              <a:rect l="l" t="t" r="r" b="b"/>
              <a:pathLst>
                <a:path w="10055" h="4471" extrusionOk="0">
                  <a:moveTo>
                    <a:pt x="206" y="1"/>
                  </a:moveTo>
                  <a:lnTo>
                    <a:pt x="155" y="14"/>
                  </a:lnTo>
                  <a:lnTo>
                    <a:pt x="116" y="39"/>
                  </a:lnTo>
                  <a:lnTo>
                    <a:pt x="78" y="65"/>
                  </a:lnTo>
                  <a:lnTo>
                    <a:pt x="52" y="103"/>
                  </a:lnTo>
                  <a:lnTo>
                    <a:pt x="26" y="142"/>
                  </a:lnTo>
                  <a:lnTo>
                    <a:pt x="14" y="193"/>
                  </a:lnTo>
                  <a:lnTo>
                    <a:pt x="1" y="231"/>
                  </a:lnTo>
                  <a:lnTo>
                    <a:pt x="14" y="283"/>
                  </a:lnTo>
                  <a:lnTo>
                    <a:pt x="26" y="321"/>
                  </a:lnTo>
                  <a:lnTo>
                    <a:pt x="39" y="372"/>
                  </a:lnTo>
                  <a:lnTo>
                    <a:pt x="65" y="411"/>
                  </a:lnTo>
                  <a:lnTo>
                    <a:pt x="103" y="436"/>
                  </a:lnTo>
                  <a:lnTo>
                    <a:pt x="4227" y="3280"/>
                  </a:lnTo>
                  <a:lnTo>
                    <a:pt x="4227" y="4228"/>
                  </a:lnTo>
                  <a:lnTo>
                    <a:pt x="4227" y="4279"/>
                  </a:lnTo>
                  <a:lnTo>
                    <a:pt x="4253" y="4330"/>
                  </a:lnTo>
                  <a:lnTo>
                    <a:pt x="4266" y="4368"/>
                  </a:lnTo>
                  <a:lnTo>
                    <a:pt x="4304" y="4407"/>
                  </a:lnTo>
                  <a:lnTo>
                    <a:pt x="4330" y="4432"/>
                  </a:lnTo>
                  <a:lnTo>
                    <a:pt x="4381" y="4458"/>
                  </a:lnTo>
                  <a:lnTo>
                    <a:pt x="4420" y="4471"/>
                  </a:lnTo>
                  <a:lnTo>
                    <a:pt x="4522" y="4471"/>
                  </a:lnTo>
                  <a:lnTo>
                    <a:pt x="4560" y="4458"/>
                  </a:lnTo>
                  <a:lnTo>
                    <a:pt x="4612" y="4432"/>
                  </a:lnTo>
                  <a:lnTo>
                    <a:pt x="4637" y="4407"/>
                  </a:lnTo>
                  <a:lnTo>
                    <a:pt x="4676" y="4368"/>
                  </a:lnTo>
                  <a:lnTo>
                    <a:pt x="4689" y="4330"/>
                  </a:lnTo>
                  <a:lnTo>
                    <a:pt x="4714" y="4279"/>
                  </a:lnTo>
                  <a:lnTo>
                    <a:pt x="4714" y="4228"/>
                  </a:lnTo>
                  <a:lnTo>
                    <a:pt x="4714" y="3267"/>
                  </a:lnTo>
                  <a:lnTo>
                    <a:pt x="5367" y="2665"/>
                  </a:lnTo>
                  <a:lnTo>
                    <a:pt x="9863" y="2665"/>
                  </a:lnTo>
                  <a:lnTo>
                    <a:pt x="9914" y="2652"/>
                  </a:lnTo>
                  <a:lnTo>
                    <a:pt x="9953" y="2627"/>
                  </a:lnTo>
                  <a:lnTo>
                    <a:pt x="9991" y="2601"/>
                  </a:lnTo>
                  <a:lnTo>
                    <a:pt x="10017" y="2562"/>
                  </a:lnTo>
                  <a:lnTo>
                    <a:pt x="10042" y="2524"/>
                  </a:lnTo>
                  <a:lnTo>
                    <a:pt x="10055" y="2473"/>
                  </a:lnTo>
                  <a:lnTo>
                    <a:pt x="10055" y="2422"/>
                  </a:lnTo>
                  <a:lnTo>
                    <a:pt x="10055" y="2383"/>
                  </a:lnTo>
                  <a:lnTo>
                    <a:pt x="10042" y="2332"/>
                  </a:lnTo>
                  <a:lnTo>
                    <a:pt x="10017" y="2294"/>
                  </a:lnTo>
                  <a:lnTo>
                    <a:pt x="9991" y="2255"/>
                  </a:lnTo>
                  <a:lnTo>
                    <a:pt x="9953" y="2229"/>
                  </a:lnTo>
                  <a:lnTo>
                    <a:pt x="9914" y="2204"/>
                  </a:lnTo>
                  <a:lnTo>
                    <a:pt x="9863" y="2191"/>
                  </a:lnTo>
                  <a:lnTo>
                    <a:pt x="9812" y="2178"/>
                  </a:lnTo>
                  <a:lnTo>
                    <a:pt x="7609" y="2178"/>
                  </a:lnTo>
                  <a:lnTo>
                    <a:pt x="7609" y="1013"/>
                  </a:lnTo>
                  <a:lnTo>
                    <a:pt x="7609" y="962"/>
                  </a:lnTo>
                  <a:lnTo>
                    <a:pt x="7583" y="923"/>
                  </a:lnTo>
                  <a:lnTo>
                    <a:pt x="7570" y="872"/>
                  </a:lnTo>
                  <a:lnTo>
                    <a:pt x="7532" y="846"/>
                  </a:lnTo>
                  <a:lnTo>
                    <a:pt x="7506" y="808"/>
                  </a:lnTo>
                  <a:lnTo>
                    <a:pt x="7455" y="795"/>
                  </a:lnTo>
                  <a:lnTo>
                    <a:pt x="7417" y="769"/>
                  </a:lnTo>
                  <a:lnTo>
                    <a:pt x="7314" y="769"/>
                  </a:lnTo>
                  <a:lnTo>
                    <a:pt x="7276" y="795"/>
                  </a:lnTo>
                  <a:lnTo>
                    <a:pt x="7224" y="808"/>
                  </a:lnTo>
                  <a:lnTo>
                    <a:pt x="7199" y="846"/>
                  </a:lnTo>
                  <a:lnTo>
                    <a:pt x="7160" y="872"/>
                  </a:lnTo>
                  <a:lnTo>
                    <a:pt x="7148" y="923"/>
                  </a:lnTo>
                  <a:lnTo>
                    <a:pt x="7122" y="962"/>
                  </a:lnTo>
                  <a:lnTo>
                    <a:pt x="7122" y="1013"/>
                  </a:lnTo>
                  <a:lnTo>
                    <a:pt x="7122" y="2178"/>
                  </a:lnTo>
                  <a:lnTo>
                    <a:pt x="5265" y="2178"/>
                  </a:lnTo>
                  <a:lnTo>
                    <a:pt x="5226" y="2191"/>
                  </a:lnTo>
                  <a:lnTo>
                    <a:pt x="5188" y="2204"/>
                  </a:lnTo>
                  <a:lnTo>
                    <a:pt x="5137" y="2217"/>
                  </a:lnTo>
                  <a:lnTo>
                    <a:pt x="5111" y="2242"/>
                  </a:lnTo>
                  <a:lnTo>
                    <a:pt x="4445" y="2844"/>
                  </a:lnTo>
                  <a:lnTo>
                    <a:pt x="385" y="39"/>
                  </a:lnTo>
                  <a:lnTo>
                    <a:pt x="347" y="14"/>
                  </a:lnTo>
                  <a:lnTo>
                    <a:pt x="29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8"/>
            <p:cNvSpPr/>
            <p:nvPr/>
          </p:nvSpPr>
          <p:spPr>
            <a:xfrm>
              <a:off x="1692317" y="1647913"/>
              <a:ext cx="93957" cy="24506"/>
            </a:xfrm>
            <a:custGeom>
              <a:avLst/>
              <a:gdLst/>
              <a:ahLst/>
              <a:cxnLst/>
              <a:rect l="l" t="t" r="r" b="b"/>
              <a:pathLst>
                <a:path w="1871" h="488" extrusionOk="0">
                  <a:moveTo>
                    <a:pt x="244" y="1"/>
                  </a:moveTo>
                  <a:lnTo>
                    <a:pt x="193" y="14"/>
                  </a:lnTo>
                  <a:lnTo>
                    <a:pt x="155" y="26"/>
                  </a:lnTo>
                  <a:lnTo>
                    <a:pt x="116" y="52"/>
                  </a:lnTo>
                  <a:lnTo>
                    <a:pt x="78" y="78"/>
                  </a:lnTo>
                  <a:lnTo>
                    <a:pt x="39" y="116"/>
                  </a:lnTo>
                  <a:lnTo>
                    <a:pt x="26" y="154"/>
                  </a:lnTo>
                  <a:lnTo>
                    <a:pt x="14" y="206"/>
                  </a:lnTo>
                  <a:lnTo>
                    <a:pt x="1" y="244"/>
                  </a:lnTo>
                  <a:lnTo>
                    <a:pt x="14" y="295"/>
                  </a:lnTo>
                  <a:lnTo>
                    <a:pt x="26" y="347"/>
                  </a:lnTo>
                  <a:lnTo>
                    <a:pt x="39" y="385"/>
                  </a:lnTo>
                  <a:lnTo>
                    <a:pt x="78" y="423"/>
                  </a:lnTo>
                  <a:lnTo>
                    <a:pt x="116" y="449"/>
                  </a:lnTo>
                  <a:lnTo>
                    <a:pt x="155" y="475"/>
                  </a:lnTo>
                  <a:lnTo>
                    <a:pt x="193" y="487"/>
                  </a:lnTo>
                  <a:lnTo>
                    <a:pt x="1679" y="487"/>
                  </a:lnTo>
                  <a:lnTo>
                    <a:pt x="1730" y="475"/>
                  </a:lnTo>
                  <a:lnTo>
                    <a:pt x="1768" y="449"/>
                  </a:lnTo>
                  <a:lnTo>
                    <a:pt x="1807" y="423"/>
                  </a:lnTo>
                  <a:lnTo>
                    <a:pt x="1832" y="385"/>
                  </a:lnTo>
                  <a:lnTo>
                    <a:pt x="1858" y="347"/>
                  </a:lnTo>
                  <a:lnTo>
                    <a:pt x="1871" y="295"/>
                  </a:lnTo>
                  <a:lnTo>
                    <a:pt x="1871" y="244"/>
                  </a:lnTo>
                  <a:lnTo>
                    <a:pt x="1871" y="206"/>
                  </a:lnTo>
                  <a:lnTo>
                    <a:pt x="1858" y="154"/>
                  </a:lnTo>
                  <a:lnTo>
                    <a:pt x="1832" y="116"/>
                  </a:lnTo>
                  <a:lnTo>
                    <a:pt x="1807" y="78"/>
                  </a:lnTo>
                  <a:lnTo>
                    <a:pt x="1768" y="52"/>
                  </a:lnTo>
                  <a:lnTo>
                    <a:pt x="1730" y="26"/>
                  </a:lnTo>
                  <a:lnTo>
                    <a:pt x="1679" y="14"/>
                  </a:lnTo>
                  <a:lnTo>
                    <a:pt x="16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8"/>
            <p:cNvSpPr/>
            <p:nvPr/>
          </p:nvSpPr>
          <p:spPr>
            <a:xfrm>
              <a:off x="1904583" y="1793290"/>
              <a:ext cx="184650" cy="247673"/>
            </a:xfrm>
            <a:custGeom>
              <a:avLst/>
              <a:gdLst/>
              <a:ahLst/>
              <a:cxnLst/>
              <a:rect l="l" t="t" r="r" b="b"/>
              <a:pathLst>
                <a:path w="3677" h="4932" extrusionOk="0">
                  <a:moveTo>
                    <a:pt x="244" y="0"/>
                  </a:moveTo>
                  <a:lnTo>
                    <a:pt x="193" y="13"/>
                  </a:lnTo>
                  <a:lnTo>
                    <a:pt x="154" y="26"/>
                  </a:lnTo>
                  <a:lnTo>
                    <a:pt x="103" y="52"/>
                  </a:lnTo>
                  <a:lnTo>
                    <a:pt x="77" y="77"/>
                  </a:lnTo>
                  <a:lnTo>
                    <a:pt x="39" y="116"/>
                  </a:lnTo>
                  <a:lnTo>
                    <a:pt x="26" y="154"/>
                  </a:lnTo>
                  <a:lnTo>
                    <a:pt x="0" y="192"/>
                  </a:lnTo>
                  <a:lnTo>
                    <a:pt x="0" y="244"/>
                  </a:lnTo>
                  <a:lnTo>
                    <a:pt x="0" y="4688"/>
                  </a:lnTo>
                  <a:lnTo>
                    <a:pt x="0" y="4739"/>
                  </a:lnTo>
                  <a:lnTo>
                    <a:pt x="26" y="4778"/>
                  </a:lnTo>
                  <a:lnTo>
                    <a:pt x="39" y="4829"/>
                  </a:lnTo>
                  <a:lnTo>
                    <a:pt x="77" y="4867"/>
                  </a:lnTo>
                  <a:lnTo>
                    <a:pt x="103" y="4893"/>
                  </a:lnTo>
                  <a:lnTo>
                    <a:pt x="154" y="4919"/>
                  </a:lnTo>
                  <a:lnTo>
                    <a:pt x="193" y="4931"/>
                  </a:lnTo>
                  <a:lnTo>
                    <a:pt x="295" y="4931"/>
                  </a:lnTo>
                  <a:lnTo>
                    <a:pt x="333" y="4919"/>
                  </a:lnTo>
                  <a:lnTo>
                    <a:pt x="385" y="4893"/>
                  </a:lnTo>
                  <a:lnTo>
                    <a:pt x="410" y="4867"/>
                  </a:lnTo>
                  <a:lnTo>
                    <a:pt x="449" y="4829"/>
                  </a:lnTo>
                  <a:lnTo>
                    <a:pt x="462" y="4778"/>
                  </a:lnTo>
                  <a:lnTo>
                    <a:pt x="487" y="4739"/>
                  </a:lnTo>
                  <a:lnTo>
                    <a:pt x="487" y="4688"/>
                  </a:lnTo>
                  <a:lnTo>
                    <a:pt x="487" y="3228"/>
                  </a:lnTo>
                  <a:lnTo>
                    <a:pt x="3484" y="3228"/>
                  </a:lnTo>
                  <a:lnTo>
                    <a:pt x="3523" y="3215"/>
                  </a:lnTo>
                  <a:lnTo>
                    <a:pt x="3574" y="3190"/>
                  </a:lnTo>
                  <a:lnTo>
                    <a:pt x="3599" y="3164"/>
                  </a:lnTo>
                  <a:lnTo>
                    <a:pt x="3638" y="3125"/>
                  </a:lnTo>
                  <a:lnTo>
                    <a:pt x="3651" y="3087"/>
                  </a:lnTo>
                  <a:lnTo>
                    <a:pt x="3663" y="3036"/>
                  </a:lnTo>
                  <a:lnTo>
                    <a:pt x="3676" y="2997"/>
                  </a:lnTo>
                  <a:lnTo>
                    <a:pt x="3663" y="2946"/>
                  </a:lnTo>
                  <a:lnTo>
                    <a:pt x="3651" y="2895"/>
                  </a:lnTo>
                  <a:lnTo>
                    <a:pt x="3638" y="2856"/>
                  </a:lnTo>
                  <a:lnTo>
                    <a:pt x="3599" y="2818"/>
                  </a:lnTo>
                  <a:lnTo>
                    <a:pt x="3574" y="2792"/>
                  </a:lnTo>
                  <a:lnTo>
                    <a:pt x="3523" y="2767"/>
                  </a:lnTo>
                  <a:lnTo>
                    <a:pt x="3484" y="2754"/>
                  </a:lnTo>
                  <a:lnTo>
                    <a:pt x="487" y="2754"/>
                  </a:lnTo>
                  <a:lnTo>
                    <a:pt x="487" y="244"/>
                  </a:lnTo>
                  <a:lnTo>
                    <a:pt x="487" y="192"/>
                  </a:lnTo>
                  <a:lnTo>
                    <a:pt x="462" y="154"/>
                  </a:lnTo>
                  <a:lnTo>
                    <a:pt x="449" y="116"/>
                  </a:lnTo>
                  <a:lnTo>
                    <a:pt x="410" y="77"/>
                  </a:lnTo>
                  <a:lnTo>
                    <a:pt x="385" y="52"/>
                  </a:lnTo>
                  <a:lnTo>
                    <a:pt x="333" y="26"/>
                  </a:lnTo>
                  <a:lnTo>
                    <a:pt x="295" y="13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8"/>
            <p:cNvSpPr/>
            <p:nvPr/>
          </p:nvSpPr>
          <p:spPr>
            <a:xfrm>
              <a:off x="1771458" y="1514788"/>
              <a:ext cx="290759" cy="290759"/>
            </a:xfrm>
            <a:custGeom>
              <a:avLst/>
              <a:gdLst/>
              <a:ahLst/>
              <a:cxnLst/>
              <a:rect l="l" t="t" r="r" b="b"/>
              <a:pathLst>
                <a:path w="5790" h="5790" extrusionOk="0">
                  <a:moveTo>
                    <a:pt x="2178" y="1"/>
                  </a:moveTo>
                  <a:lnTo>
                    <a:pt x="2178" y="590"/>
                  </a:lnTo>
                  <a:lnTo>
                    <a:pt x="1973" y="667"/>
                  </a:lnTo>
                  <a:lnTo>
                    <a:pt x="1768" y="756"/>
                  </a:lnTo>
                  <a:lnTo>
                    <a:pt x="1358" y="346"/>
                  </a:lnTo>
                  <a:lnTo>
                    <a:pt x="346" y="1358"/>
                  </a:lnTo>
                  <a:lnTo>
                    <a:pt x="756" y="1768"/>
                  </a:lnTo>
                  <a:lnTo>
                    <a:pt x="666" y="1973"/>
                  </a:lnTo>
                  <a:lnTo>
                    <a:pt x="589" y="2191"/>
                  </a:lnTo>
                  <a:lnTo>
                    <a:pt x="0" y="2191"/>
                  </a:lnTo>
                  <a:lnTo>
                    <a:pt x="0" y="3612"/>
                  </a:lnTo>
                  <a:lnTo>
                    <a:pt x="589" y="3612"/>
                  </a:lnTo>
                  <a:lnTo>
                    <a:pt x="666" y="3830"/>
                  </a:lnTo>
                  <a:lnTo>
                    <a:pt x="756" y="4035"/>
                  </a:lnTo>
                  <a:lnTo>
                    <a:pt x="346" y="4445"/>
                  </a:lnTo>
                  <a:lnTo>
                    <a:pt x="1358" y="5457"/>
                  </a:lnTo>
                  <a:lnTo>
                    <a:pt x="1768" y="5034"/>
                  </a:lnTo>
                  <a:lnTo>
                    <a:pt x="1973" y="5136"/>
                  </a:lnTo>
                  <a:lnTo>
                    <a:pt x="2178" y="5213"/>
                  </a:lnTo>
                  <a:lnTo>
                    <a:pt x="2178" y="5790"/>
                  </a:lnTo>
                  <a:lnTo>
                    <a:pt x="3612" y="5790"/>
                  </a:lnTo>
                  <a:lnTo>
                    <a:pt x="3612" y="5213"/>
                  </a:lnTo>
                  <a:lnTo>
                    <a:pt x="3817" y="5136"/>
                  </a:lnTo>
                  <a:lnTo>
                    <a:pt x="4022" y="5034"/>
                  </a:lnTo>
                  <a:lnTo>
                    <a:pt x="4432" y="5457"/>
                  </a:lnTo>
                  <a:lnTo>
                    <a:pt x="5444" y="4445"/>
                  </a:lnTo>
                  <a:lnTo>
                    <a:pt x="5034" y="4035"/>
                  </a:lnTo>
                  <a:lnTo>
                    <a:pt x="5123" y="3830"/>
                  </a:lnTo>
                  <a:lnTo>
                    <a:pt x="5200" y="3612"/>
                  </a:lnTo>
                  <a:lnTo>
                    <a:pt x="5789" y="3612"/>
                  </a:lnTo>
                  <a:lnTo>
                    <a:pt x="5789" y="2191"/>
                  </a:lnTo>
                  <a:lnTo>
                    <a:pt x="5200" y="2191"/>
                  </a:lnTo>
                  <a:lnTo>
                    <a:pt x="5123" y="1973"/>
                  </a:lnTo>
                  <a:lnTo>
                    <a:pt x="5034" y="1768"/>
                  </a:lnTo>
                  <a:lnTo>
                    <a:pt x="5444" y="1358"/>
                  </a:lnTo>
                  <a:lnTo>
                    <a:pt x="4432" y="346"/>
                  </a:lnTo>
                  <a:lnTo>
                    <a:pt x="4022" y="756"/>
                  </a:lnTo>
                  <a:lnTo>
                    <a:pt x="3817" y="667"/>
                  </a:lnTo>
                  <a:lnTo>
                    <a:pt x="3612" y="590"/>
                  </a:lnTo>
                  <a:lnTo>
                    <a:pt x="36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8"/>
            <p:cNvSpPr/>
            <p:nvPr/>
          </p:nvSpPr>
          <p:spPr>
            <a:xfrm>
              <a:off x="2170832" y="1373930"/>
              <a:ext cx="208453" cy="208453"/>
            </a:xfrm>
            <a:custGeom>
              <a:avLst/>
              <a:gdLst/>
              <a:ahLst/>
              <a:cxnLst/>
              <a:rect l="l" t="t" r="r" b="b"/>
              <a:pathLst>
                <a:path w="4151" h="4151" extrusionOk="0">
                  <a:moveTo>
                    <a:pt x="1743" y="1"/>
                  </a:moveTo>
                  <a:lnTo>
                    <a:pt x="1743" y="295"/>
                  </a:lnTo>
                  <a:lnTo>
                    <a:pt x="1602" y="321"/>
                  </a:lnTo>
                  <a:lnTo>
                    <a:pt x="1461" y="372"/>
                  </a:lnTo>
                  <a:lnTo>
                    <a:pt x="1320" y="116"/>
                  </a:lnTo>
                  <a:lnTo>
                    <a:pt x="757" y="449"/>
                  </a:lnTo>
                  <a:lnTo>
                    <a:pt x="897" y="705"/>
                  </a:lnTo>
                  <a:lnTo>
                    <a:pt x="795" y="795"/>
                  </a:lnTo>
                  <a:lnTo>
                    <a:pt x="692" y="910"/>
                  </a:lnTo>
                  <a:lnTo>
                    <a:pt x="436" y="756"/>
                  </a:lnTo>
                  <a:lnTo>
                    <a:pt x="116" y="1320"/>
                  </a:lnTo>
                  <a:lnTo>
                    <a:pt x="372" y="1473"/>
                  </a:lnTo>
                  <a:lnTo>
                    <a:pt x="321" y="1614"/>
                  </a:lnTo>
                  <a:lnTo>
                    <a:pt x="283" y="1755"/>
                  </a:lnTo>
                  <a:lnTo>
                    <a:pt x="1" y="1755"/>
                  </a:lnTo>
                  <a:lnTo>
                    <a:pt x="1" y="2408"/>
                  </a:lnTo>
                  <a:lnTo>
                    <a:pt x="283" y="2408"/>
                  </a:lnTo>
                  <a:lnTo>
                    <a:pt x="321" y="2549"/>
                  </a:lnTo>
                  <a:lnTo>
                    <a:pt x="372" y="2690"/>
                  </a:lnTo>
                  <a:lnTo>
                    <a:pt x="116" y="2831"/>
                  </a:lnTo>
                  <a:lnTo>
                    <a:pt x="436" y="3395"/>
                  </a:lnTo>
                  <a:lnTo>
                    <a:pt x="692" y="3254"/>
                  </a:lnTo>
                  <a:lnTo>
                    <a:pt x="795" y="3356"/>
                  </a:lnTo>
                  <a:lnTo>
                    <a:pt x="897" y="3459"/>
                  </a:lnTo>
                  <a:lnTo>
                    <a:pt x="757" y="3715"/>
                  </a:lnTo>
                  <a:lnTo>
                    <a:pt x="1320" y="4035"/>
                  </a:lnTo>
                  <a:lnTo>
                    <a:pt x="1461" y="3792"/>
                  </a:lnTo>
                  <a:lnTo>
                    <a:pt x="1602" y="3830"/>
                  </a:lnTo>
                  <a:lnTo>
                    <a:pt x="1743" y="3869"/>
                  </a:lnTo>
                  <a:lnTo>
                    <a:pt x="1743" y="4150"/>
                  </a:lnTo>
                  <a:lnTo>
                    <a:pt x="2396" y="4150"/>
                  </a:lnTo>
                  <a:lnTo>
                    <a:pt x="2396" y="3869"/>
                  </a:lnTo>
                  <a:lnTo>
                    <a:pt x="2550" y="3830"/>
                  </a:lnTo>
                  <a:lnTo>
                    <a:pt x="2678" y="3792"/>
                  </a:lnTo>
                  <a:lnTo>
                    <a:pt x="2831" y="4035"/>
                  </a:lnTo>
                  <a:lnTo>
                    <a:pt x="3395" y="3715"/>
                  </a:lnTo>
                  <a:lnTo>
                    <a:pt x="3254" y="3459"/>
                  </a:lnTo>
                  <a:lnTo>
                    <a:pt x="3357" y="3356"/>
                  </a:lnTo>
                  <a:lnTo>
                    <a:pt x="3459" y="3254"/>
                  </a:lnTo>
                  <a:lnTo>
                    <a:pt x="3702" y="3395"/>
                  </a:lnTo>
                  <a:lnTo>
                    <a:pt x="4035" y="2831"/>
                  </a:lnTo>
                  <a:lnTo>
                    <a:pt x="3779" y="2690"/>
                  </a:lnTo>
                  <a:lnTo>
                    <a:pt x="3830" y="2549"/>
                  </a:lnTo>
                  <a:lnTo>
                    <a:pt x="3856" y="2408"/>
                  </a:lnTo>
                  <a:lnTo>
                    <a:pt x="4151" y="2408"/>
                  </a:lnTo>
                  <a:lnTo>
                    <a:pt x="4151" y="1755"/>
                  </a:lnTo>
                  <a:lnTo>
                    <a:pt x="3856" y="1755"/>
                  </a:lnTo>
                  <a:lnTo>
                    <a:pt x="3830" y="1614"/>
                  </a:lnTo>
                  <a:lnTo>
                    <a:pt x="3779" y="1473"/>
                  </a:lnTo>
                  <a:lnTo>
                    <a:pt x="4035" y="1320"/>
                  </a:lnTo>
                  <a:lnTo>
                    <a:pt x="3702" y="756"/>
                  </a:lnTo>
                  <a:lnTo>
                    <a:pt x="3459" y="910"/>
                  </a:lnTo>
                  <a:lnTo>
                    <a:pt x="3357" y="795"/>
                  </a:lnTo>
                  <a:lnTo>
                    <a:pt x="3254" y="705"/>
                  </a:lnTo>
                  <a:lnTo>
                    <a:pt x="3395" y="449"/>
                  </a:lnTo>
                  <a:lnTo>
                    <a:pt x="2831" y="116"/>
                  </a:lnTo>
                  <a:lnTo>
                    <a:pt x="2678" y="372"/>
                  </a:lnTo>
                  <a:lnTo>
                    <a:pt x="2550" y="321"/>
                  </a:lnTo>
                  <a:lnTo>
                    <a:pt x="2396" y="295"/>
                  </a:lnTo>
                  <a:lnTo>
                    <a:pt x="23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8"/>
            <p:cNvSpPr/>
            <p:nvPr/>
          </p:nvSpPr>
          <p:spPr>
            <a:xfrm>
              <a:off x="2311690" y="1572035"/>
              <a:ext cx="375677" cy="380146"/>
            </a:xfrm>
            <a:custGeom>
              <a:avLst/>
              <a:gdLst/>
              <a:ahLst/>
              <a:cxnLst/>
              <a:rect l="l" t="t" r="r" b="b"/>
              <a:pathLst>
                <a:path w="7481" h="7570" extrusionOk="0">
                  <a:moveTo>
                    <a:pt x="2819" y="0"/>
                  </a:moveTo>
                  <a:lnTo>
                    <a:pt x="2819" y="679"/>
                  </a:lnTo>
                  <a:lnTo>
                    <a:pt x="2626" y="743"/>
                  </a:lnTo>
                  <a:lnTo>
                    <a:pt x="2447" y="820"/>
                  </a:lnTo>
                  <a:lnTo>
                    <a:pt x="2281" y="897"/>
                  </a:lnTo>
                  <a:lnTo>
                    <a:pt x="2114" y="987"/>
                  </a:lnTo>
                  <a:lnTo>
                    <a:pt x="1948" y="1076"/>
                  </a:lnTo>
                  <a:lnTo>
                    <a:pt x="1794" y="1192"/>
                  </a:lnTo>
                  <a:lnTo>
                    <a:pt x="1653" y="1307"/>
                  </a:lnTo>
                  <a:lnTo>
                    <a:pt x="1512" y="1435"/>
                  </a:lnTo>
                  <a:lnTo>
                    <a:pt x="923" y="1089"/>
                  </a:lnTo>
                  <a:lnTo>
                    <a:pt x="1" y="2703"/>
                  </a:lnTo>
                  <a:lnTo>
                    <a:pt x="577" y="3036"/>
                  </a:lnTo>
                  <a:lnTo>
                    <a:pt x="539" y="3215"/>
                  </a:lnTo>
                  <a:lnTo>
                    <a:pt x="513" y="3407"/>
                  </a:lnTo>
                  <a:lnTo>
                    <a:pt x="487" y="3599"/>
                  </a:lnTo>
                  <a:lnTo>
                    <a:pt x="487" y="3792"/>
                  </a:lnTo>
                  <a:lnTo>
                    <a:pt x="487" y="3984"/>
                  </a:lnTo>
                  <a:lnTo>
                    <a:pt x="513" y="4176"/>
                  </a:lnTo>
                  <a:lnTo>
                    <a:pt x="539" y="4355"/>
                  </a:lnTo>
                  <a:lnTo>
                    <a:pt x="577" y="4534"/>
                  </a:lnTo>
                  <a:lnTo>
                    <a:pt x="1" y="4880"/>
                  </a:lnTo>
                  <a:lnTo>
                    <a:pt x="923" y="6481"/>
                  </a:lnTo>
                  <a:lnTo>
                    <a:pt x="1512" y="6148"/>
                  </a:lnTo>
                  <a:lnTo>
                    <a:pt x="1653" y="6276"/>
                  </a:lnTo>
                  <a:lnTo>
                    <a:pt x="1794" y="6392"/>
                  </a:lnTo>
                  <a:lnTo>
                    <a:pt x="1948" y="6494"/>
                  </a:lnTo>
                  <a:lnTo>
                    <a:pt x="2114" y="6596"/>
                  </a:lnTo>
                  <a:lnTo>
                    <a:pt x="2281" y="6686"/>
                  </a:lnTo>
                  <a:lnTo>
                    <a:pt x="2447" y="6763"/>
                  </a:lnTo>
                  <a:lnTo>
                    <a:pt x="2626" y="6827"/>
                  </a:lnTo>
                  <a:lnTo>
                    <a:pt x="2819" y="6891"/>
                  </a:lnTo>
                  <a:lnTo>
                    <a:pt x="2819" y="7570"/>
                  </a:lnTo>
                  <a:lnTo>
                    <a:pt x="4663" y="7570"/>
                  </a:lnTo>
                  <a:lnTo>
                    <a:pt x="4663" y="6891"/>
                  </a:lnTo>
                  <a:lnTo>
                    <a:pt x="4855" y="6827"/>
                  </a:lnTo>
                  <a:lnTo>
                    <a:pt x="5021" y="6763"/>
                  </a:lnTo>
                  <a:lnTo>
                    <a:pt x="5201" y="6686"/>
                  </a:lnTo>
                  <a:lnTo>
                    <a:pt x="5367" y="6596"/>
                  </a:lnTo>
                  <a:lnTo>
                    <a:pt x="5534" y="6494"/>
                  </a:lnTo>
                  <a:lnTo>
                    <a:pt x="5687" y="6392"/>
                  </a:lnTo>
                  <a:lnTo>
                    <a:pt x="5828" y="6276"/>
                  </a:lnTo>
                  <a:lnTo>
                    <a:pt x="5969" y="6148"/>
                  </a:lnTo>
                  <a:lnTo>
                    <a:pt x="6558" y="6481"/>
                  </a:lnTo>
                  <a:lnTo>
                    <a:pt x="7481" y="4880"/>
                  </a:lnTo>
                  <a:lnTo>
                    <a:pt x="6891" y="4534"/>
                  </a:lnTo>
                  <a:lnTo>
                    <a:pt x="6930" y="4355"/>
                  </a:lnTo>
                  <a:lnTo>
                    <a:pt x="6968" y="4176"/>
                  </a:lnTo>
                  <a:lnTo>
                    <a:pt x="6981" y="3984"/>
                  </a:lnTo>
                  <a:lnTo>
                    <a:pt x="6994" y="3792"/>
                  </a:lnTo>
                  <a:lnTo>
                    <a:pt x="6981" y="3599"/>
                  </a:lnTo>
                  <a:lnTo>
                    <a:pt x="6968" y="3407"/>
                  </a:lnTo>
                  <a:lnTo>
                    <a:pt x="6930" y="3215"/>
                  </a:lnTo>
                  <a:lnTo>
                    <a:pt x="6891" y="3036"/>
                  </a:lnTo>
                  <a:lnTo>
                    <a:pt x="7481" y="2703"/>
                  </a:lnTo>
                  <a:lnTo>
                    <a:pt x="6558" y="1089"/>
                  </a:lnTo>
                  <a:lnTo>
                    <a:pt x="5969" y="1435"/>
                  </a:lnTo>
                  <a:lnTo>
                    <a:pt x="5828" y="1307"/>
                  </a:lnTo>
                  <a:lnTo>
                    <a:pt x="5687" y="1192"/>
                  </a:lnTo>
                  <a:lnTo>
                    <a:pt x="5534" y="1076"/>
                  </a:lnTo>
                  <a:lnTo>
                    <a:pt x="5367" y="987"/>
                  </a:lnTo>
                  <a:lnTo>
                    <a:pt x="5201" y="897"/>
                  </a:lnTo>
                  <a:lnTo>
                    <a:pt x="5021" y="820"/>
                  </a:lnTo>
                  <a:lnTo>
                    <a:pt x="4855" y="743"/>
                  </a:lnTo>
                  <a:lnTo>
                    <a:pt x="4663" y="679"/>
                  </a:lnTo>
                  <a:lnTo>
                    <a:pt x="46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8"/>
            <p:cNvSpPr/>
            <p:nvPr/>
          </p:nvSpPr>
          <p:spPr>
            <a:xfrm>
              <a:off x="2033841" y="1325069"/>
              <a:ext cx="56645" cy="56645"/>
            </a:xfrm>
            <a:custGeom>
              <a:avLst/>
              <a:gdLst/>
              <a:ahLst/>
              <a:cxnLst/>
              <a:rect l="l" t="t" r="r" b="b"/>
              <a:pathLst>
                <a:path w="1128" h="1128" extrusionOk="0">
                  <a:moveTo>
                    <a:pt x="564" y="0"/>
                  </a:moveTo>
                  <a:lnTo>
                    <a:pt x="449" y="13"/>
                  </a:lnTo>
                  <a:lnTo>
                    <a:pt x="347" y="39"/>
                  </a:lnTo>
                  <a:lnTo>
                    <a:pt x="244" y="90"/>
                  </a:lnTo>
                  <a:lnTo>
                    <a:pt x="167" y="167"/>
                  </a:lnTo>
                  <a:lnTo>
                    <a:pt x="90" y="244"/>
                  </a:lnTo>
                  <a:lnTo>
                    <a:pt x="39" y="346"/>
                  </a:lnTo>
                  <a:lnTo>
                    <a:pt x="14" y="448"/>
                  </a:lnTo>
                  <a:lnTo>
                    <a:pt x="1" y="564"/>
                  </a:lnTo>
                  <a:lnTo>
                    <a:pt x="14" y="679"/>
                  </a:lnTo>
                  <a:lnTo>
                    <a:pt x="39" y="781"/>
                  </a:lnTo>
                  <a:lnTo>
                    <a:pt x="90" y="884"/>
                  </a:lnTo>
                  <a:lnTo>
                    <a:pt x="167" y="961"/>
                  </a:lnTo>
                  <a:lnTo>
                    <a:pt x="244" y="1038"/>
                  </a:lnTo>
                  <a:lnTo>
                    <a:pt x="347" y="1089"/>
                  </a:lnTo>
                  <a:lnTo>
                    <a:pt x="449" y="1114"/>
                  </a:lnTo>
                  <a:lnTo>
                    <a:pt x="564" y="1127"/>
                  </a:lnTo>
                  <a:lnTo>
                    <a:pt x="680" y="1114"/>
                  </a:lnTo>
                  <a:lnTo>
                    <a:pt x="782" y="1089"/>
                  </a:lnTo>
                  <a:lnTo>
                    <a:pt x="885" y="1038"/>
                  </a:lnTo>
                  <a:lnTo>
                    <a:pt x="961" y="961"/>
                  </a:lnTo>
                  <a:lnTo>
                    <a:pt x="1038" y="884"/>
                  </a:lnTo>
                  <a:lnTo>
                    <a:pt x="1089" y="781"/>
                  </a:lnTo>
                  <a:lnTo>
                    <a:pt x="1115" y="679"/>
                  </a:lnTo>
                  <a:lnTo>
                    <a:pt x="1128" y="564"/>
                  </a:lnTo>
                  <a:lnTo>
                    <a:pt x="1115" y="448"/>
                  </a:lnTo>
                  <a:lnTo>
                    <a:pt x="1089" y="346"/>
                  </a:lnTo>
                  <a:lnTo>
                    <a:pt x="1038" y="244"/>
                  </a:lnTo>
                  <a:lnTo>
                    <a:pt x="961" y="167"/>
                  </a:lnTo>
                  <a:lnTo>
                    <a:pt x="885" y="90"/>
                  </a:lnTo>
                  <a:lnTo>
                    <a:pt x="782" y="39"/>
                  </a:lnTo>
                  <a:lnTo>
                    <a:pt x="680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8"/>
            <p:cNvSpPr/>
            <p:nvPr/>
          </p:nvSpPr>
          <p:spPr>
            <a:xfrm>
              <a:off x="1676248" y="1631843"/>
              <a:ext cx="56645" cy="57298"/>
            </a:xfrm>
            <a:custGeom>
              <a:avLst/>
              <a:gdLst/>
              <a:ahLst/>
              <a:cxnLst/>
              <a:rect l="l" t="t" r="r" b="b"/>
              <a:pathLst>
                <a:path w="1128" h="1141" extrusionOk="0">
                  <a:moveTo>
                    <a:pt x="564" y="1"/>
                  </a:moveTo>
                  <a:lnTo>
                    <a:pt x="449" y="13"/>
                  </a:lnTo>
                  <a:lnTo>
                    <a:pt x="346" y="52"/>
                  </a:lnTo>
                  <a:lnTo>
                    <a:pt x="244" y="103"/>
                  </a:lnTo>
                  <a:lnTo>
                    <a:pt x="167" y="167"/>
                  </a:lnTo>
                  <a:lnTo>
                    <a:pt x="90" y="257"/>
                  </a:lnTo>
                  <a:lnTo>
                    <a:pt x="39" y="346"/>
                  </a:lnTo>
                  <a:lnTo>
                    <a:pt x="13" y="449"/>
                  </a:lnTo>
                  <a:lnTo>
                    <a:pt x="1" y="564"/>
                  </a:lnTo>
                  <a:lnTo>
                    <a:pt x="13" y="679"/>
                  </a:lnTo>
                  <a:lnTo>
                    <a:pt x="39" y="795"/>
                  </a:lnTo>
                  <a:lnTo>
                    <a:pt x="90" y="884"/>
                  </a:lnTo>
                  <a:lnTo>
                    <a:pt x="167" y="974"/>
                  </a:lnTo>
                  <a:lnTo>
                    <a:pt x="244" y="1038"/>
                  </a:lnTo>
                  <a:lnTo>
                    <a:pt x="346" y="1089"/>
                  </a:lnTo>
                  <a:lnTo>
                    <a:pt x="449" y="1128"/>
                  </a:lnTo>
                  <a:lnTo>
                    <a:pt x="564" y="1140"/>
                  </a:lnTo>
                  <a:lnTo>
                    <a:pt x="679" y="1128"/>
                  </a:lnTo>
                  <a:lnTo>
                    <a:pt x="782" y="1089"/>
                  </a:lnTo>
                  <a:lnTo>
                    <a:pt x="884" y="1038"/>
                  </a:lnTo>
                  <a:lnTo>
                    <a:pt x="961" y="974"/>
                  </a:lnTo>
                  <a:lnTo>
                    <a:pt x="1038" y="884"/>
                  </a:lnTo>
                  <a:lnTo>
                    <a:pt x="1089" y="795"/>
                  </a:lnTo>
                  <a:lnTo>
                    <a:pt x="1128" y="679"/>
                  </a:lnTo>
                  <a:lnTo>
                    <a:pt x="1128" y="564"/>
                  </a:lnTo>
                  <a:lnTo>
                    <a:pt x="1128" y="449"/>
                  </a:lnTo>
                  <a:lnTo>
                    <a:pt x="1089" y="346"/>
                  </a:lnTo>
                  <a:lnTo>
                    <a:pt x="1038" y="257"/>
                  </a:lnTo>
                  <a:lnTo>
                    <a:pt x="961" y="167"/>
                  </a:lnTo>
                  <a:lnTo>
                    <a:pt x="884" y="103"/>
                  </a:lnTo>
                  <a:lnTo>
                    <a:pt x="782" y="52"/>
                  </a:lnTo>
                  <a:lnTo>
                    <a:pt x="679" y="13"/>
                  </a:lnTo>
                  <a:lnTo>
                    <a:pt x="56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8"/>
            <p:cNvSpPr/>
            <p:nvPr/>
          </p:nvSpPr>
          <p:spPr>
            <a:xfrm>
              <a:off x="2048655" y="1914865"/>
              <a:ext cx="56645" cy="57248"/>
            </a:xfrm>
            <a:custGeom>
              <a:avLst/>
              <a:gdLst/>
              <a:ahLst/>
              <a:cxnLst/>
              <a:rect l="l" t="t" r="r" b="b"/>
              <a:pathLst>
                <a:path w="1128" h="1140" extrusionOk="0">
                  <a:moveTo>
                    <a:pt x="564" y="0"/>
                  </a:moveTo>
                  <a:lnTo>
                    <a:pt x="449" y="13"/>
                  </a:lnTo>
                  <a:lnTo>
                    <a:pt x="346" y="51"/>
                  </a:lnTo>
                  <a:lnTo>
                    <a:pt x="244" y="102"/>
                  </a:lnTo>
                  <a:lnTo>
                    <a:pt x="167" y="167"/>
                  </a:lnTo>
                  <a:lnTo>
                    <a:pt x="90" y="256"/>
                  </a:lnTo>
                  <a:lnTo>
                    <a:pt x="39" y="346"/>
                  </a:lnTo>
                  <a:lnTo>
                    <a:pt x="13" y="461"/>
                  </a:lnTo>
                  <a:lnTo>
                    <a:pt x="0" y="576"/>
                  </a:lnTo>
                  <a:lnTo>
                    <a:pt x="13" y="679"/>
                  </a:lnTo>
                  <a:lnTo>
                    <a:pt x="39" y="794"/>
                  </a:lnTo>
                  <a:lnTo>
                    <a:pt x="90" y="884"/>
                  </a:lnTo>
                  <a:lnTo>
                    <a:pt x="167" y="973"/>
                  </a:lnTo>
                  <a:lnTo>
                    <a:pt x="244" y="1037"/>
                  </a:lnTo>
                  <a:lnTo>
                    <a:pt x="346" y="1089"/>
                  </a:lnTo>
                  <a:lnTo>
                    <a:pt x="449" y="1127"/>
                  </a:lnTo>
                  <a:lnTo>
                    <a:pt x="564" y="1140"/>
                  </a:lnTo>
                  <a:lnTo>
                    <a:pt x="679" y="1127"/>
                  </a:lnTo>
                  <a:lnTo>
                    <a:pt x="782" y="1089"/>
                  </a:lnTo>
                  <a:lnTo>
                    <a:pt x="884" y="1037"/>
                  </a:lnTo>
                  <a:lnTo>
                    <a:pt x="961" y="973"/>
                  </a:lnTo>
                  <a:lnTo>
                    <a:pt x="1038" y="884"/>
                  </a:lnTo>
                  <a:lnTo>
                    <a:pt x="1089" y="794"/>
                  </a:lnTo>
                  <a:lnTo>
                    <a:pt x="1115" y="679"/>
                  </a:lnTo>
                  <a:lnTo>
                    <a:pt x="1127" y="576"/>
                  </a:lnTo>
                  <a:lnTo>
                    <a:pt x="1115" y="461"/>
                  </a:lnTo>
                  <a:lnTo>
                    <a:pt x="1089" y="346"/>
                  </a:lnTo>
                  <a:lnTo>
                    <a:pt x="1038" y="256"/>
                  </a:lnTo>
                  <a:lnTo>
                    <a:pt x="961" y="167"/>
                  </a:lnTo>
                  <a:lnTo>
                    <a:pt x="884" y="102"/>
                  </a:lnTo>
                  <a:lnTo>
                    <a:pt x="782" y="51"/>
                  </a:lnTo>
                  <a:lnTo>
                    <a:pt x="679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8"/>
            <p:cNvSpPr/>
            <p:nvPr/>
          </p:nvSpPr>
          <p:spPr>
            <a:xfrm>
              <a:off x="2235159" y="1943137"/>
              <a:ext cx="57298" cy="56645"/>
            </a:xfrm>
            <a:custGeom>
              <a:avLst/>
              <a:gdLst/>
              <a:ahLst/>
              <a:cxnLst/>
              <a:rect l="l" t="t" r="r" b="b"/>
              <a:pathLst>
                <a:path w="1141" h="1128" extrusionOk="0">
                  <a:moveTo>
                    <a:pt x="577" y="1"/>
                  </a:moveTo>
                  <a:lnTo>
                    <a:pt x="462" y="13"/>
                  </a:lnTo>
                  <a:lnTo>
                    <a:pt x="346" y="39"/>
                  </a:lnTo>
                  <a:lnTo>
                    <a:pt x="257" y="90"/>
                  </a:lnTo>
                  <a:lnTo>
                    <a:pt x="167" y="167"/>
                  </a:lnTo>
                  <a:lnTo>
                    <a:pt x="103" y="244"/>
                  </a:lnTo>
                  <a:lnTo>
                    <a:pt x="52" y="346"/>
                  </a:lnTo>
                  <a:lnTo>
                    <a:pt x="13" y="449"/>
                  </a:lnTo>
                  <a:lnTo>
                    <a:pt x="1" y="564"/>
                  </a:lnTo>
                  <a:lnTo>
                    <a:pt x="13" y="679"/>
                  </a:lnTo>
                  <a:lnTo>
                    <a:pt x="52" y="782"/>
                  </a:lnTo>
                  <a:lnTo>
                    <a:pt x="103" y="884"/>
                  </a:lnTo>
                  <a:lnTo>
                    <a:pt x="167" y="961"/>
                  </a:lnTo>
                  <a:lnTo>
                    <a:pt x="257" y="1038"/>
                  </a:lnTo>
                  <a:lnTo>
                    <a:pt x="346" y="1089"/>
                  </a:lnTo>
                  <a:lnTo>
                    <a:pt x="462" y="1128"/>
                  </a:lnTo>
                  <a:lnTo>
                    <a:pt x="692" y="1128"/>
                  </a:lnTo>
                  <a:lnTo>
                    <a:pt x="795" y="1089"/>
                  </a:lnTo>
                  <a:lnTo>
                    <a:pt x="884" y="1038"/>
                  </a:lnTo>
                  <a:lnTo>
                    <a:pt x="974" y="961"/>
                  </a:lnTo>
                  <a:lnTo>
                    <a:pt x="1038" y="884"/>
                  </a:lnTo>
                  <a:lnTo>
                    <a:pt x="1089" y="782"/>
                  </a:lnTo>
                  <a:lnTo>
                    <a:pt x="1128" y="679"/>
                  </a:lnTo>
                  <a:lnTo>
                    <a:pt x="1141" y="564"/>
                  </a:lnTo>
                  <a:lnTo>
                    <a:pt x="1128" y="449"/>
                  </a:lnTo>
                  <a:lnTo>
                    <a:pt x="1089" y="346"/>
                  </a:lnTo>
                  <a:lnTo>
                    <a:pt x="1038" y="244"/>
                  </a:lnTo>
                  <a:lnTo>
                    <a:pt x="974" y="167"/>
                  </a:lnTo>
                  <a:lnTo>
                    <a:pt x="884" y="90"/>
                  </a:lnTo>
                  <a:lnTo>
                    <a:pt x="795" y="39"/>
                  </a:lnTo>
                  <a:lnTo>
                    <a:pt x="692" y="13"/>
                  </a:lnTo>
                  <a:lnTo>
                    <a:pt x="5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8"/>
            <p:cNvSpPr/>
            <p:nvPr/>
          </p:nvSpPr>
          <p:spPr>
            <a:xfrm>
              <a:off x="2156721" y="1733482"/>
              <a:ext cx="57248" cy="57298"/>
            </a:xfrm>
            <a:custGeom>
              <a:avLst/>
              <a:gdLst/>
              <a:ahLst/>
              <a:cxnLst/>
              <a:rect l="l" t="t" r="r" b="b"/>
              <a:pathLst>
                <a:path w="1140" h="1141" extrusionOk="0">
                  <a:moveTo>
                    <a:pt x="564" y="0"/>
                  </a:moveTo>
                  <a:lnTo>
                    <a:pt x="461" y="13"/>
                  </a:lnTo>
                  <a:lnTo>
                    <a:pt x="346" y="51"/>
                  </a:lnTo>
                  <a:lnTo>
                    <a:pt x="256" y="103"/>
                  </a:lnTo>
                  <a:lnTo>
                    <a:pt x="167" y="167"/>
                  </a:lnTo>
                  <a:lnTo>
                    <a:pt x="103" y="256"/>
                  </a:lnTo>
                  <a:lnTo>
                    <a:pt x="51" y="346"/>
                  </a:lnTo>
                  <a:lnTo>
                    <a:pt x="13" y="461"/>
                  </a:lnTo>
                  <a:lnTo>
                    <a:pt x="0" y="577"/>
                  </a:lnTo>
                  <a:lnTo>
                    <a:pt x="13" y="692"/>
                  </a:lnTo>
                  <a:lnTo>
                    <a:pt x="51" y="794"/>
                  </a:lnTo>
                  <a:lnTo>
                    <a:pt x="103" y="884"/>
                  </a:lnTo>
                  <a:lnTo>
                    <a:pt x="167" y="974"/>
                  </a:lnTo>
                  <a:lnTo>
                    <a:pt x="256" y="1038"/>
                  </a:lnTo>
                  <a:lnTo>
                    <a:pt x="346" y="1102"/>
                  </a:lnTo>
                  <a:lnTo>
                    <a:pt x="461" y="1127"/>
                  </a:lnTo>
                  <a:lnTo>
                    <a:pt x="564" y="1140"/>
                  </a:lnTo>
                  <a:lnTo>
                    <a:pt x="679" y="1127"/>
                  </a:lnTo>
                  <a:lnTo>
                    <a:pt x="794" y="1102"/>
                  </a:lnTo>
                  <a:lnTo>
                    <a:pt x="884" y="1038"/>
                  </a:lnTo>
                  <a:lnTo>
                    <a:pt x="973" y="974"/>
                  </a:lnTo>
                  <a:lnTo>
                    <a:pt x="1038" y="884"/>
                  </a:lnTo>
                  <a:lnTo>
                    <a:pt x="1089" y="794"/>
                  </a:lnTo>
                  <a:lnTo>
                    <a:pt x="1127" y="692"/>
                  </a:lnTo>
                  <a:lnTo>
                    <a:pt x="1140" y="577"/>
                  </a:lnTo>
                  <a:lnTo>
                    <a:pt x="1127" y="461"/>
                  </a:lnTo>
                  <a:lnTo>
                    <a:pt x="1089" y="346"/>
                  </a:lnTo>
                  <a:lnTo>
                    <a:pt x="1038" y="256"/>
                  </a:lnTo>
                  <a:lnTo>
                    <a:pt x="973" y="167"/>
                  </a:lnTo>
                  <a:lnTo>
                    <a:pt x="884" y="103"/>
                  </a:lnTo>
                  <a:lnTo>
                    <a:pt x="794" y="51"/>
                  </a:lnTo>
                  <a:lnTo>
                    <a:pt x="679" y="13"/>
                  </a:lnTo>
                  <a:lnTo>
                    <a:pt x="56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8"/>
            <p:cNvSpPr/>
            <p:nvPr/>
          </p:nvSpPr>
          <p:spPr>
            <a:xfrm>
              <a:off x="2686005" y="1603571"/>
              <a:ext cx="57298" cy="56645"/>
            </a:xfrm>
            <a:custGeom>
              <a:avLst/>
              <a:gdLst/>
              <a:ahLst/>
              <a:cxnLst/>
              <a:rect l="l" t="t" r="r" b="b"/>
              <a:pathLst>
                <a:path w="1141" h="1128" extrusionOk="0">
                  <a:moveTo>
                    <a:pt x="565" y="0"/>
                  </a:moveTo>
                  <a:lnTo>
                    <a:pt x="462" y="13"/>
                  </a:lnTo>
                  <a:lnTo>
                    <a:pt x="347" y="38"/>
                  </a:lnTo>
                  <a:lnTo>
                    <a:pt x="257" y="90"/>
                  </a:lnTo>
                  <a:lnTo>
                    <a:pt x="167" y="167"/>
                  </a:lnTo>
                  <a:lnTo>
                    <a:pt x="103" y="243"/>
                  </a:lnTo>
                  <a:lnTo>
                    <a:pt x="52" y="346"/>
                  </a:lnTo>
                  <a:lnTo>
                    <a:pt x="14" y="448"/>
                  </a:lnTo>
                  <a:lnTo>
                    <a:pt x="1" y="564"/>
                  </a:lnTo>
                  <a:lnTo>
                    <a:pt x="14" y="679"/>
                  </a:lnTo>
                  <a:lnTo>
                    <a:pt x="52" y="781"/>
                  </a:lnTo>
                  <a:lnTo>
                    <a:pt x="103" y="884"/>
                  </a:lnTo>
                  <a:lnTo>
                    <a:pt x="167" y="973"/>
                  </a:lnTo>
                  <a:lnTo>
                    <a:pt x="257" y="1037"/>
                  </a:lnTo>
                  <a:lnTo>
                    <a:pt x="347" y="1089"/>
                  </a:lnTo>
                  <a:lnTo>
                    <a:pt x="462" y="1127"/>
                  </a:lnTo>
                  <a:lnTo>
                    <a:pt x="680" y="1127"/>
                  </a:lnTo>
                  <a:lnTo>
                    <a:pt x="795" y="1089"/>
                  </a:lnTo>
                  <a:lnTo>
                    <a:pt x="885" y="1037"/>
                  </a:lnTo>
                  <a:lnTo>
                    <a:pt x="974" y="973"/>
                  </a:lnTo>
                  <a:lnTo>
                    <a:pt x="1038" y="884"/>
                  </a:lnTo>
                  <a:lnTo>
                    <a:pt x="1090" y="781"/>
                  </a:lnTo>
                  <a:lnTo>
                    <a:pt x="1128" y="679"/>
                  </a:lnTo>
                  <a:lnTo>
                    <a:pt x="1141" y="564"/>
                  </a:lnTo>
                  <a:lnTo>
                    <a:pt x="1128" y="448"/>
                  </a:lnTo>
                  <a:lnTo>
                    <a:pt x="1090" y="346"/>
                  </a:lnTo>
                  <a:lnTo>
                    <a:pt x="1038" y="243"/>
                  </a:lnTo>
                  <a:lnTo>
                    <a:pt x="974" y="167"/>
                  </a:lnTo>
                  <a:lnTo>
                    <a:pt x="885" y="90"/>
                  </a:lnTo>
                  <a:lnTo>
                    <a:pt x="795" y="38"/>
                  </a:lnTo>
                  <a:lnTo>
                    <a:pt x="680" y="13"/>
                  </a:lnTo>
                  <a:lnTo>
                    <a:pt x="56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8"/>
            <p:cNvSpPr/>
            <p:nvPr/>
          </p:nvSpPr>
          <p:spPr>
            <a:xfrm>
              <a:off x="1819667" y="1563649"/>
              <a:ext cx="194292" cy="193689"/>
            </a:xfrm>
            <a:custGeom>
              <a:avLst/>
              <a:gdLst/>
              <a:ahLst/>
              <a:cxnLst/>
              <a:rect l="l" t="t" r="r" b="b"/>
              <a:pathLst>
                <a:path w="3869" h="3857" extrusionOk="0">
                  <a:moveTo>
                    <a:pt x="1935" y="1"/>
                  </a:moveTo>
                  <a:lnTo>
                    <a:pt x="1743" y="14"/>
                  </a:lnTo>
                  <a:lnTo>
                    <a:pt x="1551" y="39"/>
                  </a:lnTo>
                  <a:lnTo>
                    <a:pt x="1358" y="91"/>
                  </a:lnTo>
                  <a:lnTo>
                    <a:pt x="1179" y="155"/>
                  </a:lnTo>
                  <a:lnTo>
                    <a:pt x="1013" y="231"/>
                  </a:lnTo>
                  <a:lnTo>
                    <a:pt x="859" y="321"/>
                  </a:lnTo>
                  <a:lnTo>
                    <a:pt x="705" y="436"/>
                  </a:lnTo>
                  <a:lnTo>
                    <a:pt x="577" y="564"/>
                  </a:lnTo>
                  <a:lnTo>
                    <a:pt x="449" y="705"/>
                  </a:lnTo>
                  <a:lnTo>
                    <a:pt x="334" y="846"/>
                  </a:lnTo>
                  <a:lnTo>
                    <a:pt x="244" y="1013"/>
                  </a:lnTo>
                  <a:lnTo>
                    <a:pt x="154" y="1179"/>
                  </a:lnTo>
                  <a:lnTo>
                    <a:pt x="90" y="1359"/>
                  </a:lnTo>
                  <a:lnTo>
                    <a:pt x="39" y="1538"/>
                  </a:lnTo>
                  <a:lnTo>
                    <a:pt x="14" y="1730"/>
                  </a:lnTo>
                  <a:lnTo>
                    <a:pt x="1" y="1922"/>
                  </a:lnTo>
                  <a:lnTo>
                    <a:pt x="14" y="2127"/>
                  </a:lnTo>
                  <a:lnTo>
                    <a:pt x="39" y="2319"/>
                  </a:lnTo>
                  <a:lnTo>
                    <a:pt x="90" y="2498"/>
                  </a:lnTo>
                  <a:lnTo>
                    <a:pt x="154" y="2678"/>
                  </a:lnTo>
                  <a:lnTo>
                    <a:pt x="244" y="2844"/>
                  </a:lnTo>
                  <a:lnTo>
                    <a:pt x="334" y="3011"/>
                  </a:lnTo>
                  <a:lnTo>
                    <a:pt x="449" y="3152"/>
                  </a:lnTo>
                  <a:lnTo>
                    <a:pt x="577" y="3293"/>
                  </a:lnTo>
                  <a:lnTo>
                    <a:pt x="705" y="3421"/>
                  </a:lnTo>
                  <a:lnTo>
                    <a:pt x="859" y="3523"/>
                  </a:lnTo>
                  <a:lnTo>
                    <a:pt x="1013" y="3626"/>
                  </a:lnTo>
                  <a:lnTo>
                    <a:pt x="1179" y="3702"/>
                  </a:lnTo>
                  <a:lnTo>
                    <a:pt x="1358" y="3766"/>
                  </a:lnTo>
                  <a:lnTo>
                    <a:pt x="1551" y="3818"/>
                  </a:lnTo>
                  <a:lnTo>
                    <a:pt x="1743" y="3843"/>
                  </a:lnTo>
                  <a:lnTo>
                    <a:pt x="1935" y="3856"/>
                  </a:lnTo>
                  <a:lnTo>
                    <a:pt x="2127" y="3843"/>
                  </a:lnTo>
                  <a:lnTo>
                    <a:pt x="2319" y="3818"/>
                  </a:lnTo>
                  <a:lnTo>
                    <a:pt x="2511" y="3766"/>
                  </a:lnTo>
                  <a:lnTo>
                    <a:pt x="2690" y="3702"/>
                  </a:lnTo>
                  <a:lnTo>
                    <a:pt x="2857" y="3626"/>
                  </a:lnTo>
                  <a:lnTo>
                    <a:pt x="3011" y="3523"/>
                  </a:lnTo>
                  <a:lnTo>
                    <a:pt x="3164" y="3421"/>
                  </a:lnTo>
                  <a:lnTo>
                    <a:pt x="3292" y="3293"/>
                  </a:lnTo>
                  <a:lnTo>
                    <a:pt x="3420" y="3152"/>
                  </a:lnTo>
                  <a:lnTo>
                    <a:pt x="3536" y="3011"/>
                  </a:lnTo>
                  <a:lnTo>
                    <a:pt x="3625" y="2844"/>
                  </a:lnTo>
                  <a:lnTo>
                    <a:pt x="3715" y="2678"/>
                  </a:lnTo>
                  <a:lnTo>
                    <a:pt x="3779" y="2498"/>
                  </a:lnTo>
                  <a:lnTo>
                    <a:pt x="3830" y="2319"/>
                  </a:lnTo>
                  <a:lnTo>
                    <a:pt x="3856" y="2127"/>
                  </a:lnTo>
                  <a:lnTo>
                    <a:pt x="3869" y="1922"/>
                  </a:lnTo>
                  <a:lnTo>
                    <a:pt x="3856" y="1730"/>
                  </a:lnTo>
                  <a:lnTo>
                    <a:pt x="3830" y="1538"/>
                  </a:lnTo>
                  <a:lnTo>
                    <a:pt x="3779" y="1359"/>
                  </a:lnTo>
                  <a:lnTo>
                    <a:pt x="3715" y="1179"/>
                  </a:lnTo>
                  <a:lnTo>
                    <a:pt x="3625" y="1013"/>
                  </a:lnTo>
                  <a:lnTo>
                    <a:pt x="3536" y="846"/>
                  </a:lnTo>
                  <a:lnTo>
                    <a:pt x="3420" y="705"/>
                  </a:lnTo>
                  <a:lnTo>
                    <a:pt x="3292" y="564"/>
                  </a:lnTo>
                  <a:lnTo>
                    <a:pt x="3164" y="436"/>
                  </a:lnTo>
                  <a:lnTo>
                    <a:pt x="3011" y="321"/>
                  </a:lnTo>
                  <a:lnTo>
                    <a:pt x="2857" y="231"/>
                  </a:lnTo>
                  <a:lnTo>
                    <a:pt x="2690" y="155"/>
                  </a:lnTo>
                  <a:lnTo>
                    <a:pt x="2511" y="91"/>
                  </a:lnTo>
                  <a:lnTo>
                    <a:pt x="2319" y="39"/>
                  </a:lnTo>
                  <a:lnTo>
                    <a:pt x="2127" y="14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8"/>
            <p:cNvSpPr/>
            <p:nvPr/>
          </p:nvSpPr>
          <p:spPr>
            <a:xfrm>
              <a:off x="2199807" y="1403508"/>
              <a:ext cx="150552" cy="149899"/>
            </a:xfrm>
            <a:custGeom>
              <a:avLst/>
              <a:gdLst/>
              <a:ahLst/>
              <a:cxnLst/>
              <a:rect l="l" t="t" r="r" b="b"/>
              <a:pathLst>
                <a:path w="2998" h="2985" extrusionOk="0">
                  <a:moveTo>
                    <a:pt x="1345" y="1"/>
                  </a:moveTo>
                  <a:lnTo>
                    <a:pt x="1191" y="26"/>
                  </a:lnTo>
                  <a:lnTo>
                    <a:pt x="1050" y="65"/>
                  </a:lnTo>
                  <a:lnTo>
                    <a:pt x="910" y="116"/>
                  </a:lnTo>
                  <a:lnTo>
                    <a:pt x="782" y="180"/>
                  </a:lnTo>
                  <a:lnTo>
                    <a:pt x="666" y="257"/>
                  </a:lnTo>
                  <a:lnTo>
                    <a:pt x="551" y="334"/>
                  </a:lnTo>
                  <a:lnTo>
                    <a:pt x="436" y="436"/>
                  </a:lnTo>
                  <a:lnTo>
                    <a:pt x="346" y="539"/>
                  </a:lnTo>
                  <a:lnTo>
                    <a:pt x="256" y="654"/>
                  </a:lnTo>
                  <a:lnTo>
                    <a:pt x="180" y="782"/>
                  </a:lnTo>
                  <a:lnTo>
                    <a:pt x="115" y="910"/>
                  </a:lnTo>
                  <a:lnTo>
                    <a:pt x="64" y="1051"/>
                  </a:lnTo>
                  <a:lnTo>
                    <a:pt x="26" y="1192"/>
                  </a:lnTo>
                  <a:lnTo>
                    <a:pt x="13" y="1333"/>
                  </a:lnTo>
                  <a:lnTo>
                    <a:pt x="0" y="1486"/>
                  </a:lnTo>
                  <a:lnTo>
                    <a:pt x="13" y="1640"/>
                  </a:lnTo>
                  <a:lnTo>
                    <a:pt x="26" y="1794"/>
                  </a:lnTo>
                  <a:lnTo>
                    <a:pt x="64" y="1935"/>
                  </a:lnTo>
                  <a:lnTo>
                    <a:pt x="115" y="2076"/>
                  </a:lnTo>
                  <a:lnTo>
                    <a:pt x="180" y="2204"/>
                  </a:lnTo>
                  <a:lnTo>
                    <a:pt x="256" y="2332"/>
                  </a:lnTo>
                  <a:lnTo>
                    <a:pt x="346" y="2447"/>
                  </a:lnTo>
                  <a:lnTo>
                    <a:pt x="436" y="2550"/>
                  </a:lnTo>
                  <a:lnTo>
                    <a:pt x="551" y="2652"/>
                  </a:lnTo>
                  <a:lnTo>
                    <a:pt x="666" y="2729"/>
                  </a:lnTo>
                  <a:lnTo>
                    <a:pt x="782" y="2806"/>
                  </a:lnTo>
                  <a:lnTo>
                    <a:pt x="910" y="2870"/>
                  </a:lnTo>
                  <a:lnTo>
                    <a:pt x="1050" y="2921"/>
                  </a:lnTo>
                  <a:lnTo>
                    <a:pt x="1191" y="2959"/>
                  </a:lnTo>
                  <a:lnTo>
                    <a:pt x="1345" y="2985"/>
                  </a:lnTo>
                  <a:lnTo>
                    <a:pt x="1652" y="2985"/>
                  </a:lnTo>
                  <a:lnTo>
                    <a:pt x="1793" y="2959"/>
                  </a:lnTo>
                  <a:lnTo>
                    <a:pt x="1947" y="2921"/>
                  </a:lnTo>
                  <a:lnTo>
                    <a:pt x="2075" y="2870"/>
                  </a:lnTo>
                  <a:lnTo>
                    <a:pt x="2216" y="2806"/>
                  </a:lnTo>
                  <a:lnTo>
                    <a:pt x="2331" y="2729"/>
                  </a:lnTo>
                  <a:lnTo>
                    <a:pt x="2447" y="2652"/>
                  </a:lnTo>
                  <a:lnTo>
                    <a:pt x="2549" y="2550"/>
                  </a:lnTo>
                  <a:lnTo>
                    <a:pt x="2651" y="2447"/>
                  </a:lnTo>
                  <a:lnTo>
                    <a:pt x="2741" y="2332"/>
                  </a:lnTo>
                  <a:lnTo>
                    <a:pt x="2818" y="2204"/>
                  </a:lnTo>
                  <a:lnTo>
                    <a:pt x="2882" y="2076"/>
                  </a:lnTo>
                  <a:lnTo>
                    <a:pt x="2920" y="1935"/>
                  </a:lnTo>
                  <a:lnTo>
                    <a:pt x="2959" y="1794"/>
                  </a:lnTo>
                  <a:lnTo>
                    <a:pt x="2984" y="1640"/>
                  </a:lnTo>
                  <a:lnTo>
                    <a:pt x="2997" y="1486"/>
                  </a:lnTo>
                  <a:lnTo>
                    <a:pt x="2984" y="1333"/>
                  </a:lnTo>
                  <a:lnTo>
                    <a:pt x="2959" y="1192"/>
                  </a:lnTo>
                  <a:lnTo>
                    <a:pt x="2920" y="1051"/>
                  </a:lnTo>
                  <a:lnTo>
                    <a:pt x="2882" y="910"/>
                  </a:lnTo>
                  <a:lnTo>
                    <a:pt x="2818" y="782"/>
                  </a:lnTo>
                  <a:lnTo>
                    <a:pt x="2741" y="654"/>
                  </a:lnTo>
                  <a:lnTo>
                    <a:pt x="2651" y="539"/>
                  </a:lnTo>
                  <a:lnTo>
                    <a:pt x="2549" y="436"/>
                  </a:lnTo>
                  <a:lnTo>
                    <a:pt x="2447" y="334"/>
                  </a:lnTo>
                  <a:lnTo>
                    <a:pt x="2331" y="257"/>
                  </a:lnTo>
                  <a:lnTo>
                    <a:pt x="2216" y="180"/>
                  </a:lnTo>
                  <a:lnTo>
                    <a:pt x="2075" y="116"/>
                  </a:lnTo>
                  <a:lnTo>
                    <a:pt x="1947" y="65"/>
                  </a:lnTo>
                  <a:lnTo>
                    <a:pt x="1793" y="26"/>
                  </a:lnTo>
                  <a:lnTo>
                    <a:pt x="1652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8"/>
            <p:cNvSpPr/>
            <p:nvPr/>
          </p:nvSpPr>
          <p:spPr>
            <a:xfrm>
              <a:off x="2238373" y="1441472"/>
              <a:ext cx="73368" cy="73368"/>
            </a:xfrm>
            <a:custGeom>
              <a:avLst/>
              <a:gdLst/>
              <a:ahLst/>
              <a:cxnLst/>
              <a:rect l="l" t="t" r="r" b="b"/>
              <a:pathLst>
                <a:path w="1461" h="1461" extrusionOk="0">
                  <a:moveTo>
                    <a:pt x="731" y="0"/>
                  </a:moveTo>
                  <a:lnTo>
                    <a:pt x="577" y="26"/>
                  </a:lnTo>
                  <a:lnTo>
                    <a:pt x="449" y="64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9" y="333"/>
                  </a:lnTo>
                  <a:lnTo>
                    <a:pt x="52" y="449"/>
                  </a:lnTo>
                  <a:lnTo>
                    <a:pt x="14" y="590"/>
                  </a:lnTo>
                  <a:lnTo>
                    <a:pt x="1" y="730"/>
                  </a:lnTo>
                  <a:lnTo>
                    <a:pt x="14" y="884"/>
                  </a:lnTo>
                  <a:lnTo>
                    <a:pt x="52" y="1025"/>
                  </a:lnTo>
                  <a:lnTo>
                    <a:pt x="129" y="1140"/>
                  </a:lnTo>
                  <a:lnTo>
                    <a:pt x="218" y="1256"/>
                  </a:lnTo>
                  <a:lnTo>
                    <a:pt x="321" y="1345"/>
                  </a:lnTo>
                  <a:lnTo>
                    <a:pt x="449" y="1409"/>
                  </a:lnTo>
                  <a:lnTo>
                    <a:pt x="577" y="1448"/>
                  </a:lnTo>
                  <a:lnTo>
                    <a:pt x="731" y="1461"/>
                  </a:lnTo>
                  <a:lnTo>
                    <a:pt x="872" y="1448"/>
                  </a:lnTo>
                  <a:lnTo>
                    <a:pt x="1013" y="1409"/>
                  </a:lnTo>
                  <a:lnTo>
                    <a:pt x="1141" y="1345"/>
                  </a:lnTo>
                  <a:lnTo>
                    <a:pt x="1243" y="1256"/>
                  </a:lnTo>
                  <a:lnTo>
                    <a:pt x="1333" y="1140"/>
                  </a:lnTo>
                  <a:lnTo>
                    <a:pt x="1397" y="1025"/>
                  </a:lnTo>
                  <a:lnTo>
                    <a:pt x="1448" y="884"/>
                  </a:lnTo>
                  <a:lnTo>
                    <a:pt x="1461" y="730"/>
                  </a:lnTo>
                  <a:lnTo>
                    <a:pt x="1448" y="590"/>
                  </a:lnTo>
                  <a:lnTo>
                    <a:pt x="1397" y="449"/>
                  </a:lnTo>
                  <a:lnTo>
                    <a:pt x="1333" y="333"/>
                  </a:lnTo>
                  <a:lnTo>
                    <a:pt x="1243" y="218"/>
                  </a:lnTo>
                  <a:lnTo>
                    <a:pt x="1141" y="128"/>
                  </a:lnTo>
                  <a:lnTo>
                    <a:pt x="1013" y="64"/>
                  </a:lnTo>
                  <a:lnTo>
                    <a:pt x="872" y="26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8"/>
            <p:cNvSpPr/>
            <p:nvPr/>
          </p:nvSpPr>
          <p:spPr>
            <a:xfrm>
              <a:off x="1865364" y="1608693"/>
              <a:ext cx="102946" cy="102946"/>
            </a:xfrm>
            <a:custGeom>
              <a:avLst/>
              <a:gdLst/>
              <a:ahLst/>
              <a:cxnLst/>
              <a:rect l="l" t="t" r="r" b="b"/>
              <a:pathLst>
                <a:path w="2050" h="2050" extrusionOk="0">
                  <a:moveTo>
                    <a:pt x="1025" y="0"/>
                  </a:moveTo>
                  <a:lnTo>
                    <a:pt x="922" y="13"/>
                  </a:lnTo>
                  <a:lnTo>
                    <a:pt x="820" y="26"/>
                  </a:lnTo>
                  <a:lnTo>
                    <a:pt x="717" y="52"/>
                  </a:lnTo>
                  <a:lnTo>
                    <a:pt x="628" y="77"/>
                  </a:lnTo>
                  <a:lnTo>
                    <a:pt x="538" y="129"/>
                  </a:lnTo>
                  <a:lnTo>
                    <a:pt x="448" y="180"/>
                  </a:lnTo>
                  <a:lnTo>
                    <a:pt x="372" y="231"/>
                  </a:lnTo>
                  <a:lnTo>
                    <a:pt x="295" y="308"/>
                  </a:lnTo>
                  <a:lnTo>
                    <a:pt x="231" y="372"/>
                  </a:lnTo>
                  <a:lnTo>
                    <a:pt x="179" y="462"/>
                  </a:lnTo>
                  <a:lnTo>
                    <a:pt x="128" y="538"/>
                  </a:lnTo>
                  <a:lnTo>
                    <a:pt x="77" y="628"/>
                  </a:lnTo>
                  <a:lnTo>
                    <a:pt x="39" y="718"/>
                  </a:lnTo>
                  <a:lnTo>
                    <a:pt x="13" y="820"/>
                  </a:lnTo>
                  <a:lnTo>
                    <a:pt x="0" y="923"/>
                  </a:lnTo>
                  <a:lnTo>
                    <a:pt x="0" y="1025"/>
                  </a:lnTo>
                  <a:lnTo>
                    <a:pt x="0" y="1140"/>
                  </a:lnTo>
                  <a:lnTo>
                    <a:pt x="13" y="1230"/>
                  </a:lnTo>
                  <a:lnTo>
                    <a:pt x="39" y="1332"/>
                  </a:lnTo>
                  <a:lnTo>
                    <a:pt x="77" y="1435"/>
                  </a:lnTo>
                  <a:lnTo>
                    <a:pt x="128" y="1525"/>
                  </a:lnTo>
                  <a:lnTo>
                    <a:pt x="179" y="1601"/>
                  </a:lnTo>
                  <a:lnTo>
                    <a:pt x="231" y="1678"/>
                  </a:lnTo>
                  <a:lnTo>
                    <a:pt x="295" y="1755"/>
                  </a:lnTo>
                  <a:lnTo>
                    <a:pt x="372" y="1819"/>
                  </a:lnTo>
                  <a:lnTo>
                    <a:pt x="448" y="1883"/>
                  </a:lnTo>
                  <a:lnTo>
                    <a:pt x="538" y="1934"/>
                  </a:lnTo>
                  <a:lnTo>
                    <a:pt x="628" y="1973"/>
                  </a:lnTo>
                  <a:lnTo>
                    <a:pt x="717" y="2011"/>
                  </a:lnTo>
                  <a:lnTo>
                    <a:pt x="820" y="2037"/>
                  </a:lnTo>
                  <a:lnTo>
                    <a:pt x="922" y="2050"/>
                  </a:lnTo>
                  <a:lnTo>
                    <a:pt x="1127" y="2050"/>
                  </a:lnTo>
                  <a:lnTo>
                    <a:pt x="1230" y="2037"/>
                  </a:lnTo>
                  <a:lnTo>
                    <a:pt x="1332" y="2011"/>
                  </a:lnTo>
                  <a:lnTo>
                    <a:pt x="1422" y="1973"/>
                  </a:lnTo>
                  <a:lnTo>
                    <a:pt x="1511" y="1934"/>
                  </a:lnTo>
                  <a:lnTo>
                    <a:pt x="1601" y="1883"/>
                  </a:lnTo>
                  <a:lnTo>
                    <a:pt x="1678" y="1819"/>
                  </a:lnTo>
                  <a:lnTo>
                    <a:pt x="1755" y="1755"/>
                  </a:lnTo>
                  <a:lnTo>
                    <a:pt x="1819" y="1678"/>
                  </a:lnTo>
                  <a:lnTo>
                    <a:pt x="1870" y="1601"/>
                  </a:lnTo>
                  <a:lnTo>
                    <a:pt x="1921" y="1525"/>
                  </a:lnTo>
                  <a:lnTo>
                    <a:pt x="1973" y="1435"/>
                  </a:lnTo>
                  <a:lnTo>
                    <a:pt x="2011" y="1332"/>
                  </a:lnTo>
                  <a:lnTo>
                    <a:pt x="2037" y="1230"/>
                  </a:lnTo>
                  <a:lnTo>
                    <a:pt x="2049" y="1140"/>
                  </a:lnTo>
                  <a:lnTo>
                    <a:pt x="2049" y="1025"/>
                  </a:lnTo>
                  <a:lnTo>
                    <a:pt x="2049" y="923"/>
                  </a:lnTo>
                  <a:lnTo>
                    <a:pt x="2037" y="820"/>
                  </a:lnTo>
                  <a:lnTo>
                    <a:pt x="2011" y="718"/>
                  </a:lnTo>
                  <a:lnTo>
                    <a:pt x="1973" y="628"/>
                  </a:lnTo>
                  <a:lnTo>
                    <a:pt x="1921" y="538"/>
                  </a:lnTo>
                  <a:lnTo>
                    <a:pt x="1870" y="462"/>
                  </a:lnTo>
                  <a:lnTo>
                    <a:pt x="1819" y="372"/>
                  </a:lnTo>
                  <a:lnTo>
                    <a:pt x="1755" y="308"/>
                  </a:lnTo>
                  <a:lnTo>
                    <a:pt x="1678" y="231"/>
                  </a:lnTo>
                  <a:lnTo>
                    <a:pt x="1601" y="180"/>
                  </a:lnTo>
                  <a:lnTo>
                    <a:pt x="1511" y="129"/>
                  </a:lnTo>
                  <a:lnTo>
                    <a:pt x="1422" y="77"/>
                  </a:lnTo>
                  <a:lnTo>
                    <a:pt x="1332" y="52"/>
                  </a:lnTo>
                  <a:lnTo>
                    <a:pt x="1230" y="26"/>
                  </a:lnTo>
                  <a:lnTo>
                    <a:pt x="1127" y="13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8"/>
            <p:cNvSpPr/>
            <p:nvPr/>
          </p:nvSpPr>
          <p:spPr>
            <a:xfrm>
              <a:off x="2368937" y="1631843"/>
              <a:ext cx="260528" cy="260528"/>
            </a:xfrm>
            <a:custGeom>
              <a:avLst/>
              <a:gdLst/>
              <a:ahLst/>
              <a:cxnLst/>
              <a:rect l="l" t="t" r="r" b="b"/>
              <a:pathLst>
                <a:path w="5188" h="5188" extrusionOk="0">
                  <a:moveTo>
                    <a:pt x="2601" y="1"/>
                  </a:moveTo>
                  <a:lnTo>
                    <a:pt x="2332" y="13"/>
                  </a:lnTo>
                  <a:lnTo>
                    <a:pt x="2076" y="52"/>
                  </a:lnTo>
                  <a:lnTo>
                    <a:pt x="1832" y="116"/>
                  </a:lnTo>
                  <a:lnTo>
                    <a:pt x="1589" y="205"/>
                  </a:lnTo>
                  <a:lnTo>
                    <a:pt x="1358" y="321"/>
                  </a:lnTo>
                  <a:lnTo>
                    <a:pt x="1153" y="449"/>
                  </a:lnTo>
                  <a:lnTo>
                    <a:pt x="948" y="590"/>
                  </a:lnTo>
                  <a:lnTo>
                    <a:pt x="769" y="769"/>
                  </a:lnTo>
                  <a:lnTo>
                    <a:pt x="603" y="948"/>
                  </a:lnTo>
                  <a:lnTo>
                    <a:pt x="449" y="1140"/>
                  </a:lnTo>
                  <a:lnTo>
                    <a:pt x="321" y="1358"/>
                  </a:lnTo>
                  <a:lnTo>
                    <a:pt x="206" y="1589"/>
                  </a:lnTo>
                  <a:lnTo>
                    <a:pt x="129" y="1819"/>
                  </a:lnTo>
                  <a:lnTo>
                    <a:pt x="65" y="2075"/>
                  </a:lnTo>
                  <a:lnTo>
                    <a:pt x="13" y="2332"/>
                  </a:lnTo>
                  <a:lnTo>
                    <a:pt x="1" y="2601"/>
                  </a:lnTo>
                  <a:lnTo>
                    <a:pt x="13" y="2857"/>
                  </a:lnTo>
                  <a:lnTo>
                    <a:pt x="65" y="3126"/>
                  </a:lnTo>
                  <a:lnTo>
                    <a:pt x="129" y="3369"/>
                  </a:lnTo>
                  <a:lnTo>
                    <a:pt x="206" y="3612"/>
                  </a:lnTo>
                  <a:lnTo>
                    <a:pt x="321" y="3830"/>
                  </a:lnTo>
                  <a:lnTo>
                    <a:pt x="449" y="4048"/>
                  </a:lnTo>
                  <a:lnTo>
                    <a:pt x="603" y="4253"/>
                  </a:lnTo>
                  <a:lnTo>
                    <a:pt x="769" y="4432"/>
                  </a:lnTo>
                  <a:lnTo>
                    <a:pt x="948" y="4599"/>
                  </a:lnTo>
                  <a:lnTo>
                    <a:pt x="1153" y="4752"/>
                  </a:lnTo>
                  <a:lnTo>
                    <a:pt x="1358" y="4880"/>
                  </a:lnTo>
                  <a:lnTo>
                    <a:pt x="1589" y="4983"/>
                  </a:lnTo>
                  <a:lnTo>
                    <a:pt x="1832" y="5072"/>
                  </a:lnTo>
                  <a:lnTo>
                    <a:pt x="2076" y="5137"/>
                  </a:lnTo>
                  <a:lnTo>
                    <a:pt x="2332" y="5175"/>
                  </a:lnTo>
                  <a:lnTo>
                    <a:pt x="2601" y="5188"/>
                  </a:lnTo>
                  <a:lnTo>
                    <a:pt x="2870" y="5175"/>
                  </a:lnTo>
                  <a:lnTo>
                    <a:pt x="3126" y="5137"/>
                  </a:lnTo>
                  <a:lnTo>
                    <a:pt x="3369" y="5072"/>
                  </a:lnTo>
                  <a:lnTo>
                    <a:pt x="3613" y="4983"/>
                  </a:lnTo>
                  <a:lnTo>
                    <a:pt x="3830" y="4880"/>
                  </a:lnTo>
                  <a:lnTo>
                    <a:pt x="4048" y="4752"/>
                  </a:lnTo>
                  <a:lnTo>
                    <a:pt x="4253" y="4599"/>
                  </a:lnTo>
                  <a:lnTo>
                    <a:pt x="4432" y="4432"/>
                  </a:lnTo>
                  <a:lnTo>
                    <a:pt x="4599" y="4253"/>
                  </a:lnTo>
                  <a:lnTo>
                    <a:pt x="4752" y="4048"/>
                  </a:lnTo>
                  <a:lnTo>
                    <a:pt x="4880" y="3830"/>
                  </a:lnTo>
                  <a:lnTo>
                    <a:pt x="4996" y="3612"/>
                  </a:lnTo>
                  <a:lnTo>
                    <a:pt x="5073" y="3369"/>
                  </a:lnTo>
                  <a:lnTo>
                    <a:pt x="5137" y="3126"/>
                  </a:lnTo>
                  <a:lnTo>
                    <a:pt x="5175" y="2857"/>
                  </a:lnTo>
                  <a:lnTo>
                    <a:pt x="5188" y="2601"/>
                  </a:lnTo>
                  <a:lnTo>
                    <a:pt x="5175" y="2332"/>
                  </a:lnTo>
                  <a:lnTo>
                    <a:pt x="5137" y="2075"/>
                  </a:lnTo>
                  <a:lnTo>
                    <a:pt x="5073" y="1819"/>
                  </a:lnTo>
                  <a:lnTo>
                    <a:pt x="4996" y="1589"/>
                  </a:lnTo>
                  <a:lnTo>
                    <a:pt x="4880" y="1358"/>
                  </a:lnTo>
                  <a:lnTo>
                    <a:pt x="4752" y="1140"/>
                  </a:lnTo>
                  <a:lnTo>
                    <a:pt x="4599" y="948"/>
                  </a:lnTo>
                  <a:lnTo>
                    <a:pt x="4432" y="769"/>
                  </a:lnTo>
                  <a:lnTo>
                    <a:pt x="4253" y="590"/>
                  </a:lnTo>
                  <a:lnTo>
                    <a:pt x="4048" y="449"/>
                  </a:lnTo>
                  <a:lnTo>
                    <a:pt x="3830" y="321"/>
                  </a:lnTo>
                  <a:lnTo>
                    <a:pt x="3613" y="205"/>
                  </a:lnTo>
                  <a:lnTo>
                    <a:pt x="3369" y="116"/>
                  </a:lnTo>
                  <a:lnTo>
                    <a:pt x="3126" y="52"/>
                  </a:lnTo>
                  <a:lnTo>
                    <a:pt x="2870" y="13"/>
                  </a:lnTo>
                  <a:lnTo>
                    <a:pt x="2601" y="1"/>
                  </a:lnTo>
                  <a:close/>
                </a:path>
              </a:pathLst>
            </a:custGeom>
            <a:solidFill>
              <a:srgbClr val="1FC5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8"/>
            <p:cNvSpPr/>
            <p:nvPr/>
          </p:nvSpPr>
          <p:spPr>
            <a:xfrm>
              <a:off x="2452547" y="1715454"/>
              <a:ext cx="93957" cy="93304"/>
            </a:xfrm>
            <a:custGeom>
              <a:avLst/>
              <a:gdLst/>
              <a:ahLst/>
              <a:cxnLst/>
              <a:rect l="l" t="t" r="r" b="b"/>
              <a:pathLst>
                <a:path w="1871" h="1858" extrusionOk="0">
                  <a:moveTo>
                    <a:pt x="846" y="1"/>
                  </a:moveTo>
                  <a:lnTo>
                    <a:pt x="744" y="26"/>
                  </a:lnTo>
                  <a:lnTo>
                    <a:pt x="654" y="39"/>
                  </a:lnTo>
                  <a:lnTo>
                    <a:pt x="577" y="77"/>
                  </a:lnTo>
                  <a:lnTo>
                    <a:pt x="487" y="116"/>
                  </a:lnTo>
                  <a:lnTo>
                    <a:pt x="411" y="154"/>
                  </a:lnTo>
                  <a:lnTo>
                    <a:pt x="347" y="218"/>
                  </a:lnTo>
                  <a:lnTo>
                    <a:pt x="282" y="270"/>
                  </a:lnTo>
                  <a:lnTo>
                    <a:pt x="218" y="334"/>
                  </a:lnTo>
                  <a:lnTo>
                    <a:pt x="167" y="410"/>
                  </a:lnTo>
                  <a:lnTo>
                    <a:pt x="116" y="487"/>
                  </a:lnTo>
                  <a:lnTo>
                    <a:pt x="78" y="564"/>
                  </a:lnTo>
                  <a:lnTo>
                    <a:pt x="52" y="654"/>
                  </a:lnTo>
                  <a:lnTo>
                    <a:pt x="26" y="743"/>
                  </a:lnTo>
                  <a:lnTo>
                    <a:pt x="14" y="833"/>
                  </a:lnTo>
                  <a:lnTo>
                    <a:pt x="1" y="936"/>
                  </a:lnTo>
                  <a:lnTo>
                    <a:pt x="14" y="1025"/>
                  </a:lnTo>
                  <a:lnTo>
                    <a:pt x="26" y="1115"/>
                  </a:lnTo>
                  <a:lnTo>
                    <a:pt x="52" y="1205"/>
                  </a:lnTo>
                  <a:lnTo>
                    <a:pt x="78" y="1294"/>
                  </a:lnTo>
                  <a:lnTo>
                    <a:pt x="116" y="1371"/>
                  </a:lnTo>
                  <a:lnTo>
                    <a:pt x="167" y="1448"/>
                  </a:lnTo>
                  <a:lnTo>
                    <a:pt x="218" y="1525"/>
                  </a:lnTo>
                  <a:lnTo>
                    <a:pt x="282" y="1589"/>
                  </a:lnTo>
                  <a:lnTo>
                    <a:pt x="347" y="1653"/>
                  </a:lnTo>
                  <a:lnTo>
                    <a:pt x="411" y="1704"/>
                  </a:lnTo>
                  <a:lnTo>
                    <a:pt x="487" y="1755"/>
                  </a:lnTo>
                  <a:lnTo>
                    <a:pt x="577" y="1794"/>
                  </a:lnTo>
                  <a:lnTo>
                    <a:pt x="654" y="1819"/>
                  </a:lnTo>
                  <a:lnTo>
                    <a:pt x="744" y="1845"/>
                  </a:lnTo>
                  <a:lnTo>
                    <a:pt x="846" y="1858"/>
                  </a:lnTo>
                  <a:lnTo>
                    <a:pt x="1025" y="1858"/>
                  </a:lnTo>
                  <a:lnTo>
                    <a:pt x="1128" y="1845"/>
                  </a:lnTo>
                  <a:lnTo>
                    <a:pt x="1217" y="1819"/>
                  </a:lnTo>
                  <a:lnTo>
                    <a:pt x="1294" y="1794"/>
                  </a:lnTo>
                  <a:lnTo>
                    <a:pt x="1384" y="1755"/>
                  </a:lnTo>
                  <a:lnTo>
                    <a:pt x="1461" y="1704"/>
                  </a:lnTo>
                  <a:lnTo>
                    <a:pt x="1525" y="1653"/>
                  </a:lnTo>
                  <a:lnTo>
                    <a:pt x="1589" y="1589"/>
                  </a:lnTo>
                  <a:lnTo>
                    <a:pt x="1653" y="1525"/>
                  </a:lnTo>
                  <a:lnTo>
                    <a:pt x="1704" y="1448"/>
                  </a:lnTo>
                  <a:lnTo>
                    <a:pt x="1755" y="1371"/>
                  </a:lnTo>
                  <a:lnTo>
                    <a:pt x="1794" y="1294"/>
                  </a:lnTo>
                  <a:lnTo>
                    <a:pt x="1819" y="1205"/>
                  </a:lnTo>
                  <a:lnTo>
                    <a:pt x="1845" y="1115"/>
                  </a:lnTo>
                  <a:lnTo>
                    <a:pt x="1858" y="1025"/>
                  </a:lnTo>
                  <a:lnTo>
                    <a:pt x="1871" y="936"/>
                  </a:lnTo>
                  <a:lnTo>
                    <a:pt x="1858" y="833"/>
                  </a:lnTo>
                  <a:lnTo>
                    <a:pt x="1845" y="743"/>
                  </a:lnTo>
                  <a:lnTo>
                    <a:pt x="1819" y="654"/>
                  </a:lnTo>
                  <a:lnTo>
                    <a:pt x="1794" y="564"/>
                  </a:lnTo>
                  <a:lnTo>
                    <a:pt x="1755" y="487"/>
                  </a:lnTo>
                  <a:lnTo>
                    <a:pt x="1704" y="410"/>
                  </a:lnTo>
                  <a:lnTo>
                    <a:pt x="1653" y="334"/>
                  </a:lnTo>
                  <a:lnTo>
                    <a:pt x="1589" y="270"/>
                  </a:lnTo>
                  <a:lnTo>
                    <a:pt x="1525" y="218"/>
                  </a:lnTo>
                  <a:lnTo>
                    <a:pt x="1461" y="154"/>
                  </a:lnTo>
                  <a:lnTo>
                    <a:pt x="1384" y="116"/>
                  </a:lnTo>
                  <a:lnTo>
                    <a:pt x="1294" y="77"/>
                  </a:lnTo>
                  <a:lnTo>
                    <a:pt x="1217" y="39"/>
                  </a:lnTo>
                  <a:lnTo>
                    <a:pt x="1128" y="26"/>
                  </a:lnTo>
                  <a:lnTo>
                    <a:pt x="10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8"/>
            <p:cNvSpPr/>
            <p:nvPr/>
          </p:nvSpPr>
          <p:spPr>
            <a:xfrm>
              <a:off x="1226658" y="2344469"/>
              <a:ext cx="1965613" cy="679895"/>
            </a:xfrm>
            <a:custGeom>
              <a:avLst/>
              <a:gdLst/>
              <a:ahLst/>
              <a:cxnLst/>
              <a:rect l="l" t="t" r="r" b="b"/>
              <a:pathLst>
                <a:path w="39142" h="13539" extrusionOk="0">
                  <a:moveTo>
                    <a:pt x="3638" y="1"/>
                  </a:moveTo>
                  <a:lnTo>
                    <a:pt x="3446" y="14"/>
                  </a:lnTo>
                  <a:lnTo>
                    <a:pt x="3267" y="26"/>
                  </a:lnTo>
                  <a:lnTo>
                    <a:pt x="3088" y="52"/>
                  </a:lnTo>
                  <a:lnTo>
                    <a:pt x="2908" y="78"/>
                  </a:lnTo>
                  <a:lnTo>
                    <a:pt x="2729" y="116"/>
                  </a:lnTo>
                  <a:lnTo>
                    <a:pt x="2563" y="167"/>
                  </a:lnTo>
                  <a:lnTo>
                    <a:pt x="2383" y="231"/>
                  </a:lnTo>
                  <a:lnTo>
                    <a:pt x="2230" y="295"/>
                  </a:lnTo>
                  <a:lnTo>
                    <a:pt x="2063" y="359"/>
                  </a:lnTo>
                  <a:lnTo>
                    <a:pt x="1909" y="449"/>
                  </a:lnTo>
                  <a:lnTo>
                    <a:pt x="1756" y="526"/>
                  </a:lnTo>
                  <a:lnTo>
                    <a:pt x="1602" y="628"/>
                  </a:lnTo>
                  <a:lnTo>
                    <a:pt x="1461" y="731"/>
                  </a:lnTo>
                  <a:lnTo>
                    <a:pt x="1333" y="833"/>
                  </a:lnTo>
                  <a:lnTo>
                    <a:pt x="1192" y="948"/>
                  </a:lnTo>
                  <a:lnTo>
                    <a:pt x="1064" y="1064"/>
                  </a:lnTo>
                  <a:lnTo>
                    <a:pt x="949" y="1192"/>
                  </a:lnTo>
                  <a:lnTo>
                    <a:pt x="833" y="1333"/>
                  </a:lnTo>
                  <a:lnTo>
                    <a:pt x="731" y="1461"/>
                  </a:lnTo>
                  <a:lnTo>
                    <a:pt x="629" y="1602"/>
                  </a:lnTo>
                  <a:lnTo>
                    <a:pt x="526" y="1755"/>
                  </a:lnTo>
                  <a:lnTo>
                    <a:pt x="449" y="1909"/>
                  </a:lnTo>
                  <a:lnTo>
                    <a:pt x="360" y="2063"/>
                  </a:lnTo>
                  <a:lnTo>
                    <a:pt x="296" y="2229"/>
                  </a:lnTo>
                  <a:lnTo>
                    <a:pt x="231" y="2396"/>
                  </a:lnTo>
                  <a:lnTo>
                    <a:pt x="167" y="2562"/>
                  </a:lnTo>
                  <a:lnTo>
                    <a:pt x="116" y="2729"/>
                  </a:lnTo>
                  <a:lnTo>
                    <a:pt x="78" y="2908"/>
                  </a:lnTo>
                  <a:lnTo>
                    <a:pt x="52" y="3087"/>
                  </a:lnTo>
                  <a:lnTo>
                    <a:pt x="27" y="3267"/>
                  </a:lnTo>
                  <a:lnTo>
                    <a:pt x="14" y="3459"/>
                  </a:lnTo>
                  <a:lnTo>
                    <a:pt x="1" y="3638"/>
                  </a:lnTo>
                  <a:lnTo>
                    <a:pt x="1" y="9901"/>
                  </a:lnTo>
                  <a:lnTo>
                    <a:pt x="14" y="10093"/>
                  </a:lnTo>
                  <a:lnTo>
                    <a:pt x="27" y="10273"/>
                  </a:lnTo>
                  <a:lnTo>
                    <a:pt x="52" y="10465"/>
                  </a:lnTo>
                  <a:lnTo>
                    <a:pt x="78" y="10644"/>
                  </a:lnTo>
                  <a:lnTo>
                    <a:pt x="116" y="10811"/>
                  </a:lnTo>
                  <a:lnTo>
                    <a:pt x="167" y="10990"/>
                  </a:lnTo>
                  <a:lnTo>
                    <a:pt x="231" y="11156"/>
                  </a:lnTo>
                  <a:lnTo>
                    <a:pt x="296" y="11323"/>
                  </a:lnTo>
                  <a:lnTo>
                    <a:pt x="360" y="11477"/>
                  </a:lnTo>
                  <a:lnTo>
                    <a:pt x="449" y="11643"/>
                  </a:lnTo>
                  <a:lnTo>
                    <a:pt x="526" y="11797"/>
                  </a:lnTo>
                  <a:lnTo>
                    <a:pt x="629" y="11938"/>
                  </a:lnTo>
                  <a:lnTo>
                    <a:pt x="731" y="12079"/>
                  </a:lnTo>
                  <a:lnTo>
                    <a:pt x="833" y="12219"/>
                  </a:lnTo>
                  <a:lnTo>
                    <a:pt x="949" y="12348"/>
                  </a:lnTo>
                  <a:lnTo>
                    <a:pt x="1064" y="12476"/>
                  </a:lnTo>
                  <a:lnTo>
                    <a:pt x="1192" y="12591"/>
                  </a:lnTo>
                  <a:lnTo>
                    <a:pt x="1333" y="12706"/>
                  </a:lnTo>
                  <a:lnTo>
                    <a:pt x="1461" y="12821"/>
                  </a:lnTo>
                  <a:lnTo>
                    <a:pt x="1602" y="12924"/>
                  </a:lnTo>
                  <a:lnTo>
                    <a:pt x="1756" y="13014"/>
                  </a:lnTo>
                  <a:lnTo>
                    <a:pt x="1909" y="13103"/>
                  </a:lnTo>
                  <a:lnTo>
                    <a:pt x="2063" y="13180"/>
                  </a:lnTo>
                  <a:lnTo>
                    <a:pt x="2230" y="13257"/>
                  </a:lnTo>
                  <a:lnTo>
                    <a:pt x="2383" y="13321"/>
                  </a:lnTo>
                  <a:lnTo>
                    <a:pt x="2563" y="13372"/>
                  </a:lnTo>
                  <a:lnTo>
                    <a:pt x="2729" y="13423"/>
                  </a:lnTo>
                  <a:lnTo>
                    <a:pt x="2908" y="13462"/>
                  </a:lnTo>
                  <a:lnTo>
                    <a:pt x="3088" y="13500"/>
                  </a:lnTo>
                  <a:lnTo>
                    <a:pt x="3267" y="13526"/>
                  </a:lnTo>
                  <a:lnTo>
                    <a:pt x="3446" y="13539"/>
                  </a:lnTo>
                  <a:lnTo>
                    <a:pt x="35696" y="13539"/>
                  </a:lnTo>
                  <a:lnTo>
                    <a:pt x="35889" y="13526"/>
                  </a:lnTo>
                  <a:lnTo>
                    <a:pt x="36068" y="13500"/>
                  </a:lnTo>
                  <a:lnTo>
                    <a:pt x="36247" y="13462"/>
                  </a:lnTo>
                  <a:lnTo>
                    <a:pt x="36414" y="13423"/>
                  </a:lnTo>
                  <a:lnTo>
                    <a:pt x="36593" y="13372"/>
                  </a:lnTo>
                  <a:lnTo>
                    <a:pt x="36759" y="13321"/>
                  </a:lnTo>
                  <a:lnTo>
                    <a:pt x="36926" y="13257"/>
                  </a:lnTo>
                  <a:lnTo>
                    <a:pt x="37092" y="13180"/>
                  </a:lnTo>
                  <a:lnTo>
                    <a:pt x="37246" y="13103"/>
                  </a:lnTo>
                  <a:lnTo>
                    <a:pt x="37400" y="13014"/>
                  </a:lnTo>
                  <a:lnTo>
                    <a:pt x="37541" y="12924"/>
                  </a:lnTo>
                  <a:lnTo>
                    <a:pt x="37682" y="12821"/>
                  </a:lnTo>
                  <a:lnTo>
                    <a:pt x="37823" y="12706"/>
                  </a:lnTo>
                  <a:lnTo>
                    <a:pt x="37951" y="12591"/>
                  </a:lnTo>
                  <a:lnTo>
                    <a:pt x="38079" y="12476"/>
                  </a:lnTo>
                  <a:lnTo>
                    <a:pt x="38207" y="12348"/>
                  </a:lnTo>
                  <a:lnTo>
                    <a:pt x="38322" y="12219"/>
                  </a:lnTo>
                  <a:lnTo>
                    <a:pt x="38424" y="12079"/>
                  </a:lnTo>
                  <a:lnTo>
                    <a:pt x="38527" y="11938"/>
                  </a:lnTo>
                  <a:lnTo>
                    <a:pt x="38617" y="11797"/>
                  </a:lnTo>
                  <a:lnTo>
                    <a:pt x="38706" y="11643"/>
                  </a:lnTo>
                  <a:lnTo>
                    <a:pt x="38783" y="11477"/>
                  </a:lnTo>
                  <a:lnTo>
                    <a:pt x="38860" y="11323"/>
                  </a:lnTo>
                  <a:lnTo>
                    <a:pt x="38924" y="11156"/>
                  </a:lnTo>
                  <a:lnTo>
                    <a:pt x="38988" y="10990"/>
                  </a:lnTo>
                  <a:lnTo>
                    <a:pt x="39026" y="10811"/>
                  </a:lnTo>
                  <a:lnTo>
                    <a:pt x="39078" y="10644"/>
                  </a:lnTo>
                  <a:lnTo>
                    <a:pt x="39103" y="10465"/>
                  </a:lnTo>
                  <a:lnTo>
                    <a:pt x="39129" y="10273"/>
                  </a:lnTo>
                  <a:lnTo>
                    <a:pt x="39142" y="10093"/>
                  </a:lnTo>
                  <a:lnTo>
                    <a:pt x="39142" y="9901"/>
                  </a:lnTo>
                  <a:lnTo>
                    <a:pt x="39142" y="3638"/>
                  </a:lnTo>
                  <a:lnTo>
                    <a:pt x="39142" y="3459"/>
                  </a:lnTo>
                  <a:lnTo>
                    <a:pt x="39129" y="3267"/>
                  </a:lnTo>
                  <a:lnTo>
                    <a:pt x="39103" y="3087"/>
                  </a:lnTo>
                  <a:lnTo>
                    <a:pt x="39078" y="2908"/>
                  </a:lnTo>
                  <a:lnTo>
                    <a:pt x="39026" y="2729"/>
                  </a:lnTo>
                  <a:lnTo>
                    <a:pt x="38988" y="2562"/>
                  </a:lnTo>
                  <a:lnTo>
                    <a:pt x="38924" y="2396"/>
                  </a:lnTo>
                  <a:lnTo>
                    <a:pt x="38860" y="2229"/>
                  </a:lnTo>
                  <a:lnTo>
                    <a:pt x="38783" y="2063"/>
                  </a:lnTo>
                  <a:lnTo>
                    <a:pt x="38706" y="1909"/>
                  </a:lnTo>
                  <a:lnTo>
                    <a:pt x="38617" y="1755"/>
                  </a:lnTo>
                  <a:lnTo>
                    <a:pt x="38527" y="1602"/>
                  </a:lnTo>
                  <a:lnTo>
                    <a:pt x="38424" y="1461"/>
                  </a:lnTo>
                  <a:lnTo>
                    <a:pt x="38322" y="1333"/>
                  </a:lnTo>
                  <a:lnTo>
                    <a:pt x="38207" y="1192"/>
                  </a:lnTo>
                  <a:lnTo>
                    <a:pt x="38079" y="1064"/>
                  </a:lnTo>
                  <a:lnTo>
                    <a:pt x="37951" y="948"/>
                  </a:lnTo>
                  <a:lnTo>
                    <a:pt x="37823" y="833"/>
                  </a:lnTo>
                  <a:lnTo>
                    <a:pt x="37682" y="731"/>
                  </a:lnTo>
                  <a:lnTo>
                    <a:pt x="37541" y="628"/>
                  </a:lnTo>
                  <a:lnTo>
                    <a:pt x="37400" y="526"/>
                  </a:lnTo>
                  <a:lnTo>
                    <a:pt x="37246" y="449"/>
                  </a:lnTo>
                  <a:lnTo>
                    <a:pt x="37092" y="359"/>
                  </a:lnTo>
                  <a:lnTo>
                    <a:pt x="36926" y="295"/>
                  </a:lnTo>
                  <a:lnTo>
                    <a:pt x="36759" y="231"/>
                  </a:lnTo>
                  <a:lnTo>
                    <a:pt x="36593" y="167"/>
                  </a:lnTo>
                  <a:lnTo>
                    <a:pt x="36414" y="116"/>
                  </a:lnTo>
                  <a:lnTo>
                    <a:pt x="36247" y="78"/>
                  </a:lnTo>
                  <a:lnTo>
                    <a:pt x="36068" y="52"/>
                  </a:lnTo>
                  <a:lnTo>
                    <a:pt x="35889" y="26"/>
                  </a:lnTo>
                  <a:lnTo>
                    <a:pt x="35696" y="14"/>
                  </a:lnTo>
                  <a:lnTo>
                    <a:pt x="355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8"/>
            <p:cNvSpPr/>
            <p:nvPr/>
          </p:nvSpPr>
          <p:spPr>
            <a:xfrm>
              <a:off x="1482662" y="2021626"/>
              <a:ext cx="1454299" cy="130616"/>
            </a:xfrm>
            <a:custGeom>
              <a:avLst/>
              <a:gdLst/>
              <a:ahLst/>
              <a:cxnLst/>
              <a:rect l="l" t="t" r="r" b="b"/>
              <a:pathLst>
                <a:path w="28960" h="2601" extrusionOk="0">
                  <a:moveTo>
                    <a:pt x="0" y="0"/>
                  </a:moveTo>
                  <a:lnTo>
                    <a:pt x="0" y="2600"/>
                  </a:lnTo>
                  <a:lnTo>
                    <a:pt x="28959" y="2600"/>
                  </a:lnTo>
                  <a:lnTo>
                    <a:pt x="289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8"/>
            <p:cNvSpPr/>
            <p:nvPr/>
          </p:nvSpPr>
          <p:spPr>
            <a:xfrm>
              <a:off x="3192189" y="4322206"/>
              <a:ext cx="141563" cy="409775"/>
            </a:xfrm>
            <a:custGeom>
              <a:avLst/>
              <a:gdLst/>
              <a:ahLst/>
              <a:cxnLst/>
              <a:rect l="l" t="t" r="r" b="b"/>
              <a:pathLst>
                <a:path w="2819" h="8160" extrusionOk="0">
                  <a:moveTo>
                    <a:pt x="1" y="1"/>
                  </a:moveTo>
                  <a:lnTo>
                    <a:pt x="1" y="8160"/>
                  </a:lnTo>
                  <a:lnTo>
                    <a:pt x="2818" y="8160"/>
                  </a:lnTo>
                  <a:lnTo>
                    <a:pt x="2818" y="2806"/>
                  </a:lnTo>
                  <a:lnTo>
                    <a:pt x="2806" y="2524"/>
                  </a:lnTo>
                  <a:lnTo>
                    <a:pt x="2767" y="2242"/>
                  </a:lnTo>
                  <a:lnTo>
                    <a:pt x="2690" y="1973"/>
                  </a:lnTo>
                  <a:lnTo>
                    <a:pt x="2601" y="1717"/>
                  </a:lnTo>
                  <a:lnTo>
                    <a:pt x="2473" y="1474"/>
                  </a:lnTo>
                  <a:lnTo>
                    <a:pt x="2332" y="1243"/>
                  </a:lnTo>
                  <a:lnTo>
                    <a:pt x="2178" y="1026"/>
                  </a:lnTo>
                  <a:lnTo>
                    <a:pt x="1999" y="821"/>
                  </a:lnTo>
                  <a:lnTo>
                    <a:pt x="1794" y="641"/>
                  </a:lnTo>
                  <a:lnTo>
                    <a:pt x="1576" y="475"/>
                  </a:lnTo>
                  <a:lnTo>
                    <a:pt x="1346" y="334"/>
                  </a:lnTo>
                  <a:lnTo>
                    <a:pt x="1102" y="219"/>
                  </a:lnTo>
                  <a:lnTo>
                    <a:pt x="846" y="129"/>
                  </a:lnTo>
                  <a:lnTo>
                    <a:pt x="577" y="52"/>
                  </a:lnTo>
                  <a:lnTo>
                    <a:pt x="295" y="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8"/>
            <p:cNvSpPr/>
            <p:nvPr/>
          </p:nvSpPr>
          <p:spPr>
            <a:xfrm>
              <a:off x="1085850" y="4322206"/>
              <a:ext cx="140860" cy="409775"/>
            </a:xfrm>
            <a:custGeom>
              <a:avLst/>
              <a:gdLst/>
              <a:ahLst/>
              <a:cxnLst/>
              <a:rect l="l" t="t" r="r" b="b"/>
              <a:pathLst>
                <a:path w="2805" h="8160" extrusionOk="0">
                  <a:moveTo>
                    <a:pt x="2805" y="1"/>
                  </a:moveTo>
                  <a:lnTo>
                    <a:pt x="2523" y="14"/>
                  </a:lnTo>
                  <a:lnTo>
                    <a:pt x="2241" y="52"/>
                  </a:lnTo>
                  <a:lnTo>
                    <a:pt x="1972" y="129"/>
                  </a:lnTo>
                  <a:lnTo>
                    <a:pt x="1716" y="219"/>
                  </a:lnTo>
                  <a:lnTo>
                    <a:pt x="1473" y="334"/>
                  </a:lnTo>
                  <a:lnTo>
                    <a:pt x="1230" y="475"/>
                  </a:lnTo>
                  <a:lnTo>
                    <a:pt x="1025" y="641"/>
                  </a:lnTo>
                  <a:lnTo>
                    <a:pt x="820" y="821"/>
                  </a:lnTo>
                  <a:lnTo>
                    <a:pt x="640" y="1026"/>
                  </a:lnTo>
                  <a:lnTo>
                    <a:pt x="474" y="1243"/>
                  </a:lnTo>
                  <a:lnTo>
                    <a:pt x="333" y="1474"/>
                  </a:lnTo>
                  <a:lnTo>
                    <a:pt x="218" y="1717"/>
                  </a:lnTo>
                  <a:lnTo>
                    <a:pt x="128" y="1973"/>
                  </a:lnTo>
                  <a:lnTo>
                    <a:pt x="51" y="2242"/>
                  </a:lnTo>
                  <a:lnTo>
                    <a:pt x="13" y="2524"/>
                  </a:lnTo>
                  <a:lnTo>
                    <a:pt x="0" y="2806"/>
                  </a:lnTo>
                  <a:lnTo>
                    <a:pt x="0" y="8160"/>
                  </a:lnTo>
                  <a:lnTo>
                    <a:pt x="2805" y="8160"/>
                  </a:lnTo>
                  <a:lnTo>
                    <a:pt x="28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8"/>
            <p:cNvSpPr/>
            <p:nvPr/>
          </p:nvSpPr>
          <p:spPr>
            <a:xfrm>
              <a:off x="1405479" y="2091076"/>
              <a:ext cx="1608617" cy="1580998"/>
            </a:xfrm>
            <a:custGeom>
              <a:avLst/>
              <a:gdLst/>
              <a:ahLst/>
              <a:cxnLst/>
              <a:rect l="l" t="t" r="r" b="b"/>
              <a:pathLst>
                <a:path w="32033" h="31483" extrusionOk="0">
                  <a:moveTo>
                    <a:pt x="1" y="0"/>
                  </a:moveTo>
                  <a:lnTo>
                    <a:pt x="1" y="24425"/>
                  </a:lnTo>
                  <a:lnTo>
                    <a:pt x="13" y="24796"/>
                  </a:lnTo>
                  <a:lnTo>
                    <a:pt x="39" y="25155"/>
                  </a:lnTo>
                  <a:lnTo>
                    <a:pt x="77" y="25501"/>
                  </a:lnTo>
                  <a:lnTo>
                    <a:pt x="141" y="25847"/>
                  </a:lnTo>
                  <a:lnTo>
                    <a:pt x="218" y="26193"/>
                  </a:lnTo>
                  <a:lnTo>
                    <a:pt x="321" y="26526"/>
                  </a:lnTo>
                  <a:lnTo>
                    <a:pt x="423" y="26859"/>
                  </a:lnTo>
                  <a:lnTo>
                    <a:pt x="551" y="27179"/>
                  </a:lnTo>
                  <a:lnTo>
                    <a:pt x="692" y="27486"/>
                  </a:lnTo>
                  <a:lnTo>
                    <a:pt x="846" y="27794"/>
                  </a:lnTo>
                  <a:lnTo>
                    <a:pt x="1025" y="28088"/>
                  </a:lnTo>
                  <a:lnTo>
                    <a:pt x="1204" y="28370"/>
                  </a:lnTo>
                  <a:lnTo>
                    <a:pt x="1397" y="28652"/>
                  </a:lnTo>
                  <a:lnTo>
                    <a:pt x="1614" y="28921"/>
                  </a:lnTo>
                  <a:lnTo>
                    <a:pt x="1832" y="29177"/>
                  </a:lnTo>
                  <a:lnTo>
                    <a:pt x="2063" y="29420"/>
                  </a:lnTo>
                  <a:lnTo>
                    <a:pt x="2306" y="29651"/>
                  </a:lnTo>
                  <a:lnTo>
                    <a:pt x="2562" y="29881"/>
                  </a:lnTo>
                  <a:lnTo>
                    <a:pt x="2831" y="30086"/>
                  </a:lnTo>
                  <a:lnTo>
                    <a:pt x="3113" y="30278"/>
                  </a:lnTo>
                  <a:lnTo>
                    <a:pt x="3395" y="30470"/>
                  </a:lnTo>
                  <a:lnTo>
                    <a:pt x="3689" y="30637"/>
                  </a:lnTo>
                  <a:lnTo>
                    <a:pt x="3997" y="30791"/>
                  </a:lnTo>
                  <a:lnTo>
                    <a:pt x="4304" y="30931"/>
                  </a:lnTo>
                  <a:lnTo>
                    <a:pt x="4624" y="31060"/>
                  </a:lnTo>
                  <a:lnTo>
                    <a:pt x="4957" y="31175"/>
                  </a:lnTo>
                  <a:lnTo>
                    <a:pt x="5290" y="31264"/>
                  </a:lnTo>
                  <a:lnTo>
                    <a:pt x="5636" y="31341"/>
                  </a:lnTo>
                  <a:lnTo>
                    <a:pt x="5982" y="31405"/>
                  </a:lnTo>
                  <a:lnTo>
                    <a:pt x="6340" y="31444"/>
                  </a:lnTo>
                  <a:lnTo>
                    <a:pt x="6686" y="31482"/>
                  </a:lnTo>
                  <a:lnTo>
                    <a:pt x="25334" y="31482"/>
                  </a:lnTo>
                  <a:lnTo>
                    <a:pt x="25693" y="31444"/>
                  </a:lnTo>
                  <a:lnTo>
                    <a:pt x="26052" y="31405"/>
                  </a:lnTo>
                  <a:lnTo>
                    <a:pt x="26398" y="31341"/>
                  </a:lnTo>
                  <a:lnTo>
                    <a:pt x="26731" y="31264"/>
                  </a:lnTo>
                  <a:lnTo>
                    <a:pt x="27076" y="31175"/>
                  </a:lnTo>
                  <a:lnTo>
                    <a:pt x="27397" y="31060"/>
                  </a:lnTo>
                  <a:lnTo>
                    <a:pt x="27717" y="30931"/>
                  </a:lnTo>
                  <a:lnTo>
                    <a:pt x="28037" y="30791"/>
                  </a:lnTo>
                  <a:lnTo>
                    <a:pt x="28331" y="30637"/>
                  </a:lnTo>
                  <a:lnTo>
                    <a:pt x="28626" y="30470"/>
                  </a:lnTo>
                  <a:lnTo>
                    <a:pt x="28921" y="30278"/>
                  </a:lnTo>
                  <a:lnTo>
                    <a:pt x="29190" y="30086"/>
                  </a:lnTo>
                  <a:lnTo>
                    <a:pt x="29459" y="29881"/>
                  </a:lnTo>
                  <a:lnTo>
                    <a:pt x="29715" y="29651"/>
                  </a:lnTo>
                  <a:lnTo>
                    <a:pt x="29958" y="29420"/>
                  </a:lnTo>
                  <a:lnTo>
                    <a:pt x="30201" y="29177"/>
                  </a:lnTo>
                  <a:lnTo>
                    <a:pt x="30419" y="28921"/>
                  </a:lnTo>
                  <a:lnTo>
                    <a:pt x="30624" y="28652"/>
                  </a:lnTo>
                  <a:lnTo>
                    <a:pt x="30829" y="28370"/>
                  </a:lnTo>
                  <a:lnTo>
                    <a:pt x="31008" y="28088"/>
                  </a:lnTo>
                  <a:lnTo>
                    <a:pt x="31175" y="27794"/>
                  </a:lnTo>
                  <a:lnTo>
                    <a:pt x="31329" y="27486"/>
                  </a:lnTo>
                  <a:lnTo>
                    <a:pt x="31469" y="27179"/>
                  </a:lnTo>
                  <a:lnTo>
                    <a:pt x="31597" y="26859"/>
                  </a:lnTo>
                  <a:lnTo>
                    <a:pt x="31713" y="26526"/>
                  </a:lnTo>
                  <a:lnTo>
                    <a:pt x="31802" y="26193"/>
                  </a:lnTo>
                  <a:lnTo>
                    <a:pt x="31892" y="25847"/>
                  </a:lnTo>
                  <a:lnTo>
                    <a:pt x="31943" y="25501"/>
                  </a:lnTo>
                  <a:lnTo>
                    <a:pt x="31995" y="25155"/>
                  </a:lnTo>
                  <a:lnTo>
                    <a:pt x="32020" y="24796"/>
                  </a:lnTo>
                  <a:lnTo>
                    <a:pt x="32033" y="24425"/>
                  </a:lnTo>
                  <a:lnTo>
                    <a:pt x="32033" y="0"/>
                  </a:lnTo>
                  <a:close/>
                </a:path>
              </a:pathLst>
            </a:custGeom>
            <a:solidFill>
              <a:srgbClr val="79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8"/>
            <p:cNvSpPr/>
            <p:nvPr/>
          </p:nvSpPr>
          <p:spPr>
            <a:xfrm>
              <a:off x="1675595" y="2506569"/>
              <a:ext cx="355741" cy="356343"/>
            </a:xfrm>
            <a:custGeom>
              <a:avLst/>
              <a:gdLst/>
              <a:ahLst/>
              <a:cxnLst/>
              <a:rect l="l" t="t" r="r" b="b"/>
              <a:pathLst>
                <a:path w="7084" h="7096" extrusionOk="0">
                  <a:moveTo>
                    <a:pt x="3356" y="0"/>
                  </a:moveTo>
                  <a:lnTo>
                    <a:pt x="3177" y="13"/>
                  </a:lnTo>
                  <a:lnTo>
                    <a:pt x="2998" y="39"/>
                  </a:lnTo>
                  <a:lnTo>
                    <a:pt x="2831" y="64"/>
                  </a:lnTo>
                  <a:lnTo>
                    <a:pt x="2652" y="116"/>
                  </a:lnTo>
                  <a:lnTo>
                    <a:pt x="2486" y="154"/>
                  </a:lnTo>
                  <a:lnTo>
                    <a:pt x="2319" y="218"/>
                  </a:lnTo>
                  <a:lnTo>
                    <a:pt x="2165" y="282"/>
                  </a:lnTo>
                  <a:lnTo>
                    <a:pt x="1999" y="346"/>
                  </a:lnTo>
                  <a:lnTo>
                    <a:pt x="1845" y="423"/>
                  </a:lnTo>
                  <a:lnTo>
                    <a:pt x="1704" y="513"/>
                  </a:lnTo>
                  <a:lnTo>
                    <a:pt x="1563" y="602"/>
                  </a:lnTo>
                  <a:lnTo>
                    <a:pt x="1422" y="705"/>
                  </a:lnTo>
                  <a:lnTo>
                    <a:pt x="1282" y="807"/>
                  </a:lnTo>
                  <a:lnTo>
                    <a:pt x="1154" y="922"/>
                  </a:lnTo>
                  <a:lnTo>
                    <a:pt x="1038" y="1038"/>
                  </a:lnTo>
                  <a:lnTo>
                    <a:pt x="910" y="1166"/>
                  </a:lnTo>
                  <a:lnTo>
                    <a:pt x="808" y="1294"/>
                  </a:lnTo>
                  <a:lnTo>
                    <a:pt x="705" y="1422"/>
                  </a:lnTo>
                  <a:lnTo>
                    <a:pt x="603" y="1563"/>
                  </a:lnTo>
                  <a:lnTo>
                    <a:pt x="513" y="1704"/>
                  </a:lnTo>
                  <a:lnTo>
                    <a:pt x="423" y="1857"/>
                  </a:lnTo>
                  <a:lnTo>
                    <a:pt x="347" y="2011"/>
                  </a:lnTo>
                  <a:lnTo>
                    <a:pt x="270" y="2165"/>
                  </a:lnTo>
                  <a:lnTo>
                    <a:pt x="206" y="2331"/>
                  </a:lnTo>
                  <a:lnTo>
                    <a:pt x="155" y="2485"/>
                  </a:lnTo>
                  <a:lnTo>
                    <a:pt x="103" y="2664"/>
                  </a:lnTo>
                  <a:lnTo>
                    <a:pt x="65" y="2831"/>
                  </a:lnTo>
                  <a:lnTo>
                    <a:pt x="39" y="3010"/>
                  </a:lnTo>
                  <a:lnTo>
                    <a:pt x="14" y="3177"/>
                  </a:lnTo>
                  <a:lnTo>
                    <a:pt x="1" y="3356"/>
                  </a:lnTo>
                  <a:lnTo>
                    <a:pt x="1" y="3548"/>
                  </a:lnTo>
                  <a:lnTo>
                    <a:pt x="1" y="3727"/>
                  </a:lnTo>
                  <a:lnTo>
                    <a:pt x="14" y="3907"/>
                  </a:lnTo>
                  <a:lnTo>
                    <a:pt x="39" y="4086"/>
                  </a:lnTo>
                  <a:lnTo>
                    <a:pt x="65" y="4265"/>
                  </a:lnTo>
                  <a:lnTo>
                    <a:pt x="103" y="4432"/>
                  </a:lnTo>
                  <a:lnTo>
                    <a:pt x="155" y="4598"/>
                  </a:lnTo>
                  <a:lnTo>
                    <a:pt x="206" y="4765"/>
                  </a:lnTo>
                  <a:lnTo>
                    <a:pt x="270" y="4931"/>
                  </a:lnTo>
                  <a:lnTo>
                    <a:pt x="347" y="5085"/>
                  </a:lnTo>
                  <a:lnTo>
                    <a:pt x="423" y="5239"/>
                  </a:lnTo>
                  <a:lnTo>
                    <a:pt x="513" y="5380"/>
                  </a:lnTo>
                  <a:lnTo>
                    <a:pt x="603" y="5533"/>
                  </a:lnTo>
                  <a:lnTo>
                    <a:pt x="705" y="5661"/>
                  </a:lnTo>
                  <a:lnTo>
                    <a:pt x="808" y="5802"/>
                  </a:lnTo>
                  <a:lnTo>
                    <a:pt x="910" y="5930"/>
                  </a:lnTo>
                  <a:lnTo>
                    <a:pt x="1038" y="6058"/>
                  </a:lnTo>
                  <a:lnTo>
                    <a:pt x="1154" y="6174"/>
                  </a:lnTo>
                  <a:lnTo>
                    <a:pt x="1282" y="6276"/>
                  </a:lnTo>
                  <a:lnTo>
                    <a:pt x="1422" y="6391"/>
                  </a:lnTo>
                  <a:lnTo>
                    <a:pt x="1563" y="6481"/>
                  </a:lnTo>
                  <a:lnTo>
                    <a:pt x="1704" y="6584"/>
                  </a:lnTo>
                  <a:lnTo>
                    <a:pt x="1845" y="6660"/>
                  </a:lnTo>
                  <a:lnTo>
                    <a:pt x="1999" y="6737"/>
                  </a:lnTo>
                  <a:lnTo>
                    <a:pt x="2165" y="6814"/>
                  </a:lnTo>
                  <a:lnTo>
                    <a:pt x="2319" y="6878"/>
                  </a:lnTo>
                  <a:lnTo>
                    <a:pt x="2486" y="6929"/>
                  </a:lnTo>
                  <a:lnTo>
                    <a:pt x="2652" y="6981"/>
                  </a:lnTo>
                  <a:lnTo>
                    <a:pt x="2831" y="7019"/>
                  </a:lnTo>
                  <a:lnTo>
                    <a:pt x="2998" y="7045"/>
                  </a:lnTo>
                  <a:lnTo>
                    <a:pt x="3177" y="7070"/>
                  </a:lnTo>
                  <a:lnTo>
                    <a:pt x="3356" y="7083"/>
                  </a:lnTo>
                  <a:lnTo>
                    <a:pt x="3536" y="7096"/>
                  </a:lnTo>
                  <a:lnTo>
                    <a:pt x="3728" y="7083"/>
                  </a:lnTo>
                  <a:lnTo>
                    <a:pt x="3907" y="7070"/>
                  </a:lnTo>
                  <a:lnTo>
                    <a:pt x="4087" y="7045"/>
                  </a:lnTo>
                  <a:lnTo>
                    <a:pt x="4253" y="7019"/>
                  </a:lnTo>
                  <a:lnTo>
                    <a:pt x="4432" y="6981"/>
                  </a:lnTo>
                  <a:lnTo>
                    <a:pt x="4599" y="6929"/>
                  </a:lnTo>
                  <a:lnTo>
                    <a:pt x="4765" y="6878"/>
                  </a:lnTo>
                  <a:lnTo>
                    <a:pt x="4919" y="6814"/>
                  </a:lnTo>
                  <a:lnTo>
                    <a:pt x="5086" y="6737"/>
                  </a:lnTo>
                  <a:lnTo>
                    <a:pt x="5226" y="6660"/>
                  </a:lnTo>
                  <a:lnTo>
                    <a:pt x="5380" y="6584"/>
                  </a:lnTo>
                  <a:lnTo>
                    <a:pt x="5521" y="6481"/>
                  </a:lnTo>
                  <a:lnTo>
                    <a:pt x="5662" y="6391"/>
                  </a:lnTo>
                  <a:lnTo>
                    <a:pt x="5803" y="6276"/>
                  </a:lnTo>
                  <a:lnTo>
                    <a:pt x="5931" y="6174"/>
                  </a:lnTo>
                  <a:lnTo>
                    <a:pt x="6046" y="6058"/>
                  </a:lnTo>
                  <a:lnTo>
                    <a:pt x="6161" y="5930"/>
                  </a:lnTo>
                  <a:lnTo>
                    <a:pt x="6277" y="5802"/>
                  </a:lnTo>
                  <a:lnTo>
                    <a:pt x="6379" y="5661"/>
                  </a:lnTo>
                  <a:lnTo>
                    <a:pt x="6482" y="5533"/>
                  </a:lnTo>
                  <a:lnTo>
                    <a:pt x="6571" y="5380"/>
                  </a:lnTo>
                  <a:lnTo>
                    <a:pt x="6661" y="5239"/>
                  </a:lnTo>
                  <a:lnTo>
                    <a:pt x="6738" y="5085"/>
                  </a:lnTo>
                  <a:lnTo>
                    <a:pt x="6815" y="4931"/>
                  </a:lnTo>
                  <a:lnTo>
                    <a:pt x="6879" y="4765"/>
                  </a:lnTo>
                  <a:lnTo>
                    <a:pt x="6930" y="4598"/>
                  </a:lnTo>
                  <a:lnTo>
                    <a:pt x="6981" y="4432"/>
                  </a:lnTo>
                  <a:lnTo>
                    <a:pt x="7020" y="4265"/>
                  </a:lnTo>
                  <a:lnTo>
                    <a:pt x="7045" y="4086"/>
                  </a:lnTo>
                  <a:lnTo>
                    <a:pt x="7071" y="3907"/>
                  </a:lnTo>
                  <a:lnTo>
                    <a:pt x="7084" y="3727"/>
                  </a:lnTo>
                  <a:lnTo>
                    <a:pt x="7084" y="3548"/>
                  </a:lnTo>
                  <a:lnTo>
                    <a:pt x="7084" y="3356"/>
                  </a:lnTo>
                  <a:lnTo>
                    <a:pt x="7071" y="3177"/>
                  </a:lnTo>
                  <a:lnTo>
                    <a:pt x="7045" y="3010"/>
                  </a:lnTo>
                  <a:lnTo>
                    <a:pt x="7020" y="2831"/>
                  </a:lnTo>
                  <a:lnTo>
                    <a:pt x="6981" y="2664"/>
                  </a:lnTo>
                  <a:lnTo>
                    <a:pt x="6930" y="2485"/>
                  </a:lnTo>
                  <a:lnTo>
                    <a:pt x="6879" y="2331"/>
                  </a:lnTo>
                  <a:lnTo>
                    <a:pt x="6815" y="2165"/>
                  </a:lnTo>
                  <a:lnTo>
                    <a:pt x="6738" y="2011"/>
                  </a:lnTo>
                  <a:lnTo>
                    <a:pt x="6661" y="1857"/>
                  </a:lnTo>
                  <a:lnTo>
                    <a:pt x="6571" y="1704"/>
                  </a:lnTo>
                  <a:lnTo>
                    <a:pt x="6482" y="1563"/>
                  </a:lnTo>
                  <a:lnTo>
                    <a:pt x="6379" y="1422"/>
                  </a:lnTo>
                  <a:lnTo>
                    <a:pt x="6277" y="1294"/>
                  </a:lnTo>
                  <a:lnTo>
                    <a:pt x="6161" y="1166"/>
                  </a:lnTo>
                  <a:lnTo>
                    <a:pt x="6046" y="1038"/>
                  </a:lnTo>
                  <a:lnTo>
                    <a:pt x="5931" y="922"/>
                  </a:lnTo>
                  <a:lnTo>
                    <a:pt x="5803" y="807"/>
                  </a:lnTo>
                  <a:lnTo>
                    <a:pt x="5662" y="705"/>
                  </a:lnTo>
                  <a:lnTo>
                    <a:pt x="5521" y="602"/>
                  </a:lnTo>
                  <a:lnTo>
                    <a:pt x="5380" y="513"/>
                  </a:lnTo>
                  <a:lnTo>
                    <a:pt x="5226" y="423"/>
                  </a:lnTo>
                  <a:lnTo>
                    <a:pt x="5086" y="346"/>
                  </a:lnTo>
                  <a:lnTo>
                    <a:pt x="4919" y="282"/>
                  </a:lnTo>
                  <a:lnTo>
                    <a:pt x="4765" y="218"/>
                  </a:lnTo>
                  <a:lnTo>
                    <a:pt x="4599" y="154"/>
                  </a:lnTo>
                  <a:lnTo>
                    <a:pt x="4432" y="116"/>
                  </a:lnTo>
                  <a:lnTo>
                    <a:pt x="4253" y="64"/>
                  </a:lnTo>
                  <a:lnTo>
                    <a:pt x="4087" y="39"/>
                  </a:lnTo>
                  <a:lnTo>
                    <a:pt x="3907" y="13"/>
                  </a:lnTo>
                  <a:lnTo>
                    <a:pt x="37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8"/>
            <p:cNvSpPr/>
            <p:nvPr/>
          </p:nvSpPr>
          <p:spPr>
            <a:xfrm>
              <a:off x="1731586" y="2562510"/>
              <a:ext cx="243806" cy="244459"/>
            </a:xfrm>
            <a:custGeom>
              <a:avLst/>
              <a:gdLst/>
              <a:ahLst/>
              <a:cxnLst/>
              <a:rect l="l" t="t" r="r" b="b"/>
              <a:pathLst>
                <a:path w="4855" h="4868" extrusionOk="0">
                  <a:moveTo>
                    <a:pt x="2421" y="1"/>
                  </a:moveTo>
                  <a:lnTo>
                    <a:pt x="2177" y="13"/>
                  </a:lnTo>
                  <a:lnTo>
                    <a:pt x="1934" y="52"/>
                  </a:lnTo>
                  <a:lnTo>
                    <a:pt x="1704" y="103"/>
                  </a:lnTo>
                  <a:lnTo>
                    <a:pt x="1486" y="193"/>
                  </a:lnTo>
                  <a:lnTo>
                    <a:pt x="1268" y="295"/>
                  </a:lnTo>
                  <a:lnTo>
                    <a:pt x="1063" y="410"/>
                  </a:lnTo>
                  <a:lnTo>
                    <a:pt x="884" y="551"/>
                  </a:lnTo>
                  <a:lnTo>
                    <a:pt x="705" y="705"/>
                  </a:lnTo>
                  <a:lnTo>
                    <a:pt x="551" y="884"/>
                  </a:lnTo>
                  <a:lnTo>
                    <a:pt x="410" y="1076"/>
                  </a:lnTo>
                  <a:lnTo>
                    <a:pt x="282" y="1269"/>
                  </a:lnTo>
                  <a:lnTo>
                    <a:pt x="179" y="1486"/>
                  </a:lnTo>
                  <a:lnTo>
                    <a:pt x="103" y="1704"/>
                  </a:lnTo>
                  <a:lnTo>
                    <a:pt x="39" y="1935"/>
                  </a:lnTo>
                  <a:lnTo>
                    <a:pt x="13" y="2178"/>
                  </a:lnTo>
                  <a:lnTo>
                    <a:pt x="0" y="2434"/>
                  </a:lnTo>
                  <a:lnTo>
                    <a:pt x="13" y="2677"/>
                  </a:lnTo>
                  <a:lnTo>
                    <a:pt x="39" y="2921"/>
                  </a:lnTo>
                  <a:lnTo>
                    <a:pt x="103" y="3151"/>
                  </a:lnTo>
                  <a:lnTo>
                    <a:pt x="179" y="3382"/>
                  </a:lnTo>
                  <a:lnTo>
                    <a:pt x="282" y="3587"/>
                  </a:lnTo>
                  <a:lnTo>
                    <a:pt x="410" y="3792"/>
                  </a:lnTo>
                  <a:lnTo>
                    <a:pt x="551" y="3984"/>
                  </a:lnTo>
                  <a:lnTo>
                    <a:pt x="705" y="4150"/>
                  </a:lnTo>
                  <a:lnTo>
                    <a:pt x="884" y="4304"/>
                  </a:lnTo>
                  <a:lnTo>
                    <a:pt x="1063" y="4445"/>
                  </a:lnTo>
                  <a:lnTo>
                    <a:pt x="1268" y="4573"/>
                  </a:lnTo>
                  <a:lnTo>
                    <a:pt x="1486" y="4675"/>
                  </a:lnTo>
                  <a:lnTo>
                    <a:pt x="1704" y="4752"/>
                  </a:lnTo>
                  <a:lnTo>
                    <a:pt x="1934" y="4816"/>
                  </a:lnTo>
                  <a:lnTo>
                    <a:pt x="2177" y="4855"/>
                  </a:lnTo>
                  <a:lnTo>
                    <a:pt x="2421" y="4868"/>
                  </a:lnTo>
                  <a:lnTo>
                    <a:pt x="2677" y="4855"/>
                  </a:lnTo>
                  <a:lnTo>
                    <a:pt x="2920" y="4816"/>
                  </a:lnTo>
                  <a:lnTo>
                    <a:pt x="3151" y="4752"/>
                  </a:lnTo>
                  <a:lnTo>
                    <a:pt x="3369" y="4675"/>
                  </a:lnTo>
                  <a:lnTo>
                    <a:pt x="3586" y="4573"/>
                  </a:lnTo>
                  <a:lnTo>
                    <a:pt x="3791" y="4445"/>
                  </a:lnTo>
                  <a:lnTo>
                    <a:pt x="3971" y="4304"/>
                  </a:lnTo>
                  <a:lnTo>
                    <a:pt x="4150" y="4150"/>
                  </a:lnTo>
                  <a:lnTo>
                    <a:pt x="4304" y="3984"/>
                  </a:lnTo>
                  <a:lnTo>
                    <a:pt x="4444" y="3792"/>
                  </a:lnTo>
                  <a:lnTo>
                    <a:pt x="4560" y="3587"/>
                  </a:lnTo>
                  <a:lnTo>
                    <a:pt x="4662" y="3382"/>
                  </a:lnTo>
                  <a:lnTo>
                    <a:pt x="4752" y="3151"/>
                  </a:lnTo>
                  <a:lnTo>
                    <a:pt x="4803" y="2921"/>
                  </a:lnTo>
                  <a:lnTo>
                    <a:pt x="4841" y="2677"/>
                  </a:lnTo>
                  <a:lnTo>
                    <a:pt x="4854" y="2434"/>
                  </a:lnTo>
                  <a:lnTo>
                    <a:pt x="4841" y="2178"/>
                  </a:lnTo>
                  <a:lnTo>
                    <a:pt x="4803" y="1935"/>
                  </a:lnTo>
                  <a:lnTo>
                    <a:pt x="4752" y="1704"/>
                  </a:lnTo>
                  <a:lnTo>
                    <a:pt x="4662" y="1486"/>
                  </a:lnTo>
                  <a:lnTo>
                    <a:pt x="4560" y="1269"/>
                  </a:lnTo>
                  <a:lnTo>
                    <a:pt x="4444" y="1076"/>
                  </a:lnTo>
                  <a:lnTo>
                    <a:pt x="4304" y="884"/>
                  </a:lnTo>
                  <a:lnTo>
                    <a:pt x="4150" y="705"/>
                  </a:lnTo>
                  <a:lnTo>
                    <a:pt x="3971" y="551"/>
                  </a:lnTo>
                  <a:lnTo>
                    <a:pt x="3791" y="410"/>
                  </a:lnTo>
                  <a:lnTo>
                    <a:pt x="3586" y="295"/>
                  </a:lnTo>
                  <a:lnTo>
                    <a:pt x="3369" y="193"/>
                  </a:lnTo>
                  <a:lnTo>
                    <a:pt x="3151" y="103"/>
                  </a:lnTo>
                  <a:lnTo>
                    <a:pt x="2920" y="52"/>
                  </a:lnTo>
                  <a:lnTo>
                    <a:pt x="2677" y="13"/>
                  </a:lnTo>
                  <a:lnTo>
                    <a:pt x="24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8"/>
            <p:cNvSpPr/>
            <p:nvPr/>
          </p:nvSpPr>
          <p:spPr>
            <a:xfrm>
              <a:off x="2387617" y="2506569"/>
              <a:ext cx="356343" cy="356343"/>
            </a:xfrm>
            <a:custGeom>
              <a:avLst/>
              <a:gdLst/>
              <a:ahLst/>
              <a:cxnLst/>
              <a:rect l="l" t="t" r="r" b="b"/>
              <a:pathLst>
                <a:path w="7096" h="7096" extrusionOk="0">
                  <a:moveTo>
                    <a:pt x="3369" y="0"/>
                  </a:moveTo>
                  <a:lnTo>
                    <a:pt x="3189" y="13"/>
                  </a:lnTo>
                  <a:lnTo>
                    <a:pt x="3010" y="39"/>
                  </a:lnTo>
                  <a:lnTo>
                    <a:pt x="2831" y="64"/>
                  </a:lnTo>
                  <a:lnTo>
                    <a:pt x="2664" y="116"/>
                  </a:lnTo>
                  <a:lnTo>
                    <a:pt x="2498" y="154"/>
                  </a:lnTo>
                  <a:lnTo>
                    <a:pt x="2331" y="218"/>
                  </a:lnTo>
                  <a:lnTo>
                    <a:pt x="2165" y="282"/>
                  </a:lnTo>
                  <a:lnTo>
                    <a:pt x="2011" y="346"/>
                  </a:lnTo>
                  <a:lnTo>
                    <a:pt x="1857" y="423"/>
                  </a:lnTo>
                  <a:lnTo>
                    <a:pt x="1716" y="513"/>
                  </a:lnTo>
                  <a:lnTo>
                    <a:pt x="1563" y="602"/>
                  </a:lnTo>
                  <a:lnTo>
                    <a:pt x="1422" y="705"/>
                  </a:lnTo>
                  <a:lnTo>
                    <a:pt x="1294" y="807"/>
                  </a:lnTo>
                  <a:lnTo>
                    <a:pt x="1166" y="922"/>
                  </a:lnTo>
                  <a:lnTo>
                    <a:pt x="1038" y="1038"/>
                  </a:lnTo>
                  <a:lnTo>
                    <a:pt x="922" y="1166"/>
                  </a:lnTo>
                  <a:lnTo>
                    <a:pt x="807" y="1294"/>
                  </a:lnTo>
                  <a:lnTo>
                    <a:pt x="705" y="1422"/>
                  </a:lnTo>
                  <a:lnTo>
                    <a:pt x="615" y="1563"/>
                  </a:lnTo>
                  <a:lnTo>
                    <a:pt x="512" y="1704"/>
                  </a:lnTo>
                  <a:lnTo>
                    <a:pt x="436" y="1857"/>
                  </a:lnTo>
                  <a:lnTo>
                    <a:pt x="359" y="2011"/>
                  </a:lnTo>
                  <a:lnTo>
                    <a:pt x="282" y="2165"/>
                  </a:lnTo>
                  <a:lnTo>
                    <a:pt x="218" y="2331"/>
                  </a:lnTo>
                  <a:lnTo>
                    <a:pt x="167" y="2485"/>
                  </a:lnTo>
                  <a:lnTo>
                    <a:pt x="115" y="2664"/>
                  </a:lnTo>
                  <a:lnTo>
                    <a:pt x="77" y="2831"/>
                  </a:lnTo>
                  <a:lnTo>
                    <a:pt x="39" y="3010"/>
                  </a:lnTo>
                  <a:lnTo>
                    <a:pt x="26" y="3177"/>
                  </a:lnTo>
                  <a:lnTo>
                    <a:pt x="13" y="3356"/>
                  </a:lnTo>
                  <a:lnTo>
                    <a:pt x="0" y="3548"/>
                  </a:lnTo>
                  <a:lnTo>
                    <a:pt x="13" y="3727"/>
                  </a:lnTo>
                  <a:lnTo>
                    <a:pt x="26" y="3907"/>
                  </a:lnTo>
                  <a:lnTo>
                    <a:pt x="39" y="4086"/>
                  </a:lnTo>
                  <a:lnTo>
                    <a:pt x="77" y="4265"/>
                  </a:lnTo>
                  <a:lnTo>
                    <a:pt x="115" y="4432"/>
                  </a:lnTo>
                  <a:lnTo>
                    <a:pt x="167" y="4598"/>
                  </a:lnTo>
                  <a:lnTo>
                    <a:pt x="218" y="4765"/>
                  </a:lnTo>
                  <a:lnTo>
                    <a:pt x="282" y="4931"/>
                  </a:lnTo>
                  <a:lnTo>
                    <a:pt x="359" y="5085"/>
                  </a:lnTo>
                  <a:lnTo>
                    <a:pt x="436" y="5239"/>
                  </a:lnTo>
                  <a:lnTo>
                    <a:pt x="512" y="5380"/>
                  </a:lnTo>
                  <a:lnTo>
                    <a:pt x="615" y="5533"/>
                  </a:lnTo>
                  <a:lnTo>
                    <a:pt x="705" y="5661"/>
                  </a:lnTo>
                  <a:lnTo>
                    <a:pt x="807" y="5802"/>
                  </a:lnTo>
                  <a:lnTo>
                    <a:pt x="922" y="5930"/>
                  </a:lnTo>
                  <a:lnTo>
                    <a:pt x="1038" y="6058"/>
                  </a:lnTo>
                  <a:lnTo>
                    <a:pt x="1166" y="6174"/>
                  </a:lnTo>
                  <a:lnTo>
                    <a:pt x="1294" y="6276"/>
                  </a:lnTo>
                  <a:lnTo>
                    <a:pt x="1422" y="6391"/>
                  </a:lnTo>
                  <a:lnTo>
                    <a:pt x="1563" y="6481"/>
                  </a:lnTo>
                  <a:lnTo>
                    <a:pt x="1716" y="6584"/>
                  </a:lnTo>
                  <a:lnTo>
                    <a:pt x="1857" y="6660"/>
                  </a:lnTo>
                  <a:lnTo>
                    <a:pt x="2011" y="6737"/>
                  </a:lnTo>
                  <a:lnTo>
                    <a:pt x="2165" y="6814"/>
                  </a:lnTo>
                  <a:lnTo>
                    <a:pt x="2331" y="6878"/>
                  </a:lnTo>
                  <a:lnTo>
                    <a:pt x="2498" y="6929"/>
                  </a:lnTo>
                  <a:lnTo>
                    <a:pt x="2664" y="6981"/>
                  </a:lnTo>
                  <a:lnTo>
                    <a:pt x="2831" y="7019"/>
                  </a:lnTo>
                  <a:lnTo>
                    <a:pt x="3010" y="7045"/>
                  </a:lnTo>
                  <a:lnTo>
                    <a:pt x="3189" y="7070"/>
                  </a:lnTo>
                  <a:lnTo>
                    <a:pt x="3369" y="7083"/>
                  </a:lnTo>
                  <a:lnTo>
                    <a:pt x="3548" y="7096"/>
                  </a:lnTo>
                  <a:lnTo>
                    <a:pt x="3727" y="7083"/>
                  </a:lnTo>
                  <a:lnTo>
                    <a:pt x="3919" y="7070"/>
                  </a:lnTo>
                  <a:lnTo>
                    <a:pt x="4086" y="7045"/>
                  </a:lnTo>
                  <a:lnTo>
                    <a:pt x="4265" y="7019"/>
                  </a:lnTo>
                  <a:lnTo>
                    <a:pt x="4432" y="6981"/>
                  </a:lnTo>
                  <a:lnTo>
                    <a:pt x="4611" y="6929"/>
                  </a:lnTo>
                  <a:lnTo>
                    <a:pt x="4765" y="6878"/>
                  </a:lnTo>
                  <a:lnTo>
                    <a:pt x="4931" y="6814"/>
                  </a:lnTo>
                  <a:lnTo>
                    <a:pt x="5085" y="6737"/>
                  </a:lnTo>
                  <a:lnTo>
                    <a:pt x="5239" y="6660"/>
                  </a:lnTo>
                  <a:lnTo>
                    <a:pt x="5392" y="6584"/>
                  </a:lnTo>
                  <a:lnTo>
                    <a:pt x="5533" y="6481"/>
                  </a:lnTo>
                  <a:lnTo>
                    <a:pt x="5674" y="6391"/>
                  </a:lnTo>
                  <a:lnTo>
                    <a:pt x="5802" y="6276"/>
                  </a:lnTo>
                  <a:lnTo>
                    <a:pt x="5930" y="6174"/>
                  </a:lnTo>
                  <a:lnTo>
                    <a:pt x="6058" y="6058"/>
                  </a:lnTo>
                  <a:lnTo>
                    <a:pt x="6173" y="5930"/>
                  </a:lnTo>
                  <a:lnTo>
                    <a:pt x="6289" y="5802"/>
                  </a:lnTo>
                  <a:lnTo>
                    <a:pt x="6391" y="5661"/>
                  </a:lnTo>
                  <a:lnTo>
                    <a:pt x="6494" y="5533"/>
                  </a:lnTo>
                  <a:lnTo>
                    <a:pt x="6583" y="5380"/>
                  </a:lnTo>
                  <a:lnTo>
                    <a:pt x="6673" y="5239"/>
                  </a:lnTo>
                  <a:lnTo>
                    <a:pt x="6750" y="5085"/>
                  </a:lnTo>
                  <a:lnTo>
                    <a:pt x="6814" y="4931"/>
                  </a:lnTo>
                  <a:lnTo>
                    <a:pt x="6878" y="4765"/>
                  </a:lnTo>
                  <a:lnTo>
                    <a:pt x="6942" y="4598"/>
                  </a:lnTo>
                  <a:lnTo>
                    <a:pt x="6980" y="4432"/>
                  </a:lnTo>
                  <a:lnTo>
                    <a:pt x="7019" y="4265"/>
                  </a:lnTo>
                  <a:lnTo>
                    <a:pt x="7057" y="4086"/>
                  </a:lnTo>
                  <a:lnTo>
                    <a:pt x="7083" y="3907"/>
                  </a:lnTo>
                  <a:lnTo>
                    <a:pt x="7096" y="3727"/>
                  </a:lnTo>
                  <a:lnTo>
                    <a:pt x="7096" y="3548"/>
                  </a:lnTo>
                  <a:lnTo>
                    <a:pt x="7096" y="3356"/>
                  </a:lnTo>
                  <a:lnTo>
                    <a:pt x="7083" y="3177"/>
                  </a:lnTo>
                  <a:lnTo>
                    <a:pt x="7057" y="3010"/>
                  </a:lnTo>
                  <a:lnTo>
                    <a:pt x="7019" y="2831"/>
                  </a:lnTo>
                  <a:lnTo>
                    <a:pt x="6980" y="2664"/>
                  </a:lnTo>
                  <a:lnTo>
                    <a:pt x="6942" y="2485"/>
                  </a:lnTo>
                  <a:lnTo>
                    <a:pt x="6878" y="2331"/>
                  </a:lnTo>
                  <a:lnTo>
                    <a:pt x="6814" y="2165"/>
                  </a:lnTo>
                  <a:lnTo>
                    <a:pt x="6750" y="2011"/>
                  </a:lnTo>
                  <a:lnTo>
                    <a:pt x="6673" y="1857"/>
                  </a:lnTo>
                  <a:lnTo>
                    <a:pt x="6583" y="1704"/>
                  </a:lnTo>
                  <a:lnTo>
                    <a:pt x="6494" y="1563"/>
                  </a:lnTo>
                  <a:lnTo>
                    <a:pt x="6391" y="1422"/>
                  </a:lnTo>
                  <a:lnTo>
                    <a:pt x="6289" y="1294"/>
                  </a:lnTo>
                  <a:lnTo>
                    <a:pt x="6173" y="1166"/>
                  </a:lnTo>
                  <a:lnTo>
                    <a:pt x="6058" y="1038"/>
                  </a:lnTo>
                  <a:lnTo>
                    <a:pt x="5930" y="922"/>
                  </a:lnTo>
                  <a:lnTo>
                    <a:pt x="5802" y="807"/>
                  </a:lnTo>
                  <a:lnTo>
                    <a:pt x="5674" y="705"/>
                  </a:lnTo>
                  <a:lnTo>
                    <a:pt x="5533" y="602"/>
                  </a:lnTo>
                  <a:lnTo>
                    <a:pt x="5392" y="513"/>
                  </a:lnTo>
                  <a:lnTo>
                    <a:pt x="5239" y="423"/>
                  </a:lnTo>
                  <a:lnTo>
                    <a:pt x="5085" y="346"/>
                  </a:lnTo>
                  <a:lnTo>
                    <a:pt x="4931" y="282"/>
                  </a:lnTo>
                  <a:lnTo>
                    <a:pt x="4765" y="218"/>
                  </a:lnTo>
                  <a:lnTo>
                    <a:pt x="4611" y="154"/>
                  </a:lnTo>
                  <a:lnTo>
                    <a:pt x="4432" y="116"/>
                  </a:lnTo>
                  <a:lnTo>
                    <a:pt x="4265" y="64"/>
                  </a:lnTo>
                  <a:lnTo>
                    <a:pt x="4086" y="39"/>
                  </a:lnTo>
                  <a:lnTo>
                    <a:pt x="3919" y="13"/>
                  </a:lnTo>
                  <a:lnTo>
                    <a:pt x="37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8"/>
            <p:cNvSpPr/>
            <p:nvPr/>
          </p:nvSpPr>
          <p:spPr>
            <a:xfrm>
              <a:off x="2443559" y="2562510"/>
              <a:ext cx="244459" cy="244459"/>
            </a:xfrm>
            <a:custGeom>
              <a:avLst/>
              <a:gdLst/>
              <a:ahLst/>
              <a:cxnLst/>
              <a:rect l="l" t="t" r="r" b="b"/>
              <a:pathLst>
                <a:path w="4868" h="4868" extrusionOk="0">
                  <a:moveTo>
                    <a:pt x="2434" y="1"/>
                  </a:moveTo>
                  <a:lnTo>
                    <a:pt x="2191" y="13"/>
                  </a:lnTo>
                  <a:lnTo>
                    <a:pt x="1947" y="52"/>
                  </a:lnTo>
                  <a:lnTo>
                    <a:pt x="1717" y="103"/>
                  </a:lnTo>
                  <a:lnTo>
                    <a:pt x="1486" y="193"/>
                  </a:lnTo>
                  <a:lnTo>
                    <a:pt x="1281" y="295"/>
                  </a:lnTo>
                  <a:lnTo>
                    <a:pt x="1076" y="410"/>
                  </a:lnTo>
                  <a:lnTo>
                    <a:pt x="884" y="551"/>
                  </a:lnTo>
                  <a:lnTo>
                    <a:pt x="718" y="705"/>
                  </a:lnTo>
                  <a:lnTo>
                    <a:pt x="564" y="884"/>
                  </a:lnTo>
                  <a:lnTo>
                    <a:pt x="423" y="1076"/>
                  </a:lnTo>
                  <a:lnTo>
                    <a:pt x="295" y="1269"/>
                  </a:lnTo>
                  <a:lnTo>
                    <a:pt x="193" y="1486"/>
                  </a:lnTo>
                  <a:lnTo>
                    <a:pt x="116" y="1704"/>
                  </a:lnTo>
                  <a:lnTo>
                    <a:pt x="52" y="1935"/>
                  </a:lnTo>
                  <a:lnTo>
                    <a:pt x="13" y="2178"/>
                  </a:lnTo>
                  <a:lnTo>
                    <a:pt x="0" y="2434"/>
                  </a:lnTo>
                  <a:lnTo>
                    <a:pt x="13" y="2677"/>
                  </a:lnTo>
                  <a:lnTo>
                    <a:pt x="52" y="2921"/>
                  </a:lnTo>
                  <a:lnTo>
                    <a:pt x="116" y="3151"/>
                  </a:lnTo>
                  <a:lnTo>
                    <a:pt x="193" y="3382"/>
                  </a:lnTo>
                  <a:lnTo>
                    <a:pt x="295" y="3587"/>
                  </a:lnTo>
                  <a:lnTo>
                    <a:pt x="423" y="3792"/>
                  </a:lnTo>
                  <a:lnTo>
                    <a:pt x="564" y="3984"/>
                  </a:lnTo>
                  <a:lnTo>
                    <a:pt x="718" y="4150"/>
                  </a:lnTo>
                  <a:lnTo>
                    <a:pt x="884" y="4304"/>
                  </a:lnTo>
                  <a:lnTo>
                    <a:pt x="1076" y="4445"/>
                  </a:lnTo>
                  <a:lnTo>
                    <a:pt x="1281" y="4573"/>
                  </a:lnTo>
                  <a:lnTo>
                    <a:pt x="1486" y="4675"/>
                  </a:lnTo>
                  <a:lnTo>
                    <a:pt x="1717" y="4752"/>
                  </a:lnTo>
                  <a:lnTo>
                    <a:pt x="1947" y="4816"/>
                  </a:lnTo>
                  <a:lnTo>
                    <a:pt x="2191" y="4855"/>
                  </a:lnTo>
                  <a:lnTo>
                    <a:pt x="2434" y="4868"/>
                  </a:lnTo>
                  <a:lnTo>
                    <a:pt x="2690" y="4855"/>
                  </a:lnTo>
                  <a:lnTo>
                    <a:pt x="2921" y="4816"/>
                  </a:lnTo>
                  <a:lnTo>
                    <a:pt x="3164" y="4752"/>
                  </a:lnTo>
                  <a:lnTo>
                    <a:pt x="3382" y="4675"/>
                  </a:lnTo>
                  <a:lnTo>
                    <a:pt x="3599" y="4573"/>
                  </a:lnTo>
                  <a:lnTo>
                    <a:pt x="3792" y="4445"/>
                  </a:lnTo>
                  <a:lnTo>
                    <a:pt x="3984" y="4304"/>
                  </a:lnTo>
                  <a:lnTo>
                    <a:pt x="4150" y="4150"/>
                  </a:lnTo>
                  <a:lnTo>
                    <a:pt x="4317" y="3984"/>
                  </a:lnTo>
                  <a:lnTo>
                    <a:pt x="4458" y="3792"/>
                  </a:lnTo>
                  <a:lnTo>
                    <a:pt x="4573" y="3587"/>
                  </a:lnTo>
                  <a:lnTo>
                    <a:pt x="4675" y="3382"/>
                  </a:lnTo>
                  <a:lnTo>
                    <a:pt x="4765" y="3151"/>
                  </a:lnTo>
                  <a:lnTo>
                    <a:pt x="4816" y="2921"/>
                  </a:lnTo>
                  <a:lnTo>
                    <a:pt x="4855" y="2677"/>
                  </a:lnTo>
                  <a:lnTo>
                    <a:pt x="4867" y="2434"/>
                  </a:lnTo>
                  <a:lnTo>
                    <a:pt x="4855" y="2178"/>
                  </a:lnTo>
                  <a:lnTo>
                    <a:pt x="4816" y="1935"/>
                  </a:lnTo>
                  <a:lnTo>
                    <a:pt x="4765" y="1704"/>
                  </a:lnTo>
                  <a:lnTo>
                    <a:pt x="4675" y="1486"/>
                  </a:lnTo>
                  <a:lnTo>
                    <a:pt x="4573" y="1269"/>
                  </a:lnTo>
                  <a:lnTo>
                    <a:pt x="4458" y="1076"/>
                  </a:lnTo>
                  <a:lnTo>
                    <a:pt x="4317" y="884"/>
                  </a:lnTo>
                  <a:lnTo>
                    <a:pt x="4150" y="705"/>
                  </a:lnTo>
                  <a:lnTo>
                    <a:pt x="3984" y="551"/>
                  </a:lnTo>
                  <a:lnTo>
                    <a:pt x="3792" y="410"/>
                  </a:lnTo>
                  <a:lnTo>
                    <a:pt x="3599" y="295"/>
                  </a:lnTo>
                  <a:lnTo>
                    <a:pt x="3382" y="193"/>
                  </a:lnTo>
                  <a:lnTo>
                    <a:pt x="3164" y="103"/>
                  </a:lnTo>
                  <a:lnTo>
                    <a:pt x="2921" y="52"/>
                  </a:lnTo>
                  <a:lnTo>
                    <a:pt x="2690" y="13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8"/>
            <p:cNvSpPr/>
            <p:nvPr/>
          </p:nvSpPr>
          <p:spPr>
            <a:xfrm>
              <a:off x="1697489" y="3169681"/>
              <a:ext cx="1024638" cy="292668"/>
            </a:xfrm>
            <a:custGeom>
              <a:avLst/>
              <a:gdLst/>
              <a:ahLst/>
              <a:cxnLst/>
              <a:rect l="l" t="t" r="r" b="b"/>
              <a:pathLst>
                <a:path w="20404" h="5828" extrusionOk="0">
                  <a:moveTo>
                    <a:pt x="2664" y="0"/>
                  </a:moveTo>
                  <a:lnTo>
                    <a:pt x="2395" y="13"/>
                  </a:lnTo>
                  <a:lnTo>
                    <a:pt x="2126" y="51"/>
                  </a:lnTo>
                  <a:lnTo>
                    <a:pt x="1870" y="116"/>
                  </a:lnTo>
                  <a:lnTo>
                    <a:pt x="1627" y="205"/>
                  </a:lnTo>
                  <a:lnTo>
                    <a:pt x="1396" y="320"/>
                  </a:lnTo>
                  <a:lnTo>
                    <a:pt x="1179" y="449"/>
                  </a:lnTo>
                  <a:lnTo>
                    <a:pt x="974" y="602"/>
                  </a:lnTo>
                  <a:lnTo>
                    <a:pt x="782" y="782"/>
                  </a:lnTo>
                  <a:lnTo>
                    <a:pt x="615" y="961"/>
                  </a:lnTo>
                  <a:lnTo>
                    <a:pt x="461" y="1166"/>
                  </a:lnTo>
                  <a:lnTo>
                    <a:pt x="320" y="1383"/>
                  </a:lnTo>
                  <a:lnTo>
                    <a:pt x="205" y="1627"/>
                  </a:lnTo>
                  <a:lnTo>
                    <a:pt x="116" y="1870"/>
                  </a:lnTo>
                  <a:lnTo>
                    <a:pt x="52" y="2126"/>
                  </a:lnTo>
                  <a:lnTo>
                    <a:pt x="13" y="2383"/>
                  </a:lnTo>
                  <a:lnTo>
                    <a:pt x="0" y="2651"/>
                  </a:lnTo>
                  <a:lnTo>
                    <a:pt x="0" y="3164"/>
                  </a:lnTo>
                  <a:lnTo>
                    <a:pt x="13" y="3433"/>
                  </a:lnTo>
                  <a:lnTo>
                    <a:pt x="52" y="3702"/>
                  </a:lnTo>
                  <a:lnTo>
                    <a:pt x="116" y="3958"/>
                  </a:lnTo>
                  <a:lnTo>
                    <a:pt x="205" y="4201"/>
                  </a:lnTo>
                  <a:lnTo>
                    <a:pt x="320" y="4432"/>
                  </a:lnTo>
                  <a:lnTo>
                    <a:pt x="461" y="4649"/>
                  </a:lnTo>
                  <a:lnTo>
                    <a:pt x="615" y="4854"/>
                  </a:lnTo>
                  <a:lnTo>
                    <a:pt x="782" y="5047"/>
                  </a:lnTo>
                  <a:lnTo>
                    <a:pt x="974" y="5213"/>
                  </a:lnTo>
                  <a:lnTo>
                    <a:pt x="1179" y="5367"/>
                  </a:lnTo>
                  <a:lnTo>
                    <a:pt x="1396" y="5508"/>
                  </a:lnTo>
                  <a:lnTo>
                    <a:pt x="1627" y="5610"/>
                  </a:lnTo>
                  <a:lnTo>
                    <a:pt x="1870" y="5700"/>
                  </a:lnTo>
                  <a:lnTo>
                    <a:pt x="2126" y="5764"/>
                  </a:lnTo>
                  <a:lnTo>
                    <a:pt x="2395" y="5815"/>
                  </a:lnTo>
                  <a:lnTo>
                    <a:pt x="2664" y="5828"/>
                  </a:lnTo>
                  <a:lnTo>
                    <a:pt x="17739" y="5828"/>
                  </a:lnTo>
                  <a:lnTo>
                    <a:pt x="18008" y="5815"/>
                  </a:lnTo>
                  <a:lnTo>
                    <a:pt x="18277" y="5764"/>
                  </a:lnTo>
                  <a:lnTo>
                    <a:pt x="18533" y="5700"/>
                  </a:lnTo>
                  <a:lnTo>
                    <a:pt x="18777" y="5610"/>
                  </a:lnTo>
                  <a:lnTo>
                    <a:pt x="19007" y="5508"/>
                  </a:lnTo>
                  <a:lnTo>
                    <a:pt x="19225" y="5367"/>
                  </a:lnTo>
                  <a:lnTo>
                    <a:pt x="19430" y="5213"/>
                  </a:lnTo>
                  <a:lnTo>
                    <a:pt x="19622" y="5047"/>
                  </a:lnTo>
                  <a:lnTo>
                    <a:pt x="19788" y="4854"/>
                  </a:lnTo>
                  <a:lnTo>
                    <a:pt x="19942" y="4649"/>
                  </a:lnTo>
                  <a:lnTo>
                    <a:pt x="20070" y="4432"/>
                  </a:lnTo>
                  <a:lnTo>
                    <a:pt x="20185" y="4201"/>
                  </a:lnTo>
                  <a:lnTo>
                    <a:pt x="20275" y="3958"/>
                  </a:lnTo>
                  <a:lnTo>
                    <a:pt x="20339" y="3702"/>
                  </a:lnTo>
                  <a:lnTo>
                    <a:pt x="20378" y="3433"/>
                  </a:lnTo>
                  <a:lnTo>
                    <a:pt x="20403" y="3164"/>
                  </a:lnTo>
                  <a:lnTo>
                    <a:pt x="20403" y="2651"/>
                  </a:lnTo>
                  <a:lnTo>
                    <a:pt x="20378" y="2383"/>
                  </a:lnTo>
                  <a:lnTo>
                    <a:pt x="20339" y="2126"/>
                  </a:lnTo>
                  <a:lnTo>
                    <a:pt x="20275" y="1870"/>
                  </a:lnTo>
                  <a:lnTo>
                    <a:pt x="20185" y="1627"/>
                  </a:lnTo>
                  <a:lnTo>
                    <a:pt x="20070" y="1383"/>
                  </a:lnTo>
                  <a:lnTo>
                    <a:pt x="19942" y="1166"/>
                  </a:lnTo>
                  <a:lnTo>
                    <a:pt x="19788" y="961"/>
                  </a:lnTo>
                  <a:lnTo>
                    <a:pt x="19622" y="782"/>
                  </a:lnTo>
                  <a:lnTo>
                    <a:pt x="19430" y="602"/>
                  </a:lnTo>
                  <a:lnTo>
                    <a:pt x="19225" y="449"/>
                  </a:lnTo>
                  <a:lnTo>
                    <a:pt x="19007" y="320"/>
                  </a:lnTo>
                  <a:lnTo>
                    <a:pt x="18777" y="205"/>
                  </a:lnTo>
                  <a:lnTo>
                    <a:pt x="18533" y="116"/>
                  </a:lnTo>
                  <a:lnTo>
                    <a:pt x="18277" y="51"/>
                  </a:lnTo>
                  <a:lnTo>
                    <a:pt x="18008" y="13"/>
                  </a:lnTo>
                  <a:lnTo>
                    <a:pt x="177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8"/>
            <p:cNvSpPr/>
            <p:nvPr/>
          </p:nvSpPr>
          <p:spPr>
            <a:xfrm>
              <a:off x="1751522" y="3224317"/>
              <a:ext cx="915917" cy="183394"/>
            </a:xfrm>
            <a:custGeom>
              <a:avLst/>
              <a:gdLst/>
              <a:ahLst/>
              <a:cxnLst/>
              <a:rect l="l" t="t" r="r" b="b"/>
              <a:pathLst>
                <a:path w="18239" h="3652" extrusionOk="0">
                  <a:moveTo>
                    <a:pt x="1640" y="1"/>
                  </a:moveTo>
                  <a:lnTo>
                    <a:pt x="1460" y="39"/>
                  </a:lnTo>
                  <a:lnTo>
                    <a:pt x="1281" y="78"/>
                  </a:lnTo>
                  <a:lnTo>
                    <a:pt x="1114" y="142"/>
                  </a:lnTo>
                  <a:lnTo>
                    <a:pt x="961" y="219"/>
                  </a:lnTo>
                  <a:lnTo>
                    <a:pt x="807" y="308"/>
                  </a:lnTo>
                  <a:lnTo>
                    <a:pt x="666" y="411"/>
                  </a:lnTo>
                  <a:lnTo>
                    <a:pt x="538" y="526"/>
                  </a:lnTo>
                  <a:lnTo>
                    <a:pt x="423" y="667"/>
                  </a:lnTo>
                  <a:lnTo>
                    <a:pt x="320" y="795"/>
                  </a:lnTo>
                  <a:lnTo>
                    <a:pt x="218" y="949"/>
                  </a:lnTo>
                  <a:lnTo>
                    <a:pt x="141" y="1115"/>
                  </a:lnTo>
                  <a:lnTo>
                    <a:pt x="90" y="1282"/>
                  </a:lnTo>
                  <a:lnTo>
                    <a:pt x="39" y="1448"/>
                  </a:lnTo>
                  <a:lnTo>
                    <a:pt x="13" y="1640"/>
                  </a:lnTo>
                  <a:lnTo>
                    <a:pt x="0" y="1820"/>
                  </a:lnTo>
                  <a:lnTo>
                    <a:pt x="13" y="2012"/>
                  </a:lnTo>
                  <a:lnTo>
                    <a:pt x="39" y="2191"/>
                  </a:lnTo>
                  <a:lnTo>
                    <a:pt x="90" y="2358"/>
                  </a:lnTo>
                  <a:lnTo>
                    <a:pt x="141" y="2537"/>
                  </a:lnTo>
                  <a:lnTo>
                    <a:pt x="218" y="2691"/>
                  </a:lnTo>
                  <a:lnTo>
                    <a:pt x="320" y="2844"/>
                  </a:lnTo>
                  <a:lnTo>
                    <a:pt x="423" y="2985"/>
                  </a:lnTo>
                  <a:lnTo>
                    <a:pt x="538" y="3113"/>
                  </a:lnTo>
                  <a:lnTo>
                    <a:pt x="666" y="3228"/>
                  </a:lnTo>
                  <a:lnTo>
                    <a:pt x="807" y="3331"/>
                  </a:lnTo>
                  <a:lnTo>
                    <a:pt x="961" y="3421"/>
                  </a:lnTo>
                  <a:lnTo>
                    <a:pt x="1114" y="3497"/>
                  </a:lnTo>
                  <a:lnTo>
                    <a:pt x="1281" y="3561"/>
                  </a:lnTo>
                  <a:lnTo>
                    <a:pt x="1460" y="3613"/>
                  </a:lnTo>
                  <a:lnTo>
                    <a:pt x="1640" y="3638"/>
                  </a:lnTo>
                  <a:lnTo>
                    <a:pt x="1832" y="3651"/>
                  </a:lnTo>
                  <a:lnTo>
                    <a:pt x="16420" y="3651"/>
                  </a:lnTo>
                  <a:lnTo>
                    <a:pt x="16612" y="3638"/>
                  </a:lnTo>
                  <a:lnTo>
                    <a:pt x="16791" y="3613"/>
                  </a:lnTo>
                  <a:lnTo>
                    <a:pt x="16958" y="3561"/>
                  </a:lnTo>
                  <a:lnTo>
                    <a:pt x="17124" y="3497"/>
                  </a:lnTo>
                  <a:lnTo>
                    <a:pt x="17291" y="3421"/>
                  </a:lnTo>
                  <a:lnTo>
                    <a:pt x="17444" y="3331"/>
                  </a:lnTo>
                  <a:lnTo>
                    <a:pt x="17585" y="3228"/>
                  </a:lnTo>
                  <a:lnTo>
                    <a:pt x="17713" y="3113"/>
                  </a:lnTo>
                  <a:lnTo>
                    <a:pt x="17829" y="2985"/>
                  </a:lnTo>
                  <a:lnTo>
                    <a:pt x="17931" y="2844"/>
                  </a:lnTo>
                  <a:lnTo>
                    <a:pt x="18021" y="2691"/>
                  </a:lnTo>
                  <a:lnTo>
                    <a:pt x="18098" y="2537"/>
                  </a:lnTo>
                  <a:lnTo>
                    <a:pt x="18162" y="2358"/>
                  </a:lnTo>
                  <a:lnTo>
                    <a:pt x="18213" y="2191"/>
                  </a:lnTo>
                  <a:lnTo>
                    <a:pt x="18239" y="2012"/>
                  </a:lnTo>
                  <a:lnTo>
                    <a:pt x="18239" y="1820"/>
                  </a:lnTo>
                  <a:lnTo>
                    <a:pt x="18239" y="1640"/>
                  </a:lnTo>
                  <a:lnTo>
                    <a:pt x="18213" y="1448"/>
                  </a:lnTo>
                  <a:lnTo>
                    <a:pt x="18162" y="1282"/>
                  </a:lnTo>
                  <a:lnTo>
                    <a:pt x="18098" y="1115"/>
                  </a:lnTo>
                  <a:lnTo>
                    <a:pt x="18021" y="949"/>
                  </a:lnTo>
                  <a:lnTo>
                    <a:pt x="17931" y="795"/>
                  </a:lnTo>
                  <a:lnTo>
                    <a:pt x="17829" y="667"/>
                  </a:lnTo>
                  <a:lnTo>
                    <a:pt x="17713" y="526"/>
                  </a:lnTo>
                  <a:lnTo>
                    <a:pt x="17585" y="411"/>
                  </a:lnTo>
                  <a:lnTo>
                    <a:pt x="17444" y="308"/>
                  </a:lnTo>
                  <a:lnTo>
                    <a:pt x="17291" y="219"/>
                  </a:lnTo>
                  <a:lnTo>
                    <a:pt x="17124" y="142"/>
                  </a:lnTo>
                  <a:lnTo>
                    <a:pt x="16958" y="78"/>
                  </a:lnTo>
                  <a:lnTo>
                    <a:pt x="16791" y="39"/>
                  </a:lnTo>
                  <a:lnTo>
                    <a:pt x="166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8"/>
            <p:cNvSpPr/>
            <p:nvPr/>
          </p:nvSpPr>
          <p:spPr>
            <a:xfrm>
              <a:off x="2133571" y="3224317"/>
              <a:ext cx="152460" cy="183394"/>
            </a:xfrm>
            <a:custGeom>
              <a:avLst/>
              <a:gdLst/>
              <a:ahLst/>
              <a:cxnLst/>
              <a:rect l="l" t="t" r="r" b="b"/>
              <a:pathLst>
                <a:path w="3036" h="3652" extrusionOk="0">
                  <a:moveTo>
                    <a:pt x="0" y="1"/>
                  </a:moveTo>
                  <a:lnTo>
                    <a:pt x="0" y="3651"/>
                  </a:lnTo>
                  <a:lnTo>
                    <a:pt x="3035" y="3651"/>
                  </a:lnTo>
                  <a:lnTo>
                    <a:pt x="303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8"/>
            <p:cNvSpPr/>
            <p:nvPr/>
          </p:nvSpPr>
          <p:spPr>
            <a:xfrm>
              <a:off x="1828053" y="3224317"/>
              <a:ext cx="152460" cy="183394"/>
            </a:xfrm>
            <a:custGeom>
              <a:avLst/>
              <a:gdLst/>
              <a:ahLst/>
              <a:cxnLst/>
              <a:rect l="l" t="t" r="r" b="b"/>
              <a:pathLst>
                <a:path w="3036" h="3652" extrusionOk="0">
                  <a:moveTo>
                    <a:pt x="0" y="1"/>
                  </a:moveTo>
                  <a:lnTo>
                    <a:pt x="0" y="3651"/>
                  </a:lnTo>
                  <a:lnTo>
                    <a:pt x="3036" y="3651"/>
                  </a:lnTo>
                  <a:lnTo>
                    <a:pt x="3036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8"/>
            <p:cNvSpPr/>
            <p:nvPr/>
          </p:nvSpPr>
          <p:spPr>
            <a:xfrm>
              <a:off x="2438386" y="3224317"/>
              <a:ext cx="153163" cy="183394"/>
            </a:xfrm>
            <a:custGeom>
              <a:avLst/>
              <a:gdLst/>
              <a:ahLst/>
              <a:cxnLst/>
              <a:rect l="l" t="t" r="r" b="b"/>
              <a:pathLst>
                <a:path w="3050" h="3652" extrusionOk="0">
                  <a:moveTo>
                    <a:pt x="1" y="1"/>
                  </a:moveTo>
                  <a:lnTo>
                    <a:pt x="1" y="3651"/>
                  </a:lnTo>
                  <a:lnTo>
                    <a:pt x="3049" y="3651"/>
                  </a:lnTo>
                  <a:lnTo>
                    <a:pt x="3049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8"/>
            <p:cNvSpPr/>
            <p:nvPr/>
          </p:nvSpPr>
          <p:spPr>
            <a:xfrm>
              <a:off x="1904583" y="3672000"/>
              <a:ext cx="610444" cy="83010"/>
            </a:xfrm>
            <a:custGeom>
              <a:avLst/>
              <a:gdLst/>
              <a:ahLst/>
              <a:cxnLst/>
              <a:rect l="l" t="t" r="r" b="b"/>
              <a:pathLst>
                <a:path w="12156" h="1653" extrusionOk="0">
                  <a:moveTo>
                    <a:pt x="0" y="0"/>
                  </a:moveTo>
                  <a:lnTo>
                    <a:pt x="0" y="167"/>
                  </a:lnTo>
                  <a:lnTo>
                    <a:pt x="26" y="333"/>
                  </a:lnTo>
                  <a:lnTo>
                    <a:pt x="64" y="487"/>
                  </a:lnTo>
                  <a:lnTo>
                    <a:pt x="128" y="641"/>
                  </a:lnTo>
                  <a:lnTo>
                    <a:pt x="193" y="781"/>
                  </a:lnTo>
                  <a:lnTo>
                    <a:pt x="269" y="922"/>
                  </a:lnTo>
                  <a:lnTo>
                    <a:pt x="372" y="1050"/>
                  </a:lnTo>
                  <a:lnTo>
                    <a:pt x="474" y="1166"/>
                  </a:lnTo>
                  <a:lnTo>
                    <a:pt x="590" y="1268"/>
                  </a:lnTo>
                  <a:lnTo>
                    <a:pt x="718" y="1371"/>
                  </a:lnTo>
                  <a:lnTo>
                    <a:pt x="859" y="1447"/>
                  </a:lnTo>
                  <a:lnTo>
                    <a:pt x="999" y="1512"/>
                  </a:lnTo>
                  <a:lnTo>
                    <a:pt x="1153" y="1576"/>
                  </a:lnTo>
                  <a:lnTo>
                    <a:pt x="1307" y="1614"/>
                  </a:lnTo>
                  <a:lnTo>
                    <a:pt x="1473" y="1640"/>
                  </a:lnTo>
                  <a:lnTo>
                    <a:pt x="1640" y="1652"/>
                  </a:lnTo>
                  <a:lnTo>
                    <a:pt x="10516" y="1652"/>
                  </a:lnTo>
                  <a:lnTo>
                    <a:pt x="10682" y="1640"/>
                  </a:lnTo>
                  <a:lnTo>
                    <a:pt x="10849" y="1614"/>
                  </a:lnTo>
                  <a:lnTo>
                    <a:pt x="11002" y="1576"/>
                  </a:lnTo>
                  <a:lnTo>
                    <a:pt x="11156" y="1512"/>
                  </a:lnTo>
                  <a:lnTo>
                    <a:pt x="11297" y="1447"/>
                  </a:lnTo>
                  <a:lnTo>
                    <a:pt x="11438" y="1371"/>
                  </a:lnTo>
                  <a:lnTo>
                    <a:pt x="11553" y="1268"/>
                  </a:lnTo>
                  <a:lnTo>
                    <a:pt x="11681" y="1166"/>
                  </a:lnTo>
                  <a:lnTo>
                    <a:pt x="11784" y="1050"/>
                  </a:lnTo>
                  <a:lnTo>
                    <a:pt x="11873" y="922"/>
                  </a:lnTo>
                  <a:lnTo>
                    <a:pt x="11963" y="781"/>
                  </a:lnTo>
                  <a:lnTo>
                    <a:pt x="12027" y="641"/>
                  </a:lnTo>
                  <a:lnTo>
                    <a:pt x="12078" y="487"/>
                  </a:lnTo>
                  <a:lnTo>
                    <a:pt x="12117" y="333"/>
                  </a:lnTo>
                  <a:lnTo>
                    <a:pt x="12142" y="167"/>
                  </a:lnTo>
                  <a:lnTo>
                    <a:pt x="121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8"/>
            <p:cNvSpPr/>
            <p:nvPr/>
          </p:nvSpPr>
          <p:spPr>
            <a:xfrm>
              <a:off x="2034494" y="3754958"/>
              <a:ext cx="350568" cy="274690"/>
            </a:xfrm>
            <a:custGeom>
              <a:avLst/>
              <a:gdLst/>
              <a:ahLst/>
              <a:cxnLst/>
              <a:rect l="l" t="t" r="r" b="b"/>
              <a:pathLst>
                <a:path w="6981" h="5470" extrusionOk="0">
                  <a:moveTo>
                    <a:pt x="1" y="0"/>
                  </a:moveTo>
                  <a:lnTo>
                    <a:pt x="1" y="5469"/>
                  </a:lnTo>
                  <a:lnTo>
                    <a:pt x="6981" y="5469"/>
                  </a:lnTo>
                  <a:lnTo>
                    <a:pt x="6981" y="0"/>
                  </a:lnTo>
                  <a:close/>
                </a:path>
              </a:pathLst>
            </a:custGeom>
            <a:solidFill>
              <a:srgbClr val="79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8"/>
            <p:cNvSpPr/>
            <p:nvPr/>
          </p:nvSpPr>
          <p:spPr>
            <a:xfrm>
              <a:off x="2034494" y="3846302"/>
              <a:ext cx="350568" cy="91346"/>
            </a:xfrm>
            <a:custGeom>
              <a:avLst/>
              <a:gdLst/>
              <a:ahLst/>
              <a:cxnLst/>
              <a:rect l="l" t="t" r="r" b="b"/>
              <a:pathLst>
                <a:path w="6981" h="1819" extrusionOk="0">
                  <a:moveTo>
                    <a:pt x="1" y="0"/>
                  </a:moveTo>
                  <a:lnTo>
                    <a:pt x="1" y="1819"/>
                  </a:lnTo>
                  <a:lnTo>
                    <a:pt x="6981" y="1819"/>
                  </a:lnTo>
                  <a:lnTo>
                    <a:pt x="69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8"/>
            <p:cNvSpPr/>
            <p:nvPr/>
          </p:nvSpPr>
          <p:spPr>
            <a:xfrm>
              <a:off x="1226658" y="4029593"/>
              <a:ext cx="1965613" cy="702392"/>
            </a:xfrm>
            <a:custGeom>
              <a:avLst/>
              <a:gdLst/>
              <a:ahLst/>
              <a:cxnLst/>
              <a:rect l="l" t="t" r="r" b="b"/>
              <a:pathLst>
                <a:path w="39142" h="13987" extrusionOk="0">
                  <a:moveTo>
                    <a:pt x="6097" y="0"/>
                  </a:moveTo>
                  <a:lnTo>
                    <a:pt x="5764" y="26"/>
                  </a:lnTo>
                  <a:lnTo>
                    <a:pt x="5444" y="77"/>
                  </a:lnTo>
                  <a:lnTo>
                    <a:pt x="5137" y="128"/>
                  </a:lnTo>
                  <a:lnTo>
                    <a:pt x="4817" y="205"/>
                  </a:lnTo>
                  <a:lnTo>
                    <a:pt x="4522" y="282"/>
                  </a:lnTo>
                  <a:lnTo>
                    <a:pt x="4215" y="385"/>
                  </a:lnTo>
                  <a:lnTo>
                    <a:pt x="3933" y="500"/>
                  </a:lnTo>
                  <a:lnTo>
                    <a:pt x="3638" y="628"/>
                  </a:lnTo>
                  <a:lnTo>
                    <a:pt x="3369" y="769"/>
                  </a:lnTo>
                  <a:lnTo>
                    <a:pt x="3100" y="923"/>
                  </a:lnTo>
                  <a:lnTo>
                    <a:pt x="2831" y="1089"/>
                  </a:lnTo>
                  <a:lnTo>
                    <a:pt x="2588" y="1268"/>
                  </a:lnTo>
                  <a:lnTo>
                    <a:pt x="2345" y="1460"/>
                  </a:lnTo>
                  <a:lnTo>
                    <a:pt x="2114" y="1665"/>
                  </a:lnTo>
                  <a:lnTo>
                    <a:pt x="1884" y="1883"/>
                  </a:lnTo>
                  <a:lnTo>
                    <a:pt x="1679" y="2101"/>
                  </a:lnTo>
                  <a:lnTo>
                    <a:pt x="1474" y="2331"/>
                  </a:lnTo>
                  <a:lnTo>
                    <a:pt x="1282" y="2575"/>
                  </a:lnTo>
                  <a:lnTo>
                    <a:pt x="1102" y="2831"/>
                  </a:lnTo>
                  <a:lnTo>
                    <a:pt x="936" y="3087"/>
                  </a:lnTo>
                  <a:lnTo>
                    <a:pt x="782" y="3356"/>
                  </a:lnTo>
                  <a:lnTo>
                    <a:pt x="641" y="3638"/>
                  </a:lnTo>
                  <a:lnTo>
                    <a:pt x="513" y="3920"/>
                  </a:lnTo>
                  <a:lnTo>
                    <a:pt x="398" y="4214"/>
                  </a:lnTo>
                  <a:lnTo>
                    <a:pt x="296" y="4509"/>
                  </a:lnTo>
                  <a:lnTo>
                    <a:pt x="206" y="4816"/>
                  </a:lnTo>
                  <a:lnTo>
                    <a:pt x="129" y="5124"/>
                  </a:lnTo>
                  <a:lnTo>
                    <a:pt x="78" y="5444"/>
                  </a:lnTo>
                  <a:lnTo>
                    <a:pt x="39" y="5764"/>
                  </a:lnTo>
                  <a:lnTo>
                    <a:pt x="14" y="6084"/>
                  </a:lnTo>
                  <a:lnTo>
                    <a:pt x="1" y="6417"/>
                  </a:lnTo>
                  <a:lnTo>
                    <a:pt x="1" y="13987"/>
                  </a:lnTo>
                  <a:lnTo>
                    <a:pt x="39142" y="13987"/>
                  </a:lnTo>
                  <a:lnTo>
                    <a:pt x="39142" y="6417"/>
                  </a:lnTo>
                  <a:lnTo>
                    <a:pt x="39142" y="6084"/>
                  </a:lnTo>
                  <a:lnTo>
                    <a:pt x="39116" y="5764"/>
                  </a:lnTo>
                  <a:lnTo>
                    <a:pt x="39078" y="5444"/>
                  </a:lnTo>
                  <a:lnTo>
                    <a:pt x="39014" y="5124"/>
                  </a:lnTo>
                  <a:lnTo>
                    <a:pt x="38950" y="4816"/>
                  </a:lnTo>
                  <a:lnTo>
                    <a:pt x="38860" y="4509"/>
                  </a:lnTo>
                  <a:lnTo>
                    <a:pt x="38758" y="4214"/>
                  </a:lnTo>
                  <a:lnTo>
                    <a:pt x="38642" y="3920"/>
                  </a:lnTo>
                  <a:lnTo>
                    <a:pt x="38514" y="3638"/>
                  </a:lnTo>
                  <a:lnTo>
                    <a:pt x="38373" y="3356"/>
                  </a:lnTo>
                  <a:lnTo>
                    <a:pt x="38220" y="3087"/>
                  </a:lnTo>
                  <a:lnTo>
                    <a:pt x="38053" y="2831"/>
                  </a:lnTo>
                  <a:lnTo>
                    <a:pt x="37874" y="2575"/>
                  </a:lnTo>
                  <a:lnTo>
                    <a:pt x="37682" y="2331"/>
                  </a:lnTo>
                  <a:lnTo>
                    <a:pt x="37477" y="2101"/>
                  </a:lnTo>
                  <a:lnTo>
                    <a:pt x="37272" y="1883"/>
                  </a:lnTo>
                  <a:lnTo>
                    <a:pt x="37041" y="1665"/>
                  </a:lnTo>
                  <a:lnTo>
                    <a:pt x="36811" y="1460"/>
                  </a:lnTo>
                  <a:lnTo>
                    <a:pt x="36567" y="1268"/>
                  </a:lnTo>
                  <a:lnTo>
                    <a:pt x="36311" y="1089"/>
                  </a:lnTo>
                  <a:lnTo>
                    <a:pt x="36055" y="923"/>
                  </a:lnTo>
                  <a:lnTo>
                    <a:pt x="35786" y="769"/>
                  </a:lnTo>
                  <a:lnTo>
                    <a:pt x="35504" y="628"/>
                  </a:lnTo>
                  <a:lnTo>
                    <a:pt x="35223" y="500"/>
                  </a:lnTo>
                  <a:lnTo>
                    <a:pt x="34928" y="385"/>
                  </a:lnTo>
                  <a:lnTo>
                    <a:pt x="34633" y="282"/>
                  </a:lnTo>
                  <a:lnTo>
                    <a:pt x="34326" y="205"/>
                  </a:lnTo>
                  <a:lnTo>
                    <a:pt x="34019" y="128"/>
                  </a:lnTo>
                  <a:lnTo>
                    <a:pt x="33698" y="77"/>
                  </a:lnTo>
                  <a:lnTo>
                    <a:pt x="33378" y="26"/>
                  </a:lnTo>
                  <a:lnTo>
                    <a:pt x="33058" y="0"/>
                  </a:lnTo>
                  <a:close/>
                </a:path>
              </a:pathLst>
            </a:custGeom>
            <a:solidFill>
              <a:srgbClr val="79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9" name="Google Shape;1969;p38"/>
          <p:cNvGrpSpPr/>
          <p:nvPr/>
        </p:nvGrpSpPr>
        <p:grpSpPr>
          <a:xfrm>
            <a:off x="457188" y="1105450"/>
            <a:ext cx="2653511" cy="678049"/>
            <a:chOff x="457188" y="1105450"/>
            <a:chExt cx="2653511" cy="678049"/>
          </a:xfrm>
        </p:grpSpPr>
        <p:sp>
          <p:nvSpPr>
            <p:cNvPr id="1970" name="Google Shape;1970;p38"/>
            <p:cNvSpPr/>
            <p:nvPr/>
          </p:nvSpPr>
          <p:spPr>
            <a:xfrm>
              <a:off x="2514599" y="1187399"/>
              <a:ext cx="596100" cy="596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>
                <a:solidFill>
                  <a:schemeClr val="lt1"/>
                </a:solidFill>
              </a:endParaRPr>
            </a:p>
          </p:txBody>
        </p:sp>
        <p:grpSp>
          <p:nvGrpSpPr>
            <p:cNvPr id="1971" name="Google Shape;1971;p38"/>
            <p:cNvGrpSpPr/>
            <p:nvPr/>
          </p:nvGrpSpPr>
          <p:grpSpPr>
            <a:xfrm>
              <a:off x="457188" y="1105450"/>
              <a:ext cx="2057413" cy="673388"/>
              <a:chOff x="3969538" y="1108688"/>
              <a:chExt cx="2057413" cy="673388"/>
            </a:xfrm>
          </p:grpSpPr>
          <p:sp>
            <p:nvSpPr>
              <p:cNvPr id="1972" name="Google Shape;1972;p38"/>
              <p:cNvSpPr txBox="1"/>
              <p:nvPr/>
            </p:nvSpPr>
            <p:spPr>
              <a:xfrm>
                <a:off x="3969551" y="1108688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Predict trends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73" name="Google Shape;1973;p38"/>
              <p:cNvSpPr txBox="1"/>
              <p:nvPr/>
            </p:nvSpPr>
            <p:spPr>
              <a:xfrm>
                <a:off x="3969538" y="1450275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Venus has a beautiful name, but it’s hot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974" name="Google Shape;1974;p38"/>
          <p:cNvGrpSpPr/>
          <p:nvPr/>
        </p:nvGrpSpPr>
        <p:grpSpPr>
          <a:xfrm>
            <a:off x="6033300" y="1105450"/>
            <a:ext cx="2653500" cy="678050"/>
            <a:chOff x="6033300" y="1105450"/>
            <a:chExt cx="2653500" cy="678050"/>
          </a:xfrm>
        </p:grpSpPr>
        <p:grpSp>
          <p:nvGrpSpPr>
            <p:cNvPr id="1975" name="Google Shape;1975;p38"/>
            <p:cNvGrpSpPr/>
            <p:nvPr/>
          </p:nvGrpSpPr>
          <p:grpSpPr>
            <a:xfrm>
              <a:off x="6629400" y="1105450"/>
              <a:ext cx="2057400" cy="671238"/>
              <a:chOff x="5976875" y="700383"/>
              <a:chExt cx="2057400" cy="671238"/>
            </a:xfrm>
          </p:grpSpPr>
          <p:sp>
            <p:nvSpPr>
              <p:cNvPr id="1976" name="Google Shape;1976;p38"/>
              <p:cNvSpPr txBox="1"/>
              <p:nvPr/>
            </p:nvSpPr>
            <p:spPr>
              <a:xfrm>
                <a:off x="5976875" y="700383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Innovation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77" name="Google Shape;1977;p38"/>
              <p:cNvSpPr txBox="1"/>
              <p:nvPr/>
            </p:nvSpPr>
            <p:spPr>
              <a:xfrm>
                <a:off x="6053048" y="10398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78" name="Google Shape;1978;p38"/>
            <p:cNvSpPr/>
            <p:nvPr/>
          </p:nvSpPr>
          <p:spPr>
            <a:xfrm>
              <a:off x="6033300" y="1187400"/>
              <a:ext cx="596100" cy="596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79" name="Google Shape;1979;p38"/>
          <p:cNvGrpSpPr/>
          <p:nvPr/>
        </p:nvGrpSpPr>
        <p:grpSpPr>
          <a:xfrm>
            <a:off x="457198" y="2579175"/>
            <a:ext cx="2653500" cy="682835"/>
            <a:chOff x="457198" y="2502863"/>
            <a:chExt cx="2653500" cy="682835"/>
          </a:xfrm>
        </p:grpSpPr>
        <p:grpSp>
          <p:nvGrpSpPr>
            <p:cNvPr id="1980" name="Google Shape;1980;p38"/>
            <p:cNvGrpSpPr/>
            <p:nvPr/>
          </p:nvGrpSpPr>
          <p:grpSpPr>
            <a:xfrm>
              <a:off x="457198" y="2502863"/>
              <a:ext cx="2057402" cy="673397"/>
              <a:chOff x="3581360" y="1153915"/>
              <a:chExt cx="2057402" cy="673397"/>
            </a:xfrm>
          </p:grpSpPr>
          <p:sp>
            <p:nvSpPr>
              <p:cNvPr id="1981" name="Google Shape;1981;p38"/>
              <p:cNvSpPr txBox="1"/>
              <p:nvPr/>
            </p:nvSpPr>
            <p:spPr>
              <a:xfrm>
                <a:off x="3581362" y="115391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Target segmentation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82" name="Google Shape;1982;p38"/>
              <p:cNvSpPr txBox="1"/>
              <p:nvPr/>
            </p:nvSpPr>
            <p:spPr>
              <a:xfrm>
                <a:off x="3581360" y="1495513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83" name="Google Shape;1983;p38"/>
            <p:cNvSpPr/>
            <p:nvPr/>
          </p:nvSpPr>
          <p:spPr>
            <a:xfrm>
              <a:off x="2514598" y="2589598"/>
              <a:ext cx="596100" cy="59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84" name="Google Shape;1984;p38"/>
          <p:cNvGrpSpPr/>
          <p:nvPr/>
        </p:nvGrpSpPr>
        <p:grpSpPr>
          <a:xfrm>
            <a:off x="457198" y="4057675"/>
            <a:ext cx="2653501" cy="673408"/>
            <a:chOff x="457198" y="4057675"/>
            <a:chExt cx="2653501" cy="673408"/>
          </a:xfrm>
        </p:grpSpPr>
        <p:grpSp>
          <p:nvGrpSpPr>
            <p:cNvPr id="1985" name="Google Shape;1985;p38"/>
            <p:cNvGrpSpPr/>
            <p:nvPr/>
          </p:nvGrpSpPr>
          <p:grpSpPr>
            <a:xfrm>
              <a:off x="457198" y="4057675"/>
              <a:ext cx="2057402" cy="673408"/>
              <a:chOff x="3581360" y="2254813"/>
              <a:chExt cx="2057402" cy="673408"/>
            </a:xfrm>
          </p:grpSpPr>
          <p:sp>
            <p:nvSpPr>
              <p:cNvPr id="1986" name="Google Shape;1986;p38"/>
              <p:cNvSpPr txBox="1"/>
              <p:nvPr/>
            </p:nvSpPr>
            <p:spPr>
              <a:xfrm>
                <a:off x="3581362" y="2254813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Advert segmentation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87" name="Google Shape;1987;p38"/>
              <p:cNvSpPr txBox="1"/>
              <p:nvPr/>
            </p:nvSpPr>
            <p:spPr>
              <a:xfrm>
                <a:off x="3581360" y="2596421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third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88" name="Google Shape;1988;p38"/>
            <p:cNvSpPr/>
            <p:nvPr/>
          </p:nvSpPr>
          <p:spPr>
            <a:xfrm>
              <a:off x="2514598" y="4134898"/>
              <a:ext cx="596100" cy="596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89" name="Google Shape;1989;p38"/>
          <p:cNvGrpSpPr/>
          <p:nvPr/>
        </p:nvGrpSpPr>
        <p:grpSpPr>
          <a:xfrm>
            <a:off x="6033300" y="2564975"/>
            <a:ext cx="2653510" cy="711251"/>
            <a:chOff x="6033300" y="2501799"/>
            <a:chExt cx="2653510" cy="711251"/>
          </a:xfrm>
        </p:grpSpPr>
        <p:grpSp>
          <p:nvGrpSpPr>
            <p:cNvPr id="1990" name="Google Shape;1990;p38"/>
            <p:cNvGrpSpPr/>
            <p:nvPr/>
          </p:nvGrpSpPr>
          <p:grpSpPr>
            <a:xfrm>
              <a:off x="6629400" y="2501799"/>
              <a:ext cx="2057410" cy="673391"/>
              <a:chOff x="6629450" y="2628889"/>
              <a:chExt cx="2057410" cy="673391"/>
            </a:xfrm>
          </p:grpSpPr>
          <p:sp>
            <p:nvSpPr>
              <p:cNvPr id="1991" name="Google Shape;1991;p38"/>
              <p:cNvSpPr txBox="1"/>
              <p:nvPr/>
            </p:nvSpPr>
            <p:spPr>
              <a:xfrm>
                <a:off x="6629450" y="2628889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Cost reduction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92" name="Google Shape;1992;p38"/>
              <p:cNvSpPr txBox="1"/>
              <p:nvPr/>
            </p:nvSpPr>
            <p:spPr>
              <a:xfrm>
                <a:off x="6705660" y="29704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Neptune is very far away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93" name="Google Shape;1993;p38"/>
            <p:cNvSpPr/>
            <p:nvPr/>
          </p:nvSpPr>
          <p:spPr>
            <a:xfrm>
              <a:off x="6033300" y="2616950"/>
              <a:ext cx="596100" cy="596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1994" name="Google Shape;1994;p38"/>
          <p:cNvGrpSpPr/>
          <p:nvPr/>
        </p:nvGrpSpPr>
        <p:grpSpPr>
          <a:xfrm>
            <a:off x="6033300" y="4057700"/>
            <a:ext cx="2653500" cy="674275"/>
            <a:chOff x="6033300" y="4057700"/>
            <a:chExt cx="2653500" cy="674275"/>
          </a:xfrm>
        </p:grpSpPr>
        <p:grpSp>
          <p:nvGrpSpPr>
            <p:cNvPr id="1995" name="Google Shape;1995;p38"/>
            <p:cNvGrpSpPr/>
            <p:nvPr/>
          </p:nvGrpSpPr>
          <p:grpSpPr>
            <a:xfrm>
              <a:off x="6629400" y="4057700"/>
              <a:ext cx="2057400" cy="673392"/>
              <a:chOff x="6629450" y="4058588"/>
              <a:chExt cx="2057400" cy="673392"/>
            </a:xfrm>
          </p:grpSpPr>
          <p:sp>
            <p:nvSpPr>
              <p:cNvPr id="1996" name="Google Shape;1996;p38"/>
              <p:cNvSpPr txBox="1"/>
              <p:nvPr/>
            </p:nvSpPr>
            <p:spPr>
              <a:xfrm>
                <a:off x="6629450" y="4058588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Customer relations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97" name="Google Shape;1997;p38"/>
              <p:cNvSpPr txBox="1"/>
              <p:nvPr/>
            </p:nvSpPr>
            <p:spPr>
              <a:xfrm>
                <a:off x="6705623" y="44001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Jupiter is the biggest planet of them all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998" name="Google Shape;1998;p38"/>
            <p:cNvSpPr/>
            <p:nvPr/>
          </p:nvSpPr>
          <p:spPr>
            <a:xfrm>
              <a:off x="6033300" y="4135875"/>
              <a:ext cx="596100" cy="59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06</a:t>
              </a:r>
              <a:endParaRPr sz="1800">
                <a:solidFill>
                  <a:schemeClr val="lt1"/>
                </a:solidFill>
              </a:endParaRPr>
            </a:p>
          </p:txBody>
        </p:sp>
      </p:grpSp>
      <p:sp>
        <p:nvSpPr>
          <p:cNvPr id="1999" name="Google Shape;1999;p38"/>
          <p:cNvSpPr txBox="1"/>
          <p:nvPr/>
        </p:nvSpPr>
        <p:spPr>
          <a:xfrm>
            <a:off x="3667125" y="4267750"/>
            <a:ext cx="18096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ML for business</a:t>
            </a:r>
            <a:endParaRPr sz="1800"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39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2005" name="Google Shape;2005;p39"/>
          <p:cNvSpPr/>
          <p:nvPr/>
        </p:nvSpPr>
        <p:spPr>
          <a:xfrm>
            <a:off x="2612225" y="1019175"/>
            <a:ext cx="3931500" cy="703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p39"/>
          <p:cNvSpPr txBox="1"/>
          <p:nvPr/>
        </p:nvSpPr>
        <p:spPr>
          <a:xfrm>
            <a:off x="2755050" y="1090650"/>
            <a:ext cx="3645600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 application example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007" name="Google Shape;2007;p39"/>
          <p:cNvGrpSpPr/>
          <p:nvPr/>
        </p:nvGrpSpPr>
        <p:grpSpPr>
          <a:xfrm>
            <a:off x="1042228" y="2105026"/>
            <a:ext cx="771000" cy="771000"/>
            <a:chOff x="1042228" y="2105026"/>
            <a:chExt cx="771000" cy="771000"/>
          </a:xfrm>
        </p:grpSpPr>
        <p:sp>
          <p:nvSpPr>
            <p:cNvPr id="2008" name="Google Shape;2008;p39"/>
            <p:cNvSpPr/>
            <p:nvPr/>
          </p:nvSpPr>
          <p:spPr>
            <a:xfrm>
              <a:off x="1042228" y="2105026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09" name="Google Shape;2009;p39"/>
            <p:cNvSpPr/>
            <p:nvPr/>
          </p:nvSpPr>
          <p:spPr>
            <a:xfrm>
              <a:off x="1233277" y="2331938"/>
              <a:ext cx="388846" cy="317145"/>
            </a:xfrm>
            <a:custGeom>
              <a:avLst/>
              <a:gdLst/>
              <a:ahLst/>
              <a:cxnLst/>
              <a:rect l="l" t="t" r="r" b="b"/>
              <a:pathLst>
                <a:path w="19122" h="15596" extrusionOk="0">
                  <a:moveTo>
                    <a:pt x="12981" y="0"/>
                  </a:moveTo>
                  <a:cubicBezTo>
                    <a:pt x="12091" y="0"/>
                    <a:pt x="10821" y="352"/>
                    <a:pt x="9915" y="1352"/>
                  </a:cubicBezTo>
                  <a:cubicBezTo>
                    <a:pt x="9203" y="2141"/>
                    <a:pt x="8847" y="3174"/>
                    <a:pt x="8856" y="4430"/>
                  </a:cubicBezTo>
                  <a:cubicBezTo>
                    <a:pt x="6243" y="4110"/>
                    <a:pt x="4101" y="2933"/>
                    <a:pt x="2323" y="846"/>
                  </a:cubicBezTo>
                  <a:cubicBezTo>
                    <a:pt x="2216" y="723"/>
                    <a:pt x="2064" y="650"/>
                    <a:pt x="1902" y="650"/>
                  </a:cubicBezTo>
                  <a:cubicBezTo>
                    <a:pt x="1875" y="650"/>
                    <a:pt x="1848" y="652"/>
                    <a:pt x="1820" y="656"/>
                  </a:cubicBezTo>
                  <a:cubicBezTo>
                    <a:pt x="1631" y="683"/>
                    <a:pt x="1468" y="805"/>
                    <a:pt x="1391" y="977"/>
                  </a:cubicBezTo>
                  <a:cubicBezTo>
                    <a:pt x="695" y="2512"/>
                    <a:pt x="701" y="3895"/>
                    <a:pt x="1403" y="5113"/>
                  </a:cubicBezTo>
                  <a:cubicBezTo>
                    <a:pt x="1389" y="5111"/>
                    <a:pt x="1374" y="5111"/>
                    <a:pt x="1360" y="5111"/>
                  </a:cubicBezTo>
                  <a:cubicBezTo>
                    <a:pt x="1076" y="5111"/>
                    <a:pt x="803" y="5375"/>
                    <a:pt x="824" y="5707"/>
                  </a:cubicBezTo>
                  <a:cubicBezTo>
                    <a:pt x="916" y="7101"/>
                    <a:pt x="1428" y="8182"/>
                    <a:pt x="2351" y="8934"/>
                  </a:cubicBezTo>
                  <a:cubicBezTo>
                    <a:pt x="2176" y="9073"/>
                    <a:pt x="2102" y="9307"/>
                    <a:pt x="2164" y="9524"/>
                  </a:cubicBezTo>
                  <a:cubicBezTo>
                    <a:pt x="2456" y="10535"/>
                    <a:pt x="3310" y="11633"/>
                    <a:pt x="4615" y="12155"/>
                  </a:cubicBezTo>
                  <a:cubicBezTo>
                    <a:pt x="3657" y="12655"/>
                    <a:pt x="2516" y="12903"/>
                    <a:pt x="1345" y="12903"/>
                  </a:cubicBezTo>
                  <a:cubicBezTo>
                    <a:pt x="1111" y="12903"/>
                    <a:pt x="876" y="12893"/>
                    <a:pt x="641" y="12873"/>
                  </a:cubicBezTo>
                  <a:cubicBezTo>
                    <a:pt x="628" y="12872"/>
                    <a:pt x="615" y="12872"/>
                    <a:pt x="603" y="12872"/>
                  </a:cubicBezTo>
                  <a:cubicBezTo>
                    <a:pt x="362" y="12872"/>
                    <a:pt x="155" y="13031"/>
                    <a:pt x="78" y="13266"/>
                  </a:cubicBezTo>
                  <a:cubicBezTo>
                    <a:pt x="0" y="13512"/>
                    <a:pt x="113" y="13788"/>
                    <a:pt x="334" y="13922"/>
                  </a:cubicBezTo>
                  <a:cubicBezTo>
                    <a:pt x="1162" y="14423"/>
                    <a:pt x="3243" y="15596"/>
                    <a:pt x="6294" y="15596"/>
                  </a:cubicBezTo>
                  <a:cubicBezTo>
                    <a:pt x="14568" y="15596"/>
                    <a:pt x="17244" y="8279"/>
                    <a:pt x="17244" y="4736"/>
                  </a:cubicBezTo>
                  <a:cubicBezTo>
                    <a:pt x="17241" y="4515"/>
                    <a:pt x="17243" y="4541"/>
                    <a:pt x="17230" y="4426"/>
                  </a:cubicBezTo>
                  <a:cubicBezTo>
                    <a:pt x="17250" y="4403"/>
                    <a:pt x="17326" y="4347"/>
                    <a:pt x="17386" y="4301"/>
                  </a:cubicBezTo>
                  <a:cubicBezTo>
                    <a:pt x="17696" y="4067"/>
                    <a:pt x="18237" y="3680"/>
                    <a:pt x="18983" y="2590"/>
                  </a:cubicBezTo>
                  <a:cubicBezTo>
                    <a:pt x="19121" y="2386"/>
                    <a:pt x="19111" y="2118"/>
                    <a:pt x="18957" y="1925"/>
                  </a:cubicBezTo>
                  <a:cubicBezTo>
                    <a:pt x="18840" y="1779"/>
                    <a:pt x="18708" y="1722"/>
                    <a:pt x="18558" y="1722"/>
                  </a:cubicBezTo>
                  <a:cubicBezTo>
                    <a:pt x="18451" y="1722"/>
                    <a:pt x="18336" y="1751"/>
                    <a:pt x="18212" y="1799"/>
                  </a:cubicBezTo>
                  <a:cubicBezTo>
                    <a:pt x="18352" y="1553"/>
                    <a:pt x="18467" y="1291"/>
                    <a:pt x="18559" y="1014"/>
                  </a:cubicBezTo>
                  <a:cubicBezTo>
                    <a:pt x="18631" y="800"/>
                    <a:pt x="18553" y="614"/>
                    <a:pt x="18382" y="465"/>
                  </a:cubicBezTo>
                  <a:cubicBezTo>
                    <a:pt x="18282" y="379"/>
                    <a:pt x="18151" y="335"/>
                    <a:pt x="18020" y="335"/>
                  </a:cubicBezTo>
                  <a:cubicBezTo>
                    <a:pt x="17928" y="335"/>
                    <a:pt x="17837" y="356"/>
                    <a:pt x="17754" y="398"/>
                  </a:cubicBezTo>
                  <a:cubicBezTo>
                    <a:pt x="16848" y="856"/>
                    <a:pt x="16172" y="1054"/>
                    <a:pt x="15873" y="1113"/>
                  </a:cubicBezTo>
                  <a:cubicBezTo>
                    <a:pt x="15090" y="395"/>
                    <a:pt x="14251" y="0"/>
                    <a:pt x="129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0" name="Google Shape;2010;p39"/>
          <p:cNvGrpSpPr/>
          <p:nvPr/>
        </p:nvGrpSpPr>
        <p:grpSpPr>
          <a:xfrm>
            <a:off x="3146974" y="2105013"/>
            <a:ext cx="771000" cy="771000"/>
            <a:chOff x="3146974" y="2105013"/>
            <a:chExt cx="771000" cy="771000"/>
          </a:xfrm>
        </p:grpSpPr>
        <p:sp>
          <p:nvSpPr>
            <p:cNvPr id="2011" name="Google Shape;2011;p39"/>
            <p:cNvSpPr/>
            <p:nvPr/>
          </p:nvSpPr>
          <p:spPr>
            <a:xfrm>
              <a:off x="3146974" y="2105013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2012" name="Google Shape;2012;p39"/>
            <p:cNvGrpSpPr/>
            <p:nvPr/>
          </p:nvGrpSpPr>
          <p:grpSpPr>
            <a:xfrm>
              <a:off x="3355185" y="2313339"/>
              <a:ext cx="354586" cy="354343"/>
              <a:chOff x="-34004625" y="3585850"/>
              <a:chExt cx="292225" cy="292025"/>
            </a:xfrm>
          </p:grpSpPr>
          <p:sp>
            <p:nvSpPr>
              <p:cNvPr id="2013" name="Google Shape;2013;p39"/>
              <p:cNvSpPr/>
              <p:nvPr/>
            </p:nvSpPr>
            <p:spPr>
              <a:xfrm>
                <a:off x="-33832150" y="3585850"/>
                <a:ext cx="103200" cy="154200"/>
              </a:xfrm>
              <a:custGeom>
                <a:avLst/>
                <a:gdLst/>
                <a:ahLst/>
                <a:cxnLst/>
                <a:rect l="l" t="t" r="r" b="b"/>
                <a:pathLst>
                  <a:path w="4128" h="6168" extrusionOk="0">
                    <a:moveTo>
                      <a:pt x="2426" y="1"/>
                    </a:moveTo>
                    <a:cubicBezTo>
                      <a:pt x="2286" y="1"/>
                      <a:pt x="2136" y="77"/>
                      <a:pt x="2112" y="244"/>
                    </a:cubicBezTo>
                    <a:lnTo>
                      <a:pt x="64" y="5064"/>
                    </a:lnTo>
                    <a:cubicBezTo>
                      <a:pt x="1" y="5222"/>
                      <a:pt x="64" y="5474"/>
                      <a:pt x="253" y="5506"/>
                    </a:cubicBezTo>
                    <a:cubicBezTo>
                      <a:pt x="295" y="5531"/>
                      <a:pt x="342" y="5543"/>
                      <a:pt x="389" y="5543"/>
                    </a:cubicBezTo>
                    <a:cubicBezTo>
                      <a:pt x="517" y="5543"/>
                      <a:pt x="648" y="5455"/>
                      <a:pt x="694" y="5317"/>
                    </a:cubicBezTo>
                    <a:lnTo>
                      <a:pt x="1261" y="4025"/>
                    </a:lnTo>
                    <a:cubicBezTo>
                      <a:pt x="1419" y="4088"/>
                      <a:pt x="1576" y="4119"/>
                      <a:pt x="1765" y="4119"/>
                    </a:cubicBezTo>
                    <a:cubicBezTo>
                      <a:pt x="1891" y="4119"/>
                      <a:pt x="1986" y="4088"/>
                      <a:pt x="2112" y="4056"/>
                    </a:cubicBezTo>
                    <a:lnTo>
                      <a:pt x="2112" y="4844"/>
                    </a:lnTo>
                    <a:cubicBezTo>
                      <a:pt x="1450" y="4970"/>
                      <a:pt x="946" y="5506"/>
                      <a:pt x="789" y="6167"/>
                    </a:cubicBezTo>
                    <a:lnTo>
                      <a:pt x="4128" y="6167"/>
                    </a:lnTo>
                    <a:cubicBezTo>
                      <a:pt x="4002" y="5506"/>
                      <a:pt x="3466" y="5001"/>
                      <a:pt x="2773" y="4844"/>
                    </a:cubicBezTo>
                    <a:lnTo>
                      <a:pt x="2773" y="3143"/>
                    </a:lnTo>
                    <a:cubicBezTo>
                      <a:pt x="2773" y="2670"/>
                      <a:pt x="2458" y="2324"/>
                      <a:pt x="2080" y="2166"/>
                    </a:cubicBezTo>
                    <a:lnTo>
                      <a:pt x="2773" y="496"/>
                    </a:lnTo>
                    <a:cubicBezTo>
                      <a:pt x="2773" y="307"/>
                      <a:pt x="2710" y="118"/>
                      <a:pt x="2553" y="24"/>
                    </a:cubicBezTo>
                    <a:cubicBezTo>
                      <a:pt x="2515" y="8"/>
                      <a:pt x="2471" y="1"/>
                      <a:pt x="24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39"/>
              <p:cNvSpPr/>
              <p:nvPr/>
            </p:nvSpPr>
            <p:spPr>
              <a:xfrm>
                <a:off x="-34004625" y="3690400"/>
                <a:ext cx="155175" cy="187475"/>
              </a:xfrm>
              <a:custGeom>
                <a:avLst/>
                <a:gdLst/>
                <a:ahLst/>
                <a:cxnLst/>
                <a:rect l="l" t="t" r="r" b="b"/>
                <a:pathLst>
                  <a:path w="6207" h="7499" extrusionOk="0">
                    <a:moveTo>
                      <a:pt x="693" y="0"/>
                    </a:moveTo>
                    <a:cubicBezTo>
                      <a:pt x="315" y="0"/>
                      <a:pt x="0" y="315"/>
                      <a:pt x="0" y="662"/>
                    </a:cubicBezTo>
                    <a:lnTo>
                      <a:pt x="0" y="6490"/>
                    </a:lnTo>
                    <a:cubicBezTo>
                      <a:pt x="32" y="7026"/>
                      <a:pt x="504" y="7498"/>
                      <a:pt x="1103" y="7498"/>
                    </a:cubicBezTo>
                    <a:lnTo>
                      <a:pt x="6207" y="7498"/>
                    </a:lnTo>
                    <a:lnTo>
                      <a:pt x="6207" y="5797"/>
                    </a:lnTo>
                    <a:cubicBezTo>
                      <a:pt x="6207" y="5608"/>
                      <a:pt x="6049" y="5451"/>
                      <a:pt x="5860" y="5451"/>
                    </a:cubicBezTo>
                    <a:lnTo>
                      <a:pt x="1765" y="5451"/>
                    </a:lnTo>
                    <a:cubicBezTo>
                      <a:pt x="1576" y="5451"/>
                      <a:pt x="1418" y="5293"/>
                      <a:pt x="1418" y="5104"/>
                    </a:cubicBezTo>
                    <a:lnTo>
                      <a:pt x="1418" y="662"/>
                    </a:lnTo>
                    <a:cubicBezTo>
                      <a:pt x="1418" y="252"/>
                      <a:pt x="1103" y="0"/>
                      <a:pt x="69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39"/>
              <p:cNvSpPr/>
              <p:nvPr/>
            </p:nvSpPr>
            <p:spPr>
              <a:xfrm>
                <a:off x="-33936100" y="3621075"/>
                <a:ext cx="512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2049" extrusionOk="0">
                    <a:moveTo>
                      <a:pt x="1040" y="1"/>
                    </a:moveTo>
                    <a:cubicBezTo>
                      <a:pt x="473" y="1"/>
                      <a:pt x="0" y="473"/>
                      <a:pt x="0" y="1041"/>
                    </a:cubicBezTo>
                    <a:cubicBezTo>
                      <a:pt x="0" y="1576"/>
                      <a:pt x="473" y="2049"/>
                      <a:pt x="1040" y="2049"/>
                    </a:cubicBezTo>
                    <a:cubicBezTo>
                      <a:pt x="1576" y="2049"/>
                      <a:pt x="2048" y="1576"/>
                      <a:pt x="2048" y="1041"/>
                    </a:cubicBezTo>
                    <a:cubicBezTo>
                      <a:pt x="2048" y="473"/>
                      <a:pt x="1607" y="1"/>
                      <a:pt x="10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39"/>
              <p:cNvSpPr/>
              <p:nvPr/>
            </p:nvSpPr>
            <p:spPr>
              <a:xfrm>
                <a:off x="-33952650" y="3690125"/>
                <a:ext cx="155975" cy="186950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7478" extrusionOk="0">
                    <a:moveTo>
                      <a:pt x="1641" y="1"/>
                    </a:moveTo>
                    <a:cubicBezTo>
                      <a:pt x="1242" y="1"/>
                      <a:pt x="819" y="205"/>
                      <a:pt x="568" y="484"/>
                    </a:cubicBezTo>
                    <a:cubicBezTo>
                      <a:pt x="190" y="799"/>
                      <a:pt x="1" y="1209"/>
                      <a:pt x="1" y="1681"/>
                    </a:cubicBezTo>
                    <a:lnTo>
                      <a:pt x="1" y="4769"/>
                    </a:lnTo>
                    <a:lnTo>
                      <a:pt x="2679" y="4769"/>
                    </a:lnTo>
                    <a:cubicBezTo>
                      <a:pt x="2521" y="4359"/>
                      <a:pt x="2175" y="4107"/>
                      <a:pt x="1702" y="4107"/>
                    </a:cubicBezTo>
                    <a:lnTo>
                      <a:pt x="1040" y="4107"/>
                    </a:lnTo>
                    <a:cubicBezTo>
                      <a:pt x="820" y="4107"/>
                      <a:pt x="662" y="3949"/>
                      <a:pt x="662" y="3729"/>
                    </a:cubicBezTo>
                    <a:lnTo>
                      <a:pt x="662" y="2374"/>
                    </a:lnTo>
                    <a:cubicBezTo>
                      <a:pt x="662" y="2154"/>
                      <a:pt x="820" y="1996"/>
                      <a:pt x="1040" y="1996"/>
                    </a:cubicBezTo>
                    <a:cubicBezTo>
                      <a:pt x="1229" y="1996"/>
                      <a:pt x="1387" y="2154"/>
                      <a:pt x="1387" y="2374"/>
                    </a:cubicBezTo>
                    <a:lnTo>
                      <a:pt x="1387" y="3382"/>
                    </a:lnTo>
                    <a:lnTo>
                      <a:pt x="1733" y="3382"/>
                    </a:lnTo>
                    <a:cubicBezTo>
                      <a:pt x="2553" y="3382"/>
                      <a:pt x="3277" y="3981"/>
                      <a:pt x="3435" y="4769"/>
                    </a:cubicBezTo>
                    <a:lnTo>
                      <a:pt x="3813" y="4769"/>
                    </a:lnTo>
                    <a:cubicBezTo>
                      <a:pt x="4380" y="4769"/>
                      <a:pt x="4852" y="5241"/>
                      <a:pt x="4852" y="5777"/>
                    </a:cubicBezTo>
                    <a:lnTo>
                      <a:pt x="4852" y="7478"/>
                    </a:lnTo>
                    <a:lnTo>
                      <a:pt x="6239" y="7478"/>
                    </a:lnTo>
                    <a:lnTo>
                      <a:pt x="6239" y="5084"/>
                    </a:lnTo>
                    <a:cubicBezTo>
                      <a:pt x="6176" y="4580"/>
                      <a:pt x="5703" y="4107"/>
                      <a:pt x="5168" y="4107"/>
                    </a:cubicBezTo>
                    <a:lnTo>
                      <a:pt x="3781" y="4107"/>
                    </a:lnTo>
                    <a:cubicBezTo>
                      <a:pt x="3592" y="4107"/>
                      <a:pt x="3435" y="3949"/>
                      <a:pt x="3435" y="3729"/>
                    </a:cubicBezTo>
                    <a:lnTo>
                      <a:pt x="3435" y="1807"/>
                    </a:lnTo>
                    <a:cubicBezTo>
                      <a:pt x="3435" y="862"/>
                      <a:pt x="2710" y="43"/>
                      <a:pt x="1796" y="11"/>
                    </a:cubicBezTo>
                    <a:cubicBezTo>
                      <a:pt x="1745" y="4"/>
                      <a:pt x="1694" y="1"/>
                      <a:pt x="16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39"/>
              <p:cNvSpPr/>
              <p:nvPr/>
            </p:nvSpPr>
            <p:spPr>
              <a:xfrm>
                <a:off x="-33849475" y="3758125"/>
                <a:ext cx="13707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1324" extrusionOk="0">
                    <a:moveTo>
                      <a:pt x="1" y="1"/>
                    </a:moveTo>
                    <a:lnTo>
                      <a:pt x="1" y="662"/>
                    </a:lnTo>
                    <a:lnTo>
                      <a:pt x="1041" y="662"/>
                    </a:lnTo>
                    <a:cubicBezTo>
                      <a:pt x="1576" y="662"/>
                      <a:pt x="2080" y="946"/>
                      <a:pt x="2395" y="1324"/>
                    </a:cubicBezTo>
                    <a:lnTo>
                      <a:pt x="5136" y="1324"/>
                    </a:lnTo>
                    <a:cubicBezTo>
                      <a:pt x="5325" y="1324"/>
                      <a:pt x="5483" y="1166"/>
                      <a:pt x="5483" y="977"/>
                    </a:cubicBezTo>
                    <a:lnTo>
                      <a:pt x="5483" y="316"/>
                    </a:lnTo>
                    <a:cubicBezTo>
                      <a:pt x="5483" y="158"/>
                      <a:pt x="5325" y="1"/>
                      <a:pt x="51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8" name="Google Shape;2018;p39"/>
          <p:cNvGrpSpPr/>
          <p:nvPr/>
        </p:nvGrpSpPr>
        <p:grpSpPr>
          <a:xfrm>
            <a:off x="5234624" y="2105013"/>
            <a:ext cx="771000" cy="771000"/>
            <a:chOff x="5234624" y="2105013"/>
            <a:chExt cx="771000" cy="771000"/>
          </a:xfrm>
        </p:grpSpPr>
        <p:sp>
          <p:nvSpPr>
            <p:cNvPr id="2019" name="Google Shape;2019;p39"/>
            <p:cNvSpPr/>
            <p:nvPr/>
          </p:nvSpPr>
          <p:spPr>
            <a:xfrm>
              <a:off x="5234624" y="2105013"/>
              <a:ext cx="771000" cy="7710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grpSp>
          <p:nvGrpSpPr>
            <p:cNvPr id="2020" name="Google Shape;2020;p39"/>
            <p:cNvGrpSpPr/>
            <p:nvPr/>
          </p:nvGrpSpPr>
          <p:grpSpPr>
            <a:xfrm>
              <a:off x="5442832" y="2312784"/>
              <a:ext cx="354599" cy="355453"/>
              <a:chOff x="-3771675" y="3971775"/>
              <a:chExt cx="291300" cy="292025"/>
            </a:xfrm>
          </p:grpSpPr>
          <p:sp>
            <p:nvSpPr>
              <p:cNvPr id="2021" name="Google Shape;2021;p39"/>
              <p:cNvSpPr/>
              <p:nvPr/>
            </p:nvSpPr>
            <p:spPr>
              <a:xfrm>
                <a:off x="-3770100" y="3971775"/>
                <a:ext cx="21897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8759" h="2671" extrusionOk="0">
                    <a:moveTo>
                      <a:pt x="4391" y="0"/>
                    </a:moveTo>
                    <a:cubicBezTo>
                      <a:pt x="2410" y="0"/>
                      <a:pt x="426" y="449"/>
                      <a:pt x="0" y="1347"/>
                    </a:cubicBezTo>
                    <a:cubicBezTo>
                      <a:pt x="426" y="2229"/>
                      <a:pt x="2410" y="2670"/>
                      <a:pt x="4391" y="2670"/>
                    </a:cubicBezTo>
                    <a:cubicBezTo>
                      <a:pt x="6372" y="2670"/>
                      <a:pt x="8349" y="2229"/>
                      <a:pt x="8759" y="1347"/>
                    </a:cubicBezTo>
                    <a:cubicBezTo>
                      <a:pt x="8349" y="449"/>
                      <a:pt x="6372" y="0"/>
                      <a:pt x="439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39"/>
              <p:cNvSpPr/>
              <p:nvPr/>
            </p:nvSpPr>
            <p:spPr>
              <a:xfrm>
                <a:off x="-3771675" y="4030650"/>
                <a:ext cx="222125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8885" h="3120" extrusionOk="0">
                    <a:moveTo>
                      <a:pt x="0" y="0"/>
                    </a:moveTo>
                    <a:lnTo>
                      <a:pt x="0" y="1418"/>
                    </a:lnTo>
                    <a:cubicBezTo>
                      <a:pt x="0" y="2521"/>
                      <a:pt x="2048" y="3088"/>
                      <a:pt x="4127" y="3119"/>
                    </a:cubicBezTo>
                    <a:cubicBezTo>
                      <a:pt x="4915" y="1891"/>
                      <a:pt x="6301" y="1103"/>
                      <a:pt x="7877" y="1103"/>
                    </a:cubicBezTo>
                    <a:cubicBezTo>
                      <a:pt x="8223" y="1103"/>
                      <a:pt x="8570" y="1135"/>
                      <a:pt x="8885" y="1229"/>
                    </a:cubicBezTo>
                    <a:lnTo>
                      <a:pt x="8885" y="0"/>
                    </a:lnTo>
                    <a:cubicBezTo>
                      <a:pt x="7908" y="788"/>
                      <a:pt x="6112" y="1072"/>
                      <a:pt x="4443" y="1072"/>
                    </a:cubicBezTo>
                    <a:cubicBezTo>
                      <a:pt x="2804" y="1072"/>
                      <a:pt x="977" y="757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39"/>
              <p:cNvSpPr/>
              <p:nvPr/>
            </p:nvSpPr>
            <p:spPr>
              <a:xfrm>
                <a:off x="-3669425" y="4074750"/>
                <a:ext cx="189050" cy="189050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62" extrusionOk="0">
                    <a:moveTo>
                      <a:pt x="5501" y="2732"/>
                    </a:moveTo>
                    <a:cubicBezTo>
                      <a:pt x="5748" y="2732"/>
                      <a:pt x="6008" y="3067"/>
                      <a:pt x="5766" y="3309"/>
                    </a:cubicBezTo>
                    <a:lnTo>
                      <a:pt x="3718" y="5356"/>
                    </a:lnTo>
                    <a:cubicBezTo>
                      <a:pt x="3655" y="5420"/>
                      <a:pt x="3568" y="5451"/>
                      <a:pt x="3482" y="5451"/>
                    </a:cubicBezTo>
                    <a:cubicBezTo>
                      <a:pt x="3395" y="5451"/>
                      <a:pt x="3308" y="5420"/>
                      <a:pt x="3245" y="5356"/>
                    </a:cubicBezTo>
                    <a:lnTo>
                      <a:pt x="1859" y="4002"/>
                    </a:lnTo>
                    <a:cubicBezTo>
                      <a:pt x="1617" y="3760"/>
                      <a:pt x="1840" y="3425"/>
                      <a:pt x="2099" y="3425"/>
                    </a:cubicBezTo>
                    <a:cubicBezTo>
                      <a:pt x="2177" y="3425"/>
                      <a:pt x="2259" y="3456"/>
                      <a:pt x="2332" y="3529"/>
                    </a:cubicBezTo>
                    <a:lnTo>
                      <a:pt x="3466" y="4663"/>
                    </a:lnTo>
                    <a:lnTo>
                      <a:pt x="5293" y="2836"/>
                    </a:lnTo>
                    <a:cubicBezTo>
                      <a:pt x="5352" y="2763"/>
                      <a:pt x="5426" y="2732"/>
                      <a:pt x="5501" y="2732"/>
                    </a:cubicBezTo>
                    <a:close/>
                    <a:moveTo>
                      <a:pt x="3781" y="1"/>
                    </a:moveTo>
                    <a:cubicBezTo>
                      <a:pt x="1702" y="1"/>
                      <a:pt x="0" y="1702"/>
                      <a:pt x="0" y="3781"/>
                    </a:cubicBezTo>
                    <a:cubicBezTo>
                      <a:pt x="0" y="5892"/>
                      <a:pt x="1702" y="7562"/>
                      <a:pt x="3781" y="7562"/>
                    </a:cubicBezTo>
                    <a:cubicBezTo>
                      <a:pt x="5860" y="7562"/>
                      <a:pt x="7562" y="5892"/>
                      <a:pt x="7562" y="3781"/>
                    </a:cubicBezTo>
                    <a:cubicBezTo>
                      <a:pt x="7562" y="1702"/>
                      <a:pt x="5860" y="1"/>
                      <a:pt x="37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39"/>
              <p:cNvSpPr/>
              <p:nvPr/>
            </p:nvSpPr>
            <p:spPr>
              <a:xfrm>
                <a:off x="-3771675" y="4099950"/>
                <a:ext cx="94525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3781" h="3057" extrusionOk="0">
                    <a:moveTo>
                      <a:pt x="0" y="1"/>
                    </a:moveTo>
                    <a:lnTo>
                      <a:pt x="0" y="1419"/>
                    </a:lnTo>
                    <a:cubicBezTo>
                      <a:pt x="0" y="2364"/>
                      <a:pt x="1607" y="2899"/>
                      <a:pt x="3434" y="3057"/>
                    </a:cubicBezTo>
                    <a:cubicBezTo>
                      <a:pt x="3371" y="2364"/>
                      <a:pt x="3497" y="1671"/>
                      <a:pt x="3781" y="1040"/>
                    </a:cubicBezTo>
                    <a:cubicBezTo>
                      <a:pt x="2332" y="977"/>
                      <a:pt x="819" y="662"/>
                      <a:pt x="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39"/>
              <p:cNvSpPr/>
              <p:nvPr/>
            </p:nvSpPr>
            <p:spPr>
              <a:xfrm>
                <a:off x="-3771675" y="4167700"/>
                <a:ext cx="13550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5420" h="3813" extrusionOk="0">
                    <a:moveTo>
                      <a:pt x="0" y="0"/>
                    </a:moveTo>
                    <a:lnTo>
                      <a:pt x="0" y="2111"/>
                    </a:lnTo>
                    <a:cubicBezTo>
                      <a:pt x="0" y="3277"/>
                      <a:pt x="2237" y="3812"/>
                      <a:pt x="4443" y="3812"/>
                    </a:cubicBezTo>
                    <a:cubicBezTo>
                      <a:pt x="4789" y="3812"/>
                      <a:pt x="5104" y="3812"/>
                      <a:pt x="5419" y="3781"/>
                    </a:cubicBezTo>
                    <a:cubicBezTo>
                      <a:pt x="4474" y="3151"/>
                      <a:pt x="3781" y="2206"/>
                      <a:pt x="3529" y="1071"/>
                    </a:cubicBezTo>
                    <a:cubicBezTo>
                      <a:pt x="2174" y="977"/>
                      <a:pt x="788" y="662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26" name="Google Shape;2026;p39"/>
          <p:cNvGrpSpPr/>
          <p:nvPr/>
        </p:nvGrpSpPr>
        <p:grpSpPr>
          <a:xfrm>
            <a:off x="6745799" y="3200875"/>
            <a:ext cx="1941000" cy="1529475"/>
            <a:chOff x="6846374" y="3042675"/>
            <a:chExt cx="1941000" cy="1529475"/>
          </a:xfrm>
        </p:grpSpPr>
        <p:sp>
          <p:nvSpPr>
            <p:cNvPr id="2027" name="Google Shape;2027;p39"/>
            <p:cNvSpPr/>
            <p:nvPr/>
          </p:nvSpPr>
          <p:spPr>
            <a:xfrm>
              <a:off x="7514630" y="3042675"/>
              <a:ext cx="604500" cy="60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28" name="Google Shape;2028;p39"/>
            <p:cNvSpPr txBox="1"/>
            <p:nvPr/>
          </p:nvSpPr>
          <p:spPr>
            <a:xfrm>
              <a:off x="6846374" y="379140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29" name="Google Shape;2029;p39"/>
            <p:cNvSpPr txBox="1"/>
            <p:nvPr/>
          </p:nvSpPr>
          <p:spPr>
            <a:xfrm>
              <a:off x="6846375" y="4130850"/>
              <a:ext cx="1941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0" name="Google Shape;2030;p39"/>
          <p:cNvGrpSpPr/>
          <p:nvPr/>
        </p:nvGrpSpPr>
        <p:grpSpPr>
          <a:xfrm>
            <a:off x="2553383" y="3148560"/>
            <a:ext cx="1941050" cy="1581790"/>
            <a:chOff x="2535800" y="2990360"/>
            <a:chExt cx="1941050" cy="1581790"/>
          </a:xfrm>
        </p:grpSpPr>
        <p:sp>
          <p:nvSpPr>
            <p:cNvPr id="2031" name="Google Shape;2031;p39"/>
            <p:cNvSpPr/>
            <p:nvPr/>
          </p:nvSpPr>
          <p:spPr>
            <a:xfrm>
              <a:off x="3204055" y="2990360"/>
              <a:ext cx="604500" cy="604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32" name="Google Shape;2032;p39"/>
            <p:cNvSpPr txBox="1"/>
            <p:nvPr/>
          </p:nvSpPr>
          <p:spPr>
            <a:xfrm>
              <a:off x="2535849" y="377355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Feature engineering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33" name="Google Shape;2033;p39"/>
            <p:cNvSpPr txBox="1"/>
            <p:nvPr/>
          </p:nvSpPr>
          <p:spPr>
            <a:xfrm>
              <a:off x="2535800" y="4130850"/>
              <a:ext cx="1941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Venus has a beautiful name, but it’s hot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4" name="Google Shape;2034;p39"/>
          <p:cNvGrpSpPr/>
          <p:nvPr/>
        </p:nvGrpSpPr>
        <p:grpSpPr>
          <a:xfrm>
            <a:off x="457200" y="3148560"/>
            <a:ext cx="1941000" cy="1581790"/>
            <a:chOff x="457200" y="3148560"/>
            <a:chExt cx="1941000" cy="1581790"/>
          </a:xfrm>
        </p:grpSpPr>
        <p:sp>
          <p:nvSpPr>
            <p:cNvPr id="2035" name="Google Shape;2035;p39"/>
            <p:cNvSpPr/>
            <p:nvPr/>
          </p:nvSpPr>
          <p:spPr>
            <a:xfrm>
              <a:off x="1125453" y="3148560"/>
              <a:ext cx="604500" cy="60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36" name="Google Shape;2036;p39"/>
            <p:cNvSpPr txBox="1"/>
            <p:nvPr/>
          </p:nvSpPr>
          <p:spPr>
            <a:xfrm>
              <a:off x="457200" y="393175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Tweet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37" name="Google Shape;2037;p39"/>
            <p:cNvSpPr txBox="1"/>
            <p:nvPr/>
          </p:nvSpPr>
          <p:spPr>
            <a:xfrm>
              <a:off x="457200" y="4289050"/>
              <a:ext cx="1941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38" name="Google Shape;2038;p39"/>
          <p:cNvGrpSpPr/>
          <p:nvPr/>
        </p:nvGrpSpPr>
        <p:grpSpPr>
          <a:xfrm>
            <a:off x="4649616" y="3200875"/>
            <a:ext cx="1941001" cy="1529475"/>
            <a:chOff x="5111775" y="3042675"/>
            <a:chExt cx="1941001" cy="1529475"/>
          </a:xfrm>
        </p:grpSpPr>
        <p:sp>
          <p:nvSpPr>
            <p:cNvPr id="2039" name="Google Shape;2039;p39"/>
            <p:cNvSpPr/>
            <p:nvPr/>
          </p:nvSpPr>
          <p:spPr>
            <a:xfrm>
              <a:off x="5780028" y="3042675"/>
              <a:ext cx="604500" cy="60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40" name="Google Shape;2040;p39"/>
            <p:cNvSpPr txBox="1"/>
            <p:nvPr/>
          </p:nvSpPr>
          <p:spPr>
            <a:xfrm>
              <a:off x="5111775" y="379140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Classification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41" name="Google Shape;2041;p39"/>
            <p:cNvSpPr txBox="1"/>
            <p:nvPr/>
          </p:nvSpPr>
          <p:spPr>
            <a:xfrm>
              <a:off x="5111775" y="4130850"/>
              <a:ext cx="19410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The Earth is the third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042" name="Google Shape;2042;p39"/>
          <p:cNvCxnSpPr>
            <a:stCxn id="2008" idx="6"/>
            <a:endCxn id="2011" idx="2"/>
          </p:cNvCxnSpPr>
          <p:nvPr/>
        </p:nvCxnSpPr>
        <p:spPr>
          <a:xfrm>
            <a:off x="1813228" y="2490526"/>
            <a:ext cx="133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3" name="Google Shape;2043;p39"/>
          <p:cNvCxnSpPr>
            <a:stCxn id="2011" idx="6"/>
            <a:endCxn id="2019" idx="2"/>
          </p:cNvCxnSpPr>
          <p:nvPr/>
        </p:nvCxnSpPr>
        <p:spPr>
          <a:xfrm>
            <a:off x="3917974" y="2490513"/>
            <a:ext cx="1316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4" name="Google Shape;2044;p39"/>
          <p:cNvCxnSpPr>
            <a:stCxn id="2019" idx="6"/>
            <a:endCxn id="2045" idx="1"/>
          </p:cNvCxnSpPr>
          <p:nvPr/>
        </p:nvCxnSpPr>
        <p:spPr>
          <a:xfrm rot="10800000" flipH="1">
            <a:off x="6005624" y="2210613"/>
            <a:ext cx="122400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6" name="Google Shape;2046;p39"/>
          <p:cNvCxnSpPr>
            <a:stCxn id="2019" idx="6"/>
            <a:endCxn id="2047" idx="1"/>
          </p:cNvCxnSpPr>
          <p:nvPr/>
        </p:nvCxnSpPr>
        <p:spPr>
          <a:xfrm>
            <a:off x="6005624" y="2490513"/>
            <a:ext cx="1224000" cy="27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48" name="Google Shape;2048;p39"/>
          <p:cNvGrpSpPr/>
          <p:nvPr/>
        </p:nvGrpSpPr>
        <p:grpSpPr>
          <a:xfrm>
            <a:off x="7229475" y="2040992"/>
            <a:ext cx="1313061" cy="339253"/>
            <a:chOff x="7229475" y="2040992"/>
            <a:chExt cx="1313061" cy="339253"/>
          </a:xfrm>
        </p:grpSpPr>
        <p:sp>
          <p:nvSpPr>
            <p:cNvPr id="2045" name="Google Shape;2045;p39"/>
            <p:cNvSpPr txBox="1"/>
            <p:nvPr/>
          </p:nvSpPr>
          <p:spPr>
            <a:xfrm>
              <a:off x="7229475" y="2044725"/>
              <a:ext cx="973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Polite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049" name="Google Shape;2049;p39"/>
            <p:cNvGrpSpPr/>
            <p:nvPr/>
          </p:nvGrpSpPr>
          <p:grpSpPr>
            <a:xfrm>
              <a:off x="8203283" y="2040992"/>
              <a:ext cx="339253" cy="339253"/>
              <a:chOff x="1492675" y="4992125"/>
              <a:chExt cx="481825" cy="481825"/>
            </a:xfrm>
          </p:grpSpPr>
          <p:sp>
            <p:nvSpPr>
              <p:cNvPr id="2050" name="Google Shape;2050;p39"/>
              <p:cNvSpPr/>
              <p:nvPr/>
            </p:nvSpPr>
            <p:spPr>
              <a:xfrm>
                <a:off x="1492675" y="499212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728" y="5990"/>
                    </a:moveTo>
                    <a:cubicBezTo>
                      <a:pt x="13161" y="5990"/>
                      <a:pt x="13595" y="6156"/>
                      <a:pt x="13925" y="6487"/>
                    </a:cubicBezTo>
                    <a:cubicBezTo>
                      <a:pt x="14587" y="7149"/>
                      <a:pt x="14587" y="8221"/>
                      <a:pt x="13928" y="8884"/>
                    </a:cubicBezTo>
                    <a:lnTo>
                      <a:pt x="10028" y="12780"/>
                    </a:lnTo>
                    <a:cubicBezTo>
                      <a:pt x="9709" y="13100"/>
                      <a:pt x="9278" y="13280"/>
                      <a:pt x="8830" y="13280"/>
                    </a:cubicBezTo>
                    <a:lnTo>
                      <a:pt x="8815" y="13280"/>
                    </a:lnTo>
                    <a:cubicBezTo>
                      <a:pt x="8811" y="13280"/>
                      <a:pt x="8807" y="13280"/>
                      <a:pt x="8804" y="13280"/>
                    </a:cubicBezTo>
                    <a:cubicBezTo>
                      <a:pt x="8362" y="13280"/>
                      <a:pt x="7936" y="13103"/>
                      <a:pt x="7622" y="12789"/>
                    </a:cubicBezTo>
                    <a:lnTo>
                      <a:pt x="5346" y="10528"/>
                    </a:lnTo>
                    <a:cubicBezTo>
                      <a:pt x="4632" y="9877"/>
                      <a:pt x="4605" y="8760"/>
                      <a:pt x="5288" y="8077"/>
                    </a:cubicBezTo>
                    <a:cubicBezTo>
                      <a:pt x="5620" y="7745"/>
                      <a:pt x="6053" y="7581"/>
                      <a:pt x="6485" y="7581"/>
                    </a:cubicBezTo>
                    <a:cubicBezTo>
                      <a:pt x="6944" y="7581"/>
                      <a:pt x="7402" y="7766"/>
                      <a:pt x="7737" y="8134"/>
                    </a:cubicBezTo>
                    <a:lnTo>
                      <a:pt x="8812" y="9206"/>
                    </a:lnTo>
                    <a:lnTo>
                      <a:pt x="11531" y="6487"/>
                    </a:lnTo>
                    <a:cubicBezTo>
                      <a:pt x="11861" y="6156"/>
                      <a:pt x="12294" y="5990"/>
                      <a:pt x="12728" y="5990"/>
                    </a:cubicBezTo>
                    <a:close/>
                    <a:moveTo>
                      <a:pt x="9637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3" y="4686"/>
                      <a:pt x="1" y="7098"/>
                      <a:pt x="1" y="9637"/>
                    </a:cubicBezTo>
                    <a:cubicBezTo>
                      <a:pt x="1" y="12175"/>
                      <a:pt x="1013" y="14587"/>
                      <a:pt x="2849" y="16424"/>
                    </a:cubicBezTo>
                    <a:cubicBezTo>
                      <a:pt x="4686" y="18261"/>
                      <a:pt x="7095" y="19273"/>
                      <a:pt x="9637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58" y="14587"/>
                      <a:pt x="19273" y="12175"/>
                      <a:pt x="19273" y="9637"/>
                    </a:cubicBezTo>
                    <a:cubicBezTo>
                      <a:pt x="19273" y="7098"/>
                      <a:pt x="18258" y="4686"/>
                      <a:pt x="16421" y="2849"/>
                    </a:cubicBezTo>
                    <a:cubicBezTo>
                      <a:pt x="14584" y="1012"/>
                      <a:pt x="12175" y="1"/>
                      <a:pt x="96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51" name="Google Shape;2051;p39"/>
              <p:cNvSpPr/>
              <p:nvPr/>
            </p:nvSpPr>
            <p:spPr>
              <a:xfrm>
                <a:off x="1639625" y="5170175"/>
                <a:ext cx="190100" cy="125750"/>
              </a:xfrm>
              <a:custGeom>
                <a:avLst/>
                <a:gdLst/>
                <a:ahLst/>
                <a:cxnLst/>
                <a:rect l="l" t="t" r="r" b="b"/>
                <a:pathLst>
                  <a:path w="7604" h="5030" extrusionOk="0">
                    <a:moveTo>
                      <a:pt x="6852" y="0"/>
                    </a:moveTo>
                    <a:cubicBezTo>
                      <a:pt x="6851" y="0"/>
                      <a:pt x="6850" y="0"/>
                      <a:pt x="6848" y="0"/>
                    </a:cubicBezTo>
                    <a:cubicBezTo>
                      <a:pt x="6698" y="0"/>
                      <a:pt x="6556" y="57"/>
                      <a:pt x="6451" y="163"/>
                    </a:cubicBezTo>
                    <a:lnTo>
                      <a:pt x="3334" y="3279"/>
                    </a:lnTo>
                    <a:cubicBezTo>
                      <a:pt x="3224" y="3391"/>
                      <a:pt x="3080" y="3447"/>
                      <a:pt x="2935" y="3447"/>
                    </a:cubicBezTo>
                    <a:cubicBezTo>
                      <a:pt x="2791" y="3447"/>
                      <a:pt x="2646" y="3391"/>
                      <a:pt x="2536" y="3279"/>
                    </a:cubicBezTo>
                    <a:cubicBezTo>
                      <a:pt x="2533" y="3279"/>
                      <a:pt x="2533" y="3279"/>
                      <a:pt x="2530" y="3276"/>
                    </a:cubicBezTo>
                    <a:cubicBezTo>
                      <a:pt x="2521" y="3267"/>
                      <a:pt x="2509" y="3255"/>
                      <a:pt x="2497" y="3246"/>
                    </a:cubicBezTo>
                    <a:lnTo>
                      <a:pt x="1061" y="1810"/>
                    </a:lnTo>
                    <a:cubicBezTo>
                      <a:pt x="948" y="1678"/>
                      <a:pt x="789" y="1611"/>
                      <a:pt x="629" y="1611"/>
                    </a:cubicBezTo>
                    <a:cubicBezTo>
                      <a:pt x="486" y="1611"/>
                      <a:pt x="342" y="1666"/>
                      <a:pt x="233" y="1777"/>
                    </a:cubicBezTo>
                    <a:cubicBezTo>
                      <a:pt x="1" y="2009"/>
                      <a:pt x="16" y="2391"/>
                      <a:pt x="266" y="2605"/>
                    </a:cubicBezTo>
                    <a:lnTo>
                      <a:pt x="2542" y="4869"/>
                    </a:lnTo>
                    <a:cubicBezTo>
                      <a:pt x="2645" y="4972"/>
                      <a:pt x="2782" y="5029"/>
                      <a:pt x="2926" y="5029"/>
                    </a:cubicBezTo>
                    <a:cubicBezTo>
                      <a:pt x="2929" y="5029"/>
                      <a:pt x="2933" y="5029"/>
                      <a:pt x="2937" y="5029"/>
                    </a:cubicBezTo>
                    <a:lnTo>
                      <a:pt x="2943" y="5029"/>
                    </a:lnTo>
                    <a:cubicBezTo>
                      <a:pt x="3096" y="5029"/>
                      <a:pt x="3241" y="4969"/>
                      <a:pt x="3352" y="4860"/>
                    </a:cubicBezTo>
                    <a:lnTo>
                      <a:pt x="7249" y="964"/>
                    </a:lnTo>
                    <a:cubicBezTo>
                      <a:pt x="7603" y="606"/>
                      <a:pt x="7352" y="0"/>
                      <a:pt x="68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2052" name="Google Shape;2052;p39"/>
          <p:cNvGrpSpPr/>
          <p:nvPr/>
        </p:nvGrpSpPr>
        <p:grpSpPr>
          <a:xfrm>
            <a:off x="7229475" y="2600742"/>
            <a:ext cx="1313053" cy="339253"/>
            <a:chOff x="7229475" y="2600742"/>
            <a:chExt cx="1313053" cy="339253"/>
          </a:xfrm>
        </p:grpSpPr>
        <p:sp>
          <p:nvSpPr>
            <p:cNvPr id="2047" name="Google Shape;2047;p39"/>
            <p:cNvSpPr txBox="1"/>
            <p:nvPr/>
          </p:nvSpPr>
          <p:spPr>
            <a:xfrm>
              <a:off x="7229475" y="2604463"/>
              <a:ext cx="973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Offensive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053" name="Google Shape;2053;p39"/>
            <p:cNvGrpSpPr/>
            <p:nvPr/>
          </p:nvGrpSpPr>
          <p:grpSpPr>
            <a:xfrm>
              <a:off x="8203275" y="2600742"/>
              <a:ext cx="339253" cy="339253"/>
              <a:chOff x="2085525" y="4992125"/>
              <a:chExt cx="481825" cy="481825"/>
            </a:xfrm>
          </p:grpSpPr>
          <p:sp>
            <p:nvSpPr>
              <p:cNvPr id="2054" name="Google Shape;2054;p39"/>
              <p:cNvSpPr/>
              <p:nvPr/>
            </p:nvSpPr>
            <p:spPr>
              <a:xfrm>
                <a:off x="2244150" y="5152125"/>
                <a:ext cx="164500" cy="161825"/>
              </a:xfrm>
              <a:custGeom>
                <a:avLst/>
                <a:gdLst/>
                <a:ahLst/>
                <a:cxnLst/>
                <a:rect l="l" t="t" r="r" b="b"/>
                <a:pathLst>
                  <a:path w="6580" h="6473" extrusionOk="0">
                    <a:moveTo>
                      <a:pt x="618" y="1"/>
                    </a:moveTo>
                    <a:cubicBezTo>
                      <a:pt x="474" y="1"/>
                      <a:pt x="329" y="56"/>
                      <a:pt x="220" y="165"/>
                    </a:cubicBezTo>
                    <a:cubicBezTo>
                      <a:pt x="3" y="385"/>
                      <a:pt x="0" y="737"/>
                      <a:pt x="214" y="957"/>
                    </a:cubicBezTo>
                    <a:lnTo>
                      <a:pt x="2093" y="2836"/>
                    </a:lnTo>
                    <a:cubicBezTo>
                      <a:pt x="2313" y="3059"/>
                      <a:pt x="2313" y="3414"/>
                      <a:pt x="2093" y="3637"/>
                    </a:cubicBezTo>
                    <a:lnTo>
                      <a:pt x="214" y="5516"/>
                    </a:lnTo>
                    <a:cubicBezTo>
                      <a:pt x="0" y="5736"/>
                      <a:pt x="3" y="6088"/>
                      <a:pt x="220" y="6308"/>
                    </a:cubicBezTo>
                    <a:cubicBezTo>
                      <a:pt x="329" y="6418"/>
                      <a:pt x="474" y="6473"/>
                      <a:pt x="618" y="6473"/>
                    </a:cubicBezTo>
                    <a:cubicBezTo>
                      <a:pt x="760" y="6473"/>
                      <a:pt x="902" y="6420"/>
                      <a:pt x="1012" y="6314"/>
                    </a:cubicBezTo>
                    <a:lnTo>
                      <a:pt x="1018" y="6308"/>
                    </a:lnTo>
                    <a:lnTo>
                      <a:pt x="2897" y="4495"/>
                    </a:lnTo>
                    <a:cubicBezTo>
                      <a:pt x="3007" y="4390"/>
                      <a:pt x="3148" y="4337"/>
                      <a:pt x="3290" y="4337"/>
                    </a:cubicBezTo>
                    <a:cubicBezTo>
                      <a:pt x="3431" y="4337"/>
                      <a:pt x="3573" y="4390"/>
                      <a:pt x="3683" y="4495"/>
                    </a:cubicBezTo>
                    <a:lnTo>
                      <a:pt x="5562" y="6308"/>
                    </a:lnTo>
                    <a:lnTo>
                      <a:pt x="5568" y="6314"/>
                    </a:lnTo>
                    <a:cubicBezTo>
                      <a:pt x="5678" y="6420"/>
                      <a:pt x="5820" y="6473"/>
                      <a:pt x="5962" y="6473"/>
                    </a:cubicBezTo>
                    <a:cubicBezTo>
                      <a:pt x="6106" y="6473"/>
                      <a:pt x="6250" y="6418"/>
                      <a:pt x="6360" y="6308"/>
                    </a:cubicBezTo>
                    <a:cubicBezTo>
                      <a:pt x="6577" y="6088"/>
                      <a:pt x="6580" y="5736"/>
                      <a:pt x="6366" y="5516"/>
                    </a:cubicBezTo>
                    <a:lnTo>
                      <a:pt x="4487" y="3637"/>
                    </a:lnTo>
                    <a:cubicBezTo>
                      <a:pt x="4267" y="3414"/>
                      <a:pt x="4267" y="3059"/>
                      <a:pt x="4487" y="2836"/>
                    </a:cubicBezTo>
                    <a:lnTo>
                      <a:pt x="6366" y="957"/>
                    </a:lnTo>
                    <a:cubicBezTo>
                      <a:pt x="6580" y="737"/>
                      <a:pt x="6577" y="385"/>
                      <a:pt x="6360" y="165"/>
                    </a:cubicBezTo>
                    <a:cubicBezTo>
                      <a:pt x="6250" y="56"/>
                      <a:pt x="6106" y="1"/>
                      <a:pt x="5962" y="1"/>
                    </a:cubicBezTo>
                    <a:cubicBezTo>
                      <a:pt x="5820" y="1"/>
                      <a:pt x="5678" y="53"/>
                      <a:pt x="5568" y="159"/>
                    </a:cubicBezTo>
                    <a:lnTo>
                      <a:pt x="5562" y="165"/>
                    </a:lnTo>
                    <a:lnTo>
                      <a:pt x="3683" y="1978"/>
                    </a:lnTo>
                    <a:cubicBezTo>
                      <a:pt x="3573" y="2083"/>
                      <a:pt x="3431" y="2136"/>
                      <a:pt x="3290" y="2136"/>
                    </a:cubicBezTo>
                    <a:cubicBezTo>
                      <a:pt x="3148" y="2136"/>
                      <a:pt x="3007" y="2083"/>
                      <a:pt x="2897" y="1978"/>
                    </a:cubicBezTo>
                    <a:lnTo>
                      <a:pt x="1018" y="165"/>
                    </a:lnTo>
                    <a:lnTo>
                      <a:pt x="1012" y="159"/>
                    </a:lnTo>
                    <a:cubicBezTo>
                      <a:pt x="902" y="53"/>
                      <a:pt x="760" y="1"/>
                      <a:pt x="61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2055" name="Google Shape;2055;p39"/>
              <p:cNvSpPr/>
              <p:nvPr/>
            </p:nvSpPr>
            <p:spPr>
              <a:xfrm>
                <a:off x="2085525" y="4992125"/>
                <a:ext cx="481825" cy="481825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9273" extrusionOk="0">
                    <a:moveTo>
                      <a:pt x="12313" y="5263"/>
                    </a:moveTo>
                    <a:cubicBezTo>
                      <a:pt x="12748" y="5263"/>
                      <a:pt x="13183" y="5429"/>
                      <a:pt x="13515" y="5761"/>
                    </a:cubicBezTo>
                    <a:cubicBezTo>
                      <a:pt x="14174" y="6424"/>
                      <a:pt x="14171" y="7496"/>
                      <a:pt x="13509" y="8155"/>
                    </a:cubicBezTo>
                    <a:lnTo>
                      <a:pt x="12030" y="9637"/>
                    </a:lnTo>
                    <a:lnTo>
                      <a:pt x="13512" y="11118"/>
                    </a:lnTo>
                    <a:cubicBezTo>
                      <a:pt x="14174" y="11778"/>
                      <a:pt x="14177" y="12850"/>
                      <a:pt x="13515" y="13512"/>
                    </a:cubicBezTo>
                    <a:cubicBezTo>
                      <a:pt x="13184" y="13844"/>
                      <a:pt x="12749" y="14011"/>
                      <a:pt x="12315" y="14011"/>
                    </a:cubicBezTo>
                    <a:cubicBezTo>
                      <a:pt x="11883" y="14011"/>
                      <a:pt x="11451" y="13847"/>
                      <a:pt x="11121" y="13518"/>
                    </a:cubicBezTo>
                    <a:lnTo>
                      <a:pt x="9636" y="12088"/>
                    </a:lnTo>
                    <a:lnTo>
                      <a:pt x="8152" y="13518"/>
                    </a:lnTo>
                    <a:cubicBezTo>
                      <a:pt x="7822" y="13847"/>
                      <a:pt x="7390" y="14011"/>
                      <a:pt x="6958" y="14011"/>
                    </a:cubicBezTo>
                    <a:cubicBezTo>
                      <a:pt x="6523" y="14011"/>
                      <a:pt x="6087" y="13844"/>
                      <a:pt x="5755" y="13512"/>
                    </a:cubicBezTo>
                    <a:cubicBezTo>
                      <a:pt x="5095" y="12850"/>
                      <a:pt x="5098" y="11778"/>
                      <a:pt x="5761" y="11118"/>
                    </a:cubicBezTo>
                    <a:lnTo>
                      <a:pt x="7239" y="9637"/>
                    </a:lnTo>
                    <a:lnTo>
                      <a:pt x="5758" y="8155"/>
                    </a:lnTo>
                    <a:cubicBezTo>
                      <a:pt x="5095" y="7496"/>
                      <a:pt x="5092" y="6424"/>
                      <a:pt x="5755" y="5761"/>
                    </a:cubicBezTo>
                    <a:cubicBezTo>
                      <a:pt x="6085" y="5429"/>
                      <a:pt x="6519" y="5263"/>
                      <a:pt x="6954" y="5263"/>
                    </a:cubicBezTo>
                    <a:cubicBezTo>
                      <a:pt x="7386" y="5263"/>
                      <a:pt x="7818" y="5428"/>
                      <a:pt x="8149" y="5758"/>
                    </a:cubicBezTo>
                    <a:lnTo>
                      <a:pt x="9633" y="7188"/>
                    </a:lnTo>
                    <a:lnTo>
                      <a:pt x="11118" y="5758"/>
                    </a:lnTo>
                    <a:cubicBezTo>
                      <a:pt x="11448" y="5428"/>
                      <a:pt x="11881" y="5263"/>
                      <a:pt x="12313" y="5263"/>
                    </a:cubicBezTo>
                    <a:close/>
                    <a:moveTo>
                      <a:pt x="9636" y="1"/>
                    </a:moveTo>
                    <a:cubicBezTo>
                      <a:pt x="7095" y="1"/>
                      <a:pt x="4686" y="1012"/>
                      <a:pt x="2849" y="2849"/>
                    </a:cubicBezTo>
                    <a:cubicBezTo>
                      <a:pt x="1012" y="4686"/>
                      <a:pt x="0" y="7098"/>
                      <a:pt x="0" y="9637"/>
                    </a:cubicBezTo>
                    <a:cubicBezTo>
                      <a:pt x="0" y="12175"/>
                      <a:pt x="1012" y="14587"/>
                      <a:pt x="2849" y="16424"/>
                    </a:cubicBezTo>
                    <a:cubicBezTo>
                      <a:pt x="4686" y="18261"/>
                      <a:pt x="7095" y="19273"/>
                      <a:pt x="9636" y="19273"/>
                    </a:cubicBezTo>
                    <a:cubicBezTo>
                      <a:pt x="12175" y="19273"/>
                      <a:pt x="14584" y="18261"/>
                      <a:pt x="16421" y="16424"/>
                    </a:cubicBezTo>
                    <a:cubicBezTo>
                      <a:pt x="18261" y="14587"/>
                      <a:pt x="19272" y="12175"/>
                      <a:pt x="19272" y="9637"/>
                    </a:cubicBezTo>
                    <a:cubicBezTo>
                      <a:pt x="19272" y="7098"/>
                      <a:pt x="18261" y="4686"/>
                      <a:pt x="16421" y="2849"/>
                    </a:cubicBezTo>
                    <a:cubicBezTo>
                      <a:pt x="14584" y="1012"/>
                      <a:pt x="12175" y="1"/>
                      <a:pt x="96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40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pic>
        <p:nvPicPr>
          <p:cNvPr id="2061" name="Google Shape;2061;p40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2350" y="982738"/>
            <a:ext cx="5479301" cy="3387524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40"/>
          <p:cNvSpPr txBox="1"/>
          <p:nvPr/>
        </p:nvSpPr>
        <p:spPr>
          <a:xfrm>
            <a:off x="457200" y="4488375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more info,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63" name="Google Shape;2063;p40"/>
          <p:cNvGrpSpPr/>
          <p:nvPr/>
        </p:nvGrpSpPr>
        <p:grpSpPr>
          <a:xfrm>
            <a:off x="3657525" y="1757237"/>
            <a:ext cx="1857600" cy="2354488"/>
            <a:chOff x="3657525" y="1700087"/>
            <a:chExt cx="1857600" cy="2354488"/>
          </a:xfrm>
        </p:grpSpPr>
        <p:sp>
          <p:nvSpPr>
            <p:cNvPr id="2064" name="Google Shape;2064;p40"/>
            <p:cNvSpPr/>
            <p:nvPr/>
          </p:nvSpPr>
          <p:spPr>
            <a:xfrm>
              <a:off x="3657525" y="3876675"/>
              <a:ext cx="1857600" cy="1779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5" name="Google Shape;2065;p40"/>
            <p:cNvGrpSpPr/>
            <p:nvPr/>
          </p:nvGrpSpPr>
          <p:grpSpPr>
            <a:xfrm>
              <a:off x="3914644" y="1700087"/>
              <a:ext cx="1314414" cy="2297556"/>
              <a:chOff x="5672100" y="1487825"/>
              <a:chExt cx="1557363" cy="2722223"/>
            </a:xfrm>
          </p:grpSpPr>
          <p:sp>
            <p:nvSpPr>
              <p:cNvPr id="2066" name="Google Shape;2066;p40"/>
              <p:cNvSpPr/>
              <p:nvPr/>
            </p:nvSpPr>
            <p:spPr>
              <a:xfrm>
                <a:off x="6396824" y="1958728"/>
                <a:ext cx="129354" cy="452692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14345" extrusionOk="0">
                    <a:moveTo>
                      <a:pt x="2050" y="0"/>
                    </a:moveTo>
                    <a:lnTo>
                      <a:pt x="0" y="14345"/>
                    </a:lnTo>
                    <a:lnTo>
                      <a:pt x="4099" y="14345"/>
                    </a:lnTo>
                    <a:lnTo>
                      <a:pt x="2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40"/>
              <p:cNvSpPr/>
              <p:nvPr/>
            </p:nvSpPr>
            <p:spPr>
              <a:xfrm>
                <a:off x="6221394" y="2363297"/>
                <a:ext cx="480210" cy="55825"/>
              </a:xfrm>
              <a:custGeom>
                <a:avLst/>
                <a:gdLst/>
                <a:ahLst/>
                <a:cxnLst/>
                <a:rect l="l" t="t" r="r" b="b"/>
                <a:pathLst>
                  <a:path w="15217" h="1769" extrusionOk="0">
                    <a:moveTo>
                      <a:pt x="718" y="1"/>
                    </a:moveTo>
                    <a:lnTo>
                      <a:pt x="1" y="1768"/>
                    </a:lnTo>
                    <a:lnTo>
                      <a:pt x="15217" y="1768"/>
                    </a:lnTo>
                    <a:lnTo>
                      <a:pt x="144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40"/>
              <p:cNvSpPr/>
              <p:nvPr/>
            </p:nvSpPr>
            <p:spPr>
              <a:xfrm>
                <a:off x="6345479" y="3269506"/>
                <a:ext cx="230023" cy="498766"/>
              </a:xfrm>
              <a:custGeom>
                <a:avLst/>
                <a:gdLst/>
                <a:ahLst/>
                <a:cxnLst/>
                <a:rect l="l" t="t" r="r" b="b"/>
                <a:pathLst>
                  <a:path w="7289" h="15805" extrusionOk="0">
                    <a:moveTo>
                      <a:pt x="1" y="0"/>
                    </a:moveTo>
                    <a:lnTo>
                      <a:pt x="1" y="15805"/>
                    </a:lnTo>
                    <a:lnTo>
                      <a:pt x="7289" y="15805"/>
                    </a:lnTo>
                    <a:lnTo>
                      <a:pt x="72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40"/>
              <p:cNvSpPr/>
              <p:nvPr/>
            </p:nvSpPr>
            <p:spPr>
              <a:xfrm>
                <a:off x="6292147" y="3768243"/>
                <a:ext cx="336719" cy="90191"/>
              </a:xfrm>
              <a:custGeom>
                <a:avLst/>
                <a:gdLst/>
                <a:ahLst/>
                <a:cxnLst/>
                <a:rect l="l" t="t" r="r" b="b"/>
                <a:pathLst>
                  <a:path w="10670" h="2858" extrusionOk="0">
                    <a:moveTo>
                      <a:pt x="2049" y="1"/>
                    </a:moveTo>
                    <a:lnTo>
                      <a:pt x="1832" y="14"/>
                    </a:lnTo>
                    <a:lnTo>
                      <a:pt x="1640" y="39"/>
                    </a:lnTo>
                    <a:lnTo>
                      <a:pt x="1435" y="91"/>
                    </a:lnTo>
                    <a:lnTo>
                      <a:pt x="1255" y="155"/>
                    </a:lnTo>
                    <a:lnTo>
                      <a:pt x="1076" y="244"/>
                    </a:lnTo>
                    <a:lnTo>
                      <a:pt x="897" y="347"/>
                    </a:lnTo>
                    <a:lnTo>
                      <a:pt x="743" y="462"/>
                    </a:lnTo>
                    <a:lnTo>
                      <a:pt x="602" y="603"/>
                    </a:lnTo>
                    <a:lnTo>
                      <a:pt x="474" y="744"/>
                    </a:lnTo>
                    <a:lnTo>
                      <a:pt x="346" y="898"/>
                    </a:lnTo>
                    <a:lnTo>
                      <a:pt x="244" y="1064"/>
                    </a:lnTo>
                    <a:lnTo>
                      <a:pt x="167" y="1243"/>
                    </a:lnTo>
                    <a:lnTo>
                      <a:pt x="90" y="1435"/>
                    </a:lnTo>
                    <a:lnTo>
                      <a:pt x="39" y="1628"/>
                    </a:lnTo>
                    <a:lnTo>
                      <a:pt x="13" y="1833"/>
                    </a:lnTo>
                    <a:lnTo>
                      <a:pt x="0" y="2050"/>
                    </a:lnTo>
                    <a:lnTo>
                      <a:pt x="0" y="2857"/>
                    </a:lnTo>
                    <a:lnTo>
                      <a:pt x="10669" y="2857"/>
                    </a:lnTo>
                    <a:lnTo>
                      <a:pt x="10669" y="2050"/>
                    </a:lnTo>
                    <a:lnTo>
                      <a:pt x="10656" y="1833"/>
                    </a:lnTo>
                    <a:lnTo>
                      <a:pt x="10618" y="1628"/>
                    </a:lnTo>
                    <a:lnTo>
                      <a:pt x="10567" y="1435"/>
                    </a:lnTo>
                    <a:lnTo>
                      <a:pt x="10503" y="1243"/>
                    </a:lnTo>
                    <a:lnTo>
                      <a:pt x="10413" y="1064"/>
                    </a:lnTo>
                    <a:lnTo>
                      <a:pt x="10311" y="898"/>
                    </a:lnTo>
                    <a:lnTo>
                      <a:pt x="10195" y="744"/>
                    </a:lnTo>
                    <a:lnTo>
                      <a:pt x="10067" y="603"/>
                    </a:lnTo>
                    <a:lnTo>
                      <a:pt x="9913" y="462"/>
                    </a:lnTo>
                    <a:lnTo>
                      <a:pt x="9760" y="347"/>
                    </a:lnTo>
                    <a:lnTo>
                      <a:pt x="9593" y="244"/>
                    </a:lnTo>
                    <a:lnTo>
                      <a:pt x="9414" y="155"/>
                    </a:lnTo>
                    <a:lnTo>
                      <a:pt x="9222" y="91"/>
                    </a:lnTo>
                    <a:lnTo>
                      <a:pt x="9030" y="39"/>
                    </a:lnTo>
                    <a:lnTo>
                      <a:pt x="8825" y="14"/>
                    </a:lnTo>
                    <a:lnTo>
                      <a:pt x="862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40"/>
              <p:cNvSpPr/>
              <p:nvPr/>
            </p:nvSpPr>
            <p:spPr>
              <a:xfrm>
                <a:off x="5809944" y="3820818"/>
                <a:ext cx="1300705" cy="389230"/>
              </a:xfrm>
              <a:custGeom>
                <a:avLst/>
                <a:gdLst/>
                <a:ahLst/>
                <a:cxnLst/>
                <a:rect l="l" t="t" r="r" b="b"/>
                <a:pathLst>
                  <a:path w="41217" h="12334" extrusionOk="0">
                    <a:moveTo>
                      <a:pt x="5162" y="0"/>
                    </a:moveTo>
                    <a:lnTo>
                      <a:pt x="5162" y="1204"/>
                    </a:lnTo>
                    <a:lnTo>
                      <a:pt x="2959" y="1947"/>
                    </a:lnTo>
                    <a:lnTo>
                      <a:pt x="1973" y="1255"/>
                    </a:lnTo>
                    <a:lnTo>
                      <a:pt x="0" y="4060"/>
                    </a:lnTo>
                    <a:lnTo>
                      <a:pt x="961" y="4739"/>
                    </a:lnTo>
                    <a:lnTo>
                      <a:pt x="871" y="5085"/>
                    </a:lnTo>
                    <a:lnTo>
                      <a:pt x="807" y="5431"/>
                    </a:lnTo>
                    <a:lnTo>
                      <a:pt x="769" y="5802"/>
                    </a:lnTo>
                    <a:lnTo>
                      <a:pt x="743" y="6173"/>
                    </a:lnTo>
                    <a:lnTo>
                      <a:pt x="769" y="6545"/>
                    </a:lnTo>
                    <a:lnTo>
                      <a:pt x="807" y="6903"/>
                    </a:lnTo>
                    <a:lnTo>
                      <a:pt x="871" y="7262"/>
                    </a:lnTo>
                    <a:lnTo>
                      <a:pt x="961" y="7608"/>
                    </a:lnTo>
                    <a:lnTo>
                      <a:pt x="0" y="8274"/>
                    </a:lnTo>
                    <a:lnTo>
                      <a:pt x="1973" y="11079"/>
                    </a:lnTo>
                    <a:lnTo>
                      <a:pt x="2959" y="10387"/>
                    </a:lnTo>
                    <a:lnTo>
                      <a:pt x="5098" y="11130"/>
                    </a:lnTo>
                    <a:lnTo>
                      <a:pt x="5098" y="12334"/>
                    </a:lnTo>
                    <a:lnTo>
                      <a:pt x="8530" y="12334"/>
                    </a:lnTo>
                    <a:lnTo>
                      <a:pt x="8530" y="11130"/>
                    </a:lnTo>
                    <a:lnTo>
                      <a:pt x="11950" y="11130"/>
                    </a:lnTo>
                    <a:lnTo>
                      <a:pt x="11950" y="12334"/>
                    </a:lnTo>
                    <a:lnTo>
                      <a:pt x="15383" y="12334"/>
                    </a:lnTo>
                    <a:lnTo>
                      <a:pt x="15383" y="11130"/>
                    </a:lnTo>
                    <a:lnTo>
                      <a:pt x="18930" y="11130"/>
                    </a:lnTo>
                    <a:lnTo>
                      <a:pt x="18930" y="12334"/>
                    </a:lnTo>
                    <a:lnTo>
                      <a:pt x="22350" y="12334"/>
                    </a:lnTo>
                    <a:lnTo>
                      <a:pt x="22350" y="11130"/>
                    </a:lnTo>
                    <a:lnTo>
                      <a:pt x="25783" y="11130"/>
                    </a:lnTo>
                    <a:lnTo>
                      <a:pt x="25783" y="12334"/>
                    </a:lnTo>
                    <a:lnTo>
                      <a:pt x="29215" y="12334"/>
                    </a:lnTo>
                    <a:lnTo>
                      <a:pt x="29215" y="11130"/>
                    </a:lnTo>
                    <a:lnTo>
                      <a:pt x="32635" y="11130"/>
                    </a:lnTo>
                    <a:lnTo>
                      <a:pt x="32635" y="12334"/>
                    </a:lnTo>
                    <a:lnTo>
                      <a:pt x="36067" y="12334"/>
                    </a:lnTo>
                    <a:lnTo>
                      <a:pt x="36067" y="11130"/>
                    </a:lnTo>
                    <a:lnTo>
                      <a:pt x="38270" y="10387"/>
                    </a:lnTo>
                    <a:lnTo>
                      <a:pt x="39257" y="11079"/>
                    </a:lnTo>
                    <a:lnTo>
                      <a:pt x="41216" y="8274"/>
                    </a:lnTo>
                    <a:lnTo>
                      <a:pt x="40268" y="7608"/>
                    </a:lnTo>
                    <a:lnTo>
                      <a:pt x="40358" y="7262"/>
                    </a:lnTo>
                    <a:lnTo>
                      <a:pt x="40422" y="6903"/>
                    </a:lnTo>
                    <a:lnTo>
                      <a:pt x="40460" y="6545"/>
                    </a:lnTo>
                    <a:lnTo>
                      <a:pt x="40473" y="6173"/>
                    </a:lnTo>
                    <a:lnTo>
                      <a:pt x="40460" y="5802"/>
                    </a:lnTo>
                    <a:lnTo>
                      <a:pt x="40422" y="5431"/>
                    </a:lnTo>
                    <a:lnTo>
                      <a:pt x="40358" y="5085"/>
                    </a:lnTo>
                    <a:lnTo>
                      <a:pt x="40268" y="4739"/>
                    </a:lnTo>
                    <a:lnTo>
                      <a:pt x="41216" y="4060"/>
                    </a:lnTo>
                    <a:lnTo>
                      <a:pt x="39257" y="1255"/>
                    </a:lnTo>
                    <a:lnTo>
                      <a:pt x="38270" y="1947"/>
                    </a:lnTo>
                    <a:lnTo>
                      <a:pt x="36131" y="1204"/>
                    </a:lnTo>
                    <a:lnTo>
                      <a:pt x="36131" y="0"/>
                    </a:lnTo>
                    <a:lnTo>
                      <a:pt x="32699" y="0"/>
                    </a:lnTo>
                    <a:lnTo>
                      <a:pt x="32699" y="1204"/>
                    </a:lnTo>
                    <a:lnTo>
                      <a:pt x="29266" y="1204"/>
                    </a:lnTo>
                    <a:lnTo>
                      <a:pt x="29266" y="0"/>
                    </a:lnTo>
                    <a:lnTo>
                      <a:pt x="25847" y="0"/>
                    </a:lnTo>
                    <a:lnTo>
                      <a:pt x="25847" y="1204"/>
                    </a:lnTo>
                    <a:lnTo>
                      <a:pt x="22414" y="1204"/>
                    </a:lnTo>
                    <a:lnTo>
                      <a:pt x="22414" y="0"/>
                    </a:lnTo>
                    <a:lnTo>
                      <a:pt x="18994" y="0"/>
                    </a:lnTo>
                    <a:lnTo>
                      <a:pt x="18994" y="1204"/>
                    </a:lnTo>
                    <a:lnTo>
                      <a:pt x="15434" y="1204"/>
                    </a:lnTo>
                    <a:lnTo>
                      <a:pt x="15434" y="0"/>
                    </a:lnTo>
                    <a:lnTo>
                      <a:pt x="12014" y="0"/>
                    </a:lnTo>
                    <a:lnTo>
                      <a:pt x="12014" y="1204"/>
                    </a:lnTo>
                    <a:lnTo>
                      <a:pt x="8582" y="1204"/>
                    </a:lnTo>
                    <a:lnTo>
                      <a:pt x="85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40"/>
              <p:cNvSpPr/>
              <p:nvPr/>
            </p:nvSpPr>
            <p:spPr>
              <a:xfrm>
                <a:off x="5864918" y="3889929"/>
                <a:ext cx="1191169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37746" h="7954" extrusionOk="0">
                    <a:moveTo>
                      <a:pt x="3971" y="0"/>
                    </a:moveTo>
                    <a:lnTo>
                      <a:pt x="3766" y="13"/>
                    </a:lnTo>
                    <a:lnTo>
                      <a:pt x="3561" y="26"/>
                    </a:lnTo>
                    <a:lnTo>
                      <a:pt x="3369" y="51"/>
                    </a:lnTo>
                    <a:lnTo>
                      <a:pt x="3177" y="90"/>
                    </a:lnTo>
                    <a:lnTo>
                      <a:pt x="2985" y="128"/>
                    </a:lnTo>
                    <a:lnTo>
                      <a:pt x="2792" y="179"/>
                    </a:lnTo>
                    <a:lnTo>
                      <a:pt x="2600" y="244"/>
                    </a:lnTo>
                    <a:lnTo>
                      <a:pt x="2421" y="320"/>
                    </a:lnTo>
                    <a:lnTo>
                      <a:pt x="2255" y="397"/>
                    </a:lnTo>
                    <a:lnTo>
                      <a:pt x="2075" y="487"/>
                    </a:lnTo>
                    <a:lnTo>
                      <a:pt x="1909" y="577"/>
                    </a:lnTo>
                    <a:lnTo>
                      <a:pt x="1755" y="679"/>
                    </a:lnTo>
                    <a:lnTo>
                      <a:pt x="1601" y="794"/>
                    </a:lnTo>
                    <a:lnTo>
                      <a:pt x="1448" y="910"/>
                    </a:lnTo>
                    <a:lnTo>
                      <a:pt x="1307" y="1038"/>
                    </a:lnTo>
                    <a:lnTo>
                      <a:pt x="1166" y="1166"/>
                    </a:lnTo>
                    <a:lnTo>
                      <a:pt x="1038" y="1307"/>
                    </a:lnTo>
                    <a:lnTo>
                      <a:pt x="910" y="1447"/>
                    </a:lnTo>
                    <a:lnTo>
                      <a:pt x="794" y="1601"/>
                    </a:lnTo>
                    <a:lnTo>
                      <a:pt x="679" y="1755"/>
                    </a:lnTo>
                    <a:lnTo>
                      <a:pt x="577" y="1921"/>
                    </a:lnTo>
                    <a:lnTo>
                      <a:pt x="474" y="2088"/>
                    </a:lnTo>
                    <a:lnTo>
                      <a:pt x="397" y="2254"/>
                    </a:lnTo>
                    <a:lnTo>
                      <a:pt x="308" y="2434"/>
                    </a:lnTo>
                    <a:lnTo>
                      <a:pt x="244" y="2613"/>
                    </a:lnTo>
                    <a:lnTo>
                      <a:pt x="180" y="2792"/>
                    </a:lnTo>
                    <a:lnTo>
                      <a:pt x="128" y="2984"/>
                    </a:lnTo>
                    <a:lnTo>
                      <a:pt x="77" y="3177"/>
                    </a:lnTo>
                    <a:lnTo>
                      <a:pt x="52" y="3369"/>
                    </a:lnTo>
                    <a:lnTo>
                      <a:pt x="26" y="3574"/>
                    </a:lnTo>
                    <a:lnTo>
                      <a:pt x="0" y="3778"/>
                    </a:lnTo>
                    <a:lnTo>
                      <a:pt x="0" y="3983"/>
                    </a:lnTo>
                    <a:lnTo>
                      <a:pt x="0" y="4188"/>
                    </a:lnTo>
                    <a:lnTo>
                      <a:pt x="26" y="4380"/>
                    </a:lnTo>
                    <a:lnTo>
                      <a:pt x="52" y="4585"/>
                    </a:lnTo>
                    <a:lnTo>
                      <a:pt x="77" y="4777"/>
                    </a:lnTo>
                    <a:lnTo>
                      <a:pt x="128" y="4970"/>
                    </a:lnTo>
                    <a:lnTo>
                      <a:pt x="180" y="5162"/>
                    </a:lnTo>
                    <a:lnTo>
                      <a:pt x="244" y="5341"/>
                    </a:lnTo>
                    <a:lnTo>
                      <a:pt x="308" y="5520"/>
                    </a:lnTo>
                    <a:lnTo>
                      <a:pt x="397" y="5700"/>
                    </a:lnTo>
                    <a:lnTo>
                      <a:pt x="474" y="5866"/>
                    </a:lnTo>
                    <a:lnTo>
                      <a:pt x="577" y="6033"/>
                    </a:lnTo>
                    <a:lnTo>
                      <a:pt x="679" y="6199"/>
                    </a:lnTo>
                    <a:lnTo>
                      <a:pt x="794" y="6353"/>
                    </a:lnTo>
                    <a:lnTo>
                      <a:pt x="910" y="6507"/>
                    </a:lnTo>
                    <a:lnTo>
                      <a:pt x="1038" y="6647"/>
                    </a:lnTo>
                    <a:lnTo>
                      <a:pt x="1166" y="6788"/>
                    </a:lnTo>
                    <a:lnTo>
                      <a:pt x="1307" y="6916"/>
                    </a:lnTo>
                    <a:lnTo>
                      <a:pt x="1448" y="7044"/>
                    </a:lnTo>
                    <a:lnTo>
                      <a:pt x="1601" y="7160"/>
                    </a:lnTo>
                    <a:lnTo>
                      <a:pt x="1755" y="7275"/>
                    </a:lnTo>
                    <a:lnTo>
                      <a:pt x="1909" y="7378"/>
                    </a:lnTo>
                    <a:lnTo>
                      <a:pt x="2075" y="7467"/>
                    </a:lnTo>
                    <a:lnTo>
                      <a:pt x="2255" y="7557"/>
                    </a:lnTo>
                    <a:lnTo>
                      <a:pt x="2421" y="7634"/>
                    </a:lnTo>
                    <a:lnTo>
                      <a:pt x="2600" y="7711"/>
                    </a:lnTo>
                    <a:lnTo>
                      <a:pt x="2792" y="7775"/>
                    </a:lnTo>
                    <a:lnTo>
                      <a:pt x="2985" y="7826"/>
                    </a:lnTo>
                    <a:lnTo>
                      <a:pt x="3177" y="7877"/>
                    </a:lnTo>
                    <a:lnTo>
                      <a:pt x="3369" y="7903"/>
                    </a:lnTo>
                    <a:lnTo>
                      <a:pt x="3561" y="7928"/>
                    </a:lnTo>
                    <a:lnTo>
                      <a:pt x="3766" y="7941"/>
                    </a:lnTo>
                    <a:lnTo>
                      <a:pt x="3971" y="7954"/>
                    </a:lnTo>
                    <a:lnTo>
                      <a:pt x="33762" y="7954"/>
                    </a:lnTo>
                    <a:lnTo>
                      <a:pt x="33967" y="7941"/>
                    </a:lnTo>
                    <a:lnTo>
                      <a:pt x="34172" y="7928"/>
                    </a:lnTo>
                    <a:lnTo>
                      <a:pt x="34377" y="7903"/>
                    </a:lnTo>
                    <a:lnTo>
                      <a:pt x="34569" y="7877"/>
                    </a:lnTo>
                    <a:lnTo>
                      <a:pt x="34761" y="7826"/>
                    </a:lnTo>
                    <a:lnTo>
                      <a:pt x="34953" y="7775"/>
                    </a:lnTo>
                    <a:lnTo>
                      <a:pt x="35132" y="7711"/>
                    </a:lnTo>
                    <a:lnTo>
                      <a:pt x="35312" y="7634"/>
                    </a:lnTo>
                    <a:lnTo>
                      <a:pt x="35491" y="7557"/>
                    </a:lnTo>
                    <a:lnTo>
                      <a:pt x="35657" y="7467"/>
                    </a:lnTo>
                    <a:lnTo>
                      <a:pt x="35824" y="7378"/>
                    </a:lnTo>
                    <a:lnTo>
                      <a:pt x="35990" y="7275"/>
                    </a:lnTo>
                    <a:lnTo>
                      <a:pt x="36144" y="7160"/>
                    </a:lnTo>
                    <a:lnTo>
                      <a:pt x="36298" y="7044"/>
                    </a:lnTo>
                    <a:lnTo>
                      <a:pt x="36439" y="6916"/>
                    </a:lnTo>
                    <a:lnTo>
                      <a:pt x="36580" y="6788"/>
                    </a:lnTo>
                    <a:lnTo>
                      <a:pt x="36708" y="6647"/>
                    </a:lnTo>
                    <a:lnTo>
                      <a:pt x="36836" y="6507"/>
                    </a:lnTo>
                    <a:lnTo>
                      <a:pt x="36951" y="6353"/>
                    </a:lnTo>
                    <a:lnTo>
                      <a:pt x="37066" y="6199"/>
                    </a:lnTo>
                    <a:lnTo>
                      <a:pt x="37169" y="6033"/>
                    </a:lnTo>
                    <a:lnTo>
                      <a:pt x="37258" y="5866"/>
                    </a:lnTo>
                    <a:lnTo>
                      <a:pt x="37348" y="5700"/>
                    </a:lnTo>
                    <a:lnTo>
                      <a:pt x="37425" y="5520"/>
                    </a:lnTo>
                    <a:lnTo>
                      <a:pt x="37502" y="5341"/>
                    </a:lnTo>
                    <a:lnTo>
                      <a:pt x="37566" y="5162"/>
                    </a:lnTo>
                    <a:lnTo>
                      <a:pt x="37617" y="4970"/>
                    </a:lnTo>
                    <a:lnTo>
                      <a:pt x="37655" y="4777"/>
                    </a:lnTo>
                    <a:lnTo>
                      <a:pt x="37694" y="4585"/>
                    </a:lnTo>
                    <a:lnTo>
                      <a:pt x="37719" y="4380"/>
                    </a:lnTo>
                    <a:lnTo>
                      <a:pt x="37732" y="4188"/>
                    </a:lnTo>
                    <a:lnTo>
                      <a:pt x="37745" y="3983"/>
                    </a:lnTo>
                    <a:lnTo>
                      <a:pt x="37732" y="3778"/>
                    </a:lnTo>
                    <a:lnTo>
                      <a:pt x="37719" y="3574"/>
                    </a:lnTo>
                    <a:lnTo>
                      <a:pt x="37694" y="3369"/>
                    </a:lnTo>
                    <a:lnTo>
                      <a:pt x="37655" y="3177"/>
                    </a:lnTo>
                    <a:lnTo>
                      <a:pt x="37617" y="2984"/>
                    </a:lnTo>
                    <a:lnTo>
                      <a:pt x="37566" y="2792"/>
                    </a:lnTo>
                    <a:lnTo>
                      <a:pt x="37502" y="2613"/>
                    </a:lnTo>
                    <a:lnTo>
                      <a:pt x="37425" y="2434"/>
                    </a:lnTo>
                    <a:lnTo>
                      <a:pt x="37348" y="2254"/>
                    </a:lnTo>
                    <a:lnTo>
                      <a:pt x="37258" y="2088"/>
                    </a:lnTo>
                    <a:lnTo>
                      <a:pt x="37169" y="1921"/>
                    </a:lnTo>
                    <a:lnTo>
                      <a:pt x="37066" y="1755"/>
                    </a:lnTo>
                    <a:lnTo>
                      <a:pt x="36951" y="1601"/>
                    </a:lnTo>
                    <a:lnTo>
                      <a:pt x="36836" y="1447"/>
                    </a:lnTo>
                    <a:lnTo>
                      <a:pt x="36708" y="1307"/>
                    </a:lnTo>
                    <a:lnTo>
                      <a:pt x="36580" y="1166"/>
                    </a:lnTo>
                    <a:lnTo>
                      <a:pt x="36439" y="1038"/>
                    </a:lnTo>
                    <a:lnTo>
                      <a:pt x="36298" y="910"/>
                    </a:lnTo>
                    <a:lnTo>
                      <a:pt x="36144" y="794"/>
                    </a:lnTo>
                    <a:lnTo>
                      <a:pt x="35990" y="679"/>
                    </a:lnTo>
                    <a:lnTo>
                      <a:pt x="35824" y="577"/>
                    </a:lnTo>
                    <a:lnTo>
                      <a:pt x="35657" y="487"/>
                    </a:lnTo>
                    <a:lnTo>
                      <a:pt x="35491" y="397"/>
                    </a:lnTo>
                    <a:lnTo>
                      <a:pt x="35312" y="320"/>
                    </a:lnTo>
                    <a:lnTo>
                      <a:pt x="35132" y="244"/>
                    </a:lnTo>
                    <a:lnTo>
                      <a:pt x="34953" y="179"/>
                    </a:lnTo>
                    <a:lnTo>
                      <a:pt x="34761" y="128"/>
                    </a:lnTo>
                    <a:lnTo>
                      <a:pt x="34569" y="90"/>
                    </a:lnTo>
                    <a:lnTo>
                      <a:pt x="34377" y="51"/>
                    </a:lnTo>
                    <a:lnTo>
                      <a:pt x="34172" y="26"/>
                    </a:lnTo>
                    <a:lnTo>
                      <a:pt x="33967" y="13"/>
                    </a:lnTo>
                    <a:lnTo>
                      <a:pt x="3376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40"/>
              <p:cNvSpPr/>
              <p:nvPr/>
            </p:nvSpPr>
            <p:spPr>
              <a:xfrm>
                <a:off x="5896444" y="3921455"/>
                <a:ext cx="112811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35748" h="5956" extrusionOk="0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2917" y="5956"/>
                    </a:lnTo>
                    <a:lnTo>
                      <a:pt x="33070" y="5943"/>
                    </a:lnTo>
                    <a:lnTo>
                      <a:pt x="33365" y="5905"/>
                    </a:lnTo>
                    <a:lnTo>
                      <a:pt x="33659" y="5828"/>
                    </a:lnTo>
                    <a:lnTo>
                      <a:pt x="33928" y="5725"/>
                    </a:lnTo>
                    <a:lnTo>
                      <a:pt x="34184" y="5597"/>
                    </a:lnTo>
                    <a:lnTo>
                      <a:pt x="34428" y="5456"/>
                    </a:lnTo>
                    <a:lnTo>
                      <a:pt x="34658" y="5277"/>
                    </a:lnTo>
                    <a:lnTo>
                      <a:pt x="34876" y="5085"/>
                    </a:lnTo>
                    <a:lnTo>
                      <a:pt x="35068" y="4880"/>
                    </a:lnTo>
                    <a:lnTo>
                      <a:pt x="35235" y="4649"/>
                    </a:lnTo>
                    <a:lnTo>
                      <a:pt x="35388" y="4406"/>
                    </a:lnTo>
                    <a:lnTo>
                      <a:pt x="35517" y="4137"/>
                    </a:lnTo>
                    <a:lnTo>
                      <a:pt x="35619" y="3868"/>
                    </a:lnTo>
                    <a:lnTo>
                      <a:pt x="35683" y="3586"/>
                    </a:lnTo>
                    <a:lnTo>
                      <a:pt x="35734" y="3279"/>
                    </a:lnTo>
                    <a:lnTo>
                      <a:pt x="35747" y="3138"/>
                    </a:lnTo>
                    <a:lnTo>
                      <a:pt x="35747" y="2984"/>
                    </a:lnTo>
                    <a:lnTo>
                      <a:pt x="35747" y="2831"/>
                    </a:lnTo>
                    <a:lnTo>
                      <a:pt x="35734" y="2677"/>
                    </a:lnTo>
                    <a:lnTo>
                      <a:pt x="35683" y="2382"/>
                    </a:lnTo>
                    <a:lnTo>
                      <a:pt x="35619" y="2088"/>
                    </a:lnTo>
                    <a:lnTo>
                      <a:pt x="35517" y="1819"/>
                    </a:lnTo>
                    <a:lnTo>
                      <a:pt x="35388" y="1563"/>
                    </a:lnTo>
                    <a:lnTo>
                      <a:pt x="35235" y="1319"/>
                    </a:lnTo>
                    <a:lnTo>
                      <a:pt x="35068" y="1089"/>
                    </a:lnTo>
                    <a:lnTo>
                      <a:pt x="34876" y="871"/>
                    </a:lnTo>
                    <a:lnTo>
                      <a:pt x="34658" y="679"/>
                    </a:lnTo>
                    <a:lnTo>
                      <a:pt x="34428" y="512"/>
                    </a:lnTo>
                    <a:lnTo>
                      <a:pt x="34184" y="359"/>
                    </a:lnTo>
                    <a:lnTo>
                      <a:pt x="33928" y="231"/>
                    </a:lnTo>
                    <a:lnTo>
                      <a:pt x="33659" y="128"/>
                    </a:lnTo>
                    <a:lnTo>
                      <a:pt x="33365" y="64"/>
                    </a:lnTo>
                    <a:lnTo>
                      <a:pt x="33070" y="13"/>
                    </a:lnTo>
                    <a:lnTo>
                      <a:pt x="329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40"/>
              <p:cNvSpPr/>
              <p:nvPr/>
            </p:nvSpPr>
            <p:spPr>
              <a:xfrm>
                <a:off x="5693528" y="2429189"/>
                <a:ext cx="1535935" cy="1155194"/>
              </a:xfrm>
              <a:custGeom>
                <a:avLst/>
                <a:gdLst/>
                <a:ahLst/>
                <a:cxnLst/>
                <a:rect l="l" t="t" r="r" b="b"/>
                <a:pathLst>
                  <a:path w="48671" h="36606" extrusionOk="0">
                    <a:moveTo>
                      <a:pt x="18162" y="0"/>
                    </a:moveTo>
                    <a:lnTo>
                      <a:pt x="17881" y="13"/>
                    </a:lnTo>
                    <a:lnTo>
                      <a:pt x="17599" y="39"/>
                    </a:lnTo>
                    <a:lnTo>
                      <a:pt x="17330" y="77"/>
                    </a:lnTo>
                    <a:lnTo>
                      <a:pt x="17048" y="116"/>
                    </a:lnTo>
                    <a:lnTo>
                      <a:pt x="16779" y="167"/>
                    </a:lnTo>
                    <a:lnTo>
                      <a:pt x="16510" y="218"/>
                    </a:lnTo>
                    <a:lnTo>
                      <a:pt x="16241" y="282"/>
                    </a:lnTo>
                    <a:lnTo>
                      <a:pt x="15985" y="359"/>
                    </a:lnTo>
                    <a:lnTo>
                      <a:pt x="15729" y="449"/>
                    </a:lnTo>
                    <a:lnTo>
                      <a:pt x="15473" y="538"/>
                    </a:lnTo>
                    <a:lnTo>
                      <a:pt x="15217" y="628"/>
                    </a:lnTo>
                    <a:lnTo>
                      <a:pt x="14973" y="743"/>
                    </a:lnTo>
                    <a:lnTo>
                      <a:pt x="14730" y="846"/>
                    </a:lnTo>
                    <a:lnTo>
                      <a:pt x="14486" y="974"/>
                    </a:lnTo>
                    <a:lnTo>
                      <a:pt x="14256" y="1102"/>
                    </a:lnTo>
                    <a:lnTo>
                      <a:pt x="14025" y="1230"/>
                    </a:lnTo>
                    <a:lnTo>
                      <a:pt x="13795" y="1371"/>
                    </a:lnTo>
                    <a:lnTo>
                      <a:pt x="13577" y="1525"/>
                    </a:lnTo>
                    <a:lnTo>
                      <a:pt x="13359" y="1678"/>
                    </a:lnTo>
                    <a:lnTo>
                      <a:pt x="13154" y="1845"/>
                    </a:lnTo>
                    <a:lnTo>
                      <a:pt x="12950" y="2011"/>
                    </a:lnTo>
                    <a:lnTo>
                      <a:pt x="12745" y="2178"/>
                    </a:lnTo>
                    <a:lnTo>
                      <a:pt x="12552" y="2357"/>
                    </a:lnTo>
                    <a:lnTo>
                      <a:pt x="12360" y="2549"/>
                    </a:lnTo>
                    <a:lnTo>
                      <a:pt x="12181" y="2741"/>
                    </a:lnTo>
                    <a:lnTo>
                      <a:pt x="12002" y="2933"/>
                    </a:lnTo>
                    <a:lnTo>
                      <a:pt x="11835" y="3138"/>
                    </a:lnTo>
                    <a:lnTo>
                      <a:pt x="11669" y="3343"/>
                    </a:lnTo>
                    <a:lnTo>
                      <a:pt x="11502" y="3561"/>
                    </a:lnTo>
                    <a:lnTo>
                      <a:pt x="11361" y="3779"/>
                    </a:lnTo>
                    <a:lnTo>
                      <a:pt x="11208" y="3996"/>
                    </a:lnTo>
                    <a:lnTo>
                      <a:pt x="10990" y="3971"/>
                    </a:lnTo>
                    <a:lnTo>
                      <a:pt x="10772" y="3945"/>
                    </a:lnTo>
                    <a:lnTo>
                      <a:pt x="10542" y="3932"/>
                    </a:lnTo>
                    <a:lnTo>
                      <a:pt x="10311" y="3920"/>
                    </a:lnTo>
                    <a:lnTo>
                      <a:pt x="10017" y="3932"/>
                    </a:lnTo>
                    <a:lnTo>
                      <a:pt x="9722" y="3958"/>
                    </a:lnTo>
                    <a:lnTo>
                      <a:pt x="9427" y="3984"/>
                    </a:lnTo>
                    <a:lnTo>
                      <a:pt x="9146" y="4035"/>
                    </a:lnTo>
                    <a:lnTo>
                      <a:pt x="8864" y="4099"/>
                    </a:lnTo>
                    <a:lnTo>
                      <a:pt x="8582" y="4189"/>
                    </a:lnTo>
                    <a:lnTo>
                      <a:pt x="8313" y="4278"/>
                    </a:lnTo>
                    <a:lnTo>
                      <a:pt x="8057" y="4381"/>
                    </a:lnTo>
                    <a:lnTo>
                      <a:pt x="7801" y="4496"/>
                    </a:lnTo>
                    <a:lnTo>
                      <a:pt x="7545" y="4624"/>
                    </a:lnTo>
                    <a:lnTo>
                      <a:pt x="7301" y="4765"/>
                    </a:lnTo>
                    <a:lnTo>
                      <a:pt x="7071" y="4919"/>
                    </a:lnTo>
                    <a:lnTo>
                      <a:pt x="6840" y="5072"/>
                    </a:lnTo>
                    <a:lnTo>
                      <a:pt x="6622" y="5252"/>
                    </a:lnTo>
                    <a:lnTo>
                      <a:pt x="6405" y="5431"/>
                    </a:lnTo>
                    <a:lnTo>
                      <a:pt x="6213" y="5623"/>
                    </a:lnTo>
                    <a:lnTo>
                      <a:pt x="6008" y="5828"/>
                    </a:lnTo>
                    <a:lnTo>
                      <a:pt x="5828" y="6033"/>
                    </a:lnTo>
                    <a:lnTo>
                      <a:pt x="5662" y="6251"/>
                    </a:lnTo>
                    <a:lnTo>
                      <a:pt x="5495" y="6481"/>
                    </a:lnTo>
                    <a:lnTo>
                      <a:pt x="5342" y="6725"/>
                    </a:lnTo>
                    <a:lnTo>
                      <a:pt x="5201" y="6968"/>
                    </a:lnTo>
                    <a:lnTo>
                      <a:pt x="5073" y="7211"/>
                    </a:lnTo>
                    <a:lnTo>
                      <a:pt x="4957" y="7467"/>
                    </a:lnTo>
                    <a:lnTo>
                      <a:pt x="4855" y="7736"/>
                    </a:lnTo>
                    <a:lnTo>
                      <a:pt x="4765" y="8005"/>
                    </a:lnTo>
                    <a:lnTo>
                      <a:pt x="4688" y="8287"/>
                    </a:lnTo>
                    <a:lnTo>
                      <a:pt x="4624" y="8556"/>
                    </a:lnTo>
                    <a:lnTo>
                      <a:pt x="4573" y="8851"/>
                    </a:lnTo>
                    <a:lnTo>
                      <a:pt x="4535" y="9145"/>
                    </a:lnTo>
                    <a:lnTo>
                      <a:pt x="4509" y="9440"/>
                    </a:lnTo>
                    <a:lnTo>
                      <a:pt x="4509" y="9734"/>
                    </a:lnTo>
                    <a:lnTo>
                      <a:pt x="4509" y="9978"/>
                    </a:lnTo>
                    <a:lnTo>
                      <a:pt x="4535" y="10234"/>
                    </a:lnTo>
                    <a:lnTo>
                      <a:pt x="4560" y="10477"/>
                    </a:lnTo>
                    <a:lnTo>
                      <a:pt x="4599" y="10721"/>
                    </a:lnTo>
                    <a:lnTo>
                      <a:pt x="4343" y="10849"/>
                    </a:lnTo>
                    <a:lnTo>
                      <a:pt x="4086" y="11002"/>
                    </a:lnTo>
                    <a:lnTo>
                      <a:pt x="3856" y="11156"/>
                    </a:lnTo>
                    <a:lnTo>
                      <a:pt x="3613" y="11323"/>
                    </a:lnTo>
                    <a:lnTo>
                      <a:pt x="3382" y="11489"/>
                    </a:lnTo>
                    <a:lnTo>
                      <a:pt x="3152" y="11668"/>
                    </a:lnTo>
                    <a:lnTo>
                      <a:pt x="2934" y="11848"/>
                    </a:lnTo>
                    <a:lnTo>
                      <a:pt x="2729" y="12040"/>
                    </a:lnTo>
                    <a:lnTo>
                      <a:pt x="2524" y="12245"/>
                    </a:lnTo>
                    <a:lnTo>
                      <a:pt x="2319" y="12450"/>
                    </a:lnTo>
                    <a:lnTo>
                      <a:pt x="2127" y="12655"/>
                    </a:lnTo>
                    <a:lnTo>
                      <a:pt x="1935" y="12872"/>
                    </a:lnTo>
                    <a:lnTo>
                      <a:pt x="1768" y="13103"/>
                    </a:lnTo>
                    <a:lnTo>
                      <a:pt x="1589" y="13333"/>
                    </a:lnTo>
                    <a:lnTo>
                      <a:pt x="1422" y="13564"/>
                    </a:lnTo>
                    <a:lnTo>
                      <a:pt x="1269" y="13807"/>
                    </a:lnTo>
                    <a:lnTo>
                      <a:pt x="1128" y="14063"/>
                    </a:lnTo>
                    <a:lnTo>
                      <a:pt x="987" y="14307"/>
                    </a:lnTo>
                    <a:lnTo>
                      <a:pt x="859" y="14576"/>
                    </a:lnTo>
                    <a:lnTo>
                      <a:pt x="731" y="14832"/>
                    </a:lnTo>
                    <a:lnTo>
                      <a:pt x="616" y="15101"/>
                    </a:lnTo>
                    <a:lnTo>
                      <a:pt x="513" y="15370"/>
                    </a:lnTo>
                    <a:lnTo>
                      <a:pt x="423" y="15652"/>
                    </a:lnTo>
                    <a:lnTo>
                      <a:pt x="334" y="15933"/>
                    </a:lnTo>
                    <a:lnTo>
                      <a:pt x="257" y="16215"/>
                    </a:lnTo>
                    <a:lnTo>
                      <a:pt x="193" y="16497"/>
                    </a:lnTo>
                    <a:lnTo>
                      <a:pt x="129" y="16792"/>
                    </a:lnTo>
                    <a:lnTo>
                      <a:pt x="90" y="17086"/>
                    </a:lnTo>
                    <a:lnTo>
                      <a:pt x="52" y="17394"/>
                    </a:lnTo>
                    <a:lnTo>
                      <a:pt x="26" y="17688"/>
                    </a:lnTo>
                    <a:lnTo>
                      <a:pt x="1" y="17996"/>
                    </a:lnTo>
                    <a:lnTo>
                      <a:pt x="1" y="18303"/>
                    </a:lnTo>
                    <a:lnTo>
                      <a:pt x="1" y="18610"/>
                    </a:lnTo>
                    <a:lnTo>
                      <a:pt x="26" y="18918"/>
                    </a:lnTo>
                    <a:lnTo>
                      <a:pt x="52" y="19225"/>
                    </a:lnTo>
                    <a:lnTo>
                      <a:pt x="90" y="19520"/>
                    </a:lnTo>
                    <a:lnTo>
                      <a:pt x="129" y="19814"/>
                    </a:lnTo>
                    <a:lnTo>
                      <a:pt x="193" y="20109"/>
                    </a:lnTo>
                    <a:lnTo>
                      <a:pt x="257" y="20391"/>
                    </a:lnTo>
                    <a:lnTo>
                      <a:pt x="334" y="20685"/>
                    </a:lnTo>
                    <a:lnTo>
                      <a:pt x="423" y="20967"/>
                    </a:lnTo>
                    <a:lnTo>
                      <a:pt x="513" y="21236"/>
                    </a:lnTo>
                    <a:lnTo>
                      <a:pt x="616" y="21505"/>
                    </a:lnTo>
                    <a:lnTo>
                      <a:pt x="731" y="21774"/>
                    </a:lnTo>
                    <a:lnTo>
                      <a:pt x="859" y="22043"/>
                    </a:lnTo>
                    <a:lnTo>
                      <a:pt x="987" y="22299"/>
                    </a:lnTo>
                    <a:lnTo>
                      <a:pt x="1128" y="22555"/>
                    </a:lnTo>
                    <a:lnTo>
                      <a:pt x="1269" y="22798"/>
                    </a:lnTo>
                    <a:lnTo>
                      <a:pt x="1422" y="23042"/>
                    </a:lnTo>
                    <a:lnTo>
                      <a:pt x="1589" y="23272"/>
                    </a:lnTo>
                    <a:lnTo>
                      <a:pt x="1768" y="23503"/>
                    </a:lnTo>
                    <a:lnTo>
                      <a:pt x="1935" y="23733"/>
                    </a:lnTo>
                    <a:lnTo>
                      <a:pt x="2127" y="23951"/>
                    </a:lnTo>
                    <a:lnTo>
                      <a:pt x="2319" y="24156"/>
                    </a:lnTo>
                    <a:lnTo>
                      <a:pt x="2524" y="24374"/>
                    </a:lnTo>
                    <a:lnTo>
                      <a:pt x="2729" y="24566"/>
                    </a:lnTo>
                    <a:lnTo>
                      <a:pt x="2934" y="24758"/>
                    </a:lnTo>
                    <a:lnTo>
                      <a:pt x="3152" y="24937"/>
                    </a:lnTo>
                    <a:lnTo>
                      <a:pt x="3382" y="25117"/>
                    </a:lnTo>
                    <a:lnTo>
                      <a:pt x="3613" y="25296"/>
                    </a:lnTo>
                    <a:lnTo>
                      <a:pt x="3856" y="25450"/>
                    </a:lnTo>
                    <a:lnTo>
                      <a:pt x="4086" y="25603"/>
                    </a:lnTo>
                    <a:lnTo>
                      <a:pt x="4343" y="25757"/>
                    </a:lnTo>
                    <a:lnTo>
                      <a:pt x="4599" y="25898"/>
                    </a:lnTo>
                    <a:lnTo>
                      <a:pt x="4560" y="26141"/>
                    </a:lnTo>
                    <a:lnTo>
                      <a:pt x="4535" y="26385"/>
                    </a:lnTo>
                    <a:lnTo>
                      <a:pt x="4509" y="26628"/>
                    </a:lnTo>
                    <a:lnTo>
                      <a:pt x="4509" y="26871"/>
                    </a:lnTo>
                    <a:lnTo>
                      <a:pt x="4509" y="27179"/>
                    </a:lnTo>
                    <a:lnTo>
                      <a:pt x="4535" y="27473"/>
                    </a:lnTo>
                    <a:lnTo>
                      <a:pt x="4573" y="27768"/>
                    </a:lnTo>
                    <a:lnTo>
                      <a:pt x="4624" y="28050"/>
                    </a:lnTo>
                    <a:lnTo>
                      <a:pt x="4688" y="28331"/>
                    </a:lnTo>
                    <a:lnTo>
                      <a:pt x="4765" y="28600"/>
                    </a:lnTo>
                    <a:lnTo>
                      <a:pt x="4855" y="28869"/>
                    </a:lnTo>
                    <a:lnTo>
                      <a:pt x="4957" y="29138"/>
                    </a:lnTo>
                    <a:lnTo>
                      <a:pt x="5073" y="29395"/>
                    </a:lnTo>
                    <a:lnTo>
                      <a:pt x="5201" y="29651"/>
                    </a:lnTo>
                    <a:lnTo>
                      <a:pt x="5342" y="29894"/>
                    </a:lnTo>
                    <a:lnTo>
                      <a:pt x="5495" y="30125"/>
                    </a:lnTo>
                    <a:lnTo>
                      <a:pt x="5662" y="30355"/>
                    </a:lnTo>
                    <a:lnTo>
                      <a:pt x="5828" y="30573"/>
                    </a:lnTo>
                    <a:lnTo>
                      <a:pt x="6008" y="30791"/>
                    </a:lnTo>
                    <a:lnTo>
                      <a:pt x="6213" y="30983"/>
                    </a:lnTo>
                    <a:lnTo>
                      <a:pt x="6405" y="31175"/>
                    </a:lnTo>
                    <a:lnTo>
                      <a:pt x="6622" y="31367"/>
                    </a:lnTo>
                    <a:lnTo>
                      <a:pt x="6840" y="31533"/>
                    </a:lnTo>
                    <a:lnTo>
                      <a:pt x="7071" y="31700"/>
                    </a:lnTo>
                    <a:lnTo>
                      <a:pt x="7301" y="31841"/>
                    </a:lnTo>
                    <a:lnTo>
                      <a:pt x="7545" y="31982"/>
                    </a:lnTo>
                    <a:lnTo>
                      <a:pt x="7801" y="32110"/>
                    </a:lnTo>
                    <a:lnTo>
                      <a:pt x="8057" y="32238"/>
                    </a:lnTo>
                    <a:lnTo>
                      <a:pt x="8313" y="32340"/>
                    </a:lnTo>
                    <a:lnTo>
                      <a:pt x="8582" y="32430"/>
                    </a:lnTo>
                    <a:lnTo>
                      <a:pt x="8864" y="32507"/>
                    </a:lnTo>
                    <a:lnTo>
                      <a:pt x="9146" y="32571"/>
                    </a:lnTo>
                    <a:lnTo>
                      <a:pt x="9427" y="32622"/>
                    </a:lnTo>
                    <a:lnTo>
                      <a:pt x="9722" y="32661"/>
                    </a:lnTo>
                    <a:lnTo>
                      <a:pt x="10017" y="32686"/>
                    </a:lnTo>
                    <a:lnTo>
                      <a:pt x="10542" y="32686"/>
                    </a:lnTo>
                    <a:lnTo>
                      <a:pt x="10772" y="32673"/>
                    </a:lnTo>
                    <a:lnTo>
                      <a:pt x="10990" y="32648"/>
                    </a:lnTo>
                    <a:lnTo>
                      <a:pt x="11208" y="32609"/>
                    </a:lnTo>
                    <a:lnTo>
                      <a:pt x="11361" y="32840"/>
                    </a:lnTo>
                    <a:lnTo>
                      <a:pt x="11502" y="33058"/>
                    </a:lnTo>
                    <a:lnTo>
                      <a:pt x="11669" y="33263"/>
                    </a:lnTo>
                    <a:lnTo>
                      <a:pt x="11835" y="33467"/>
                    </a:lnTo>
                    <a:lnTo>
                      <a:pt x="12002" y="33672"/>
                    </a:lnTo>
                    <a:lnTo>
                      <a:pt x="12181" y="33877"/>
                    </a:lnTo>
                    <a:lnTo>
                      <a:pt x="12360" y="34069"/>
                    </a:lnTo>
                    <a:lnTo>
                      <a:pt x="12552" y="34249"/>
                    </a:lnTo>
                    <a:lnTo>
                      <a:pt x="12745" y="34428"/>
                    </a:lnTo>
                    <a:lnTo>
                      <a:pt x="12950" y="34607"/>
                    </a:lnTo>
                    <a:lnTo>
                      <a:pt x="13154" y="34774"/>
                    </a:lnTo>
                    <a:lnTo>
                      <a:pt x="13359" y="34928"/>
                    </a:lnTo>
                    <a:lnTo>
                      <a:pt x="13577" y="35081"/>
                    </a:lnTo>
                    <a:lnTo>
                      <a:pt x="13795" y="35235"/>
                    </a:lnTo>
                    <a:lnTo>
                      <a:pt x="14025" y="35376"/>
                    </a:lnTo>
                    <a:lnTo>
                      <a:pt x="14256" y="35517"/>
                    </a:lnTo>
                    <a:lnTo>
                      <a:pt x="14486" y="35645"/>
                    </a:lnTo>
                    <a:lnTo>
                      <a:pt x="14730" y="35760"/>
                    </a:lnTo>
                    <a:lnTo>
                      <a:pt x="14973" y="35875"/>
                    </a:lnTo>
                    <a:lnTo>
                      <a:pt x="15217" y="35978"/>
                    </a:lnTo>
                    <a:lnTo>
                      <a:pt x="15473" y="36080"/>
                    </a:lnTo>
                    <a:lnTo>
                      <a:pt x="15729" y="36170"/>
                    </a:lnTo>
                    <a:lnTo>
                      <a:pt x="15985" y="36247"/>
                    </a:lnTo>
                    <a:lnTo>
                      <a:pt x="16241" y="36324"/>
                    </a:lnTo>
                    <a:lnTo>
                      <a:pt x="16510" y="36388"/>
                    </a:lnTo>
                    <a:lnTo>
                      <a:pt x="16779" y="36452"/>
                    </a:lnTo>
                    <a:lnTo>
                      <a:pt x="17048" y="36503"/>
                    </a:lnTo>
                    <a:lnTo>
                      <a:pt x="17330" y="36541"/>
                    </a:lnTo>
                    <a:lnTo>
                      <a:pt x="17599" y="36567"/>
                    </a:lnTo>
                    <a:lnTo>
                      <a:pt x="17881" y="36593"/>
                    </a:lnTo>
                    <a:lnTo>
                      <a:pt x="18162" y="36605"/>
                    </a:lnTo>
                    <a:lnTo>
                      <a:pt x="18790" y="36605"/>
                    </a:lnTo>
                    <a:lnTo>
                      <a:pt x="19123" y="36580"/>
                    </a:lnTo>
                    <a:lnTo>
                      <a:pt x="19456" y="36554"/>
                    </a:lnTo>
                    <a:lnTo>
                      <a:pt x="19789" y="36503"/>
                    </a:lnTo>
                    <a:lnTo>
                      <a:pt x="20109" y="36452"/>
                    </a:lnTo>
                    <a:lnTo>
                      <a:pt x="20429" y="36375"/>
                    </a:lnTo>
                    <a:lnTo>
                      <a:pt x="20750" y="36298"/>
                    </a:lnTo>
                    <a:lnTo>
                      <a:pt x="21057" y="36208"/>
                    </a:lnTo>
                    <a:lnTo>
                      <a:pt x="21364" y="36106"/>
                    </a:lnTo>
                    <a:lnTo>
                      <a:pt x="21659" y="35991"/>
                    </a:lnTo>
                    <a:lnTo>
                      <a:pt x="21953" y="35863"/>
                    </a:lnTo>
                    <a:lnTo>
                      <a:pt x="22248" y="35722"/>
                    </a:lnTo>
                    <a:lnTo>
                      <a:pt x="22530" y="35581"/>
                    </a:lnTo>
                    <a:lnTo>
                      <a:pt x="22812" y="35427"/>
                    </a:lnTo>
                    <a:lnTo>
                      <a:pt x="23081" y="35248"/>
                    </a:lnTo>
                    <a:lnTo>
                      <a:pt x="23337" y="35081"/>
                    </a:lnTo>
                    <a:lnTo>
                      <a:pt x="23593" y="34889"/>
                    </a:lnTo>
                    <a:lnTo>
                      <a:pt x="23849" y="34697"/>
                    </a:lnTo>
                    <a:lnTo>
                      <a:pt x="24080" y="34492"/>
                    </a:lnTo>
                    <a:lnTo>
                      <a:pt x="24323" y="34274"/>
                    </a:lnTo>
                    <a:lnTo>
                      <a:pt x="24541" y="34057"/>
                    </a:lnTo>
                    <a:lnTo>
                      <a:pt x="24758" y="33826"/>
                    </a:lnTo>
                    <a:lnTo>
                      <a:pt x="24976" y="33596"/>
                    </a:lnTo>
                    <a:lnTo>
                      <a:pt x="25168" y="33352"/>
                    </a:lnTo>
                    <a:lnTo>
                      <a:pt x="25360" y="33096"/>
                    </a:lnTo>
                    <a:lnTo>
                      <a:pt x="25540" y="32840"/>
                    </a:lnTo>
                    <a:lnTo>
                      <a:pt x="25719" y="32571"/>
                    </a:lnTo>
                    <a:lnTo>
                      <a:pt x="25885" y="32302"/>
                    </a:lnTo>
                    <a:lnTo>
                      <a:pt x="26039" y="32020"/>
                    </a:lnTo>
                    <a:lnTo>
                      <a:pt x="26180" y="31738"/>
                    </a:lnTo>
                    <a:lnTo>
                      <a:pt x="26308" y="31444"/>
                    </a:lnTo>
                    <a:lnTo>
                      <a:pt x="26436" y="31149"/>
                    </a:lnTo>
                    <a:lnTo>
                      <a:pt x="26628" y="31316"/>
                    </a:lnTo>
                    <a:lnTo>
                      <a:pt x="26833" y="31482"/>
                    </a:lnTo>
                    <a:lnTo>
                      <a:pt x="27051" y="31649"/>
                    </a:lnTo>
                    <a:lnTo>
                      <a:pt x="27269" y="31790"/>
                    </a:lnTo>
                    <a:lnTo>
                      <a:pt x="27499" y="31931"/>
                    </a:lnTo>
                    <a:lnTo>
                      <a:pt x="27730" y="32059"/>
                    </a:lnTo>
                    <a:lnTo>
                      <a:pt x="27973" y="32174"/>
                    </a:lnTo>
                    <a:lnTo>
                      <a:pt x="28216" y="32276"/>
                    </a:lnTo>
                    <a:lnTo>
                      <a:pt x="28473" y="32366"/>
                    </a:lnTo>
                    <a:lnTo>
                      <a:pt x="28729" y="32456"/>
                    </a:lnTo>
                    <a:lnTo>
                      <a:pt x="28985" y="32520"/>
                    </a:lnTo>
                    <a:lnTo>
                      <a:pt x="29254" y="32584"/>
                    </a:lnTo>
                    <a:lnTo>
                      <a:pt x="29523" y="32622"/>
                    </a:lnTo>
                    <a:lnTo>
                      <a:pt x="29805" y="32661"/>
                    </a:lnTo>
                    <a:lnTo>
                      <a:pt x="30086" y="32686"/>
                    </a:lnTo>
                    <a:lnTo>
                      <a:pt x="30368" y="32686"/>
                    </a:lnTo>
                    <a:lnTo>
                      <a:pt x="30688" y="32673"/>
                    </a:lnTo>
                    <a:lnTo>
                      <a:pt x="31009" y="32648"/>
                    </a:lnTo>
                    <a:lnTo>
                      <a:pt x="31329" y="32609"/>
                    </a:lnTo>
                    <a:lnTo>
                      <a:pt x="31636" y="32545"/>
                    </a:lnTo>
                    <a:lnTo>
                      <a:pt x="31931" y="32468"/>
                    </a:lnTo>
                    <a:lnTo>
                      <a:pt x="32238" y="32379"/>
                    </a:lnTo>
                    <a:lnTo>
                      <a:pt x="32520" y="32276"/>
                    </a:lnTo>
                    <a:lnTo>
                      <a:pt x="32802" y="32148"/>
                    </a:lnTo>
                    <a:lnTo>
                      <a:pt x="33083" y="32020"/>
                    </a:lnTo>
                    <a:lnTo>
                      <a:pt x="33340" y="31866"/>
                    </a:lnTo>
                    <a:lnTo>
                      <a:pt x="33596" y="31700"/>
                    </a:lnTo>
                    <a:lnTo>
                      <a:pt x="33852" y="31521"/>
                    </a:lnTo>
                    <a:lnTo>
                      <a:pt x="34082" y="31341"/>
                    </a:lnTo>
                    <a:lnTo>
                      <a:pt x="34313" y="31136"/>
                    </a:lnTo>
                    <a:lnTo>
                      <a:pt x="34531" y="30919"/>
                    </a:lnTo>
                    <a:lnTo>
                      <a:pt x="34736" y="30701"/>
                    </a:lnTo>
                    <a:lnTo>
                      <a:pt x="34915" y="30867"/>
                    </a:lnTo>
                    <a:lnTo>
                      <a:pt x="35107" y="31021"/>
                    </a:lnTo>
                    <a:lnTo>
                      <a:pt x="35299" y="31162"/>
                    </a:lnTo>
                    <a:lnTo>
                      <a:pt x="35504" y="31303"/>
                    </a:lnTo>
                    <a:lnTo>
                      <a:pt x="35709" y="31431"/>
                    </a:lnTo>
                    <a:lnTo>
                      <a:pt x="35927" y="31546"/>
                    </a:lnTo>
                    <a:lnTo>
                      <a:pt x="36145" y="31662"/>
                    </a:lnTo>
                    <a:lnTo>
                      <a:pt x="36375" y="31764"/>
                    </a:lnTo>
                    <a:lnTo>
                      <a:pt x="36606" y="31854"/>
                    </a:lnTo>
                    <a:lnTo>
                      <a:pt x="36836" y="31931"/>
                    </a:lnTo>
                    <a:lnTo>
                      <a:pt x="37080" y="31995"/>
                    </a:lnTo>
                    <a:lnTo>
                      <a:pt x="37336" y="32046"/>
                    </a:lnTo>
                    <a:lnTo>
                      <a:pt x="37579" y="32097"/>
                    </a:lnTo>
                    <a:lnTo>
                      <a:pt x="37835" y="32123"/>
                    </a:lnTo>
                    <a:lnTo>
                      <a:pt x="38091" y="32135"/>
                    </a:lnTo>
                    <a:lnTo>
                      <a:pt x="38360" y="32148"/>
                    </a:lnTo>
                    <a:lnTo>
                      <a:pt x="38629" y="32135"/>
                    </a:lnTo>
                    <a:lnTo>
                      <a:pt x="38898" y="32123"/>
                    </a:lnTo>
                    <a:lnTo>
                      <a:pt x="39154" y="32084"/>
                    </a:lnTo>
                    <a:lnTo>
                      <a:pt x="39423" y="32046"/>
                    </a:lnTo>
                    <a:lnTo>
                      <a:pt x="39667" y="31982"/>
                    </a:lnTo>
                    <a:lnTo>
                      <a:pt x="39923" y="31905"/>
                    </a:lnTo>
                    <a:lnTo>
                      <a:pt x="40166" y="31828"/>
                    </a:lnTo>
                    <a:lnTo>
                      <a:pt x="40410" y="31738"/>
                    </a:lnTo>
                    <a:lnTo>
                      <a:pt x="40640" y="31623"/>
                    </a:lnTo>
                    <a:lnTo>
                      <a:pt x="40871" y="31508"/>
                    </a:lnTo>
                    <a:lnTo>
                      <a:pt x="41088" y="31380"/>
                    </a:lnTo>
                    <a:lnTo>
                      <a:pt x="41306" y="31252"/>
                    </a:lnTo>
                    <a:lnTo>
                      <a:pt x="41511" y="31098"/>
                    </a:lnTo>
                    <a:lnTo>
                      <a:pt x="41703" y="30944"/>
                    </a:lnTo>
                    <a:lnTo>
                      <a:pt x="41895" y="30778"/>
                    </a:lnTo>
                    <a:lnTo>
                      <a:pt x="42087" y="30598"/>
                    </a:lnTo>
                    <a:lnTo>
                      <a:pt x="42254" y="30419"/>
                    </a:lnTo>
                    <a:lnTo>
                      <a:pt x="42420" y="30227"/>
                    </a:lnTo>
                    <a:lnTo>
                      <a:pt x="42574" y="30035"/>
                    </a:lnTo>
                    <a:lnTo>
                      <a:pt x="42728" y="29830"/>
                    </a:lnTo>
                    <a:lnTo>
                      <a:pt x="42869" y="29612"/>
                    </a:lnTo>
                    <a:lnTo>
                      <a:pt x="42984" y="29395"/>
                    </a:lnTo>
                    <a:lnTo>
                      <a:pt x="43112" y="29164"/>
                    </a:lnTo>
                    <a:lnTo>
                      <a:pt x="43214" y="28933"/>
                    </a:lnTo>
                    <a:lnTo>
                      <a:pt x="43304" y="28690"/>
                    </a:lnTo>
                    <a:lnTo>
                      <a:pt x="43394" y="28447"/>
                    </a:lnTo>
                    <a:lnTo>
                      <a:pt x="43458" y="28191"/>
                    </a:lnTo>
                    <a:lnTo>
                      <a:pt x="43522" y="27934"/>
                    </a:lnTo>
                    <a:lnTo>
                      <a:pt x="43560" y="27678"/>
                    </a:lnTo>
                    <a:lnTo>
                      <a:pt x="43599" y="27422"/>
                    </a:lnTo>
                    <a:lnTo>
                      <a:pt x="43624" y="27153"/>
                    </a:lnTo>
                    <a:lnTo>
                      <a:pt x="43624" y="26871"/>
                    </a:lnTo>
                    <a:lnTo>
                      <a:pt x="43624" y="26692"/>
                    </a:lnTo>
                    <a:lnTo>
                      <a:pt x="43612" y="26500"/>
                    </a:lnTo>
                    <a:lnTo>
                      <a:pt x="43573" y="26141"/>
                    </a:lnTo>
                    <a:lnTo>
                      <a:pt x="43842" y="26013"/>
                    </a:lnTo>
                    <a:lnTo>
                      <a:pt x="44124" y="25872"/>
                    </a:lnTo>
                    <a:lnTo>
                      <a:pt x="44393" y="25719"/>
                    </a:lnTo>
                    <a:lnTo>
                      <a:pt x="44649" y="25565"/>
                    </a:lnTo>
                    <a:lnTo>
                      <a:pt x="44905" y="25398"/>
                    </a:lnTo>
                    <a:lnTo>
                      <a:pt x="45161" y="25219"/>
                    </a:lnTo>
                    <a:lnTo>
                      <a:pt x="45392" y="25040"/>
                    </a:lnTo>
                    <a:lnTo>
                      <a:pt x="45635" y="24848"/>
                    </a:lnTo>
                    <a:lnTo>
                      <a:pt x="45866" y="24643"/>
                    </a:lnTo>
                    <a:lnTo>
                      <a:pt x="46083" y="24438"/>
                    </a:lnTo>
                    <a:lnTo>
                      <a:pt x="46301" y="24220"/>
                    </a:lnTo>
                    <a:lnTo>
                      <a:pt x="46506" y="24002"/>
                    </a:lnTo>
                    <a:lnTo>
                      <a:pt x="46698" y="23772"/>
                    </a:lnTo>
                    <a:lnTo>
                      <a:pt x="46890" y="23529"/>
                    </a:lnTo>
                    <a:lnTo>
                      <a:pt x="47070" y="23285"/>
                    </a:lnTo>
                    <a:lnTo>
                      <a:pt x="47249" y="23029"/>
                    </a:lnTo>
                    <a:lnTo>
                      <a:pt x="47415" y="22773"/>
                    </a:lnTo>
                    <a:lnTo>
                      <a:pt x="47569" y="22517"/>
                    </a:lnTo>
                    <a:lnTo>
                      <a:pt x="47710" y="22248"/>
                    </a:lnTo>
                    <a:lnTo>
                      <a:pt x="47851" y="21966"/>
                    </a:lnTo>
                    <a:lnTo>
                      <a:pt x="47979" y="21684"/>
                    </a:lnTo>
                    <a:lnTo>
                      <a:pt x="48094" y="21402"/>
                    </a:lnTo>
                    <a:lnTo>
                      <a:pt x="48197" y="21108"/>
                    </a:lnTo>
                    <a:lnTo>
                      <a:pt x="48299" y="20813"/>
                    </a:lnTo>
                    <a:lnTo>
                      <a:pt x="48376" y="20519"/>
                    </a:lnTo>
                    <a:lnTo>
                      <a:pt x="48453" y="20211"/>
                    </a:lnTo>
                    <a:lnTo>
                      <a:pt x="48517" y="19904"/>
                    </a:lnTo>
                    <a:lnTo>
                      <a:pt x="48568" y="19596"/>
                    </a:lnTo>
                    <a:lnTo>
                      <a:pt x="48619" y="19276"/>
                    </a:lnTo>
                    <a:lnTo>
                      <a:pt x="48645" y="18956"/>
                    </a:lnTo>
                    <a:lnTo>
                      <a:pt x="48671" y="18636"/>
                    </a:lnTo>
                    <a:lnTo>
                      <a:pt x="48671" y="18303"/>
                    </a:lnTo>
                    <a:lnTo>
                      <a:pt x="48671" y="17996"/>
                    </a:lnTo>
                    <a:lnTo>
                      <a:pt x="48645" y="17688"/>
                    </a:lnTo>
                    <a:lnTo>
                      <a:pt x="48619" y="17394"/>
                    </a:lnTo>
                    <a:lnTo>
                      <a:pt x="48581" y="17086"/>
                    </a:lnTo>
                    <a:lnTo>
                      <a:pt x="48543" y="16792"/>
                    </a:lnTo>
                    <a:lnTo>
                      <a:pt x="48479" y="16497"/>
                    </a:lnTo>
                    <a:lnTo>
                      <a:pt x="48414" y="16215"/>
                    </a:lnTo>
                    <a:lnTo>
                      <a:pt x="48338" y="15933"/>
                    </a:lnTo>
                    <a:lnTo>
                      <a:pt x="48248" y="15652"/>
                    </a:lnTo>
                    <a:lnTo>
                      <a:pt x="48158" y="15370"/>
                    </a:lnTo>
                    <a:lnTo>
                      <a:pt x="48056" y="15101"/>
                    </a:lnTo>
                    <a:lnTo>
                      <a:pt x="47941" y="14832"/>
                    </a:lnTo>
                    <a:lnTo>
                      <a:pt x="47813" y="14576"/>
                    </a:lnTo>
                    <a:lnTo>
                      <a:pt x="47684" y="14307"/>
                    </a:lnTo>
                    <a:lnTo>
                      <a:pt x="47544" y="14063"/>
                    </a:lnTo>
                    <a:lnTo>
                      <a:pt x="47403" y="13807"/>
                    </a:lnTo>
                    <a:lnTo>
                      <a:pt x="47236" y="13564"/>
                    </a:lnTo>
                    <a:lnTo>
                      <a:pt x="47082" y="13333"/>
                    </a:lnTo>
                    <a:lnTo>
                      <a:pt x="46903" y="13103"/>
                    </a:lnTo>
                    <a:lnTo>
                      <a:pt x="46724" y="12872"/>
                    </a:lnTo>
                    <a:lnTo>
                      <a:pt x="46545" y="12655"/>
                    </a:lnTo>
                    <a:lnTo>
                      <a:pt x="46352" y="12450"/>
                    </a:lnTo>
                    <a:lnTo>
                      <a:pt x="46147" y="12245"/>
                    </a:lnTo>
                    <a:lnTo>
                      <a:pt x="45943" y="12040"/>
                    </a:lnTo>
                    <a:lnTo>
                      <a:pt x="45738" y="11848"/>
                    </a:lnTo>
                    <a:lnTo>
                      <a:pt x="45520" y="11668"/>
                    </a:lnTo>
                    <a:lnTo>
                      <a:pt x="45289" y="11489"/>
                    </a:lnTo>
                    <a:lnTo>
                      <a:pt x="45059" y="11323"/>
                    </a:lnTo>
                    <a:lnTo>
                      <a:pt x="44815" y="11156"/>
                    </a:lnTo>
                    <a:lnTo>
                      <a:pt x="44585" y="11002"/>
                    </a:lnTo>
                    <a:lnTo>
                      <a:pt x="44329" y="10849"/>
                    </a:lnTo>
                    <a:lnTo>
                      <a:pt x="44073" y="10721"/>
                    </a:lnTo>
                    <a:lnTo>
                      <a:pt x="44111" y="10477"/>
                    </a:lnTo>
                    <a:lnTo>
                      <a:pt x="44137" y="10234"/>
                    </a:lnTo>
                    <a:lnTo>
                      <a:pt x="44162" y="9978"/>
                    </a:lnTo>
                    <a:lnTo>
                      <a:pt x="44162" y="9734"/>
                    </a:lnTo>
                    <a:lnTo>
                      <a:pt x="44162" y="9440"/>
                    </a:lnTo>
                    <a:lnTo>
                      <a:pt x="44137" y="9145"/>
                    </a:lnTo>
                    <a:lnTo>
                      <a:pt x="44098" y="8851"/>
                    </a:lnTo>
                    <a:lnTo>
                      <a:pt x="44047" y="8556"/>
                    </a:lnTo>
                    <a:lnTo>
                      <a:pt x="43983" y="8287"/>
                    </a:lnTo>
                    <a:lnTo>
                      <a:pt x="43906" y="8005"/>
                    </a:lnTo>
                    <a:lnTo>
                      <a:pt x="43816" y="7736"/>
                    </a:lnTo>
                    <a:lnTo>
                      <a:pt x="43714" y="7467"/>
                    </a:lnTo>
                    <a:lnTo>
                      <a:pt x="43599" y="7211"/>
                    </a:lnTo>
                    <a:lnTo>
                      <a:pt x="43471" y="6968"/>
                    </a:lnTo>
                    <a:lnTo>
                      <a:pt x="43330" y="6725"/>
                    </a:lnTo>
                    <a:lnTo>
                      <a:pt x="43176" y="6481"/>
                    </a:lnTo>
                    <a:lnTo>
                      <a:pt x="43010" y="6251"/>
                    </a:lnTo>
                    <a:lnTo>
                      <a:pt x="42843" y="6033"/>
                    </a:lnTo>
                    <a:lnTo>
                      <a:pt x="42651" y="5828"/>
                    </a:lnTo>
                    <a:lnTo>
                      <a:pt x="42459" y="5623"/>
                    </a:lnTo>
                    <a:lnTo>
                      <a:pt x="42267" y="5431"/>
                    </a:lnTo>
                    <a:lnTo>
                      <a:pt x="42049" y="5252"/>
                    </a:lnTo>
                    <a:lnTo>
                      <a:pt x="41831" y="5072"/>
                    </a:lnTo>
                    <a:lnTo>
                      <a:pt x="41601" y="4919"/>
                    </a:lnTo>
                    <a:lnTo>
                      <a:pt x="41370" y="4765"/>
                    </a:lnTo>
                    <a:lnTo>
                      <a:pt x="41127" y="4624"/>
                    </a:lnTo>
                    <a:lnTo>
                      <a:pt x="40871" y="4496"/>
                    </a:lnTo>
                    <a:lnTo>
                      <a:pt x="40614" y="4381"/>
                    </a:lnTo>
                    <a:lnTo>
                      <a:pt x="40358" y="4278"/>
                    </a:lnTo>
                    <a:lnTo>
                      <a:pt x="40089" y="4189"/>
                    </a:lnTo>
                    <a:lnTo>
                      <a:pt x="39808" y="4099"/>
                    </a:lnTo>
                    <a:lnTo>
                      <a:pt x="39526" y="4035"/>
                    </a:lnTo>
                    <a:lnTo>
                      <a:pt x="39244" y="3984"/>
                    </a:lnTo>
                    <a:lnTo>
                      <a:pt x="38949" y="3958"/>
                    </a:lnTo>
                    <a:lnTo>
                      <a:pt x="38655" y="3932"/>
                    </a:lnTo>
                    <a:lnTo>
                      <a:pt x="38360" y="3920"/>
                    </a:lnTo>
                    <a:lnTo>
                      <a:pt x="38130" y="3932"/>
                    </a:lnTo>
                    <a:lnTo>
                      <a:pt x="37899" y="3945"/>
                    </a:lnTo>
                    <a:lnTo>
                      <a:pt x="37681" y="3971"/>
                    </a:lnTo>
                    <a:lnTo>
                      <a:pt x="37464" y="3996"/>
                    </a:lnTo>
                    <a:lnTo>
                      <a:pt x="37310" y="3779"/>
                    </a:lnTo>
                    <a:lnTo>
                      <a:pt x="37156" y="3561"/>
                    </a:lnTo>
                    <a:lnTo>
                      <a:pt x="37003" y="3343"/>
                    </a:lnTo>
                    <a:lnTo>
                      <a:pt x="36836" y="3138"/>
                    </a:lnTo>
                    <a:lnTo>
                      <a:pt x="36670" y="2933"/>
                    </a:lnTo>
                    <a:lnTo>
                      <a:pt x="36490" y="2741"/>
                    </a:lnTo>
                    <a:lnTo>
                      <a:pt x="36311" y="2549"/>
                    </a:lnTo>
                    <a:lnTo>
                      <a:pt x="36119" y="2357"/>
                    </a:lnTo>
                    <a:lnTo>
                      <a:pt x="35927" y="2178"/>
                    </a:lnTo>
                    <a:lnTo>
                      <a:pt x="35722" y="2011"/>
                    </a:lnTo>
                    <a:lnTo>
                      <a:pt x="35517" y="1845"/>
                    </a:lnTo>
                    <a:lnTo>
                      <a:pt x="35312" y="1678"/>
                    </a:lnTo>
                    <a:lnTo>
                      <a:pt x="35094" y="1525"/>
                    </a:lnTo>
                    <a:lnTo>
                      <a:pt x="34864" y="1371"/>
                    </a:lnTo>
                    <a:lnTo>
                      <a:pt x="34646" y="1230"/>
                    </a:lnTo>
                    <a:lnTo>
                      <a:pt x="34415" y="1102"/>
                    </a:lnTo>
                    <a:lnTo>
                      <a:pt x="34185" y="974"/>
                    </a:lnTo>
                    <a:lnTo>
                      <a:pt x="33942" y="846"/>
                    </a:lnTo>
                    <a:lnTo>
                      <a:pt x="33698" y="743"/>
                    </a:lnTo>
                    <a:lnTo>
                      <a:pt x="33455" y="628"/>
                    </a:lnTo>
                    <a:lnTo>
                      <a:pt x="33199" y="538"/>
                    </a:lnTo>
                    <a:lnTo>
                      <a:pt x="32943" y="449"/>
                    </a:lnTo>
                    <a:lnTo>
                      <a:pt x="32686" y="359"/>
                    </a:lnTo>
                    <a:lnTo>
                      <a:pt x="32430" y="282"/>
                    </a:lnTo>
                    <a:lnTo>
                      <a:pt x="32161" y="218"/>
                    </a:lnTo>
                    <a:lnTo>
                      <a:pt x="31892" y="167"/>
                    </a:lnTo>
                    <a:lnTo>
                      <a:pt x="31623" y="116"/>
                    </a:lnTo>
                    <a:lnTo>
                      <a:pt x="31342" y="77"/>
                    </a:lnTo>
                    <a:lnTo>
                      <a:pt x="31073" y="39"/>
                    </a:lnTo>
                    <a:lnTo>
                      <a:pt x="30791" y="13"/>
                    </a:lnTo>
                    <a:lnTo>
                      <a:pt x="30509" y="0"/>
                    </a:lnTo>
                    <a:lnTo>
                      <a:pt x="30215" y="0"/>
                    </a:lnTo>
                    <a:lnTo>
                      <a:pt x="29792" y="13"/>
                    </a:lnTo>
                    <a:lnTo>
                      <a:pt x="29369" y="39"/>
                    </a:lnTo>
                    <a:lnTo>
                      <a:pt x="28959" y="90"/>
                    </a:lnTo>
                    <a:lnTo>
                      <a:pt x="28549" y="167"/>
                    </a:lnTo>
                    <a:lnTo>
                      <a:pt x="28152" y="257"/>
                    </a:lnTo>
                    <a:lnTo>
                      <a:pt x="27755" y="359"/>
                    </a:lnTo>
                    <a:lnTo>
                      <a:pt x="27371" y="487"/>
                    </a:lnTo>
                    <a:lnTo>
                      <a:pt x="27000" y="628"/>
                    </a:lnTo>
                    <a:lnTo>
                      <a:pt x="26628" y="795"/>
                    </a:lnTo>
                    <a:lnTo>
                      <a:pt x="26270" y="961"/>
                    </a:lnTo>
                    <a:lnTo>
                      <a:pt x="25924" y="1166"/>
                    </a:lnTo>
                    <a:lnTo>
                      <a:pt x="25578" y="1371"/>
                    </a:lnTo>
                    <a:lnTo>
                      <a:pt x="25258" y="1589"/>
                    </a:lnTo>
                    <a:lnTo>
                      <a:pt x="24938" y="1832"/>
                    </a:lnTo>
                    <a:lnTo>
                      <a:pt x="24630" y="2088"/>
                    </a:lnTo>
                    <a:lnTo>
                      <a:pt x="24336" y="2344"/>
                    </a:lnTo>
                    <a:lnTo>
                      <a:pt x="24041" y="2088"/>
                    </a:lnTo>
                    <a:lnTo>
                      <a:pt x="23734" y="1832"/>
                    </a:lnTo>
                    <a:lnTo>
                      <a:pt x="23414" y="1589"/>
                    </a:lnTo>
                    <a:lnTo>
                      <a:pt x="23093" y="1371"/>
                    </a:lnTo>
                    <a:lnTo>
                      <a:pt x="22748" y="1166"/>
                    </a:lnTo>
                    <a:lnTo>
                      <a:pt x="22402" y="961"/>
                    </a:lnTo>
                    <a:lnTo>
                      <a:pt x="22043" y="795"/>
                    </a:lnTo>
                    <a:lnTo>
                      <a:pt x="21672" y="628"/>
                    </a:lnTo>
                    <a:lnTo>
                      <a:pt x="21300" y="487"/>
                    </a:lnTo>
                    <a:lnTo>
                      <a:pt x="20916" y="359"/>
                    </a:lnTo>
                    <a:lnTo>
                      <a:pt x="20519" y="257"/>
                    </a:lnTo>
                    <a:lnTo>
                      <a:pt x="20122" y="167"/>
                    </a:lnTo>
                    <a:lnTo>
                      <a:pt x="19712" y="90"/>
                    </a:lnTo>
                    <a:lnTo>
                      <a:pt x="19302" y="39"/>
                    </a:lnTo>
                    <a:lnTo>
                      <a:pt x="18880" y="13"/>
                    </a:lnTo>
                    <a:lnTo>
                      <a:pt x="184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40"/>
              <p:cNvSpPr/>
              <p:nvPr/>
            </p:nvSpPr>
            <p:spPr>
              <a:xfrm>
                <a:off x="6390765" y="1919092"/>
                <a:ext cx="141504" cy="141914"/>
              </a:xfrm>
              <a:custGeom>
                <a:avLst/>
                <a:gdLst/>
                <a:ahLst/>
                <a:cxnLst/>
                <a:rect l="l" t="t" r="r" b="b"/>
                <a:pathLst>
                  <a:path w="4484" h="4497" extrusionOk="0">
                    <a:moveTo>
                      <a:pt x="2242" y="1"/>
                    </a:moveTo>
                    <a:lnTo>
                      <a:pt x="2011" y="14"/>
                    </a:lnTo>
                    <a:lnTo>
                      <a:pt x="1793" y="52"/>
                    </a:lnTo>
                    <a:lnTo>
                      <a:pt x="1576" y="103"/>
                    </a:lnTo>
                    <a:lnTo>
                      <a:pt x="1371" y="180"/>
                    </a:lnTo>
                    <a:lnTo>
                      <a:pt x="1166" y="283"/>
                    </a:lnTo>
                    <a:lnTo>
                      <a:pt x="987" y="385"/>
                    </a:lnTo>
                    <a:lnTo>
                      <a:pt x="807" y="526"/>
                    </a:lnTo>
                    <a:lnTo>
                      <a:pt x="654" y="667"/>
                    </a:lnTo>
                    <a:lnTo>
                      <a:pt x="513" y="821"/>
                    </a:lnTo>
                    <a:lnTo>
                      <a:pt x="385" y="1000"/>
                    </a:lnTo>
                    <a:lnTo>
                      <a:pt x="269" y="1179"/>
                    </a:lnTo>
                    <a:lnTo>
                      <a:pt x="167" y="1384"/>
                    </a:lnTo>
                    <a:lnTo>
                      <a:pt x="90" y="1589"/>
                    </a:lnTo>
                    <a:lnTo>
                      <a:pt x="39" y="1807"/>
                    </a:lnTo>
                    <a:lnTo>
                      <a:pt x="0" y="2024"/>
                    </a:lnTo>
                    <a:lnTo>
                      <a:pt x="0" y="2255"/>
                    </a:lnTo>
                    <a:lnTo>
                      <a:pt x="0" y="2486"/>
                    </a:lnTo>
                    <a:lnTo>
                      <a:pt x="39" y="2703"/>
                    </a:lnTo>
                    <a:lnTo>
                      <a:pt x="90" y="2921"/>
                    </a:lnTo>
                    <a:lnTo>
                      <a:pt x="167" y="3126"/>
                    </a:lnTo>
                    <a:lnTo>
                      <a:pt x="269" y="3331"/>
                    </a:lnTo>
                    <a:lnTo>
                      <a:pt x="385" y="3510"/>
                    </a:lnTo>
                    <a:lnTo>
                      <a:pt x="513" y="3677"/>
                    </a:lnTo>
                    <a:lnTo>
                      <a:pt x="654" y="3843"/>
                    </a:lnTo>
                    <a:lnTo>
                      <a:pt x="807" y="3984"/>
                    </a:lnTo>
                    <a:lnTo>
                      <a:pt x="987" y="4112"/>
                    </a:lnTo>
                    <a:lnTo>
                      <a:pt x="1166" y="4227"/>
                    </a:lnTo>
                    <a:lnTo>
                      <a:pt x="1371" y="4330"/>
                    </a:lnTo>
                    <a:lnTo>
                      <a:pt x="1576" y="4394"/>
                    </a:lnTo>
                    <a:lnTo>
                      <a:pt x="1793" y="4458"/>
                    </a:lnTo>
                    <a:lnTo>
                      <a:pt x="2011" y="4484"/>
                    </a:lnTo>
                    <a:lnTo>
                      <a:pt x="2242" y="4496"/>
                    </a:lnTo>
                    <a:lnTo>
                      <a:pt x="2472" y="4484"/>
                    </a:lnTo>
                    <a:lnTo>
                      <a:pt x="2690" y="4458"/>
                    </a:lnTo>
                    <a:lnTo>
                      <a:pt x="2908" y="4394"/>
                    </a:lnTo>
                    <a:lnTo>
                      <a:pt x="3113" y="4330"/>
                    </a:lnTo>
                    <a:lnTo>
                      <a:pt x="3318" y="4227"/>
                    </a:lnTo>
                    <a:lnTo>
                      <a:pt x="3497" y="4112"/>
                    </a:lnTo>
                    <a:lnTo>
                      <a:pt x="3676" y="3984"/>
                    </a:lnTo>
                    <a:lnTo>
                      <a:pt x="3830" y="3843"/>
                    </a:lnTo>
                    <a:lnTo>
                      <a:pt x="3971" y="3677"/>
                    </a:lnTo>
                    <a:lnTo>
                      <a:pt x="4099" y="3510"/>
                    </a:lnTo>
                    <a:lnTo>
                      <a:pt x="4214" y="3331"/>
                    </a:lnTo>
                    <a:lnTo>
                      <a:pt x="4317" y="3126"/>
                    </a:lnTo>
                    <a:lnTo>
                      <a:pt x="4393" y="2921"/>
                    </a:lnTo>
                    <a:lnTo>
                      <a:pt x="4445" y="2703"/>
                    </a:lnTo>
                    <a:lnTo>
                      <a:pt x="4470" y="2486"/>
                    </a:lnTo>
                    <a:lnTo>
                      <a:pt x="4483" y="2255"/>
                    </a:lnTo>
                    <a:lnTo>
                      <a:pt x="4470" y="2024"/>
                    </a:lnTo>
                    <a:lnTo>
                      <a:pt x="4445" y="1807"/>
                    </a:lnTo>
                    <a:lnTo>
                      <a:pt x="4393" y="1589"/>
                    </a:lnTo>
                    <a:lnTo>
                      <a:pt x="4317" y="1384"/>
                    </a:lnTo>
                    <a:lnTo>
                      <a:pt x="4214" y="1179"/>
                    </a:lnTo>
                    <a:lnTo>
                      <a:pt x="4099" y="1000"/>
                    </a:lnTo>
                    <a:lnTo>
                      <a:pt x="3971" y="821"/>
                    </a:lnTo>
                    <a:lnTo>
                      <a:pt x="3830" y="667"/>
                    </a:lnTo>
                    <a:lnTo>
                      <a:pt x="3676" y="526"/>
                    </a:lnTo>
                    <a:lnTo>
                      <a:pt x="3497" y="385"/>
                    </a:lnTo>
                    <a:lnTo>
                      <a:pt x="3318" y="283"/>
                    </a:lnTo>
                    <a:lnTo>
                      <a:pt x="3113" y="180"/>
                    </a:lnTo>
                    <a:lnTo>
                      <a:pt x="2908" y="103"/>
                    </a:lnTo>
                    <a:lnTo>
                      <a:pt x="2690" y="52"/>
                    </a:lnTo>
                    <a:lnTo>
                      <a:pt x="2472" y="14"/>
                    </a:lnTo>
                    <a:lnTo>
                      <a:pt x="22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40"/>
              <p:cNvSpPr/>
              <p:nvPr/>
            </p:nvSpPr>
            <p:spPr>
              <a:xfrm>
                <a:off x="6244842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40"/>
              <p:cNvSpPr/>
              <p:nvPr/>
            </p:nvSpPr>
            <p:spPr>
              <a:xfrm>
                <a:off x="6323673" y="2482932"/>
                <a:ext cx="3922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3652" extrusionOk="0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0"/>
              <p:cNvSpPr/>
              <p:nvPr/>
            </p:nvSpPr>
            <p:spPr>
              <a:xfrm>
                <a:off x="6402473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40"/>
              <p:cNvSpPr/>
              <p:nvPr/>
            </p:nvSpPr>
            <p:spPr>
              <a:xfrm>
                <a:off x="6481304" y="2482932"/>
                <a:ext cx="3922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3652" extrusionOk="0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40"/>
              <p:cNvSpPr/>
              <p:nvPr/>
            </p:nvSpPr>
            <p:spPr>
              <a:xfrm>
                <a:off x="6560104" y="2482932"/>
                <a:ext cx="39258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0"/>
              <p:cNvSpPr/>
              <p:nvPr/>
            </p:nvSpPr>
            <p:spPr>
              <a:xfrm>
                <a:off x="6638525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40"/>
              <p:cNvSpPr/>
              <p:nvPr/>
            </p:nvSpPr>
            <p:spPr>
              <a:xfrm>
                <a:off x="6659542" y="1637787"/>
                <a:ext cx="263978" cy="391692"/>
              </a:xfrm>
              <a:custGeom>
                <a:avLst/>
                <a:gdLst/>
                <a:ahLst/>
                <a:cxnLst/>
                <a:rect l="l" t="t" r="r" b="b"/>
                <a:pathLst>
                  <a:path w="8365" h="12412" extrusionOk="0">
                    <a:moveTo>
                      <a:pt x="8364" y="1"/>
                    </a:moveTo>
                    <a:lnTo>
                      <a:pt x="1" y="6200"/>
                    </a:lnTo>
                    <a:lnTo>
                      <a:pt x="3062" y="6200"/>
                    </a:lnTo>
                    <a:lnTo>
                      <a:pt x="1" y="12411"/>
                    </a:lnTo>
                    <a:lnTo>
                      <a:pt x="8364" y="6200"/>
                    </a:lnTo>
                    <a:lnTo>
                      <a:pt x="5303" y="6200"/>
                    </a:lnTo>
                    <a:lnTo>
                      <a:pt x="8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40"/>
              <p:cNvSpPr/>
              <p:nvPr/>
            </p:nvSpPr>
            <p:spPr>
              <a:xfrm>
                <a:off x="6034667" y="1487825"/>
                <a:ext cx="264357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8377" h="12425" extrusionOk="0">
                    <a:moveTo>
                      <a:pt x="1" y="1"/>
                    </a:moveTo>
                    <a:lnTo>
                      <a:pt x="3075" y="6213"/>
                    </a:lnTo>
                    <a:lnTo>
                      <a:pt x="1" y="6213"/>
                    </a:lnTo>
                    <a:lnTo>
                      <a:pt x="8377" y="12424"/>
                    </a:lnTo>
                    <a:lnTo>
                      <a:pt x="5316" y="6213"/>
                    </a:lnTo>
                    <a:lnTo>
                      <a:pt x="8377" y="62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40"/>
              <p:cNvSpPr/>
              <p:nvPr/>
            </p:nvSpPr>
            <p:spPr>
              <a:xfrm>
                <a:off x="5816003" y="2744860"/>
                <a:ext cx="603474" cy="155231"/>
              </a:xfrm>
              <a:custGeom>
                <a:avLst/>
                <a:gdLst/>
                <a:ahLst/>
                <a:cxnLst/>
                <a:rect l="l" t="t" r="r" b="b"/>
                <a:pathLst>
                  <a:path w="19123" h="4919" extrusionOk="0">
                    <a:moveTo>
                      <a:pt x="718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16"/>
                    </a:lnTo>
                    <a:lnTo>
                      <a:pt x="205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3" y="564"/>
                    </a:lnTo>
                    <a:lnTo>
                      <a:pt x="1" y="718"/>
                    </a:lnTo>
                    <a:lnTo>
                      <a:pt x="13" y="859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5" y="1217"/>
                    </a:lnTo>
                    <a:lnTo>
                      <a:pt x="308" y="1307"/>
                    </a:lnTo>
                    <a:lnTo>
                      <a:pt x="436" y="1371"/>
                    </a:lnTo>
                    <a:lnTo>
                      <a:pt x="564" y="1409"/>
                    </a:lnTo>
                    <a:lnTo>
                      <a:pt x="718" y="1435"/>
                    </a:lnTo>
                    <a:lnTo>
                      <a:pt x="14550" y="1435"/>
                    </a:lnTo>
                    <a:lnTo>
                      <a:pt x="17906" y="4714"/>
                    </a:lnTo>
                    <a:lnTo>
                      <a:pt x="18021" y="4803"/>
                    </a:lnTo>
                    <a:lnTo>
                      <a:pt x="18136" y="4867"/>
                    </a:lnTo>
                    <a:lnTo>
                      <a:pt x="18277" y="4906"/>
                    </a:lnTo>
                    <a:lnTo>
                      <a:pt x="18405" y="4919"/>
                    </a:lnTo>
                    <a:lnTo>
                      <a:pt x="18546" y="4906"/>
                    </a:lnTo>
                    <a:lnTo>
                      <a:pt x="18674" y="4867"/>
                    </a:lnTo>
                    <a:lnTo>
                      <a:pt x="18802" y="4803"/>
                    </a:lnTo>
                    <a:lnTo>
                      <a:pt x="18918" y="4701"/>
                    </a:lnTo>
                    <a:lnTo>
                      <a:pt x="19007" y="4598"/>
                    </a:lnTo>
                    <a:lnTo>
                      <a:pt x="19071" y="4470"/>
                    </a:lnTo>
                    <a:lnTo>
                      <a:pt x="19110" y="4329"/>
                    </a:lnTo>
                    <a:lnTo>
                      <a:pt x="19123" y="4201"/>
                    </a:lnTo>
                    <a:lnTo>
                      <a:pt x="19110" y="4060"/>
                    </a:lnTo>
                    <a:lnTo>
                      <a:pt x="19071" y="3932"/>
                    </a:lnTo>
                    <a:lnTo>
                      <a:pt x="18995" y="3804"/>
                    </a:lnTo>
                    <a:lnTo>
                      <a:pt x="18905" y="3689"/>
                    </a:lnTo>
                    <a:lnTo>
                      <a:pt x="15344" y="205"/>
                    </a:lnTo>
                    <a:lnTo>
                      <a:pt x="15229" y="116"/>
                    </a:lnTo>
                    <a:lnTo>
                      <a:pt x="15114" y="52"/>
                    </a:lnTo>
                    <a:lnTo>
                      <a:pt x="14973" y="13"/>
                    </a:lnTo>
                    <a:lnTo>
                      <a:pt x="148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40"/>
              <p:cNvSpPr/>
              <p:nvPr/>
            </p:nvSpPr>
            <p:spPr>
              <a:xfrm>
                <a:off x="5672100" y="3007988"/>
                <a:ext cx="37149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11772" h="1422" extrusionOk="0">
                    <a:moveTo>
                      <a:pt x="718" y="0"/>
                    </a:moveTo>
                    <a:lnTo>
                      <a:pt x="577" y="13"/>
                    </a:lnTo>
                    <a:lnTo>
                      <a:pt x="436" y="52"/>
                    </a:lnTo>
                    <a:lnTo>
                      <a:pt x="321" y="116"/>
                    </a:lnTo>
                    <a:lnTo>
                      <a:pt x="206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4" y="564"/>
                    </a:lnTo>
                    <a:lnTo>
                      <a:pt x="1" y="718"/>
                    </a:lnTo>
                    <a:lnTo>
                      <a:pt x="14" y="858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6" y="1217"/>
                    </a:lnTo>
                    <a:lnTo>
                      <a:pt x="321" y="1307"/>
                    </a:lnTo>
                    <a:lnTo>
                      <a:pt x="436" y="1371"/>
                    </a:lnTo>
                    <a:lnTo>
                      <a:pt x="577" y="1409"/>
                    </a:lnTo>
                    <a:lnTo>
                      <a:pt x="718" y="1422"/>
                    </a:lnTo>
                    <a:lnTo>
                      <a:pt x="11054" y="1422"/>
                    </a:lnTo>
                    <a:lnTo>
                      <a:pt x="11195" y="1409"/>
                    </a:lnTo>
                    <a:lnTo>
                      <a:pt x="11323" y="1371"/>
                    </a:lnTo>
                    <a:lnTo>
                      <a:pt x="11451" y="1307"/>
                    </a:lnTo>
                    <a:lnTo>
                      <a:pt x="11554" y="1217"/>
                    </a:lnTo>
                    <a:lnTo>
                      <a:pt x="11643" y="1115"/>
                    </a:lnTo>
                    <a:lnTo>
                      <a:pt x="11707" y="987"/>
                    </a:lnTo>
                    <a:lnTo>
                      <a:pt x="11746" y="858"/>
                    </a:lnTo>
                    <a:lnTo>
                      <a:pt x="11771" y="718"/>
                    </a:lnTo>
                    <a:lnTo>
                      <a:pt x="11746" y="564"/>
                    </a:lnTo>
                    <a:lnTo>
                      <a:pt x="11707" y="436"/>
                    </a:lnTo>
                    <a:lnTo>
                      <a:pt x="11643" y="308"/>
                    </a:lnTo>
                    <a:lnTo>
                      <a:pt x="11554" y="205"/>
                    </a:lnTo>
                    <a:lnTo>
                      <a:pt x="11451" y="116"/>
                    </a:lnTo>
                    <a:lnTo>
                      <a:pt x="11323" y="52"/>
                    </a:lnTo>
                    <a:lnTo>
                      <a:pt x="11195" y="13"/>
                    </a:lnTo>
                    <a:lnTo>
                      <a:pt x="110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40"/>
              <p:cNvSpPr/>
              <p:nvPr/>
            </p:nvSpPr>
            <p:spPr>
              <a:xfrm>
                <a:off x="5816003" y="3109824"/>
                <a:ext cx="405419" cy="159302"/>
              </a:xfrm>
              <a:custGeom>
                <a:avLst/>
                <a:gdLst/>
                <a:ahLst/>
                <a:cxnLst/>
                <a:rect l="l" t="t" r="r" b="b"/>
                <a:pathLst>
                  <a:path w="12847" h="5048" extrusionOk="0">
                    <a:moveTo>
                      <a:pt x="12078" y="1"/>
                    </a:moveTo>
                    <a:lnTo>
                      <a:pt x="11937" y="14"/>
                    </a:lnTo>
                    <a:lnTo>
                      <a:pt x="11809" y="65"/>
                    </a:lnTo>
                    <a:lnTo>
                      <a:pt x="11694" y="155"/>
                    </a:lnTo>
                    <a:lnTo>
                      <a:pt x="7352" y="3613"/>
                    </a:lnTo>
                    <a:lnTo>
                      <a:pt x="718" y="3613"/>
                    </a:lnTo>
                    <a:lnTo>
                      <a:pt x="564" y="3626"/>
                    </a:lnTo>
                    <a:lnTo>
                      <a:pt x="436" y="3664"/>
                    </a:lnTo>
                    <a:lnTo>
                      <a:pt x="308" y="3728"/>
                    </a:lnTo>
                    <a:lnTo>
                      <a:pt x="205" y="3818"/>
                    </a:lnTo>
                    <a:lnTo>
                      <a:pt x="116" y="3920"/>
                    </a:lnTo>
                    <a:lnTo>
                      <a:pt x="52" y="4048"/>
                    </a:lnTo>
                    <a:lnTo>
                      <a:pt x="13" y="4176"/>
                    </a:lnTo>
                    <a:lnTo>
                      <a:pt x="1" y="4330"/>
                    </a:lnTo>
                    <a:lnTo>
                      <a:pt x="13" y="4471"/>
                    </a:lnTo>
                    <a:lnTo>
                      <a:pt x="52" y="4599"/>
                    </a:lnTo>
                    <a:lnTo>
                      <a:pt x="116" y="4727"/>
                    </a:lnTo>
                    <a:lnTo>
                      <a:pt x="205" y="4829"/>
                    </a:lnTo>
                    <a:lnTo>
                      <a:pt x="308" y="4919"/>
                    </a:lnTo>
                    <a:lnTo>
                      <a:pt x="436" y="4983"/>
                    </a:lnTo>
                    <a:lnTo>
                      <a:pt x="564" y="5022"/>
                    </a:lnTo>
                    <a:lnTo>
                      <a:pt x="718" y="5047"/>
                    </a:lnTo>
                    <a:lnTo>
                      <a:pt x="7608" y="5047"/>
                    </a:lnTo>
                    <a:lnTo>
                      <a:pt x="7724" y="5034"/>
                    </a:lnTo>
                    <a:lnTo>
                      <a:pt x="7839" y="4996"/>
                    </a:lnTo>
                    <a:lnTo>
                      <a:pt x="7954" y="4958"/>
                    </a:lnTo>
                    <a:lnTo>
                      <a:pt x="8057" y="4881"/>
                    </a:lnTo>
                    <a:lnTo>
                      <a:pt x="12578" y="1269"/>
                    </a:lnTo>
                    <a:lnTo>
                      <a:pt x="12693" y="1166"/>
                    </a:lnTo>
                    <a:lnTo>
                      <a:pt x="12770" y="1051"/>
                    </a:lnTo>
                    <a:lnTo>
                      <a:pt x="12821" y="923"/>
                    </a:lnTo>
                    <a:lnTo>
                      <a:pt x="12847" y="795"/>
                    </a:lnTo>
                    <a:lnTo>
                      <a:pt x="12847" y="654"/>
                    </a:lnTo>
                    <a:lnTo>
                      <a:pt x="12821" y="513"/>
                    </a:lnTo>
                    <a:lnTo>
                      <a:pt x="12770" y="385"/>
                    </a:lnTo>
                    <a:lnTo>
                      <a:pt x="12693" y="257"/>
                    </a:lnTo>
                    <a:lnTo>
                      <a:pt x="12591" y="155"/>
                    </a:lnTo>
                    <a:lnTo>
                      <a:pt x="12475" y="78"/>
                    </a:lnTo>
                    <a:lnTo>
                      <a:pt x="12347" y="27"/>
                    </a:lnTo>
                    <a:lnTo>
                      <a:pt x="122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40"/>
              <p:cNvSpPr/>
              <p:nvPr/>
            </p:nvSpPr>
            <p:spPr>
              <a:xfrm>
                <a:off x="6701577" y="2532667"/>
                <a:ext cx="196856" cy="210615"/>
              </a:xfrm>
              <a:custGeom>
                <a:avLst/>
                <a:gdLst/>
                <a:ahLst/>
                <a:cxnLst/>
                <a:rect l="l" t="t" r="r" b="b"/>
                <a:pathLst>
                  <a:path w="6238" h="6674" extrusionOk="0">
                    <a:moveTo>
                      <a:pt x="5521" y="0"/>
                    </a:moveTo>
                    <a:lnTo>
                      <a:pt x="5367" y="13"/>
                    </a:lnTo>
                    <a:lnTo>
                      <a:pt x="5239" y="64"/>
                    </a:lnTo>
                    <a:lnTo>
                      <a:pt x="5124" y="128"/>
                    </a:lnTo>
                    <a:lnTo>
                      <a:pt x="5008" y="218"/>
                    </a:lnTo>
                    <a:lnTo>
                      <a:pt x="4919" y="320"/>
                    </a:lnTo>
                    <a:lnTo>
                      <a:pt x="4855" y="436"/>
                    </a:lnTo>
                    <a:lnTo>
                      <a:pt x="4816" y="577"/>
                    </a:lnTo>
                    <a:lnTo>
                      <a:pt x="4804" y="717"/>
                    </a:lnTo>
                    <a:lnTo>
                      <a:pt x="4804" y="5251"/>
                    </a:lnTo>
                    <a:lnTo>
                      <a:pt x="705" y="5251"/>
                    </a:lnTo>
                    <a:lnTo>
                      <a:pt x="564" y="5264"/>
                    </a:lnTo>
                    <a:lnTo>
                      <a:pt x="436" y="5303"/>
                    </a:lnTo>
                    <a:lnTo>
                      <a:pt x="308" y="5367"/>
                    </a:lnTo>
                    <a:lnTo>
                      <a:pt x="205" y="5456"/>
                    </a:lnTo>
                    <a:lnTo>
                      <a:pt x="116" y="5559"/>
                    </a:lnTo>
                    <a:lnTo>
                      <a:pt x="52" y="5687"/>
                    </a:lnTo>
                    <a:lnTo>
                      <a:pt x="13" y="5815"/>
                    </a:lnTo>
                    <a:lnTo>
                      <a:pt x="1" y="5969"/>
                    </a:lnTo>
                    <a:lnTo>
                      <a:pt x="13" y="6110"/>
                    </a:lnTo>
                    <a:lnTo>
                      <a:pt x="52" y="6238"/>
                    </a:lnTo>
                    <a:lnTo>
                      <a:pt x="116" y="6366"/>
                    </a:lnTo>
                    <a:lnTo>
                      <a:pt x="205" y="6468"/>
                    </a:lnTo>
                    <a:lnTo>
                      <a:pt x="308" y="6558"/>
                    </a:lnTo>
                    <a:lnTo>
                      <a:pt x="436" y="6622"/>
                    </a:lnTo>
                    <a:lnTo>
                      <a:pt x="564" y="6660"/>
                    </a:lnTo>
                    <a:lnTo>
                      <a:pt x="705" y="6673"/>
                    </a:lnTo>
                    <a:lnTo>
                      <a:pt x="5521" y="6673"/>
                    </a:lnTo>
                    <a:lnTo>
                      <a:pt x="5662" y="6660"/>
                    </a:lnTo>
                    <a:lnTo>
                      <a:pt x="5803" y="6622"/>
                    </a:lnTo>
                    <a:lnTo>
                      <a:pt x="5918" y="6558"/>
                    </a:lnTo>
                    <a:lnTo>
                      <a:pt x="6020" y="6468"/>
                    </a:lnTo>
                    <a:lnTo>
                      <a:pt x="6110" y="6366"/>
                    </a:lnTo>
                    <a:lnTo>
                      <a:pt x="6174" y="6238"/>
                    </a:lnTo>
                    <a:lnTo>
                      <a:pt x="6225" y="6110"/>
                    </a:lnTo>
                    <a:lnTo>
                      <a:pt x="6238" y="5969"/>
                    </a:lnTo>
                    <a:lnTo>
                      <a:pt x="6238" y="717"/>
                    </a:lnTo>
                    <a:lnTo>
                      <a:pt x="6225" y="577"/>
                    </a:lnTo>
                    <a:lnTo>
                      <a:pt x="6174" y="436"/>
                    </a:lnTo>
                    <a:lnTo>
                      <a:pt x="6110" y="320"/>
                    </a:lnTo>
                    <a:lnTo>
                      <a:pt x="6020" y="218"/>
                    </a:lnTo>
                    <a:lnTo>
                      <a:pt x="5918" y="128"/>
                    </a:lnTo>
                    <a:lnTo>
                      <a:pt x="5803" y="64"/>
                    </a:lnTo>
                    <a:lnTo>
                      <a:pt x="5662" y="13"/>
                    </a:lnTo>
                    <a:lnTo>
                      <a:pt x="55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0"/>
              <p:cNvSpPr/>
              <p:nvPr/>
            </p:nvSpPr>
            <p:spPr>
              <a:xfrm>
                <a:off x="6636915" y="2872164"/>
                <a:ext cx="590535" cy="180698"/>
              </a:xfrm>
              <a:custGeom>
                <a:avLst/>
                <a:gdLst/>
                <a:ahLst/>
                <a:cxnLst/>
                <a:rect l="l" t="t" r="r" b="b"/>
                <a:pathLst>
                  <a:path w="18713" h="5726" extrusionOk="0">
                    <a:moveTo>
                      <a:pt x="9747" y="1"/>
                    </a:moveTo>
                    <a:lnTo>
                      <a:pt x="9657" y="14"/>
                    </a:lnTo>
                    <a:lnTo>
                      <a:pt x="9581" y="39"/>
                    </a:lnTo>
                    <a:lnTo>
                      <a:pt x="9504" y="78"/>
                    </a:lnTo>
                    <a:lnTo>
                      <a:pt x="9427" y="129"/>
                    </a:lnTo>
                    <a:lnTo>
                      <a:pt x="9363" y="180"/>
                    </a:lnTo>
                    <a:lnTo>
                      <a:pt x="9299" y="244"/>
                    </a:lnTo>
                    <a:lnTo>
                      <a:pt x="9248" y="308"/>
                    </a:lnTo>
                    <a:lnTo>
                      <a:pt x="6545" y="4304"/>
                    </a:lnTo>
                    <a:lnTo>
                      <a:pt x="718" y="4304"/>
                    </a:lnTo>
                    <a:lnTo>
                      <a:pt x="564" y="4317"/>
                    </a:lnTo>
                    <a:lnTo>
                      <a:pt x="436" y="4356"/>
                    </a:lnTo>
                    <a:lnTo>
                      <a:pt x="308" y="4420"/>
                    </a:lnTo>
                    <a:lnTo>
                      <a:pt x="205" y="4509"/>
                    </a:lnTo>
                    <a:lnTo>
                      <a:pt x="116" y="4612"/>
                    </a:lnTo>
                    <a:lnTo>
                      <a:pt x="52" y="4740"/>
                    </a:lnTo>
                    <a:lnTo>
                      <a:pt x="13" y="4868"/>
                    </a:lnTo>
                    <a:lnTo>
                      <a:pt x="0" y="5022"/>
                    </a:lnTo>
                    <a:lnTo>
                      <a:pt x="13" y="5162"/>
                    </a:lnTo>
                    <a:lnTo>
                      <a:pt x="52" y="5291"/>
                    </a:lnTo>
                    <a:lnTo>
                      <a:pt x="116" y="5419"/>
                    </a:lnTo>
                    <a:lnTo>
                      <a:pt x="205" y="5521"/>
                    </a:lnTo>
                    <a:lnTo>
                      <a:pt x="308" y="5611"/>
                    </a:lnTo>
                    <a:lnTo>
                      <a:pt x="436" y="5675"/>
                    </a:lnTo>
                    <a:lnTo>
                      <a:pt x="564" y="5713"/>
                    </a:lnTo>
                    <a:lnTo>
                      <a:pt x="718" y="5726"/>
                    </a:lnTo>
                    <a:lnTo>
                      <a:pt x="7006" y="5726"/>
                    </a:lnTo>
                    <a:lnTo>
                      <a:pt x="7096" y="5713"/>
                    </a:lnTo>
                    <a:lnTo>
                      <a:pt x="7173" y="5688"/>
                    </a:lnTo>
                    <a:lnTo>
                      <a:pt x="7250" y="5649"/>
                    </a:lnTo>
                    <a:lnTo>
                      <a:pt x="7326" y="5598"/>
                    </a:lnTo>
                    <a:lnTo>
                      <a:pt x="7390" y="5547"/>
                    </a:lnTo>
                    <a:lnTo>
                      <a:pt x="7454" y="5483"/>
                    </a:lnTo>
                    <a:lnTo>
                      <a:pt x="7506" y="5419"/>
                    </a:lnTo>
                    <a:lnTo>
                      <a:pt x="10221" y="1423"/>
                    </a:lnTo>
                    <a:lnTo>
                      <a:pt x="18008" y="1423"/>
                    </a:lnTo>
                    <a:lnTo>
                      <a:pt x="18149" y="1410"/>
                    </a:lnTo>
                    <a:lnTo>
                      <a:pt x="18277" y="1371"/>
                    </a:lnTo>
                    <a:lnTo>
                      <a:pt x="18405" y="1307"/>
                    </a:lnTo>
                    <a:lnTo>
                      <a:pt x="18508" y="1218"/>
                    </a:lnTo>
                    <a:lnTo>
                      <a:pt x="18597" y="1115"/>
                    </a:lnTo>
                    <a:lnTo>
                      <a:pt x="18661" y="987"/>
                    </a:lnTo>
                    <a:lnTo>
                      <a:pt x="18700" y="859"/>
                    </a:lnTo>
                    <a:lnTo>
                      <a:pt x="18713" y="718"/>
                    </a:lnTo>
                    <a:lnTo>
                      <a:pt x="18700" y="564"/>
                    </a:lnTo>
                    <a:lnTo>
                      <a:pt x="18661" y="436"/>
                    </a:lnTo>
                    <a:lnTo>
                      <a:pt x="18597" y="308"/>
                    </a:lnTo>
                    <a:lnTo>
                      <a:pt x="18508" y="206"/>
                    </a:lnTo>
                    <a:lnTo>
                      <a:pt x="18405" y="116"/>
                    </a:lnTo>
                    <a:lnTo>
                      <a:pt x="18277" y="52"/>
                    </a:lnTo>
                    <a:lnTo>
                      <a:pt x="18149" y="14"/>
                    </a:lnTo>
                    <a:lnTo>
                      <a:pt x="180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40"/>
              <p:cNvSpPr/>
              <p:nvPr/>
            </p:nvSpPr>
            <p:spPr>
              <a:xfrm>
                <a:off x="6767059" y="3199574"/>
                <a:ext cx="154032" cy="221123"/>
              </a:xfrm>
              <a:custGeom>
                <a:avLst/>
                <a:gdLst/>
                <a:ahLst/>
                <a:cxnLst/>
                <a:rect l="l" t="t" r="r" b="b"/>
                <a:pathLst>
                  <a:path w="4881" h="7007" extrusionOk="0">
                    <a:moveTo>
                      <a:pt x="718" y="0"/>
                    </a:moveTo>
                    <a:lnTo>
                      <a:pt x="577" y="26"/>
                    </a:lnTo>
                    <a:lnTo>
                      <a:pt x="436" y="64"/>
                    </a:lnTo>
                    <a:lnTo>
                      <a:pt x="321" y="128"/>
                    </a:lnTo>
                    <a:lnTo>
                      <a:pt x="205" y="218"/>
                    </a:lnTo>
                    <a:lnTo>
                      <a:pt x="129" y="320"/>
                    </a:lnTo>
                    <a:lnTo>
                      <a:pt x="52" y="449"/>
                    </a:lnTo>
                    <a:lnTo>
                      <a:pt x="13" y="577"/>
                    </a:lnTo>
                    <a:lnTo>
                      <a:pt x="0" y="718"/>
                    </a:lnTo>
                    <a:lnTo>
                      <a:pt x="0" y="6289"/>
                    </a:lnTo>
                    <a:lnTo>
                      <a:pt x="13" y="6430"/>
                    </a:lnTo>
                    <a:lnTo>
                      <a:pt x="52" y="6571"/>
                    </a:lnTo>
                    <a:lnTo>
                      <a:pt x="129" y="6686"/>
                    </a:lnTo>
                    <a:lnTo>
                      <a:pt x="205" y="6788"/>
                    </a:lnTo>
                    <a:lnTo>
                      <a:pt x="321" y="6878"/>
                    </a:lnTo>
                    <a:lnTo>
                      <a:pt x="436" y="6942"/>
                    </a:lnTo>
                    <a:lnTo>
                      <a:pt x="577" y="6993"/>
                    </a:lnTo>
                    <a:lnTo>
                      <a:pt x="718" y="7006"/>
                    </a:lnTo>
                    <a:lnTo>
                      <a:pt x="859" y="6993"/>
                    </a:lnTo>
                    <a:lnTo>
                      <a:pt x="999" y="6942"/>
                    </a:lnTo>
                    <a:lnTo>
                      <a:pt x="1115" y="6878"/>
                    </a:lnTo>
                    <a:lnTo>
                      <a:pt x="1217" y="6788"/>
                    </a:lnTo>
                    <a:lnTo>
                      <a:pt x="1307" y="6686"/>
                    </a:lnTo>
                    <a:lnTo>
                      <a:pt x="1371" y="6571"/>
                    </a:lnTo>
                    <a:lnTo>
                      <a:pt x="1422" y="6430"/>
                    </a:lnTo>
                    <a:lnTo>
                      <a:pt x="1435" y="6289"/>
                    </a:lnTo>
                    <a:lnTo>
                      <a:pt x="1435" y="1435"/>
                    </a:lnTo>
                    <a:lnTo>
                      <a:pt x="4163" y="1435"/>
                    </a:lnTo>
                    <a:lnTo>
                      <a:pt x="4304" y="1422"/>
                    </a:lnTo>
                    <a:lnTo>
                      <a:pt x="4445" y="1384"/>
                    </a:lnTo>
                    <a:lnTo>
                      <a:pt x="4560" y="1319"/>
                    </a:lnTo>
                    <a:lnTo>
                      <a:pt x="4663" y="1230"/>
                    </a:lnTo>
                    <a:lnTo>
                      <a:pt x="4752" y="1127"/>
                    </a:lnTo>
                    <a:lnTo>
                      <a:pt x="4816" y="999"/>
                    </a:lnTo>
                    <a:lnTo>
                      <a:pt x="4867" y="871"/>
                    </a:lnTo>
                    <a:lnTo>
                      <a:pt x="4880" y="718"/>
                    </a:lnTo>
                    <a:lnTo>
                      <a:pt x="4867" y="577"/>
                    </a:lnTo>
                    <a:lnTo>
                      <a:pt x="4816" y="449"/>
                    </a:lnTo>
                    <a:lnTo>
                      <a:pt x="4752" y="320"/>
                    </a:lnTo>
                    <a:lnTo>
                      <a:pt x="4663" y="218"/>
                    </a:lnTo>
                    <a:lnTo>
                      <a:pt x="4560" y="128"/>
                    </a:lnTo>
                    <a:lnTo>
                      <a:pt x="4445" y="64"/>
                    </a:lnTo>
                    <a:lnTo>
                      <a:pt x="4304" y="26"/>
                    </a:lnTo>
                    <a:lnTo>
                      <a:pt x="41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40"/>
              <p:cNvSpPr/>
              <p:nvPr/>
            </p:nvSpPr>
            <p:spPr>
              <a:xfrm>
                <a:off x="6253331" y="3407318"/>
                <a:ext cx="44906" cy="199696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6328" extrusionOk="0">
                    <a:moveTo>
                      <a:pt x="718" y="1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29"/>
                    </a:lnTo>
                    <a:lnTo>
                      <a:pt x="206" y="205"/>
                    </a:lnTo>
                    <a:lnTo>
                      <a:pt x="116" y="321"/>
                    </a:lnTo>
                    <a:lnTo>
                      <a:pt x="52" y="436"/>
                    </a:lnTo>
                    <a:lnTo>
                      <a:pt x="13" y="577"/>
                    </a:lnTo>
                    <a:lnTo>
                      <a:pt x="1" y="718"/>
                    </a:lnTo>
                    <a:lnTo>
                      <a:pt x="1" y="5610"/>
                    </a:lnTo>
                    <a:lnTo>
                      <a:pt x="13" y="5764"/>
                    </a:lnTo>
                    <a:lnTo>
                      <a:pt x="52" y="5892"/>
                    </a:lnTo>
                    <a:lnTo>
                      <a:pt x="116" y="6020"/>
                    </a:lnTo>
                    <a:lnTo>
                      <a:pt x="206" y="6123"/>
                    </a:lnTo>
                    <a:lnTo>
                      <a:pt x="308" y="6212"/>
                    </a:lnTo>
                    <a:lnTo>
                      <a:pt x="436" y="6276"/>
                    </a:lnTo>
                    <a:lnTo>
                      <a:pt x="564" y="6315"/>
                    </a:lnTo>
                    <a:lnTo>
                      <a:pt x="718" y="6328"/>
                    </a:lnTo>
                    <a:lnTo>
                      <a:pt x="859" y="6315"/>
                    </a:lnTo>
                    <a:lnTo>
                      <a:pt x="987" y="6276"/>
                    </a:lnTo>
                    <a:lnTo>
                      <a:pt x="1115" y="6212"/>
                    </a:lnTo>
                    <a:lnTo>
                      <a:pt x="1217" y="6123"/>
                    </a:lnTo>
                    <a:lnTo>
                      <a:pt x="1307" y="6020"/>
                    </a:lnTo>
                    <a:lnTo>
                      <a:pt x="1371" y="5892"/>
                    </a:lnTo>
                    <a:lnTo>
                      <a:pt x="1410" y="5764"/>
                    </a:lnTo>
                    <a:lnTo>
                      <a:pt x="1422" y="5610"/>
                    </a:lnTo>
                    <a:lnTo>
                      <a:pt x="1422" y="718"/>
                    </a:lnTo>
                    <a:lnTo>
                      <a:pt x="1410" y="577"/>
                    </a:lnTo>
                    <a:lnTo>
                      <a:pt x="1371" y="436"/>
                    </a:lnTo>
                    <a:lnTo>
                      <a:pt x="1307" y="321"/>
                    </a:lnTo>
                    <a:lnTo>
                      <a:pt x="1217" y="205"/>
                    </a:lnTo>
                    <a:lnTo>
                      <a:pt x="1115" y="129"/>
                    </a:lnTo>
                    <a:lnTo>
                      <a:pt x="987" y="52"/>
                    </a:lnTo>
                    <a:lnTo>
                      <a:pt x="859" y="13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40"/>
              <p:cNvSpPr/>
              <p:nvPr/>
            </p:nvSpPr>
            <p:spPr>
              <a:xfrm>
                <a:off x="6399664" y="3287683"/>
                <a:ext cx="150782" cy="147153"/>
              </a:xfrm>
              <a:custGeom>
                <a:avLst/>
                <a:gdLst/>
                <a:ahLst/>
                <a:cxnLst/>
                <a:rect l="l" t="t" r="r" b="b"/>
                <a:pathLst>
                  <a:path w="4778" h="4663" extrusionOk="0">
                    <a:moveTo>
                      <a:pt x="705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7" y="116"/>
                    </a:lnTo>
                    <a:lnTo>
                      <a:pt x="205" y="218"/>
                    </a:lnTo>
                    <a:lnTo>
                      <a:pt x="115" y="333"/>
                    </a:lnTo>
                    <a:lnTo>
                      <a:pt x="51" y="449"/>
                    </a:lnTo>
                    <a:lnTo>
                      <a:pt x="13" y="590"/>
                    </a:lnTo>
                    <a:lnTo>
                      <a:pt x="0" y="730"/>
                    </a:lnTo>
                    <a:lnTo>
                      <a:pt x="13" y="859"/>
                    </a:lnTo>
                    <a:lnTo>
                      <a:pt x="64" y="987"/>
                    </a:lnTo>
                    <a:lnTo>
                      <a:pt x="128" y="1115"/>
                    </a:lnTo>
                    <a:lnTo>
                      <a:pt x="218" y="1230"/>
                    </a:lnTo>
                    <a:lnTo>
                      <a:pt x="3561" y="4458"/>
                    </a:lnTo>
                    <a:lnTo>
                      <a:pt x="3676" y="4547"/>
                    </a:lnTo>
                    <a:lnTo>
                      <a:pt x="3791" y="4611"/>
                    </a:lnTo>
                    <a:lnTo>
                      <a:pt x="3919" y="4650"/>
                    </a:lnTo>
                    <a:lnTo>
                      <a:pt x="4060" y="4662"/>
                    </a:lnTo>
                    <a:lnTo>
                      <a:pt x="4201" y="4650"/>
                    </a:lnTo>
                    <a:lnTo>
                      <a:pt x="4329" y="4598"/>
                    </a:lnTo>
                    <a:lnTo>
                      <a:pt x="4457" y="4534"/>
                    </a:lnTo>
                    <a:lnTo>
                      <a:pt x="4521" y="4496"/>
                    </a:lnTo>
                    <a:lnTo>
                      <a:pt x="4573" y="4445"/>
                    </a:lnTo>
                    <a:lnTo>
                      <a:pt x="4662" y="4329"/>
                    </a:lnTo>
                    <a:lnTo>
                      <a:pt x="4726" y="4201"/>
                    </a:lnTo>
                    <a:lnTo>
                      <a:pt x="4765" y="4073"/>
                    </a:lnTo>
                    <a:lnTo>
                      <a:pt x="4777" y="3932"/>
                    </a:lnTo>
                    <a:lnTo>
                      <a:pt x="4752" y="3792"/>
                    </a:lnTo>
                    <a:lnTo>
                      <a:pt x="4713" y="3663"/>
                    </a:lnTo>
                    <a:lnTo>
                      <a:pt x="4649" y="3535"/>
                    </a:lnTo>
                    <a:lnTo>
                      <a:pt x="4560" y="3433"/>
                    </a:lnTo>
                    <a:lnTo>
                      <a:pt x="1217" y="193"/>
                    </a:lnTo>
                    <a:lnTo>
                      <a:pt x="1102" y="103"/>
                    </a:lnTo>
                    <a:lnTo>
                      <a:pt x="974" y="39"/>
                    </a:lnTo>
                    <a:lnTo>
                      <a:pt x="845" y="13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40"/>
              <p:cNvSpPr/>
              <p:nvPr/>
            </p:nvSpPr>
            <p:spPr>
              <a:xfrm>
                <a:off x="5973634" y="2985361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435" y="0"/>
                    </a:moveTo>
                    <a:lnTo>
                      <a:pt x="1281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5"/>
                    </a:lnTo>
                    <a:lnTo>
                      <a:pt x="743" y="179"/>
                    </a:lnTo>
                    <a:lnTo>
                      <a:pt x="628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1" y="1435"/>
                    </a:lnTo>
                    <a:lnTo>
                      <a:pt x="13" y="1575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3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1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40"/>
              <p:cNvSpPr/>
              <p:nvPr/>
            </p:nvSpPr>
            <p:spPr>
              <a:xfrm>
                <a:off x="6351949" y="2832559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8" y="244"/>
                    </a:lnTo>
                    <a:lnTo>
                      <a:pt x="513" y="321"/>
                    </a:lnTo>
                    <a:lnTo>
                      <a:pt x="411" y="411"/>
                    </a:lnTo>
                    <a:lnTo>
                      <a:pt x="321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03" y="872"/>
                    </a:lnTo>
                    <a:lnTo>
                      <a:pt x="65" y="1000"/>
                    </a:lnTo>
                    <a:lnTo>
                      <a:pt x="26" y="1141"/>
                    </a:lnTo>
                    <a:lnTo>
                      <a:pt x="1" y="1281"/>
                    </a:lnTo>
                    <a:lnTo>
                      <a:pt x="1" y="1422"/>
                    </a:lnTo>
                    <a:lnTo>
                      <a:pt x="1" y="1576"/>
                    </a:lnTo>
                    <a:lnTo>
                      <a:pt x="26" y="1717"/>
                    </a:lnTo>
                    <a:lnTo>
                      <a:pt x="65" y="1845"/>
                    </a:lnTo>
                    <a:lnTo>
                      <a:pt x="103" y="1986"/>
                    </a:lnTo>
                    <a:lnTo>
                      <a:pt x="167" y="2101"/>
                    </a:lnTo>
                    <a:lnTo>
                      <a:pt x="244" y="2229"/>
                    </a:lnTo>
                    <a:lnTo>
                      <a:pt x="321" y="2332"/>
                    </a:lnTo>
                    <a:lnTo>
                      <a:pt x="411" y="2434"/>
                    </a:lnTo>
                    <a:lnTo>
                      <a:pt x="513" y="2524"/>
                    </a:lnTo>
                    <a:lnTo>
                      <a:pt x="628" y="2614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22" y="2857"/>
                    </a:lnTo>
                    <a:lnTo>
                      <a:pt x="1563" y="2844"/>
                    </a:lnTo>
                    <a:lnTo>
                      <a:pt x="1717" y="2831"/>
                    </a:lnTo>
                    <a:lnTo>
                      <a:pt x="1845" y="2793"/>
                    </a:lnTo>
                    <a:lnTo>
                      <a:pt x="1973" y="2742"/>
                    </a:lnTo>
                    <a:lnTo>
                      <a:pt x="2101" y="2678"/>
                    </a:lnTo>
                    <a:lnTo>
                      <a:pt x="2217" y="2614"/>
                    </a:lnTo>
                    <a:lnTo>
                      <a:pt x="2332" y="2524"/>
                    </a:lnTo>
                    <a:lnTo>
                      <a:pt x="2434" y="2434"/>
                    </a:lnTo>
                    <a:lnTo>
                      <a:pt x="2524" y="2332"/>
                    </a:lnTo>
                    <a:lnTo>
                      <a:pt x="2614" y="2229"/>
                    </a:lnTo>
                    <a:lnTo>
                      <a:pt x="2678" y="2101"/>
                    </a:lnTo>
                    <a:lnTo>
                      <a:pt x="2742" y="1986"/>
                    </a:lnTo>
                    <a:lnTo>
                      <a:pt x="2793" y="1845"/>
                    </a:lnTo>
                    <a:lnTo>
                      <a:pt x="2819" y="1717"/>
                    </a:lnTo>
                    <a:lnTo>
                      <a:pt x="2844" y="1576"/>
                    </a:lnTo>
                    <a:lnTo>
                      <a:pt x="2857" y="1422"/>
                    </a:lnTo>
                    <a:lnTo>
                      <a:pt x="2844" y="1281"/>
                    </a:lnTo>
                    <a:lnTo>
                      <a:pt x="2819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78" y="744"/>
                    </a:lnTo>
                    <a:lnTo>
                      <a:pt x="2614" y="628"/>
                    </a:lnTo>
                    <a:lnTo>
                      <a:pt x="2524" y="513"/>
                    </a:lnTo>
                    <a:lnTo>
                      <a:pt x="2434" y="411"/>
                    </a:lnTo>
                    <a:lnTo>
                      <a:pt x="2332" y="321"/>
                    </a:lnTo>
                    <a:lnTo>
                      <a:pt x="2217" y="244"/>
                    </a:lnTo>
                    <a:lnTo>
                      <a:pt x="2101" y="167"/>
                    </a:lnTo>
                    <a:lnTo>
                      <a:pt x="1973" y="116"/>
                    </a:lnTo>
                    <a:lnTo>
                      <a:pt x="1845" y="65"/>
                    </a:lnTo>
                    <a:lnTo>
                      <a:pt x="1717" y="26"/>
                    </a:lnTo>
                    <a:lnTo>
                      <a:pt x="15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40"/>
              <p:cNvSpPr/>
              <p:nvPr/>
            </p:nvSpPr>
            <p:spPr>
              <a:xfrm>
                <a:off x="6619937" y="2985361"/>
                <a:ext cx="9057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2857" extrusionOk="0">
                    <a:moveTo>
                      <a:pt x="1435" y="0"/>
                    </a:moveTo>
                    <a:lnTo>
                      <a:pt x="1294" y="13"/>
                    </a:lnTo>
                    <a:lnTo>
                      <a:pt x="1153" y="26"/>
                    </a:lnTo>
                    <a:lnTo>
                      <a:pt x="1012" y="64"/>
                    </a:lnTo>
                    <a:lnTo>
                      <a:pt x="884" y="115"/>
                    </a:lnTo>
                    <a:lnTo>
                      <a:pt x="756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3" y="525"/>
                    </a:lnTo>
                    <a:lnTo>
                      <a:pt x="257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39" y="1140"/>
                    </a:lnTo>
                    <a:lnTo>
                      <a:pt x="13" y="1281"/>
                    </a:lnTo>
                    <a:lnTo>
                      <a:pt x="0" y="1435"/>
                    </a:lnTo>
                    <a:lnTo>
                      <a:pt x="13" y="1575"/>
                    </a:lnTo>
                    <a:lnTo>
                      <a:pt x="39" y="1716"/>
                    </a:lnTo>
                    <a:lnTo>
                      <a:pt x="64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57" y="2229"/>
                    </a:lnTo>
                    <a:lnTo>
                      <a:pt x="333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6" y="2690"/>
                    </a:lnTo>
                    <a:lnTo>
                      <a:pt x="884" y="2741"/>
                    </a:lnTo>
                    <a:lnTo>
                      <a:pt x="1012" y="2792"/>
                    </a:lnTo>
                    <a:lnTo>
                      <a:pt x="1153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47" y="2434"/>
                    </a:lnTo>
                    <a:lnTo>
                      <a:pt x="2536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54" y="1985"/>
                    </a:lnTo>
                    <a:lnTo>
                      <a:pt x="2805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69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805" y="999"/>
                    </a:lnTo>
                    <a:lnTo>
                      <a:pt x="2754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25"/>
                    </a:lnTo>
                    <a:lnTo>
                      <a:pt x="2447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40"/>
              <p:cNvSpPr/>
              <p:nvPr/>
            </p:nvSpPr>
            <p:spPr>
              <a:xfrm>
                <a:off x="6853149" y="3177326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1" y="1"/>
                    </a:moveTo>
                    <a:lnTo>
                      <a:pt x="1140" y="26"/>
                    </a:lnTo>
                    <a:lnTo>
                      <a:pt x="1012" y="65"/>
                    </a:lnTo>
                    <a:lnTo>
                      <a:pt x="871" y="103"/>
                    </a:lnTo>
                    <a:lnTo>
                      <a:pt x="756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80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39" y="1141"/>
                    </a:lnTo>
                    <a:lnTo>
                      <a:pt x="13" y="1282"/>
                    </a:lnTo>
                    <a:lnTo>
                      <a:pt x="1" y="1423"/>
                    </a:lnTo>
                    <a:lnTo>
                      <a:pt x="13" y="1576"/>
                    </a:lnTo>
                    <a:lnTo>
                      <a:pt x="39" y="1717"/>
                    </a:lnTo>
                    <a:lnTo>
                      <a:pt x="65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4"/>
                    </a:lnTo>
                    <a:lnTo>
                      <a:pt x="756" y="2678"/>
                    </a:lnTo>
                    <a:lnTo>
                      <a:pt x="871" y="2742"/>
                    </a:lnTo>
                    <a:lnTo>
                      <a:pt x="1012" y="2793"/>
                    </a:lnTo>
                    <a:lnTo>
                      <a:pt x="1140" y="2831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29" y="2614"/>
                    </a:lnTo>
                    <a:lnTo>
                      <a:pt x="2344" y="2524"/>
                    </a:lnTo>
                    <a:lnTo>
                      <a:pt x="2447" y="2434"/>
                    </a:lnTo>
                    <a:lnTo>
                      <a:pt x="2536" y="2332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54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3"/>
                    </a:lnTo>
                    <a:lnTo>
                      <a:pt x="2857" y="1282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54" y="872"/>
                    </a:lnTo>
                    <a:lnTo>
                      <a:pt x="2690" y="744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47" y="411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40"/>
              <p:cNvSpPr/>
              <p:nvPr/>
            </p:nvSpPr>
            <p:spPr>
              <a:xfrm>
                <a:off x="6665191" y="2675749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435" y="0"/>
                    </a:moveTo>
                    <a:lnTo>
                      <a:pt x="1282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6"/>
                    </a:lnTo>
                    <a:lnTo>
                      <a:pt x="744" y="180"/>
                    </a:lnTo>
                    <a:lnTo>
                      <a:pt x="628" y="244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21" y="525"/>
                    </a:lnTo>
                    <a:lnTo>
                      <a:pt x="244" y="628"/>
                    </a:lnTo>
                    <a:lnTo>
                      <a:pt x="167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21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4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2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32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32" y="333"/>
                    </a:lnTo>
                    <a:lnTo>
                      <a:pt x="2229" y="244"/>
                    </a:lnTo>
                    <a:lnTo>
                      <a:pt x="2114" y="180"/>
                    </a:lnTo>
                    <a:lnTo>
                      <a:pt x="1986" y="116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40"/>
              <p:cNvSpPr/>
              <p:nvPr/>
            </p:nvSpPr>
            <p:spPr>
              <a:xfrm>
                <a:off x="6377005" y="3265057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435" y="0"/>
                    </a:moveTo>
                    <a:lnTo>
                      <a:pt x="1294" y="13"/>
                    </a:lnTo>
                    <a:lnTo>
                      <a:pt x="1141" y="26"/>
                    </a:lnTo>
                    <a:lnTo>
                      <a:pt x="1013" y="64"/>
                    </a:lnTo>
                    <a:lnTo>
                      <a:pt x="885" y="115"/>
                    </a:lnTo>
                    <a:lnTo>
                      <a:pt x="757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39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39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7" y="2690"/>
                    </a:lnTo>
                    <a:lnTo>
                      <a:pt x="885" y="2741"/>
                    </a:lnTo>
                    <a:lnTo>
                      <a:pt x="1013" y="2792"/>
                    </a:lnTo>
                    <a:lnTo>
                      <a:pt x="1141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5" y="2536"/>
                    </a:lnTo>
                    <a:lnTo>
                      <a:pt x="2447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3"/>
                    </a:lnTo>
                    <a:lnTo>
                      <a:pt x="2755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55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47" y="423"/>
                    </a:lnTo>
                    <a:lnTo>
                      <a:pt x="2345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40"/>
              <p:cNvSpPr/>
              <p:nvPr/>
            </p:nvSpPr>
            <p:spPr>
              <a:xfrm>
                <a:off x="6153892" y="3087198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9" y="244"/>
                    </a:lnTo>
                    <a:lnTo>
                      <a:pt x="526" y="321"/>
                    </a:lnTo>
                    <a:lnTo>
                      <a:pt x="424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27" y="1141"/>
                    </a:lnTo>
                    <a:lnTo>
                      <a:pt x="14" y="1281"/>
                    </a:lnTo>
                    <a:lnTo>
                      <a:pt x="1" y="1422"/>
                    </a:lnTo>
                    <a:lnTo>
                      <a:pt x="14" y="1576"/>
                    </a:lnTo>
                    <a:lnTo>
                      <a:pt x="27" y="1717"/>
                    </a:lnTo>
                    <a:lnTo>
                      <a:pt x="65" y="1858"/>
                    </a:lnTo>
                    <a:lnTo>
                      <a:pt x="116" y="1986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4" y="2434"/>
                    </a:lnTo>
                    <a:lnTo>
                      <a:pt x="526" y="2524"/>
                    </a:lnTo>
                    <a:lnTo>
                      <a:pt x="629" y="2613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30" y="2613"/>
                    </a:lnTo>
                    <a:lnTo>
                      <a:pt x="2345" y="2524"/>
                    </a:lnTo>
                    <a:lnTo>
                      <a:pt x="2434" y="2434"/>
                    </a:lnTo>
                    <a:lnTo>
                      <a:pt x="2537" y="2332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6"/>
                    </a:lnTo>
                    <a:lnTo>
                      <a:pt x="2793" y="1858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91" y="744"/>
                    </a:lnTo>
                    <a:lnTo>
                      <a:pt x="2614" y="628"/>
                    </a:lnTo>
                    <a:lnTo>
                      <a:pt x="2537" y="513"/>
                    </a:lnTo>
                    <a:lnTo>
                      <a:pt x="2434" y="411"/>
                    </a:lnTo>
                    <a:lnTo>
                      <a:pt x="2345" y="321"/>
                    </a:lnTo>
                    <a:lnTo>
                      <a:pt x="2230" y="244"/>
                    </a:lnTo>
                    <a:lnTo>
                      <a:pt x="2114" y="167"/>
                    </a:lnTo>
                    <a:lnTo>
                      <a:pt x="1986" y="116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40"/>
              <p:cNvSpPr/>
              <p:nvPr/>
            </p:nvSpPr>
            <p:spPr>
              <a:xfrm>
                <a:off x="6230704" y="3361244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1" y="0"/>
                    </a:moveTo>
                    <a:lnTo>
                      <a:pt x="1140" y="26"/>
                    </a:lnTo>
                    <a:lnTo>
                      <a:pt x="999" y="64"/>
                    </a:lnTo>
                    <a:lnTo>
                      <a:pt x="871" y="103"/>
                    </a:lnTo>
                    <a:lnTo>
                      <a:pt x="743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0"/>
                    </a:lnTo>
                    <a:lnTo>
                      <a:pt x="333" y="513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0" y="1422"/>
                    </a:lnTo>
                    <a:lnTo>
                      <a:pt x="13" y="1576"/>
                    </a:lnTo>
                    <a:lnTo>
                      <a:pt x="26" y="1717"/>
                    </a:lnTo>
                    <a:lnTo>
                      <a:pt x="64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3" y="2331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3"/>
                    </a:lnTo>
                    <a:lnTo>
                      <a:pt x="743" y="2677"/>
                    </a:lnTo>
                    <a:lnTo>
                      <a:pt x="871" y="2741"/>
                    </a:lnTo>
                    <a:lnTo>
                      <a:pt x="999" y="2793"/>
                    </a:lnTo>
                    <a:lnTo>
                      <a:pt x="1140" y="2818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18"/>
                    </a:lnTo>
                    <a:lnTo>
                      <a:pt x="1858" y="2793"/>
                    </a:lnTo>
                    <a:lnTo>
                      <a:pt x="1986" y="2741"/>
                    </a:lnTo>
                    <a:lnTo>
                      <a:pt x="2114" y="2677"/>
                    </a:lnTo>
                    <a:lnTo>
                      <a:pt x="2229" y="2613"/>
                    </a:lnTo>
                    <a:lnTo>
                      <a:pt x="2344" y="2524"/>
                    </a:lnTo>
                    <a:lnTo>
                      <a:pt x="2434" y="2434"/>
                    </a:lnTo>
                    <a:lnTo>
                      <a:pt x="2536" y="2331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41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1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34" y="410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40"/>
              <p:cNvSpPr/>
              <p:nvPr/>
            </p:nvSpPr>
            <p:spPr>
              <a:xfrm>
                <a:off x="6199178" y="2411391"/>
                <a:ext cx="524643" cy="109568"/>
              </a:xfrm>
              <a:custGeom>
                <a:avLst/>
                <a:gdLst/>
                <a:ahLst/>
                <a:cxnLst/>
                <a:rect l="l" t="t" r="r" b="b"/>
                <a:pathLst>
                  <a:path w="16625" h="3472" extrusionOk="0">
                    <a:moveTo>
                      <a:pt x="0" y="1"/>
                    </a:moveTo>
                    <a:lnTo>
                      <a:pt x="0" y="3472"/>
                    </a:lnTo>
                    <a:lnTo>
                      <a:pt x="16625" y="3472"/>
                    </a:lnTo>
                    <a:lnTo>
                      <a:pt x="166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40"/>
              <p:cNvSpPr/>
              <p:nvPr/>
            </p:nvSpPr>
            <p:spPr>
              <a:xfrm>
                <a:off x="6530218" y="3921455"/>
                <a:ext cx="188367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69" h="5956" extrusionOk="0">
                    <a:moveTo>
                      <a:pt x="2831" y="0"/>
                    </a:moveTo>
                    <a:lnTo>
                      <a:pt x="2677" y="13"/>
                    </a:lnTo>
                    <a:lnTo>
                      <a:pt x="2382" y="64"/>
                    </a:lnTo>
                    <a:lnTo>
                      <a:pt x="2101" y="128"/>
                    </a:lnTo>
                    <a:lnTo>
                      <a:pt x="1832" y="231"/>
                    </a:lnTo>
                    <a:lnTo>
                      <a:pt x="1563" y="359"/>
                    </a:lnTo>
                    <a:lnTo>
                      <a:pt x="1319" y="512"/>
                    </a:lnTo>
                    <a:lnTo>
                      <a:pt x="1089" y="679"/>
                    </a:lnTo>
                    <a:lnTo>
                      <a:pt x="884" y="871"/>
                    </a:lnTo>
                    <a:lnTo>
                      <a:pt x="692" y="1089"/>
                    </a:lnTo>
                    <a:lnTo>
                      <a:pt x="512" y="1319"/>
                    </a:lnTo>
                    <a:lnTo>
                      <a:pt x="371" y="1563"/>
                    </a:lnTo>
                    <a:lnTo>
                      <a:pt x="243" y="1819"/>
                    </a:lnTo>
                    <a:lnTo>
                      <a:pt x="141" y="2088"/>
                    </a:lnTo>
                    <a:lnTo>
                      <a:pt x="64" y="2382"/>
                    </a:lnTo>
                    <a:lnTo>
                      <a:pt x="26" y="2677"/>
                    </a:lnTo>
                    <a:lnTo>
                      <a:pt x="13" y="2831"/>
                    </a:lnTo>
                    <a:lnTo>
                      <a:pt x="0" y="2984"/>
                    </a:lnTo>
                    <a:lnTo>
                      <a:pt x="13" y="3138"/>
                    </a:lnTo>
                    <a:lnTo>
                      <a:pt x="26" y="3279"/>
                    </a:lnTo>
                    <a:lnTo>
                      <a:pt x="64" y="3586"/>
                    </a:lnTo>
                    <a:lnTo>
                      <a:pt x="141" y="3868"/>
                    </a:lnTo>
                    <a:lnTo>
                      <a:pt x="243" y="4137"/>
                    </a:lnTo>
                    <a:lnTo>
                      <a:pt x="371" y="4406"/>
                    </a:lnTo>
                    <a:lnTo>
                      <a:pt x="512" y="4649"/>
                    </a:lnTo>
                    <a:lnTo>
                      <a:pt x="692" y="4880"/>
                    </a:lnTo>
                    <a:lnTo>
                      <a:pt x="884" y="5085"/>
                    </a:lnTo>
                    <a:lnTo>
                      <a:pt x="1089" y="5277"/>
                    </a:lnTo>
                    <a:lnTo>
                      <a:pt x="1319" y="5456"/>
                    </a:lnTo>
                    <a:lnTo>
                      <a:pt x="1563" y="5597"/>
                    </a:lnTo>
                    <a:lnTo>
                      <a:pt x="1832" y="5725"/>
                    </a:lnTo>
                    <a:lnTo>
                      <a:pt x="2101" y="5828"/>
                    </a:lnTo>
                    <a:lnTo>
                      <a:pt x="2382" y="5905"/>
                    </a:lnTo>
                    <a:lnTo>
                      <a:pt x="2677" y="5943"/>
                    </a:lnTo>
                    <a:lnTo>
                      <a:pt x="2831" y="5956"/>
                    </a:lnTo>
                    <a:lnTo>
                      <a:pt x="3138" y="5956"/>
                    </a:lnTo>
                    <a:lnTo>
                      <a:pt x="3292" y="5943"/>
                    </a:lnTo>
                    <a:lnTo>
                      <a:pt x="3586" y="5905"/>
                    </a:lnTo>
                    <a:lnTo>
                      <a:pt x="3868" y="5828"/>
                    </a:lnTo>
                    <a:lnTo>
                      <a:pt x="4150" y="5725"/>
                    </a:lnTo>
                    <a:lnTo>
                      <a:pt x="4406" y="5597"/>
                    </a:lnTo>
                    <a:lnTo>
                      <a:pt x="4649" y="5456"/>
                    </a:lnTo>
                    <a:lnTo>
                      <a:pt x="4880" y="5277"/>
                    </a:lnTo>
                    <a:lnTo>
                      <a:pt x="5098" y="5085"/>
                    </a:lnTo>
                    <a:lnTo>
                      <a:pt x="5290" y="4880"/>
                    </a:lnTo>
                    <a:lnTo>
                      <a:pt x="5456" y="4649"/>
                    </a:lnTo>
                    <a:lnTo>
                      <a:pt x="5610" y="4406"/>
                    </a:lnTo>
                    <a:lnTo>
                      <a:pt x="5725" y="4137"/>
                    </a:lnTo>
                    <a:lnTo>
                      <a:pt x="5828" y="3868"/>
                    </a:lnTo>
                    <a:lnTo>
                      <a:pt x="5904" y="3586"/>
                    </a:lnTo>
                    <a:lnTo>
                      <a:pt x="5956" y="3279"/>
                    </a:lnTo>
                    <a:lnTo>
                      <a:pt x="5956" y="3138"/>
                    </a:lnTo>
                    <a:lnTo>
                      <a:pt x="5969" y="2984"/>
                    </a:lnTo>
                    <a:lnTo>
                      <a:pt x="5956" y="2831"/>
                    </a:lnTo>
                    <a:lnTo>
                      <a:pt x="5956" y="2677"/>
                    </a:lnTo>
                    <a:lnTo>
                      <a:pt x="5904" y="2382"/>
                    </a:lnTo>
                    <a:lnTo>
                      <a:pt x="5828" y="2088"/>
                    </a:lnTo>
                    <a:lnTo>
                      <a:pt x="5725" y="1819"/>
                    </a:lnTo>
                    <a:lnTo>
                      <a:pt x="5610" y="1563"/>
                    </a:lnTo>
                    <a:lnTo>
                      <a:pt x="5456" y="1319"/>
                    </a:lnTo>
                    <a:lnTo>
                      <a:pt x="5290" y="1089"/>
                    </a:lnTo>
                    <a:lnTo>
                      <a:pt x="5098" y="871"/>
                    </a:lnTo>
                    <a:lnTo>
                      <a:pt x="4880" y="679"/>
                    </a:lnTo>
                    <a:lnTo>
                      <a:pt x="4649" y="512"/>
                    </a:lnTo>
                    <a:lnTo>
                      <a:pt x="4406" y="359"/>
                    </a:lnTo>
                    <a:lnTo>
                      <a:pt x="4150" y="231"/>
                    </a:lnTo>
                    <a:lnTo>
                      <a:pt x="3868" y="128"/>
                    </a:lnTo>
                    <a:lnTo>
                      <a:pt x="3586" y="64"/>
                    </a:lnTo>
                    <a:lnTo>
                      <a:pt x="3292" y="13"/>
                    </a:lnTo>
                    <a:lnTo>
                      <a:pt x="3138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40"/>
              <p:cNvSpPr/>
              <p:nvPr/>
            </p:nvSpPr>
            <p:spPr>
              <a:xfrm>
                <a:off x="6561745" y="3952981"/>
                <a:ext cx="12531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971" extrusionOk="0">
                    <a:moveTo>
                      <a:pt x="1780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37" y="231"/>
                    </a:lnTo>
                    <a:lnTo>
                      <a:pt x="871" y="333"/>
                    </a:lnTo>
                    <a:lnTo>
                      <a:pt x="717" y="448"/>
                    </a:lnTo>
                    <a:lnTo>
                      <a:pt x="576" y="577"/>
                    </a:lnTo>
                    <a:lnTo>
                      <a:pt x="448" y="717"/>
                    </a:lnTo>
                    <a:lnTo>
                      <a:pt x="333" y="871"/>
                    </a:lnTo>
                    <a:lnTo>
                      <a:pt x="243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8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38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3" y="2933"/>
                    </a:lnTo>
                    <a:lnTo>
                      <a:pt x="333" y="3087"/>
                    </a:lnTo>
                    <a:lnTo>
                      <a:pt x="448" y="3241"/>
                    </a:lnTo>
                    <a:lnTo>
                      <a:pt x="576" y="3381"/>
                    </a:lnTo>
                    <a:lnTo>
                      <a:pt x="717" y="3510"/>
                    </a:lnTo>
                    <a:lnTo>
                      <a:pt x="871" y="3625"/>
                    </a:lnTo>
                    <a:lnTo>
                      <a:pt x="1037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80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82" y="3932"/>
                    </a:lnTo>
                    <a:lnTo>
                      <a:pt x="2574" y="3881"/>
                    </a:lnTo>
                    <a:lnTo>
                      <a:pt x="2754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7" y="3087"/>
                    </a:lnTo>
                    <a:lnTo>
                      <a:pt x="3727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2" y="2382"/>
                    </a:lnTo>
                    <a:lnTo>
                      <a:pt x="3958" y="2178"/>
                    </a:lnTo>
                    <a:lnTo>
                      <a:pt x="3970" y="1985"/>
                    </a:lnTo>
                    <a:lnTo>
                      <a:pt x="3958" y="1780"/>
                    </a:lnTo>
                    <a:lnTo>
                      <a:pt x="3932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27" y="1038"/>
                    </a:lnTo>
                    <a:lnTo>
                      <a:pt x="3637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54" y="154"/>
                    </a:lnTo>
                    <a:lnTo>
                      <a:pt x="2574" y="90"/>
                    </a:lnTo>
                    <a:lnTo>
                      <a:pt x="2382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40"/>
              <p:cNvSpPr/>
              <p:nvPr/>
            </p:nvSpPr>
            <p:spPr>
              <a:xfrm>
                <a:off x="6597310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69" y="0"/>
                    </a:moveTo>
                    <a:lnTo>
                      <a:pt x="692" y="13"/>
                    </a:lnTo>
                    <a:lnTo>
                      <a:pt x="602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08" y="192"/>
                    </a:lnTo>
                    <a:lnTo>
                      <a:pt x="256" y="244"/>
                    </a:lnTo>
                    <a:lnTo>
                      <a:pt x="192" y="308"/>
                    </a:lnTo>
                    <a:lnTo>
                      <a:pt x="141" y="372"/>
                    </a:lnTo>
                    <a:lnTo>
                      <a:pt x="103" y="449"/>
                    </a:lnTo>
                    <a:lnTo>
                      <a:pt x="64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0" y="769"/>
                    </a:lnTo>
                    <a:lnTo>
                      <a:pt x="0" y="858"/>
                    </a:lnTo>
                    <a:lnTo>
                      <a:pt x="0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4" y="1191"/>
                    </a:lnTo>
                    <a:lnTo>
                      <a:pt x="103" y="1268"/>
                    </a:lnTo>
                    <a:lnTo>
                      <a:pt x="141" y="1332"/>
                    </a:lnTo>
                    <a:lnTo>
                      <a:pt x="192" y="1396"/>
                    </a:lnTo>
                    <a:lnTo>
                      <a:pt x="256" y="1460"/>
                    </a:lnTo>
                    <a:lnTo>
                      <a:pt x="308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02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191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16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191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40"/>
              <p:cNvSpPr/>
              <p:nvPr/>
            </p:nvSpPr>
            <p:spPr>
              <a:xfrm>
                <a:off x="6202396" y="3921455"/>
                <a:ext cx="18798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5956" extrusionOk="0">
                    <a:moveTo>
                      <a:pt x="2819" y="0"/>
                    </a:moveTo>
                    <a:lnTo>
                      <a:pt x="2678" y="13"/>
                    </a:lnTo>
                    <a:lnTo>
                      <a:pt x="2383" y="64"/>
                    </a:lnTo>
                    <a:lnTo>
                      <a:pt x="2089" y="128"/>
                    </a:lnTo>
                    <a:lnTo>
                      <a:pt x="1820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7" y="679"/>
                    </a:lnTo>
                    <a:lnTo>
                      <a:pt x="872" y="871"/>
                    </a:lnTo>
                    <a:lnTo>
                      <a:pt x="680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9" y="2088"/>
                    </a:lnTo>
                    <a:lnTo>
                      <a:pt x="65" y="2382"/>
                    </a:lnTo>
                    <a:lnTo>
                      <a:pt x="14" y="2677"/>
                    </a:lnTo>
                    <a:lnTo>
                      <a:pt x="1" y="2831"/>
                    </a:lnTo>
                    <a:lnTo>
                      <a:pt x="1" y="2984"/>
                    </a:lnTo>
                    <a:lnTo>
                      <a:pt x="1" y="3138"/>
                    </a:lnTo>
                    <a:lnTo>
                      <a:pt x="14" y="3279"/>
                    </a:lnTo>
                    <a:lnTo>
                      <a:pt x="65" y="3586"/>
                    </a:lnTo>
                    <a:lnTo>
                      <a:pt x="129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80" y="4880"/>
                    </a:lnTo>
                    <a:lnTo>
                      <a:pt x="872" y="5085"/>
                    </a:lnTo>
                    <a:lnTo>
                      <a:pt x="1077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20" y="5725"/>
                    </a:lnTo>
                    <a:lnTo>
                      <a:pt x="2089" y="5828"/>
                    </a:lnTo>
                    <a:lnTo>
                      <a:pt x="2383" y="5905"/>
                    </a:lnTo>
                    <a:lnTo>
                      <a:pt x="2678" y="5943"/>
                    </a:lnTo>
                    <a:lnTo>
                      <a:pt x="2819" y="5956"/>
                    </a:lnTo>
                    <a:lnTo>
                      <a:pt x="3126" y="5956"/>
                    </a:lnTo>
                    <a:lnTo>
                      <a:pt x="3280" y="5943"/>
                    </a:lnTo>
                    <a:lnTo>
                      <a:pt x="3574" y="5905"/>
                    </a:lnTo>
                    <a:lnTo>
                      <a:pt x="3869" y="5828"/>
                    </a:lnTo>
                    <a:lnTo>
                      <a:pt x="4138" y="5725"/>
                    </a:lnTo>
                    <a:lnTo>
                      <a:pt x="4394" y="5597"/>
                    </a:lnTo>
                    <a:lnTo>
                      <a:pt x="4650" y="5456"/>
                    </a:lnTo>
                    <a:lnTo>
                      <a:pt x="4868" y="5277"/>
                    </a:lnTo>
                    <a:lnTo>
                      <a:pt x="5086" y="5085"/>
                    </a:lnTo>
                    <a:lnTo>
                      <a:pt x="5278" y="4880"/>
                    </a:lnTo>
                    <a:lnTo>
                      <a:pt x="5444" y="4649"/>
                    </a:lnTo>
                    <a:lnTo>
                      <a:pt x="5598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4" y="3279"/>
                    </a:lnTo>
                    <a:lnTo>
                      <a:pt x="5957" y="3138"/>
                    </a:lnTo>
                    <a:lnTo>
                      <a:pt x="5957" y="2984"/>
                    </a:lnTo>
                    <a:lnTo>
                      <a:pt x="5957" y="2831"/>
                    </a:lnTo>
                    <a:lnTo>
                      <a:pt x="5944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8" y="1563"/>
                    </a:lnTo>
                    <a:lnTo>
                      <a:pt x="5444" y="1319"/>
                    </a:lnTo>
                    <a:lnTo>
                      <a:pt x="5278" y="1089"/>
                    </a:lnTo>
                    <a:lnTo>
                      <a:pt x="5086" y="871"/>
                    </a:lnTo>
                    <a:lnTo>
                      <a:pt x="4868" y="679"/>
                    </a:lnTo>
                    <a:lnTo>
                      <a:pt x="4650" y="512"/>
                    </a:lnTo>
                    <a:lnTo>
                      <a:pt x="4394" y="359"/>
                    </a:lnTo>
                    <a:lnTo>
                      <a:pt x="4138" y="231"/>
                    </a:lnTo>
                    <a:lnTo>
                      <a:pt x="3869" y="128"/>
                    </a:lnTo>
                    <a:lnTo>
                      <a:pt x="3574" y="64"/>
                    </a:lnTo>
                    <a:lnTo>
                      <a:pt x="3280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40"/>
              <p:cNvSpPr/>
              <p:nvPr/>
            </p:nvSpPr>
            <p:spPr>
              <a:xfrm>
                <a:off x="6233544" y="3952981"/>
                <a:ext cx="12572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3971" extrusionOk="0">
                    <a:moveTo>
                      <a:pt x="1793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50" y="231"/>
                    </a:lnTo>
                    <a:lnTo>
                      <a:pt x="884" y="333"/>
                    </a:lnTo>
                    <a:lnTo>
                      <a:pt x="730" y="448"/>
                    </a:lnTo>
                    <a:lnTo>
                      <a:pt x="589" y="577"/>
                    </a:lnTo>
                    <a:lnTo>
                      <a:pt x="461" y="717"/>
                    </a:lnTo>
                    <a:lnTo>
                      <a:pt x="346" y="871"/>
                    </a:lnTo>
                    <a:lnTo>
                      <a:pt x="243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51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51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3" y="2933"/>
                    </a:lnTo>
                    <a:lnTo>
                      <a:pt x="346" y="3087"/>
                    </a:lnTo>
                    <a:lnTo>
                      <a:pt x="461" y="3241"/>
                    </a:lnTo>
                    <a:lnTo>
                      <a:pt x="589" y="3381"/>
                    </a:lnTo>
                    <a:lnTo>
                      <a:pt x="730" y="3510"/>
                    </a:lnTo>
                    <a:lnTo>
                      <a:pt x="884" y="3625"/>
                    </a:lnTo>
                    <a:lnTo>
                      <a:pt x="1050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93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95" y="3932"/>
                    </a:lnTo>
                    <a:lnTo>
                      <a:pt x="2587" y="3881"/>
                    </a:lnTo>
                    <a:lnTo>
                      <a:pt x="2767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2" y="2382"/>
                    </a:lnTo>
                    <a:lnTo>
                      <a:pt x="3971" y="2178"/>
                    </a:lnTo>
                    <a:lnTo>
                      <a:pt x="3983" y="1985"/>
                    </a:lnTo>
                    <a:lnTo>
                      <a:pt x="3971" y="1780"/>
                    </a:lnTo>
                    <a:lnTo>
                      <a:pt x="3932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67" y="154"/>
                    </a:lnTo>
                    <a:lnTo>
                      <a:pt x="2587" y="90"/>
                    </a:lnTo>
                    <a:lnTo>
                      <a:pt x="2395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40"/>
              <p:cNvSpPr/>
              <p:nvPr/>
            </p:nvSpPr>
            <p:spPr>
              <a:xfrm>
                <a:off x="6269110" y="3988547"/>
                <a:ext cx="5459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717" extrusionOk="0">
                    <a:moveTo>
                      <a:pt x="781" y="0"/>
                    </a:moveTo>
                    <a:lnTo>
                      <a:pt x="692" y="13"/>
                    </a:lnTo>
                    <a:lnTo>
                      <a:pt x="615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20" y="192"/>
                    </a:lnTo>
                    <a:lnTo>
                      <a:pt x="256" y="244"/>
                    </a:lnTo>
                    <a:lnTo>
                      <a:pt x="205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7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3" y="769"/>
                    </a:lnTo>
                    <a:lnTo>
                      <a:pt x="0" y="858"/>
                    </a:lnTo>
                    <a:lnTo>
                      <a:pt x="13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7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5" y="1396"/>
                    </a:lnTo>
                    <a:lnTo>
                      <a:pt x="256" y="1460"/>
                    </a:lnTo>
                    <a:lnTo>
                      <a:pt x="320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15" y="1678"/>
                    </a:lnTo>
                    <a:lnTo>
                      <a:pt x="692" y="1691"/>
                    </a:lnTo>
                    <a:lnTo>
                      <a:pt x="781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204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91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29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91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204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40"/>
              <p:cNvSpPr/>
              <p:nvPr/>
            </p:nvSpPr>
            <p:spPr>
              <a:xfrm>
                <a:off x="6836581" y="3921455"/>
                <a:ext cx="18798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5956" extrusionOk="0">
                    <a:moveTo>
                      <a:pt x="2818" y="0"/>
                    </a:moveTo>
                    <a:lnTo>
                      <a:pt x="2677" y="13"/>
                    </a:lnTo>
                    <a:lnTo>
                      <a:pt x="2383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64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64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83" y="5905"/>
                    </a:lnTo>
                    <a:lnTo>
                      <a:pt x="2677" y="5943"/>
                    </a:lnTo>
                    <a:lnTo>
                      <a:pt x="2818" y="5956"/>
                    </a:lnTo>
                    <a:lnTo>
                      <a:pt x="3126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68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56" y="3138"/>
                    </a:lnTo>
                    <a:lnTo>
                      <a:pt x="5956" y="2984"/>
                    </a:lnTo>
                    <a:lnTo>
                      <a:pt x="5956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68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40"/>
              <p:cNvSpPr/>
              <p:nvPr/>
            </p:nvSpPr>
            <p:spPr>
              <a:xfrm>
                <a:off x="6867697" y="3952981"/>
                <a:ext cx="125346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971" extrusionOk="0">
                    <a:moveTo>
                      <a:pt x="1794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84" y="333"/>
                    </a:lnTo>
                    <a:lnTo>
                      <a:pt x="731" y="448"/>
                    </a:lnTo>
                    <a:lnTo>
                      <a:pt x="590" y="577"/>
                    </a:lnTo>
                    <a:lnTo>
                      <a:pt x="462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62" y="3241"/>
                    </a:lnTo>
                    <a:lnTo>
                      <a:pt x="590" y="3381"/>
                    </a:lnTo>
                    <a:lnTo>
                      <a:pt x="731" y="3510"/>
                    </a:lnTo>
                    <a:lnTo>
                      <a:pt x="884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94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96" y="3932"/>
                    </a:lnTo>
                    <a:lnTo>
                      <a:pt x="2588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3" y="2382"/>
                    </a:lnTo>
                    <a:lnTo>
                      <a:pt x="3971" y="2178"/>
                    </a:lnTo>
                    <a:lnTo>
                      <a:pt x="3971" y="1985"/>
                    </a:lnTo>
                    <a:lnTo>
                      <a:pt x="3971" y="1780"/>
                    </a:lnTo>
                    <a:lnTo>
                      <a:pt x="3933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88" y="90"/>
                    </a:lnTo>
                    <a:lnTo>
                      <a:pt x="2396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40"/>
              <p:cNvSpPr/>
              <p:nvPr/>
            </p:nvSpPr>
            <p:spPr>
              <a:xfrm>
                <a:off x="6903263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82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21" y="192"/>
                    </a:lnTo>
                    <a:lnTo>
                      <a:pt x="257" y="244"/>
                    </a:lnTo>
                    <a:lnTo>
                      <a:pt x="206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8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4" y="769"/>
                    </a:lnTo>
                    <a:lnTo>
                      <a:pt x="1" y="858"/>
                    </a:lnTo>
                    <a:lnTo>
                      <a:pt x="14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8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6" y="1396"/>
                    </a:lnTo>
                    <a:lnTo>
                      <a:pt x="257" y="1460"/>
                    </a:lnTo>
                    <a:lnTo>
                      <a:pt x="321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82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205" y="1640"/>
                    </a:lnTo>
                    <a:lnTo>
                      <a:pt x="1269" y="1614"/>
                    </a:lnTo>
                    <a:lnTo>
                      <a:pt x="1346" y="1563"/>
                    </a:lnTo>
                    <a:lnTo>
                      <a:pt x="1410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9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9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10" y="192"/>
                    </a:lnTo>
                    <a:lnTo>
                      <a:pt x="1346" y="141"/>
                    </a:lnTo>
                    <a:lnTo>
                      <a:pt x="1269" y="103"/>
                    </a:lnTo>
                    <a:lnTo>
                      <a:pt x="1205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40"/>
              <p:cNvSpPr/>
              <p:nvPr/>
            </p:nvSpPr>
            <p:spPr>
              <a:xfrm>
                <a:off x="5896444" y="3921455"/>
                <a:ext cx="187956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6" h="5956" extrusionOk="0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125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55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13" y="4137"/>
                    </a:lnTo>
                    <a:lnTo>
                      <a:pt x="5815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43" y="3138"/>
                    </a:lnTo>
                    <a:lnTo>
                      <a:pt x="5956" y="2984"/>
                    </a:lnTo>
                    <a:lnTo>
                      <a:pt x="5943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15" y="2088"/>
                    </a:lnTo>
                    <a:lnTo>
                      <a:pt x="5713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55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5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40"/>
              <p:cNvSpPr/>
              <p:nvPr/>
            </p:nvSpPr>
            <p:spPr>
              <a:xfrm>
                <a:off x="5927560" y="3952981"/>
                <a:ext cx="12531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971" extrusionOk="0">
                    <a:moveTo>
                      <a:pt x="1781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71" y="333"/>
                    </a:lnTo>
                    <a:lnTo>
                      <a:pt x="718" y="448"/>
                    </a:lnTo>
                    <a:lnTo>
                      <a:pt x="577" y="577"/>
                    </a:lnTo>
                    <a:lnTo>
                      <a:pt x="449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49" y="3241"/>
                    </a:lnTo>
                    <a:lnTo>
                      <a:pt x="577" y="3381"/>
                    </a:lnTo>
                    <a:lnTo>
                      <a:pt x="718" y="3510"/>
                    </a:lnTo>
                    <a:lnTo>
                      <a:pt x="871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81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83" y="3932"/>
                    </a:lnTo>
                    <a:lnTo>
                      <a:pt x="2575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3" y="2382"/>
                    </a:lnTo>
                    <a:lnTo>
                      <a:pt x="3958" y="2178"/>
                    </a:lnTo>
                    <a:lnTo>
                      <a:pt x="3971" y="1985"/>
                    </a:lnTo>
                    <a:lnTo>
                      <a:pt x="3958" y="1780"/>
                    </a:lnTo>
                    <a:lnTo>
                      <a:pt x="3933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75" y="90"/>
                    </a:lnTo>
                    <a:lnTo>
                      <a:pt x="2383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40"/>
              <p:cNvSpPr/>
              <p:nvPr/>
            </p:nvSpPr>
            <p:spPr>
              <a:xfrm>
                <a:off x="5963126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69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08" y="192"/>
                    </a:lnTo>
                    <a:lnTo>
                      <a:pt x="257" y="244"/>
                    </a:lnTo>
                    <a:lnTo>
                      <a:pt x="193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65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1" y="769"/>
                    </a:lnTo>
                    <a:lnTo>
                      <a:pt x="1" y="858"/>
                    </a:lnTo>
                    <a:lnTo>
                      <a:pt x="1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5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193" y="1396"/>
                    </a:lnTo>
                    <a:lnTo>
                      <a:pt x="257" y="1460"/>
                    </a:lnTo>
                    <a:lnTo>
                      <a:pt x="308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192" y="1640"/>
                    </a:lnTo>
                    <a:lnTo>
                      <a:pt x="1269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9" y="103"/>
                    </a:lnTo>
                    <a:lnTo>
                      <a:pt x="1192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12" name="Google Shape;2112;p40"/>
          <p:cNvGrpSpPr/>
          <p:nvPr/>
        </p:nvGrpSpPr>
        <p:grpSpPr>
          <a:xfrm>
            <a:off x="457202" y="1180300"/>
            <a:ext cx="1948882" cy="1156405"/>
            <a:chOff x="457202" y="1180300"/>
            <a:chExt cx="1948882" cy="1156405"/>
          </a:xfrm>
        </p:grpSpPr>
        <p:grpSp>
          <p:nvGrpSpPr>
            <p:cNvPr id="2113" name="Google Shape;2113;p40"/>
            <p:cNvGrpSpPr/>
            <p:nvPr/>
          </p:nvGrpSpPr>
          <p:grpSpPr>
            <a:xfrm>
              <a:off x="457202" y="1512105"/>
              <a:ext cx="1948882" cy="824600"/>
              <a:chOff x="457200" y="959300"/>
              <a:chExt cx="2061000" cy="824600"/>
            </a:xfrm>
          </p:grpSpPr>
          <p:sp>
            <p:nvSpPr>
              <p:cNvPr id="2114" name="Google Shape;2114;p40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Mercury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15" name="Google Shape;2115;p40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16" name="Google Shape;2116;p40"/>
            <p:cNvSpPr txBox="1"/>
            <p:nvPr/>
          </p:nvSpPr>
          <p:spPr>
            <a:xfrm>
              <a:off x="457202" y="1180300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10%</a:t>
              </a:r>
              <a:endParaRPr sz="2400" b="1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17" name="Google Shape;2117;p40"/>
          <p:cNvGrpSpPr/>
          <p:nvPr/>
        </p:nvGrpSpPr>
        <p:grpSpPr>
          <a:xfrm>
            <a:off x="6737906" y="1178050"/>
            <a:ext cx="1948892" cy="1156389"/>
            <a:chOff x="6737906" y="1178050"/>
            <a:chExt cx="1948892" cy="1156389"/>
          </a:xfrm>
        </p:grpSpPr>
        <p:grpSp>
          <p:nvGrpSpPr>
            <p:cNvPr id="2118" name="Google Shape;2118;p40"/>
            <p:cNvGrpSpPr/>
            <p:nvPr/>
          </p:nvGrpSpPr>
          <p:grpSpPr>
            <a:xfrm>
              <a:off x="6737906" y="1509839"/>
              <a:ext cx="1948882" cy="824600"/>
              <a:chOff x="457200" y="2087425"/>
              <a:chExt cx="2061000" cy="824600"/>
            </a:xfrm>
          </p:grpSpPr>
          <p:sp>
            <p:nvSpPr>
              <p:cNvPr id="2119" name="Google Shape;2119;p40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Jupiter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20" name="Google Shape;2120;p40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Jupiter is a gas giant and the biggest planet</a:t>
                </a:r>
                <a:endParaRPr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21" name="Google Shape;2121;p40"/>
            <p:cNvSpPr txBox="1"/>
            <p:nvPr/>
          </p:nvSpPr>
          <p:spPr>
            <a:xfrm>
              <a:off x="7943698" y="1178050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30%</a:t>
              </a:r>
              <a:endParaRPr sz="2400" b="1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2" name="Google Shape;2122;p40"/>
          <p:cNvGrpSpPr/>
          <p:nvPr/>
        </p:nvGrpSpPr>
        <p:grpSpPr>
          <a:xfrm>
            <a:off x="457202" y="2930001"/>
            <a:ext cx="1948882" cy="1181734"/>
            <a:chOff x="457202" y="2930001"/>
            <a:chExt cx="1948882" cy="1181734"/>
          </a:xfrm>
        </p:grpSpPr>
        <p:grpSp>
          <p:nvGrpSpPr>
            <p:cNvPr id="2123" name="Google Shape;2123;p40"/>
            <p:cNvGrpSpPr/>
            <p:nvPr/>
          </p:nvGrpSpPr>
          <p:grpSpPr>
            <a:xfrm>
              <a:off x="457202" y="3287135"/>
              <a:ext cx="1948882" cy="824600"/>
              <a:chOff x="457200" y="959300"/>
              <a:chExt cx="2061000" cy="824600"/>
            </a:xfrm>
          </p:grpSpPr>
          <p:sp>
            <p:nvSpPr>
              <p:cNvPr id="2124" name="Google Shape;2124;p40"/>
              <p:cNvSpPr txBox="1"/>
              <p:nvPr/>
            </p:nvSpPr>
            <p:spPr>
              <a:xfrm>
                <a:off x="457200" y="959300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Neptune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25" name="Google Shape;2125;p40"/>
              <p:cNvSpPr txBox="1"/>
              <p:nvPr/>
            </p:nvSpPr>
            <p:spPr>
              <a:xfrm>
                <a:off x="457200" y="1300900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It’s the farthest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26" name="Google Shape;2126;p40"/>
            <p:cNvSpPr txBox="1"/>
            <p:nvPr/>
          </p:nvSpPr>
          <p:spPr>
            <a:xfrm>
              <a:off x="457202" y="2930001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20%</a:t>
              </a:r>
              <a:endParaRPr sz="2400" b="1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127" name="Google Shape;2127;p40"/>
          <p:cNvGrpSpPr/>
          <p:nvPr/>
        </p:nvGrpSpPr>
        <p:grpSpPr>
          <a:xfrm>
            <a:off x="6737906" y="2927753"/>
            <a:ext cx="1948892" cy="1181732"/>
            <a:chOff x="6737906" y="2927753"/>
            <a:chExt cx="1948892" cy="1181732"/>
          </a:xfrm>
        </p:grpSpPr>
        <p:grpSp>
          <p:nvGrpSpPr>
            <p:cNvPr id="2128" name="Google Shape;2128;p40"/>
            <p:cNvGrpSpPr/>
            <p:nvPr/>
          </p:nvGrpSpPr>
          <p:grpSpPr>
            <a:xfrm>
              <a:off x="6737906" y="3284885"/>
              <a:ext cx="1948882" cy="824600"/>
              <a:chOff x="457200" y="2087425"/>
              <a:chExt cx="2061000" cy="824600"/>
            </a:xfrm>
          </p:grpSpPr>
          <p:sp>
            <p:nvSpPr>
              <p:cNvPr id="2129" name="Google Shape;2129;p40"/>
              <p:cNvSpPr txBox="1"/>
              <p:nvPr/>
            </p:nvSpPr>
            <p:spPr>
              <a:xfrm>
                <a:off x="457200" y="2087425"/>
                <a:ext cx="20610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Mars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30" name="Google Shape;2130;p40"/>
              <p:cNvSpPr txBox="1"/>
              <p:nvPr/>
            </p:nvSpPr>
            <p:spPr>
              <a:xfrm>
                <a:off x="457200" y="2429025"/>
                <a:ext cx="2061000" cy="48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Despite being red, Mars is a cold place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31" name="Google Shape;2131;p40"/>
            <p:cNvSpPr txBox="1"/>
            <p:nvPr/>
          </p:nvSpPr>
          <p:spPr>
            <a:xfrm>
              <a:off x="7943698" y="2927753"/>
              <a:ext cx="7431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40%</a:t>
              </a:r>
              <a:endParaRPr sz="2400" b="1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4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137" name="Google Shape;2137;p41"/>
          <p:cNvGrpSpPr/>
          <p:nvPr/>
        </p:nvGrpSpPr>
        <p:grpSpPr>
          <a:xfrm>
            <a:off x="3476550" y="1157425"/>
            <a:ext cx="2190899" cy="687575"/>
            <a:chOff x="457201" y="1091275"/>
            <a:chExt cx="2190899" cy="687575"/>
          </a:xfrm>
        </p:grpSpPr>
        <p:grpSp>
          <p:nvGrpSpPr>
            <p:cNvPr id="2138" name="Google Shape;2138;p41"/>
            <p:cNvGrpSpPr/>
            <p:nvPr/>
          </p:nvGrpSpPr>
          <p:grpSpPr>
            <a:xfrm>
              <a:off x="457201" y="1105450"/>
              <a:ext cx="2057400" cy="673400"/>
              <a:chOff x="457201" y="1105450"/>
              <a:chExt cx="2057400" cy="673400"/>
            </a:xfrm>
          </p:grpSpPr>
          <p:sp>
            <p:nvSpPr>
              <p:cNvPr id="2139" name="Google Shape;2139;p41"/>
              <p:cNvSpPr txBox="1"/>
              <p:nvPr/>
            </p:nvSpPr>
            <p:spPr>
              <a:xfrm>
                <a:off x="457201" y="1105450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Disease diagnosis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40" name="Google Shape;2140;p41"/>
              <p:cNvSpPr txBox="1"/>
              <p:nvPr/>
            </p:nvSpPr>
            <p:spPr>
              <a:xfrm>
                <a:off x="457201" y="1447050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Venus has a beautiful name, but it’s hot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41" name="Google Shape;2141;p41"/>
            <p:cNvSpPr/>
            <p:nvPr/>
          </p:nvSpPr>
          <p:spPr>
            <a:xfrm>
              <a:off x="2514600" y="1091275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2" name="Google Shape;2142;p41"/>
          <p:cNvGrpSpPr/>
          <p:nvPr/>
        </p:nvGrpSpPr>
        <p:grpSpPr>
          <a:xfrm>
            <a:off x="761925" y="1157425"/>
            <a:ext cx="2190900" cy="682800"/>
            <a:chOff x="457200" y="2574463"/>
            <a:chExt cx="2190900" cy="682800"/>
          </a:xfrm>
        </p:grpSpPr>
        <p:grpSp>
          <p:nvGrpSpPr>
            <p:cNvPr id="2143" name="Google Shape;2143;p41"/>
            <p:cNvGrpSpPr/>
            <p:nvPr/>
          </p:nvGrpSpPr>
          <p:grpSpPr>
            <a:xfrm>
              <a:off x="457200" y="2579175"/>
              <a:ext cx="2057411" cy="673400"/>
              <a:chOff x="457200" y="2579175"/>
              <a:chExt cx="2057411" cy="673400"/>
            </a:xfrm>
          </p:grpSpPr>
          <p:sp>
            <p:nvSpPr>
              <p:cNvPr id="2144" name="Google Shape;2144;p41"/>
              <p:cNvSpPr txBox="1"/>
              <p:nvPr/>
            </p:nvSpPr>
            <p:spPr>
              <a:xfrm>
                <a:off x="457200" y="25791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Biochemical analysis</a:t>
                </a:r>
                <a:endParaRPr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45" name="Google Shape;2145;p41"/>
              <p:cNvSpPr txBox="1"/>
              <p:nvPr/>
            </p:nvSpPr>
            <p:spPr>
              <a:xfrm>
                <a:off x="457211" y="29207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Mercury is the closest planet to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46" name="Google Shape;2146;p41"/>
            <p:cNvSpPr/>
            <p:nvPr/>
          </p:nvSpPr>
          <p:spPr>
            <a:xfrm>
              <a:off x="2514600" y="2574463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7" name="Google Shape;2147;p41"/>
          <p:cNvGrpSpPr/>
          <p:nvPr/>
        </p:nvGrpSpPr>
        <p:grpSpPr>
          <a:xfrm>
            <a:off x="6191175" y="1157425"/>
            <a:ext cx="2190900" cy="682800"/>
            <a:chOff x="457200" y="4052888"/>
            <a:chExt cx="2190900" cy="682800"/>
          </a:xfrm>
        </p:grpSpPr>
        <p:grpSp>
          <p:nvGrpSpPr>
            <p:cNvPr id="2148" name="Google Shape;2148;p41"/>
            <p:cNvGrpSpPr/>
            <p:nvPr/>
          </p:nvGrpSpPr>
          <p:grpSpPr>
            <a:xfrm>
              <a:off x="457200" y="4057675"/>
              <a:ext cx="2057412" cy="673402"/>
              <a:chOff x="457200" y="4057675"/>
              <a:chExt cx="2057412" cy="673402"/>
            </a:xfrm>
          </p:grpSpPr>
          <p:sp>
            <p:nvSpPr>
              <p:cNvPr id="2149" name="Google Shape;2149;p41"/>
              <p:cNvSpPr txBox="1"/>
              <p:nvPr/>
            </p:nvSpPr>
            <p:spPr>
              <a:xfrm>
                <a:off x="457200" y="4057675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Drug discovery</a:t>
                </a:r>
                <a:endParaRPr sz="1800" b="1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50" name="Google Shape;2150;p41"/>
              <p:cNvSpPr txBox="1"/>
              <p:nvPr/>
            </p:nvSpPr>
            <p:spPr>
              <a:xfrm>
                <a:off x="457211" y="4399277"/>
                <a:ext cx="2057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latin typeface="Roboto"/>
                    <a:ea typeface="Roboto"/>
                    <a:cs typeface="Roboto"/>
                    <a:sym typeface="Roboto"/>
                  </a:rPr>
                  <a:t>The Earth is the third planet from the Sun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2151" name="Google Shape;2151;p41"/>
            <p:cNvSpPr/>
            <p:nvPr/>
          </p:nvSpPr>
          <p:spPr>
            <a:xfrm>
              <a:off x="2514600" y="4052888"/>
              <a:ext cx="133500" cy="6828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2152;p41"/>
          <p:cNvGrpSpPr/>
          <p:nvPr/>
        </p:nvGrpSpPr>
        <p:grpSpPr>
          <a:xfrm flipH="1">
            <a:off x="2190801" y="2219569"/>
            <a:ext cx="4762569" cy="2450834"/>
            <a:chOff x="2190801" y="2219569"/>
            <a:chExt cx="4762569" cy="2450834"/>
          </a:xfrm>
        </p:grpSpPr>
        <p:sp>
          <p:nvSpPr>
            <p:cNvPr id="2153" name="Google Shape;2153;p41"/>
            <p:cNvSpPr/>
            <p:nvPr/>
          </p:nvSpPr>
          <p:spPr>
            <a:xfrm rot="5400000">
              <a:off x="6246122" y="3081577"/>
              <a:ext cx="773113" cy="502416"/>
            </a:xfrm>
            <a:custGeom>
              <a:avLst/>
              <a:gdLst/>
              <a:ahLst/>
              <a:cxnLst/>
              <a:rect l="l" t="t" r="r" b="b"/>
              <a:pathLst>
                <a:path w="9402" h="6110" extrusionOk="0">
                  <a:moveTo>
                    <a:pt x="590" y="0"/>
                  </a:moveTo>
                  <a:lnTo>
                    <a:pt x="475" y="13"/>
                  </a:lnTo>
                  <a:lnTo>
                    <a:pt x="360" y="52"/>
                  </a:lnTo>
                  <a:lnTo>
                    <a:pt x="244" y="116"/>
                  </a:lnTo>
                  <a:lnTo>
                    <a:pt x="155" y="192"/>
                  </a:lnTo>
                  <a:lnTo>
                    <a:pt x="91" y="282"/>
                  </a:lnTo>
                  <a:lnTo>
                    <a:pt x="39" y="397"/>
                  </a:lnTo>
                  <a:lnTo>
                    <a:pt x="1" y="513"/>
                  </a:lnTo>
                  <a:lnTo>
                    <a:pt x="1" y="628"/>
                  </a:lnTo>
                  <a:lnTo>
                    <a:pt x="14" y="743"/>
                  </a:lnTo>
                  <a:lnTo>
                    <a:pt x="52" y="858"/>
                  </a:lnTo>
                  <a:lnTo>
                    <a:pt x="116" y="961"/>
                  </a:lnTo>
                  <a:lnTo>
                    <a:pt x="3626" y="5866"/>
                  </a:lnTo>
                  <a:lnTo>
                    <a:pt x="3677" y="5918"/>
                  </a:lnTo>
                  <a:lnTo>
                    <a:pt x="3728" y="5969"/>
                  </a:lnTo>
                  <a:lnTo>
                    <a:pt x="3779" y="6007"/>
                  </a:lnTo>
                  <a:lnTo>
                    <a:pt x="3843" y="6046"/>
                  </a:lnTo>
                  <a:lnTo>
                    <a:pt x="3907" y="6071"/>
                  </a:lnTo>
                  <a:lnTo>
                    <a:pt x="3984" y="6097"/>
                  </a:lnTo>
                  <a:lnTo>
                    <a:pt x="4048" y="6110"/>
                  </a:lnTo>
                  <a:lnTo>
                    <a:pt x="8787" y="6110"/>
                  </a:lnTo>
                  <a:lnTo>
                    <a:pt x="8915" y="6097"/>
                  </a:lnTo>
                  <a:lnTo>
                    <a:pt x="9030" y="6071"/>
                  </a:lnTo>
                  <a:lnTo>
                    <a:pt x="9133" y="6007"/>
                  </a:lnTo>
                  <a:lnTo>
                    <a:pt x="9223" y="5943"/>
                  </a:lnTo>
                  <a:lnTo>
                    <a:pt x="9299" y="5841"/>
                  </a:lnTo>
                  <a:lnTo>
                    <a:pt x="9351" y="5738"/>
                  </a:lnTo>
                  <a:lnTo>
                    <a:pt x="9389" y="5636"/>
                  </a:lnTo>
                  <a:lnTo>
                    <a:pt x="9402" y="5508"/>
                  </a:lnTo>
                  <a:lnTo>
                    <a:pt x="9389" y="5380"/>
                  </a:lnTo>
                  <a:lnTo>
                    <a:pt x="9351" y="5277"/>
                  </a:lnTo>
                  <a:lnTo>
                    <a:pt x="9299" y="5162"/>
                  </a:lnTo>
                  <a:lnTo>
                    <a:pt x="9223" y="5072"/>
                  </a:lnTo>
                  <a:lnTo>
                    <a:pt x="9133" y="5008"/>
                  </a:lnTo>
                  <a:lnTo>
                    <a:pt x="9030" y="4944"/>
                  </a:lnTo>
                  <a:lnTo>
                    <a:pt x="8915" y="4919"/>
                  </a:lnTo>
                  <a:lnTo>
                    <a:pt x="8787" y="4906"/>
                  </a:lnTo>
                  <a:lnTo>
                    <a:pt x="4432" y="4906"/>
                  </a:lnTo>
                  <a:lnTo>
                    <a:pt x="1102" y="256"/>
                  </a:lnTo>
                  <a:lnTo>
                    <a:pt x="1013" y="154"/>
                  </a:lnTo>
                  <a:lnTo>
                    <a:pt x="923" y="90"/>
                  </a:lnTo>
                  <a:lnTo>
                    <a:pt x="821" y="39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41"/>
            <p:cNvSpPr/>
            <p:nvPr/>
          </p:nvSpPr>
          <p:spPr>
            <a:xfrm rot="5400000">
              <a:off x="5640005" y="3252694"/>
              <a:ext cx="833140" cy="100154"/>
            </a:xfrm>
            <a:custGeom>
              <a:avLst/>
              <a:gdLst/>
              <a:ahLst/>
              <a:cxnLst/>
              <a:rect l="l" t="t" r="r" b="b"/>
              <a:pathLst>
                <a:path w="10132" h="1218" extrusionOk="0">
                  <a:moveTo>
                    <a:pt x="603" y="1"/>
                  </a:moveTo>
                  <a:lnTo>
                    <a:pt x="488" y="13"/>
                  </a:lnTo>
                  <a:lnTo>
                    <a:pt x="372" y="39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3"/>
                  </a:lnTo>
                  <a:lnTo>
                    <a:pt x="14" y="731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02"/>
                  </a:lnTo>
                  <a:lnTo>
                    <a:pt x="372" y="1166"/>
                  </a:lnTo>
                  <a:lnTo>
                    <a:pt x="488" y="1204"/>
                  </a:lnTo>
                  <a:lnTo>
                    <a:pt x="603" y="1217"/>
                  </a:lnTo>
                  <a:lnTo>
                    <a:pt x="9517" y="1217"/>
                  </a:lnTo>
                  <a:lnTo>
                    <a:pt x="9645" y="1204"/>
                  </a:lnTo>
                  <a:lnTo>
                    <a:pt x="9760" y="1166"/>
                  </a:lnTo>
                  <a:lnTo>
                    <a:pt x="9863" y="1102"/>
                  </a:lnTo>
                  <a:lnTo>
                    <a:pt x="9953" y="1038"/>
                  </a:lnTo>
                  <a:lnTo>
                    <a:pt x="10029" y="948"/>
                  </a:lnTo>
                  <a:lnTo>
                    <a:pt x="10081" y="846"/>
                  </a:lnTo>
                  <a:lnTo>
                    <a:pt x="10119" y="731"/>
                  </a:lnTo>
                  <a:lnTo>
                    <a:pt x="10132" y="603"/>
                  </a:lnTo>
                  <a:lnTo>
                    <a:pt x="10119" y="487"/>
                  </a:lnTo>
                  <a:lnTo>
                    <a:pt x="10081" y="372"/>
                  </a:lnTo>
                  <a:lnTo>
                    <a:pt x="10029" y="270"/>
                  </a:lnTo>
                  <a:lnTo>
                    <a:pt x="9953" y="180"/>
                  </a:lnTo>
                  <a:lnTo>
                    <a:pt x="9863" y="103"/>
                  </a:lnTo>
                  <a:lnTo>
                    <a:pt x="9760" y="39"/>
                  </a:lnTo>
                  <a:lnTo>
                    <a:pt x="9645" y="13"/>
                  </a:lnTo>
                  <a:lnTo>
                    <a:pt x="95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41"/>
            <p:cNvSpPr/>
            <p:nvPr/>
          </p:nvSpPr>
          <p:spPr>
            <a:xfrm rot="5400000">
              <a:off x="4963876" y="2950460"/>
              <a:ext cx="1182776" cy="354981"/>
            </a:xfrm>
            <a:custGeom>
              <a:avLst/>
              <a:gdLst/>
              <a:ahLst/>
              <a:cxnLst/>
              <a:rect l="l" t="t" r="r" b="b"/>
              <a:pathLst>
                <a:path w="14384" h="4317" extrusionOk="0">
                  <a:moveTo>
                    <a:pt x="10439" y="0"/>
                  </a:moveTo>
                  <a:lnTo>
                    <a:pt x="10324" y="13"/>
                  </a:lnTo>
                  <a:lnTo>
                    <a:pt x="10209" y="39"/>
                  </a:lnTo>
                  <a:lnTo>
                    <a:pt x="10106" y="90"/>
                  </a:lnTo>
                  <a:lnTo>
                    <a:pt x="10016" y="167"/>
                  </a:lnTo>
                  <a:lnTo>
                    <a:pt x="6917" y="3100"/>
                  </a:lnTo>
                  <a:lnTo>
                    <a:pt x="615" y="3100"/>
                  </a:lnTo>
                  <a:lnTo>
                    <a:pt x="487" y="3113"/>
                  </a:lnTo>
                  <a:lnTo>
                    <a:pt x="372" y="3151"/>
                  </a:lnTo>
                  <a:lnTo>
                    <a:pt x="270" y="3202"/>
                  </a:lnTo>
                  <a:lnTo>
                    <a:pt x="180" y="3279"/>
                  </a:lnTo>
                  <a:lnTo>
                    <a:pt x="103" y="3369"/>
                  </a:lnTo>
                  <a:lnTo>
                    <a:pt x="52" y="3471"/>
                  </a:lnTo>
                  <a:lnTo>
                    <a:pt x="13" y="3587"/>
                  </a:lnTo>
                  <a:lnTo>
                    <a:pt x="1" y="3715"/>
                  </a:lnTo>
                  <a:lnTo>
                    <a:pt x="13" y="3830"/>
                  </a:lnTo>
                  <a:lnTo>
                    <a:pt x="52" y="3945"/>
                  </a:lnTo>
                  <a:lnTo>
                    <a:pt x="103" y="4048"/>
                  </a:lnTo>
                  <a:lnTo>
                    <a:pt x="180" y="4137"/>
                  </a:lnTo>
                  <a:lnTo>
                    <a:pt x="270" y="4214"/>
                  </a:lnTo>
                  <a:lnTo>
                    <a:pt x="372" y="4265"/>
                  </a:lnTo>
                  <a:lnTo>
                    <a:pt x="487" y="4304"/>
                  </a:lnTo>
                  <a:lnTo>
                    <a:pt x="615" y="4317"/>
                  </a:lnTo>
                  <a:lnTo>
                    <a:pt x="7160" y="4317"/>
                  </a:lnTo>
                  <a:lnTo>
                    <a:pt x="7276" y="4304"/>
                  </a:lnTo>
                  <a:lnTo>
                    <a:pt x="7391" y="4278"/>
                  </a:lnTo>
                  <a:lnTo>
                    <a:pt x="7493" y="4227"/>
                  </a:lnTo>
                  <a:lnTo>
                    <a:pt x="7583" y="4150"/>
                  </a:lnTo>
                  <a:lnTo>
                    <a:pt x="10682" y="1217"/>
                  </a:lnTo>
                  <a:lnTo>
                    <a:pt x="13769" y="1217"/>
                  </a:lnTo>
                  <a:lnTo>
                    <a:pt x="13897" y="1204"/>
                  </a:lnTo>
                  <a:lnTo>
                    <a:pt x="14012" y="1166"/>
                  </a:lnTo>
                  <a:lnTo>
                    <a:pt x="14115" y="1115"/>
                  </a:lnTo>
                  <a:lnTo>
                    <a:pt x="14205" y="1038"/>
                  </a:lnTo>
                  <a:lnTo>
                    <a:pt x="14281" y="948"/>
                  </a:lnTo>
                  <a:lnTo>
                    <a:pt x="14333" y="846"/>
                  </a:lnTo>
                  <a:lnTo>
                    <a:pt x="14371" y="730"/>
                  </a:lnTo>
                  <a:lnTo>
                    <a:pt x="14384" y="602"/>
                  </a:lnTo>
                  <a:lnTo>
                    <a:pt x="14371" y="487"/>
                  </a:lnTo>
                  <a:lnTo>
                    <a:pt x="14333" y="372"/>
                  </a:lnTo>
                  <a:lnTo>
                    <a:pt x="14281" y="269"/>
                  </a:lnTo>
                  <a:lnTo>
                    <a:pt x="14205" y="180"/>
                  </a:lnTo>
                  <a:lnTo>
                    <a:pt x="14115" y="103"/>
                  </a:lnTo>
                  <a:lnTo>
                    <a:pt x="14012" y="52"/>
                  </a:lnTo>
                  <a:lnTo>
                    <a:pt x="13897" y="13"/>
                  </a:lnTo>
                  <a:lnTo>
                    <a:pt x="1376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41"/>
            <p:cNvSpPr/>
            <p:nvPr/>
          </p:nvSpPr>
          <p:spPr>
            <a:xfrm rot="5400000">
              <a:off x="4017621" y="2875178"/>
              <a:ext cx="1471316" cy="337055"/>
            </a:xfrm>
            <a:custGeom>
              <a:avLst/>
              <a:gdLst/>
              <a:ahLst/>
              <a:cxnLst/>
              <a:rect l="l" t="t" r="r" b="b"/>
              <a:pathLst>
                <a:path w="17893" h="4099" extrusionOk="0">
                  <a:moveTo>
                    <a:pt x="12590" y="0"/>
                  </a:moveTo>
                  <a:lnTo>
                    <a:pt x="12514" y="26"/>
                  </a:lnTo>
                  <a:lnTo>
                    <a:pt x="12450" y="39"/>
                  </a:lnTo>
                  <a:lnTo>
                    <a:pt x="12373" y="77"/>
                  </a:lnTo>
                  <a:lnTo>
                    <a:pt x="7301" y="2882"/>
                  </a:lnTo>
                  <a:lnTo>
                    <a:pt x="602" y="2882"/>
                  </a:lnTo>
                  <a:lnTo>
                    <a:pt x="474" y="2895"/>
                  </a:lnTo>
                  <a:lnTo>
                    <a:pt x="372" y="2933"/>
                  </a:lnTo>
                  <a:lnTo>
                    <a:pt x="256" y="2985"/>
                  </a:lnTo>
                  <a:lnTo>
                    <a:pt x="167" y="3062"/>
                  </a:lnTo>
                  <a:lnTo>
                    <a:pt x="103" y="3151"/>
                  </a:lnTo>
                  <a:lnTo>
                    <a:pt x="39" y="3254"/>
                  </a:lnTo>
                  <a:lnTo>
                    <a:pt x="13" y="3369"/>
                  </a:lnTo>
                  <a:lnTo>
                    <a:pt x="0" y="3497"/>
                  </a:lnTo>
                  <a:lnTo>
                    <a:pt x="13" y="3612"/>
                  </a:lnTo>
                  <a:lnTo>
                    <a:pt x="39" y="3728"/>
                  </a:lnTo>
                  <a:lnTo>
                    <a:pt x="103" y="3830"/>
                  </a:lnTo>
                  <a:lnTo>
                    <a:pt x="167" y="3920"/>
                  </a:lnTo>
                  <a:lnTo>
                    <a:pt x="256" y="3996"/>
                  </a:lnTo>
                  <a:lnTo>
                    <a:pt x="372" y="4048"/>
                  </a:lnTo>
                  <a:lnTo>
                    <a:pt x="474" y="4086"/>
                  </a:lnTo>
                  <a:lnTo>
                    <a:pt x="602" y="4099"/>
                  </a:lnTo>
                  <a:lnTo>
                    <a:pt x="7531" y="4099"/>
                  </a:lnTo>
                  <a:lnTo>
                    <a:pt x="7608" y="4073"/>
                  </a:lnTo>
                  <a:lnTo>
                    <a:pt x="7685" y="4061"/>
                  </a:lnTo>
                  <a:lnTo>
                    <a:pt x="7749" y="4022"/>
                  </a:lnTo>
                  <a:lnTo>
                    <a:pt x="12834" y="1217"/>
                  </a:lnTo>
                  <a:lnTo>
                    <a:pt x="17278" y="1217"/>
                  </a:lnTo>
                  <a:lnTo>
                    <a:pt x="17406" y="1204"/>
                  </a:lnTo>
                  <a:lnTo>
                    <a:pt x="17521" y="1166"/>
                  </a:lnTo>
                  <a:lnTo>
                    <a:pt x="17624" y="1115"/>
                  </a:lnTo>
                  <a:lnTo>
                    <a:pt x="17714" y="1038"/>
                  </a:lnTo>
                  <a:lnTo>
                    <a:pt x="17778" y="948"/>
                  </a:lnTo>
                  <a:lnTo>
                    <a:pt x="17842" y="846"/>
                  </a:lnTo>
                  <a:lnTo>
                    <a:pt x="17880" y="730"/>
                  </a:lnTo>
                  <a:lnTo>
                    <a:pt x="17893" y="602"/>
                  </a:lnTo>
                  <a:lnTo>
                    <a:pt x="17880" y="487"/>
                  </a:lnTo>
                  <a:lnTo>
                    <a:pt x="17842" y="372"/>
                  </a:lnTo>
                  <a:lnTo>
                    <a:pt x="17778" y="269"/>
                  </a:lnTo>
                  <a:lnTo>
                    <a:pt x="17714" y="180"/>
                  </a:lnTo>
                  <a:lnTo>
                    <a:pt x="17624" y="103"/>
                  </a:lnTo>
                  <a:lnTo>
                    <a:pt x="17521" y="52"/>
                  </a:lnTo>
                  <a:lnTo>
                    <a:pt x="17406" y="13"/>
                  </a:lnTo>
                  <a:lnTo>
                    <a:pt x="172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1"/>
            <p:cNvSpPr/>
            <p:nvPr/>
          </p:nvSpPr>
          <p:spPr>
            <a:xfrm rot="5400000">
              <a:off x="3464132" y="3069487"/>
              <a:ext cx="1102685" cy="317073"/>
            </a:xfrm>
            <a:custGeom>
              <a:avLst/>
              <a:gdLst/>
              <a:ahLst/>
              <a:cxnLst/>
              <a:rect l="l" t="t" r="r" b="b"/>
              <a:pathLst>
                <a:path w="13410" h="3856" extrusionOk="0">
                  <a:moveTo>
                    <a:pt x="8312" y="0"/>
                  </a:moveTo>
                  <a:lnTo>
                    <a:pt x="8184" y="13"/>
                  </a:lnTo>
                  <a:lnTo>
                    <a:pt x="8069" y="51"/>
                  </a:lnTo>
                  <a:lnTo>
                    <a:pt x="7967" y="103"/>
                  </a:lnTo>
                  <a:lnTo>
                    <a:pt x="7877" y="179"/>
                  </a:lnTo>
                  <a:lnTo>
                    <a:pt x="7800" y="269"/>
                  </a:lnTo>
                  <a:lnTo>
                    <a:pt x="7749" y="371"/>
                  </a:lnTo>
                  <a:lnTo>
                    <a:pt x="7710" y="487"/>
                  </a:lnTo>
                  <a:lnTo>
                    <a:pt x="7698" y="615"/>
                  </a:lnTo>
                  <a:lnTo>
                    <a:pt x="7698" y="2638"/>
                  </a:lnTo>
                  <a:lnTo>
                    <a:pt x="602" y="2638"/>
                  </a:lnTo>
                  <a:lnTo>
                    <a:pt x="487" y="2651"/>
                  </a:lnTo>
                  <a:lnTo>
                    <a:pt x="372" y="2690"/>
                  </a:lnTo>
                  <a:lnTo>
                    <a:pt x="269" y="2754"/>
                  </a:lnTo>
                  <a:lnTo>
                    <a:pt x="179" y="2818"/>
                  </a:lnTo>
                  <a:lnTo>
                    <a:pt x="103" y="2907"/>
                  </a:lnTo>
                  <a:lnTo>
                    <a:pt x="51" y="3010"/>
                  </a:lnTo>
                  <a:lnTo>
                    <a:pt x="13" y="3125"/>
                  </a:lnTo>
                  <a:lnTo>
                    <a:pt x="0" y="3253"/>
                  </a:lnTo>
                  <a:lnTo>
                    <a:pt x="13" y="3369"/>
                  </a:lnTo>
                  <a:lnTo>
                    <a:pt x="51" y="3484"/>
                  </a:lnTo>
                  <a:lnTo>
                    <a:pt x="103" y="3586"/>
                  </a:lnTo>
                  <a:lnTo>
                    <a:pt x="179" y="3676"/>
                  </a:lnTo>
                  <a:lnTo>
                    <a:pt x="269" y="3753"/>
                  </a:lnTo>
                  <a:lnTo>
                    <a:pt x="372" y="3817"/>
                  </a:lnTo>
                  <a:lnTo>
                    <a:pt x="487" y="3842"/>
                  </a:lnTo>
                  <a:lnTo>
                    <a:pt x="602" y="3855"/>
                  </a:lnTo>
                  <a:lnTo>
                    <a:pt x="8312" y="3855"/>
                  </a:lnTo>
                  <a:lnTo>
                    <a:pt x="8428" y="3842"/>
                  </a:lnTo>
                  <a:lnTo>
                    <a:pt x="8543" y="3817"/>
                  </a:lnTo>
                  <a:lnTo>
                    <a:pt x="8645" y="3753"/>
                  </a:lnTo>
                  <a:lnTo>
                    <a:pt x="8735" y="3676"/>
                  </a:lnTo>
                  <a:lnTo>
                    <a:pt x="8812" y="3586"/>
                  </a:lnTo>
                  <a:lnTo>
                    <a:pt x="8863" y="3484"/>
                  </a:lnTo>
                  <a:lnTo>
                    <a:pt x="8902" y="3369"/>
                  </a:lnTo>
                  <a:lnTo>
                    <a:pt x="8914" y="3253"/>
                  </a:lnTo>
                  <a:lnTo>
                    <a:pt x="8914" y="1217"/>
                  </a:lnTo>
                  <a:lnTo>
                    <a:pt x="12795" y="1217"/>
                  </a:lnTo>
                  <a:lnTo>
                    <a:pt x="12923" y="1204"/>
                  </a:lnTo>
                  <a:lnTo>
                    <a:pt x="13038" y="1166"/>
                  </a:lnTo>
                  <a:lnTo>
                    <a:pt x="13141" y="1114"/>
                  </a:lnTo>
                  <a:lnTo>
                    <a:pt x="13231" y="1037"/>
                  </a:lnTo>
                  <a:lnTo>
                    <a:pt x="13295" y="948"/>
                  </a:lnTo>
                  <a:lnTo>
                    <a:pt x="13359" y="845"/>
                  </a:lnTo>
                  <a:lnTo>
                    <a:pt x="13397" y="730"/>
                  </a:lnTo>
                  <a:lnTo>
                    <a:pt x="13410" y="615"/>
                  </a:lnTo>
                  <a:lnTo>
                    <a:pt x="13397" y="487"/>
                  </a:lnTo>
                  <a:lnTo>
                    <a:pt x="13359" y="371"/>
                  </a:lnTo>
                  <a:lnTo>
                    <a:pt x="13295" y="269"/>
                  </a:lnTo>
                  <a:lnTo>
                    <a:pt x="13231" y="179"/>
                  </a:lnTo>
                  <a:lnTo>
                    <a:pt x="13141" y="103"/>
                  </a:lnTo>
                  <a:lnTo>
                    <a:pt x="13038" y="51"/>
                  </a:lnTo>
                  <a:lnTo>
                    <a:pt x="12923" y="13"/>
                  </a:lnTo>
                  <a:lnTo>
                    <a:pt x="1279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1"/>
            <p:cNvSpPr/>
            <p:nvPr/>
          </p:nvSpPr>
          <p:spPr>
            <a:xfrm rot="5400000">
              <a:off x="3011824" y="3429118"/>
              <a:ext cx="601420" cy="99085"/>
            </a:xfrm>
            <a:custGeom>
              <a:avLst/>
              <a:gdLst/>
              <a:ahLst/>
              <a:cxnLst/>
              <a:rect l="l" t="t" r="r" b="b"/>
              <a:pathLst>
                <a:path w="7314" h="1205" extrusionOk="0">
                  <a:moveTo>
                    <a:pt x="487" y="1"/>
                  </a:moveTo>
                  <a:lnTo>
                    <a:pt x="372" y="39"/>
                  </a:lnTo>
                  <a:lnTo>
                    <a:pt x="270" y="103"/>
                  </a:lnTo>
                  <a:lnTo>
                    <a:pt x="180" y="167"/>
                  </a:lnTo>
                  <a:lnTo>
                    <a:pt x="103" y="257"/>
                  </a:lnTo>
                  <a:lnTo>
                    <a:pt x="52" y="360"/>
                  </a:lnTo>
                  <a:lnTo>
                    <a:pt x="13" y="475"/>
                  </a:lnTo>
                  <a:lnTo>
                    <a:pt x="1" y="603"/>
                  </a:lnTo>
                  <a:lnTo>
                    <a:pt x="13" y="718"/>
                  </a:lnTo>
                  <a:lnTo>
                    <a:pt x="52" y="833"/>
                  </a:lnTo>
                  <a:lnTo>
                    <a:pt x="103" y="936"/>
                  </a:lnTo>
                  <a:lnTo>
                    <a:pt x="180" y="1026"/>
                  </a:lnTo>
                  <a:lnTo>
                    <a:pt x="270" y="1102"/>
                  </a:lnTo>
                  <a:lnTo>
                    <a:pt x="372" y="1166"/>
                  </a:lnTo>
                  <a:lnTo>
                    <a:pt x="487" y="1192"/>
                  </a:lnTo>
                  <a:lnTo>
                    <a:pt x="603" y="1205"/>
                  </a:lnTo>
                  <a:lnTo>
                    <a:pt x="6699" y="1205"/>
                  </a:lnTo>
                  <a:lnTo>
                    <a:pt x="6827" y="1192"/>
                  </a:lnTo>
                  <a:lnTo>
                    <a:pt x="6942" y="1166"/>
                  </a:lnTo>
                  <a:lnTo>
                    <a:pt x="7045" y="1102"/>
                  </a:lnTo>
                  <a:lnTo>
                    <a:pt x="7135" y="1026"/>
                  </a:lnTo>
                  <a:lnTo>
                    <a:pt x="7199" y="936"/>
                  </a:lnTo>
                  <a:lnTo>
                    <a:pt x="7263" y="833"/>
                  </a:lnTo>
                  <a:lnTo>
                    <a:pt x="7301" y="718"/>
                  </a:lnTo>
                  <a:lnTo>
                    <a:pt x="7314" y="603"/>
                  </a:lnTo>
                  <a:lnTo>
                    <a:pt x="7301" y="475"/>
                  </a:lnTo>
                  <a:lnTo>
                    <a:pt x="7263" y="360"/>
                  </a:lnTo>
                  <a:lnTo>
                    <a:pt x="7199" y="257"/>
                  </a:lnTo>
                  <a:lnTo>
                    <a:pt x="7135" y="167"/>
                  </a:lnTo>
                  <a:lnTo>
                    <a:pt x="7045" y="103"/>
                  </a:lnTo>
                  <a:lnTo>
                    <a:pt x="6942" y="39"/>
                  </a:lnTo>
                  <a:lnTo>
                    <a:pt x="68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1"/>
            <p:cNvSpPr/>
            <p:nvPr/>
          </p:nvSpPr>
          <p:spPr>
            <a:xfrm rot="5400000">
              <a:off x="2397284" y="3188472"/>
              <a:ext cx="1082703" cy="99085"/>
            </a:xfrm>
            <a:custGeom>
              <a:avLst/>
              <a:gdLst/>
              <a:ahLst/>
              <a:cxnLst/>
              <a:rect l="l" t="t" r="r" b="b"/>
              <a:pathLst>
                <a:path w="13167" h="1205" extrusionOk="0">
                  <a:moveTo>
                    <a:pt x="602" y="1"/>
                  </a:moveTo>
                  <a:lnTo>
                    <a:pt x="487" y="14"/>
                  </a:lnTo>
                  <a:lnTo>
                    <a:pt x="372" y="39"/>
                  </a:lnTo>
                  <a:lnTo>
                    <a:pt x="269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3" y="487"/>
                  </a:lnTo>
                  <a:lnTo>
                    <a:pt x="0" y="603"/>
                  </a:lnTo>
                  <a:lnTo>
                    <a:pt x="13" y="731"/>
                  </a:lnTo>
                  <a:lnTo>
                    <a:pt x="52" y="846"/>
                  </a:lnTo>
                  <a:lnTo>
                    <a:pt x="103" y="949"/>
                  </a:lnTo>
                  <a:lnTo>
                    <a:pt x="180" y="1038"/>
                  </a:lnTo>
                  <a:lnTo>
                    <a:pt x="269" y="1102"/>
                  </a:lnTo>
                  <a:lnTo>
                    <a:pt x="372" y="1166"/>
                  </a:lnTo>
                  <a:lnTo>
                    <a:pt x="487" y="1205"/>
                  </a:lnTo>
                  <a:lnTo>
                    <a:pt x="12680" y="1205"/>
                  </a:lnTo>
                  <a:lnTo>
                    <a:pt x="12795" y="1166"/>
                  </a:lnTo>
                  <a:lnTo>
                    <a:pt x="12898" y="1102"/>
                  </a:lnTo>
                  <a:lnTo>
                    <a:pt x="12988" y="1038"/>
                  </a:lnTo>
                  <a:lnTo>
                    <a:pt x="13052" y="949"/>
                  </a:lnTo>
                  <a:lnTo>
                    <a:pt x="13116" y="846"/>
                  </a:lnTo>
                  <a:lnTo>
                    <a:pt x="13154" y="731"/>
                  </a:lnTo>
                  <a:lnTo>
                    <a:pt x="13167" y="603"/>
                  </a:lnTo>
                  <a:lnTo>
                    <a:pt x="13154" y="487"/>
                  </a:lnTo>
                  <a:lnTo>
                    <a:pt x="13116" y="372"/>
                  </a:lnTo>
                  <a:lnTo>
                    <a:pt x="13052" y="270"/>
                  </a:lnTo>
                  <a:lnTo>
                    <a:pt x="12988" y="180"/>
                  </a:lnTo>
                  <a:lnTo>
                    <a:pt x="12898" y="103"/>
                  </a:lnTo>
                  <a:lnTo>
                    <a:pt x="12795" y="39"/>
                  </a:lnTo>
                  <a:lnTo>
                    <a:pt x="12680" y="14"/>
                  </a:lnTo>
                  <a:lnTo>
                    <a:pt x="125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1"/>
            <p:cNvSpPr/>
            <p:nvPr/>
          </p:nvSpPr>
          <p:spPr>
            <a:xfrm rot="5400000">
              <a:off x="1983382" y="3148470"/>
              <a:ext cx="907885" cy="353912"/>
            </a:xfrm>
            <a:custGeom>
              <a:avLst/>
              <a:gdLst/>
              <a:ahLst/>
              <a:cxnLst/>
              <a:rect l="l" t="t" r="r" b="b"/>
              <a:pathLst>
                <a:path w="11041" h="4304" extrusionOk="0">
                  <a:moveTo>
                    <a:pt x="6597" y="1"/>
                  </a:moveTo>
                  <a:lnTo>
                    <a:pt x="6520" y="13"/>
                  </a:lnTo>
                  <a:lnTo>
                    <a:pt x="6456" y="39"/>
                  </a:lnTo>
                  <a:lnTo>
                    <a:pt x="6392" y="65"/>
                  </a:lnTo>
                  <a:lnTo>
                    <a:pt x="6328" y="103"/>
                  </a:lnTo>
                  <a:lnTo>
                    <a:pt x="6276" y="141"/>
                  </a:lnTo>
                  <a:lnTo>
                    <a:pt x="6225" y="193"/>
                  </a:lnTo>
                  <a:lnTo>
                    <a:pt x="6174" y="257"/>
                  </a:lnTo>
                  <a:lnTo>
                    <a:pt x="4137" y="3087"/>
                  </a:lnTo>
                  <a:lnTo>
                    <a:pt x="603" y="3087"/>
                  </a:lnTo>
                  <a:lnTo>
                    <a:pt x="487" y="3100"/>
                  </a:lnTo>
                  <a:lnTo>
                    <a:pt x="372" y="3138"/>
                  </a:lnTo>
                  <a:lnTo>
                    <a:pt x="270" y="3190"/>
                  </a:lnTo>
                  <a:lnTo>
                    <a:pt x="180" y="3267"/>
                  </a:lnTo>
                  <a:lnTo>
                    <a:pt x="103" y="3356"/>
                  </a:lnTo>
                  <a:lnTo>
                    <a:pt x="39" y="3459"/>
                  </a:lnTo>
                  <a:lnTo>
                    <a:pt x="13" y="3574"/>
                  </a:lnTo>
                  <a:lnTo>
                    <a:pt x="1" y="3689"/>
                  </a:lnTo>
                  <a:lnTo>
                    <a:pt x="13" y="3817"/>
                  </a:lnTo>
                  <a:lnTo>
                    <a:pt x="39" y="3933"/>
                  </a:lnTo>
                  <a:lnTo>
                    <a:pt x="103" y="4035"/>
                  </a:lnTo>
                  <a:lnTo>
                    <a:pt x="180" y="4125"/>
                  </a:lnTo>
                  <a:lnTo>
                    <a:pt x="270" y="4189"/>
                  </a:lnTo>
                  <a:lnTo>
                    <a:pt x="372" y="4253"/>
                  </a:lnTo>
                  <a:lnTo>
                    <a:pt x="487" y="4291"/>
                  </a:lnTo>
                  <a:lnTo>
                    <a:pt x="603" y="4304"/>
                  </a:lnTo>
                  <a:lnTo>
                    <a:pt x="4458" y="4304"/>
                  </a:lnTo>
                  <a:lnTo>
                    <a:pt x="4522" y="4291"/>
                  </a:lnTo>
                  <a:lnTo>
                    <a:pt x="4599" y="4278"/>
                  </a:lnTo>
                  <a:lnTo>
                    <a:pt x="4663" y="4266"/>
                  </a:lnTo>
                  <a:lnTo>
                    <a:pt x="4727" y="4227"/>
                  </a:lnTo>
                  <a:lnTo>
                    <a:pt x="4791" y="4202"/>
                  </a:lnTo>
                  <a:lnTo>
                    <a:pt x="4855" y="4150"/>
                  </a:lnTo>
                  <a:lnTo>
                    <a:pt x="4906" y="4099"/>
                  </a:lnTo>
                  <a:lnTo>
                    <a:pt x="4944" y="4048"/>
                  </a:lnTo>
                  <a:lnTo>
                    <a:pt x="6981" y="1217"/>
                  </a:lnTo>
                  <a:lnTo>
                    <a:pt x="10426" y="1217"/>
                  </a:lnTo>
                  <a:lnTo>
                    <a:pt x="10554" y="1204"/>
                  </a:lnTo>
                  <a:lnTo>
                    <a:pt x="10669" y="1166"/>
                  </a:lnTo>
                  <a:lnTo>
                    <a:pt x="10772" y="1115"/>
                  </a:lnTo>
                  <a:lnTo>
                    <a:pt x="10862" y="1038"/>
                  </a:lnTo>
                  <a:lnTo>
                    <a:pt x="10926" y="948"/>
                  </a:lnTo>
                  <a:lnTo>
                    <a:pt x="10990" y="846"/>
                  </a:lnTo>
                  <a:lnTo>
                    <a:pt x="11028" y="731"/>
                  </a:lnTo>
                  <a:lnTo>
                    <a:pt x="11041" y="603"/>
                  </a:lnTo>
                  <a:lnTo>
                    <a:pt x="11028" y="487"/>
                  </a:lnTo>
                  <a:lnTo>
                    <a:pt x="10990" y="372"/>
                  </a:lnTo>
                  <a:lnTo>
                    <a:pt x="10926" y="270"/>
                  </a:lnTo>
                  <a:lnTo>
                    <a:pt x="10862" y="180"/>
                  </a:lnTo>
                  <a:lnTo>
                    <a:pt x="10772" y="103"/>
                  </a:lnTo>
                  <a:lnTo>
                    <a:pt x="10669" y="52"/>
                  </a:lnTo>
                  <a:lnTo>
                    <a:pt x="10554" y="13"/>
                  </a:lnTo>
                  <a:lnTo>
                    <a:pt x="104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1"/>
            <p:cNvSpPr/>
            <p:nvPr/>
          </p:nvSpPr>
          <p:spPr>
            <a:xfrm rot="5400000">
              <a:off x="4363552" y="3511884"/>
              <a:ext cx="268641" cy="100072"/>
            </a:xfrm>
            <a:custGeom>
              <a:avLst/>
              <a:gdLst/>
              <a:ahLst/>
              <a:cxnLst/>
              <a:rect l="l" t="t" r="r" b="b"/>
              <a:pathLst>
                <a:path w="3267" h="1217" extrusionOk="0">
                  <a:moveTo>
                    <a:pt x="602" y="0"/>
                  </a:moveTo>
                  <a:lnTo>
                    <a:pt x="487" y="13"/>
                  </a:lnTo>
                  <a:lnTo>
                    <a:pt x="372" y="51"/>
                  </a:lnTo>
                  <a:lnTo>
                    <a:pt x="269" y="103"/>
                  </a:lnTo>
                  <a:lnTo>
                    <a:pt x="179" y="180"/>
                  </a:lnTo>
                  <a:lnTo>
                    <a:pt x="103" y="269"/>
                  </a:lnTo>
                  <a:lnTo>
                    <a:pt x="39" y="372"/>
                  </a:lnTo>
                  <a:lnTo>
                    <a:pt x="13" y="487"/>
                  </a:lnTo>
                  <a:lnTo>
                    <a:pt x="0" y="615"/>
                  </a:lnTo>
                  <a:lnTo>
                    <a:pt x="13" y="730"/>
                  </a:lnTo>
                  <a:lnTo>
                    <a:pt x="39" y="846"/>
                  </a:lnTo>
                  <a:lnTo>
                    <a:pt x="103" y="948"/>
                  </a:lnTo>
                  <a:lnTo>
                    <a:pt x="179" y="1038"/>
                  </a:lnTo>
                  <a:lnTo>
                    <a:pt x="269" y="1115"/>
                  </a:lnTo>
                  <a:lnTo>
                    <a:pt x="372" y="1166"/>
                  </a:lnTo>
                  <a:lnTo>
                    <a:pt x="487" y="1204"/>
                  </a:lnTo>
                  <a:lnTo>
                    <a:pt x="602" y="1217"/>
                  </a:lnTo>
                  <a:lnTo>
                    <a:pt x="2664" y="1217"/>
                  </a:lnTo>
                  <a:lnTo>
                    <a:pt x="2792" y="1204"/>
                  </a:lnTo>
                  <a:lnTo>
                    <a:pt x="2895" y="1166"/>
                  </a:lnTo>
                  <a:lnTo>
                    <a:pt x="3010" y="1115"/>
                  </a:lnTo>
                  <a:lnTo>
                    <a:pt x="3100" y="1038"/>
                  </a:lnTo>
                  <a:lnTo>
                    <a:pt x="3164" y="948"/>
                  </a:lnTo>
                  <a:lnTo>
                    <a:pt x="3228" y="846"/>
                  </a:lnTo>
                  <a:lnTo>
                    <a:pt x="3253" y="730"/>
                  </a:lnTo>
                  <a:lnTo>
                    <a:pt x="3266" y="615"/>
                  </a:lnTo>
                  <a:lnTo>
                    <a:pt x="3253" y="487"/>
                  </a:lnTo>
                  <a:lnTo>
                    <a:pt x="3228" y="372"/>
                  </a:lnTo>
                  <a:lnTo>
                    <a:pt x="3164" y="269"/>
                  </a:lnTo>
                  <a:lnTo>
                    <a:pt x="3100" y="180"/>
                  </a:lnTo>
                  <a:lnTo>
                    <a:pt x="3010" y="103"/>
                  </a:lnTo>
                  <a:lnTo>
                    <a:pt x="2895" y="51"/>
                  </a:lnTo>
                  <a:lnTo>
                    <a:pt x="2792" y="13"/>
                  </a:lnTo>
                  <a:lnTo>
                    <a:pt x="26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1"/>
            <p:cNvSpPr/>
            <p:nvPr/>
          </p:nvSpPr>
          <p:spPr>
            <a:xfrm rot="5400000">
              <a:off x="6508919" y="3603406"/>
              <a:ext cx="82" cy="82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w="15700" cap="rnd" cmpd="sng">
              <a:solidFill>
                <a:srgbClr val="231F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1"/>
            <p:cNvSpPr/>
            <p:nvPr/>
          </p:nvSpPr>
          <p:spPr>
            <a:xfrm rot="5400000">
              <a:off x="4387280" y="4062118"/>
              <a:ext cx="968981" cy="159112"/>
            </a:xfrm>
            <a:custGeom>
              <a:avLst/>
              <a:gdLst/>
              <a:ahLst/>
              <a:cxnLst/>
              <a:rect l="l" t="t" r="r" b="b"/>
              <a:pathLst>
                <a:path w="11784" h="1935" extrusionOk="0">
                  <a:moveTo>
                    <a:pt x="794" y="1"/>
                  </a:moveTo>
                  <a:lnTo>
                    <a:pt x="705" y="14"/>
                  </a:lnTo>
                  <a:lnTo>
                    <a:pt x="628" y="39"/>
                  </a:lnTo>
                  <a:lnTo>
                    <a:pt x="538" y="78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9"/>
                  </a:lnTo>
                  <a:lnTo>
                    <a:pt x="256" y="283"/>
                  </a:lnTo>
                  <a:lnTo>
                    <a:pt x="205" y="347"/>
                  </a:lnTo>
                  <a:lnTo>
                    <a:pt x="154" y="423"/>
                  </a:lnTo>
                  <a:lnTo>
                    <a:pt x="103" y="500"/>
                  </a:lnTo>
                  <a:lnTo>
                    <a:pt x="64" y="590"/>
                  </a:lnTo>
                  <a:lnTo>
                    <a:pt x="39" y="680"/>
                  </a:lnTo>
                  <a:lnTo>
                    <a:pt x="13" y="769"/>
                  </a:lnTo>
                  <a:lnTo>
                    <a:pt x="0" y="872"/>
                  </a:lnTo>
                  <a:lnTo>
                    <a:pt x="0" y="961"/>
                  </a:lnTo>
                  <a:lnTo>
                    <a:pt x="0" y="1064"/>
                  </a:lnTo>
                  <a:lnTo>
                    <a:pt x="13" y="1166"/>
                  </a:lnTo>
                  <a:lnTo>
                    <a:pt x="39" y="1256"/>
                  </a:lnTo>
                  <a:lnTo>
                    <a:pt x="64" y="1346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9"/>
                  </a:lnTo>
                  <a:lnTo>
                    <a:pt x="256" y="1653"/>
                  </a:lnTo>
                  <a:lnTo>
                    <a:pt x="320" y="1717"/>
                  </a:lnTo>
                  <a:lnTo>
                    <a:pt x="384" y="1768"/>
                  </a:lnTo>
                  <a:lnTo>
                    <a:pt x="461" y="1820"/>
                  </a:lnTo>
                  <a:lnTo>
                    <a:pt x="538" y="1858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5"/>
                  </a:lnTo>
                  <a:lnTo>
                    <a:pt x="10989" y="1935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58"/>
                  </a:lnTo>
                  <a:lnTo>
                    <a:pt x="11322" y="1820"/>
                  </a:lnTo>
                  <a:lnTo>
                    <a:pt x="11386" y="1768"/>
                  </a:lnTo>
                  <a:lnTo>
                    <a:pt x="11463" y="1717"/>
                  </a:lnTo>
                  <a:lnTo>
                    <a:pt x="11527" y="1653"/>
                  </a:lnTo>
                  <a:lnTo>
                    <a:pt x="11578" y="1589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46"/>
                  </a:lnTo>
                  <a:lnTo>
                    <a:pt x="11745" y="1256"/>
                  </a:lnTo>
                  <a:lnTo>
                    <a:pt x="11771" y="1166"/>
                  </a:lnTo>
                  <a:lnTo>
                    <a:pt x="11783" y="1064"/>
                  </a:lnTo>
                  <a:lnTo>
                    <a:pt x="11783" y="961"/>
                  </a:lnTo>
                  <a:lnTo>
                    <a:pt x="11783" y="872"/>
                  </a:lnTo>
                  <a:lnTo>
                    <a:pt x="11771" y="769"/>
                  </a:lnTo>
                  <a:lnTo>
                    <a:pt x="11745" y="680"/>
                  </a:lnTo>
                  <a:lnTo>
                    <a:pt x="11719" y="590"/>
                  </a:lnTo>
                  <a:lnTo>
                    <a:pt x="11681" y="500"/>
                  </a:lnTo>
                  <a:lnTo>
                    <a:pt x="11630" y="423"/>
                  </a:lnTo>
                  <a:lnTo>
                    <a:pt x="11578" y="347"/>
                  </a:lnTo>
                  <a:lnTo>
                    <a:pt x="11527" y="283"/>
                  </a:lnTo>
                  <a:lnTo>
                    <a:pt x="11463" y="219"/>
                  </a:lnTo>
                  <a:lnTo>
                    <a:pt x="11386" y="167"/>
                  </a:lnTo>
                  <a:lnTo>
                    <a:pt x="11322" y="116"/>
                  </a:lnTo>
                  <a:lnTo>
                    <a:pt x="11245" y="78"/>
                  </a:lnTo>
                  <a:lnTo>
                    <a:pt x="11156" y="39"/>
                  </a:lnTo>
                  <a:lnTo>
                    <a:pt x="11079" y="14"/>
                  </a:lnTo>
                  <a:lnTo>
                    <a:pt x="109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1"/>
            <p:cNvSpPr/>
            <p:nvPr/>
          </p:nvSpPr>
          <p:spPr>
            <a:xfrm rot="5400000">
              <a:off x="4013382" y="4062118"/>
              <a:ext cx="968981" cy="159112"/>
            </a:xfrm>
            <a:custGeom>
              <a:avLst/>
              <a:gdLst/>
              <a:ahLst/>
              <a:cxnLst/>
              <a:rect l="l" t="t" r="r" b="b"/>
              <a:pathLst>
                <a:path w="11784" h="1935" extrusionOk="0">
                  <a:moveTo>
                    <a:pt x="794" y="1"/>
                  </a:moveTo>
                  <a:lnTo>
                    <a:pt x="705" y="13"/>
                  </a:lnTo>
                  <a:lnTo>
                    <a:pt x="628" y="39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8"/>
                  </a:lnTo>
                  <a:lnTo>
                    <a:pt x="256" y="282"/>
                  </a:lnTo>
                  <a:lnTo>
                    <a:pt x="205" y="346"/>
                  </a:lnTo>
                  <a:lnTo>
                    <a:pt x="154" y="423"/>
                  </a:lnTo>
                  <a:lnTo>
                    <a:pt x="103" y="500"/>
                  </a:lnTo>
                  <a:lnTo>
                    <a:pt x="64" y="590"/>
                  </a:lnTo>
                  <a:lnTo>
                    <a:pt x="39" y="679"/>
                  </a:lnTo>
                  <a:lnTo>
                    <a:pt x="13" y="769"/>
                  </a:lnTo>
                  <a:lnTo>
                    <a:pt x="0" y="872"/>
                  </a:lnTo>
                  <a:lnTo>
                    <a:pt x="0" y="974"/>
                  </a:lnTo>
                  <a:lnTo>
                    <a:pt x="0" y="1064"/>
                  </a:lnTo>
                  <a:lnTo>
                    <a:pt x="13" y="1166"/>
                  </a:lnTo>
                  <a:lnTo>
                    <a:pt x="39" y="1256"/>
                  </a:lnTo>
                  <a:lnTo>
                    <a:pt x="64" y="1345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9"/>
                  </a:lnTo>
                  <a:lnTo>
                    <a:pt x="256" y="1653"/>
                  </a:lnTo>
                  <a:lnTo>
                    <a:pt x="320" y="1717"/>
                  </a:lnTo>
                  <a:lnTo>
                    <a:pt x="384" y="1768"/>
                  </a:lnTo>
                  <a:lnTo>
                    <a:pt x="461" y="1819"/>
                  </a:lnTo>
                  <a:lnTo>
                    <a:pt x="538" y="1858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5"/>
                  </a:lnTo>
                  <a:lnTo>
                    <a:pt x="10989" y="1935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58"/>
                  </a:lnTo>
                  <a:lnTo>
                    <a:pt x="11322" y="1819"/>
                  </a:lnTo>
                  <a:lnTo>
                    <a:pt x="11386" y="1768"/>
                  </a:lnTo>
                  <a:lnTo>
                    <a:pt x="11463" y="1717"/>
                  </a:lnTo>
                  <a:lnTo>
                    <a:pt x="11527" y="1653"/>
                  </a:lnTo>
                  <a:lnTo>
                    <a:pt x="11578" y="1589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45"/>
                  </a:lnTo>
                  <a:lnTo>
                    <a:pt x="11745" y="1256"/>
                  </a:lnTo>
                  <a:lnTo>
                    <a:pt x="11771" y="1166"/>
                  </a:lnTo>
                  <a:lnTo>
                    <a:pt x="11783" y="1064"/>
                  </a:lnTo>
                  <a:lnTo>
                    <a:pt x="11783" y="974"/>
                  </a:lnTo>
                  <a:lnTo>
                    <a:pt x="11783" y="872"/>
                  </a:lnTo>
                  <a:lnTo>
                    <a:pt x="11771" y="769"/>
                  </a:lnTo>
                  <a:lnTo>
                    <a:pt x="11745" y="679"/>
                  </a:lnTo>
                  <a:lnTo>
                    <a:pt x="11719" y="590"/>
                  </a:lnTo>
                  <a:lnTo>
                    <a:pt x="11681" y="500"/>
                  </a:lnTo>
                  <a:lnTo>
                    <a:pt x="11630" y="423"/>
                  </a:lnTo>
                  <a:lnTo>
                    <a:pt x="11578" y="346"/>
                  </a:lnTo>
                  <a:lnTo>
                    <a:pt x="11527" y="282"/>
                  </a:lnTo>
                  <a:lnTo>
                    <a:pt x="11463" y="218"/>
                  </a:lnTo>
                  <a:lnTo>
                    <a:pt x="11386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39"/>
                  </a:lnTo>
                  <a:lnTo>
                    <a:pt x="11079" y="13"/>
                  </a:lnTo>
                  <a:lnTo>
                    <a:pt x="109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1"/>
            <p:cNvSpPr/>
            <p:nvPr/>
          </p:nvSpPr>
          <p:spPr>
            <a:xfrm rot="5400000">
              <a:off x="3638950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794" y="0"/>
                  </a:moveTo>
                  <a:lnTo>
                    <a:pt x="705" y="13"/>
                  </a:lnTo>
                  <a:lnTo>
                    <a:pt x="628" y="39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8"/>
                  </a:lnTo>
                  <a:lnTo>
                    <a:pt x="256" y="282"/>
                  </a:lnTo>
                  <a:lnTo>
                    <a:pt x="205" y="359"/>
                  </a:lnTo>
                  <a:lnTo>
                    <a:pt x="154" y="423"/>
                  </a:lnTo>
                  <a:lnTo>
                    <a:pt x="103" y="513"/>
                  </a:lnTo>
                  <a:lnTo>
                    <a:pt x="64" y="590"/>
                  </a:lnTo>
                  <a:lnTo>
                    <a:pt x="39" y="679"/>
                  </a:lnTo>
                  <a:lnTo>
                    <a:pt x="13" y="769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56"/>
                  </a:lnTo>
                  <a:lnTo>
                    <a:pt x="64" y="1345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9"/>
                  </a:lnTo>
                  <a:lnTo>
                    <a:pt x="256" y="1653"/>
                  </a:lnTo>
                  <a:lnTo>
                    <a:pt x="320" y="1717"/>
                  </a:lnTo>
                  <a:lnTo>
                    <a:pt x="384" y="1781"/>
                  </a:lnTo>
                  <a:lnTo>
                    <a:pt x="461" y="1819"/>
                  </a:lnTo>
                  <a:lnTo>
                    <a:pt x="538" y="1870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4"/>
                  </a:lnTo>
                  <a:lnTo>
                    <a:pt x="884" y="1947"/>
                  </a:lnTo>
                  <a:lnTo>
                    <a:pt x="10900" y="1947"/>
                  </a:lnTo>
                  <a:lnTo>
                    <a:pt x="10989" y="1934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70"/>
                  </a:lnTo>
                  <a:lnTo>
                    <a:pt x="11322" y="1819"/>
                  </a:lnTo>
                  <a:lnTo>
                    <a:pt x="11386" y="1781"/>
                  </a:lnTo>
                  <a:lnTo>
                    <a:pt x="11463" y="1717"/>
                  </a:lnTo>
                  <a:lnTo>
                    <a:pt x="11527" y="1653"/>
                  </a:lnTo>
                  <a:lnTo>
                    <a:pt x="11578" y="1589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45"/>
                  </a:lnTo>
                  <a:lnTo>
                    <a:pt x="11745" y="1256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69"/>
                  </a:lnTo>
                  <a:lnTo>
                    <a:pt x="11745" y="679"/>
                  </a:lnTo>
                  <a:lnTo>
                    <a:pt x="11719" y="590"/>
                  </a:lnTo>
                  <a:lnTo>
                    <a:pt x="11681" y="513"/>
                  </a:lnTo>
                  <a:lnTo>
                    <a:pt x="11630" y="423"/>
                  </a:lnTo>
                  <a:lnTo>
                    <a:pt x="11578" y="359"/>
                  </a:lnTo>
                  <a:lnTo>
                    <a:pt x="11527" y="282"/>
                  </a:lnTo>
                  <a:lnTo>
                    <a:pt x="11463" y="218"/>
                  </a:lnTo>
                  <a:lnTo>
                    <a:pt x="11386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39"/>
                  </a:lnTo>
                  <a:lnTo>
                    <a:pt x="11079" y="13"/>
                  </a:lnTo>
                  <a:lnTo>
                    <a:pt x="109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1"/>
            <p:cNvSpPr/>
            <p:nvPr/>
          </p:nvSpPr>
          <p:spPr>
            <a:xfrm rot="5400000">
              <a:off x="2454104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884" y="0"/>
                  </a:moveTo>
                  <a:lnTo>
                    <a:pt x="794" y="13"/>
                  </a:lnTo>
                  <a:lnTo>
                    <a:pt x="705" y="26"/>
                  </a:lnTo>
                  <a:lnTo>
                    <a:pt x="628" y="52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31"/>
                  </a:lnTo>
                  <a:lnTo>
                    <a:pt x="256" y="282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3"/>
                  </a:lnTo>
                  <a:lnTo>
                    <a:pt x="64" y="602"/>
                  </a:lnTo>
                  <a:lnTo>
                    <a:pt x="39" y="692"/>
                  </a:lnTo>
                  <a:lnTo>
                    <a:pt x="13" y="782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68"/>
                  </a:lnTo>
                  <a:lnTo>
                    <a:pt x="64" y="1358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8"/>
                  </a:lnTo>
                  <a:lnTo>
                    <a:pt x="256" y="1665"/>
                  </a:lnTo>
                  <a:lnTo>
                    <a:pt x="320" y="1729"/>
                  </a:lnTo>
                  <a:lnTo>
                    <a:pt x="384" y="1781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909"/>
                  </a:lnTo>
                  <a:lnTo>
                    <a:pt x="705" y="1921"/>
                  </a:lnTo>
                  <a:lnTo>
                    <a:pt x="794" y="1947"/>
                  </a:lnTo>
                  <a:lnTo>
                    <a:pt x="10989" y="1947"/>
                  </a:lnTo>
                  <a:lnTo>
                    <a:pt x="11079" y="1921"/>
                  </a:lnTo>
                  <a:lnTo>
                    <a:pt x="11156" y="1909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99" y="1781"/>
                  </a:lnTo>
                  <a:lnTo>
                    <a:pt x="11463" y="1729"/>
                  </a:lnTo>
                  <a:lnTo>
                    <a:pt x="11527" y="1665"/>
                  </a:lnTo>
                  <a:lnTo>
                    <a:pt x="11578" y="1588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58"/>
                  </a:lnTo>
                  <a:lnTo>
                    <a:pt x="11745" y="1268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2"/>
                  </a:lnTo>
                  <a:lnTo>
                    <a:pt x="11745" y="692"/>
                  </a:lnTo>
                  <a:lnTo>
                    <a:pt x="11719" y="602"/>
                  </a:lnTo>
                  <a:lnTo>
                    <a:pt x="11681" y="513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82"/>
                  </a:lnTo>
                  <a:lnTo>
                    <a:pt x="11463" y="231"/>
                  </a:lnTo>
                  <a:lnTo>
                    <a:pt x="11399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52"/>
                  </a:lnTo>
                  <a:lnTo>
                    <a:pt x="11079" y="26"/>
                  </a:lnTo>
                  <a:lnTo>
                    <a:pt x="10989" y="13"/>
                  </a:lnTo>
                  <a:lnTo>
                    <a:pt x="10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1"/>
            <p:cNvSpPr/>
            <p:nvPr/>
          </p:nvSpPr>
          <p:spPr>
            <a:xfrm rot="5400000">
              <a:off x="2828002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794" y="1"/>
                  </a:moveTo>
                  <a:lnTo>
                    <a:pt x="705" y="26"/>
                  </a:lnTo>
                  <a:lnTo>
                    <a:pt x="628" y="52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8"/>
                  </a:lnTo>
                  <a:lnTo>
                    <a:pt x="256" y="282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3"/>
                  </a:lnTo>
                  <a:lnTo>
                    <a:pt x="64" y="590"/>
                  </a:lnTo>
                  <a:lnTo>
                    <a:pt x="39" y="679"/>
                  </a:lnTo>
                  <a:lnTo>
                    <a:pt x="13" y="782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56"/>
                  </a:lnTo>
                  <a:lnTo>
                    <a:pt x="64" y="1345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9"/>
                  </a:lnTo>
                  <a:lnTo>
                    <a:pt x="256" y="1666"/>
                  </a:lnTo>
                  <a:lnTo>
                    <a:pt x="320" y="1717"/>
                  </a:lnTo>
                  <a:lnTo>
                    <a:pt x="384" y="1781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4"/>
                  </a:lnTo>
                  <a:lnTo>
                    <a:pt x="884" y="1947"/>
                  </a:lnTo>
                  <a:lnTo>
                    <a:pt x="10900" y="1947"/>
                  </a:lnTo>
                  <a:lnTo>
                    <a:pt x="10989" y="1934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99" y="1781"/>
                  </a:lnTo>
                  <a:lnTo>
                    <a:pt x="11463" y="1717"/>
                  </a:lnTo>
                  <a:lnTo>
                    <a:pt x="11527" y="1666"/>
                  </a:lnTo>
                  <a:lnTo>
                    <a:pt x="11578" y="1589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45"/>
                  </a:lnTo>
                  <a:lnTo>
                    <a:pt x="11745" y="1256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2"/>
                  </a:lnTo>
                  <a:lnTo>
                    <a:pt x="11745" y="679"/>
                  </a:lnTo>
                  <a:lnTo>
                    <a:pt x="11719" y="590"/>
                  </a:lnTo>
                  <a:lnTo>
                    <a:pt x="11681" y="513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82"/>
                  </a:lnTo>
                  <a:lnTo>
                    <a:pt x="11463" y="218"/>
                  </a:lnTo>
                  <a:lnTo>
                    <a:pt x="11399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52"/>
                  </a:lnTo>
                  <a:lnTo>
                    <a:pt x="11079" y="26"/>
                  </a:lnTo>
                  <a:lnTo>
                    <a:pt x="109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1"/>
            <p:cNvSpPr/>
            <p:nvPr/>
          </p:nvSpPr>
          <p:spPr>
            <a:xfrm rot="5400000">
              <a:off x="2080248" y="4061625"/>
              <a:ext cx="968981" cy="160099"/>
            </a:xfrm>
            <a:custGeom>
              <a:avLst/>
              <a:gdLst/>
              <a:ahLst/>
              <a:cxnLst/>
              <a:rect l="l" t="t" r="r" b="b"/>
              <a:pathLst>
                <a:path w="11784" h="1947" extrusionOk="0">
                  <a:moveTo>
                    <a:pt x="884" y="0"/>
                  </a:moveTo>
                  <a:lnTo>
                    <a:pt x="794" y="13"/>
                  </a:lnTo>
                  <a:lnTo>
                    <a:pt x="705" y="26"/>
                  </a:lnTo>
                  <a:lnTo>
                    <a:pt x="628" y="51"/>
                  </a:lnTo>
                  <a:lnTo>
                    <a:pt x="538" y="77"/>
                  </a:lnTo>
                  <a:lnTo>
                    <a:pt x="461" y="128"/>
                  </a:lnTo>
                  <a:lnTo>
                    <a:pt x="384" y="167"/>
                  </a:lnTo>
                  <a:lnTo>
                    <a:pt x="320" y="231"/>
                  </a:lnTo>
                  <a:lnTo>
                    <a:pt x="256" y="295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2"/>
                  </a:lnTo>
                  <a:lnTo>
                    <a:pt x="64" y="602"/>
                  </a:lnTo>
                  <a:lnTo>
                    <a:pt x="39" y="692"/>
                  </a:lnTo>
                  <a:lnTo>
                    <a:pt x="13" y="781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78"/>
                  </a:lnTo>
                  <a:lnTo>
                    <a:pt x="39" y="1268"/>
                  </a:lnTo>
                  <a:lnTo>
                    <a:pt x="64" y="1358"/>
                  </a:lnTo>
                  <a:lnTo>
                    <a:pt x="103" y="1435"/>
                  </a:lnTo>
                  <a:lnTo>
                    <a:pt x="154" y="1524"/>
                  </a:lnTo>
                  <a:lnTo>
                    <a:pt x="205" y="1588"/>
                  </a:lnTo>
                  <a:lnTo>
                    <a:pt x="256" y="1665"/>
                  </a:lnTo>
                  <a:lnTo>
                    <a:pt x="320" y="1729"/>
                  </a:lnTo>
                  <a:lnTo>
                    <a:pt x="384" y="1780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908"/>
                  </a:lnTo>
                  <a:lnTo>
                    <a:pt x="705" y="1934"/>
                  </a:lnTo>
                  <a:lnTo>
                    <a:pt x="794" y="1947"/>
                  </a:lnTo>
                  <a:lnTo>
                    <a:pt x="10989" y="1947"/>
                  </a:lnTo>
                  <a:lnTo>
                    <a:pt x="11079" y="1934"/>
                  </a:lnTo>
                  <a:lnTo>
                    <a:pt x="11156" y="1908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99" y="1780"/>
                  </a:lnTo>
                  <a:lnTo>
                    <a:pt x="11463" y="1729"/>
                  </a:lnTo>
                  <a:lnTo>
                    <a:pt x="11527" y="1665"/>
                  </a:lnTo>
                  <a:lnTo>
                    <a:pt x="11578" y="1588"/>
                  </a:lnTo>
                  <a:lnTo>
                    <a:pt x="11630" y="1524"/>
                  </a:lnTo>
                  <a:lnTo>
                    <a:pt x="11681" y="1435"/>
                  </a:lnTo>
                  <a:lnTo>
                    <a:pt x="11719" y="1358"/>
                  </a:lnTo>
                  <a:lnTo>
                    <a:pt x="11745" y="1268"/>
                  </a:lnTo>
                  <a:lnTo>
                    <a:pt x="11771" y="1178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1"/>
                  </a:lnTo>
                  <a:lnTo>
                    <a:pt x="11745" y="692"/>
                  </a:lnTo>
                  <a:lnTo>
                    <a:pt x="11719" y="602"/>
                  </a:lnTo>
                  <a:lnTo>
                    <a:pt x="11681" y="512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95"/>
                  </a:lnTo>
                  <a:lnTo>
                    <a:pt x="11463" y="231"/>
                  </a:lnTo>
                  <a:lnTo>
                    <a:pt x="11399" y="167"/>
                  </a:lnTo>
                  <a:lnTo>
                    <a:pt x="11322" y="128"/>
                  </a:lnTo>
                  <a:lnTo>
                    <a:pt x="11245" y="77"/>
                  </a:lnTo>
                  <a:lnTo>
                    <a:pt x="11156" y="51"/>
                  </a:lnTo>
                  <a:lnTo>
                    <a:pt x="11079" y="26"/>
                  </a:lnTo>
                  <a:lnTo>
                    <a:pt x="10989" y="13"/>
                  </a:lnTo>
                  <a:lnTo>
                    <a:pt x="10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1"/>
            <p:cNvSpPr/>
            <p:nvPr/>
          </p:nvSpPr>
          <p:spPr>
            <a:xfrm rot="5400000">
              <a:off x="5946476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884" y="0"/>
                  </a:moveTo>
                  <a:lnTo>
                    <a:pt x="794" y="13"/>
                  </a:lnTo>
                  <a:lnTo>
                    <a:pt x="705" y="26"/>
                  </a:lnTo>
                  <a:lnTo>
                    <a:pt x="628" y="52"/>
                  </a:lnTo>
                  <a:lnTo>
                    <a:pt x="538" y="77"/>
                  </a:lnTo>
                  <a:lnTo>
                    <a:pt x="461" y="116"/>
                  </a:lnTo>
                  <a:lnTo>
                    <a:pt x="384" y="167"/>
                  </a:lnTo>
                  <a:lnTo>
                    <a:pt x="320" y="218"/>
                  </a:lnTo>
                  <a:lnTo>
                    <a:pt x="256" y="282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3"/>
                  </a:lnTo>
                  <a:lnTo>
                    <a:pt x="64" y="589"/>
                  </a:lnTo>
                  <a:lnTo>
                    <a:pt x="39" y="679"/>
                  </a:lnTo>
                  <a:lnTo>
                    <a:pt x="13" y="782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68"/>
                  </a:lnTo>
                  <a:lnTo>
                    <a:pt x="64" y="1358"/>
                  </a:lnTo>
                  <a:lnTo>
                    <a:pt x="103" y="1435"/>
                  </a:lnTo>
                  <a:lnTo>
                    <a:pt x="154" y="1512"/>
                  </a:lnTo>
                  <a:lnTo>
                    <a:pt x="205" y="1588"/>
                  </a:lnTo>
                  <a:lnTo>
                    <a:pt x="256" y="1665"/>
                  </a:lnTo>
                  <a:lnTo>
                    <a:pt x="320" y="1729"/>
                  </a:lnTo>
                  <a:lnTo>
                    <a:pt x="384" y="1781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896"/>
                  </a:lnTo>
                  <a:lnTo>
                    <a:pt x="705" y="1922"/>
                  </a:lnTo>
                  <a:lnTo>
                    <a:pt x="794" y="1934"/>
                  </a:lnTo>
                  <a:lnTo>
                    <a:pt x="884" y="1947"/>
                  </a:lnTo>
                  <a:lnTo>
                    <a:pt x="10900" y="1947"/>
                  </a:lnTo>
                  <a:lnTo>
                    <a:pt x="10989" y="1934"/>
                  </a:lnTo>
                  <a:lnTo>
                    <a:pt x="11079" y="1922"/>
                  </a:lnTo>
                  <a:lnTo>
                    <a:pt x="11156" y="1896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86" y="1781"/>
                  </a:lnTo>
                  <a:lnTo>
                    <a:pt x="11463" y="1729"/>
                  </a:lnTo>
                  <a:lnTo>
                    <a:pt x="11527" y="1665"/>
                  </a:lnTo>
                  <a:lnTo>
                    <a:pt x="11578" y="1588"/>
                  </a:lnTo>
                  <a:lnTo>
                    <a:pt x="11630" y="1512"/>
                  </a:lnTo>
                  <a:lnTo>
                    <a:pt x="11681" y="1435"/>
                  </a:lnTo>
                  <a:lnTo>
                    <a:pt x="11719" y="1358"/>
                  </a:lnTo>
                  <a:lnTo>
                    <a:pt x="11745" y="1268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2"/>
                  </a:lnTo>
                  <a:lnTo>
                    <a:pt x="11745" y="679"/>
                  </a:lnTo>
                  <a:lnTo>
                    <a:pt x="11719" y="589"/>
                  </a:lnTo>
                  <a:lnTo>
                    <a:pt x="11681" y="513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82"/>
                  </a:lnTo>
                  <a:lnTo>
                    <a:pt x="11463" y="218"/>
                  </a:lnTo>
                  <a:lnTo>
                    <a:pt x="11386" y="167"/>
                  </a:lnTo>
                  <a:lnTo>
                    <a:pt x="11322" y="116"/>
                  </a:lnTo>
                  <a:lnTo>
                    <a:pt x="11245" y="77"/>
                  </a:lnTo>
                  <a:lnTo>
                    <a:pt x="11156" y="52"/>
                  </a:lnTo>
                  <a:lnTo>
                    <a:pt x="11079" y="26"/>
                  </a:lnTo>
                  <a:lnTo>
                    <a:pt x="10989" y="13"/>
                  </a:lnTo>
                  <a:lnTo>
                    <a:pt x="10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1"/>
            <p:cNvSpPr/>
            <p:nvPr/>
          </p:nvSpPr>
          <p:spPr>
            <a:xfrm rot="5400000">
              <a:off x="5572619" y="4061625"/>
              <a:ext cx="968981" cy="160099"/>
            </a:xfrm>
            <a:custGeom>
              <a:avLst/>
              <a:gdLst/>
              <a:ahLst/>
              <a:cxnLst/>
              <a:rect l="l" t="t" r="r" b="b"/>
              <a:pathLst>
                <a:path w="11784" h="1947" extrusionOk="0">
                  <a:moveTo>
                    <a:pt x="884" y="0"/>
                  </a:moveTo>
                  <a:lnTo>
                    <a:pt x="794" y="13"/>
                  </a:lnTo>
                  <a:lnTo>
                    <a:pt x="705" y="26"/>
                  </a:lnTo>
                  <a:lnTo>
                    <a:pt x="628" y="51"/>
                  </a:lnTo>
                  <a:lnTo>
                    <a:pt x="538" y="77"/>
                  </a:lnTo>
                  <a:lnTo>
                    <a:pt x="461" y="115"/>
                  </a:lnTo>
                  <a:lnTo>
                    <a:pt x="384" y="167"/>
                  </a:lnTo>
                  <a:lnTo>
                    <a:pt x="320" y="231"/>
                  </a:lnTo>
                  <a:lnTo>
                    <a:pt x="256" y="295"/>
                  </a:lnTo>
                  <a:lnTo>
                    <a:pt x="205" y="359"/>
                  </a:lnTo>
                  <a:lnTo>
                    <a:pt x="154" y="436"/>
                  </a:lnTo>
                  <a:lnTo>
                    <a:pt x="103" y="512"/>
                  </a:lnTo>
                  <a:lnTo>
                    <a:pt x="64" y="602"/>
                  </a:lnTo>
                  <a:lnTo>
                    <a:pt x="39" y="692"/>
                  </a:lnTo>
                  <a:lnTo>
                    <a:pt x="13" y="781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76"/>
                  </a:lnTo>
                  <a:lnTo>
                    <a:pt x="13" y="1166"/>
                  </a:lnTo>
                  <a:lnTo>
                    <a:pt x="39" y="1268"/>
                  </a:lnTo>
                  <a:lnTo>
                    <a:pt x="64" y="1358"/>
                  </a:lnTo>
                  <a:lnTo>
                    <a:pt x="103" y="1435"/>
                  </a:lnTo>
                  <a:lnTo>
                    <a:pt x="154" y="1524"/>
                  </a:lnTo>
                  <a:lnTo>
                    <a:pt x="205" y="1588"/>
                  </a:lnTo>
                  <a:lnTo>
                    <a:pt x="256" y="1665"/>
                  </a:lnTo>
                  <a:lnTo>
                    <a:pt x="320" y="1729"/>
                  </a:lnTo>
                  <a:lnTo>
                    <a:pt x="384" y="1780"/>
                  </a:lnTo>
                  <a:lnTo>
                    <a:pt x="461" y="1832"/>
                  </a:lnTo>
                  <a:lnTo>
                    <a:pt x="538" y="1870"/>
                  </a:lnTo>
                  <a:lnTo>
                    <a:pt x="628" y="1908"/>
                  </a:lnTo>
                  <a:lnTo>
                    <a:pt x="705" y="1921"/>
                  </a:lnTo>
                  <a:lnTo>
                    <a:pt x="794" y="1947"/>
                  </a:lnTo>
                  <a:lnTo>
                    <a:pt x="10989" y="1947"/>
                  </a:lnTo>
                  <a:lnTo>
                    <a:pt x="11079" y="1921"/>
                  </a:lnTo>
                  <a:lnTo>
                    <a:pt x="11156" y="1908"/>
                  </a:lnTo>
                  <a:lnTo>
                    <a:pt x="11245" y="1870"/>
                  </a:lnTo>
                  <a:lnTo>
                    <a:pt x="11322" y="1832"/>
                  </a:lnTo>
                  <a:lnTo>
                    <a:pt x="11386" y="1780"/>
                  </a:lnTo>
                  <a:lnTo>
                    <a:pt x="11463" y="1729"/>
                  </a:lnTo>
                  <a:lnTo>
                    <a:pt x="11527" y="1665"/>
                  </a:lnTo>
                  <a:lnTo>
                    <a:pt x="11578" y="1588"/>
                  </a:lnTo>
                  <a:lnTo>
                    <a:pt x="11630" y="1524"/>
                  </a:lnTo>
                  <a:lnTo>
                    <a:pt x="11681" y="1435"/>
                  </a:lnTo>
                  <a:lnTo>
                    <a:pt x="11719" y="1358"/>
                  </a:lnTo>
                  <a:lnTo>
                    <a:pt x="11745" y="1268"/>
                  </a:lnTo>
                  <a:lnTo>
                    <a:pt x="11771" y="1166"/>
                  </a:lnTo>
                  <a:lnTo>
                    <a:pt x="11783" y="1076"/>
                  </a:lnTo>
                  <a:lnTo>
                    <a:pt x="11783" y="974"/>
                  </a:lnTo>
                  <a:lnTo>
                    <a:pt x="11783" y="871"/>
                  </a:lnTo>
                  <a:lnTo>
                    <a:pt x="11771" y="781"/>
                  </a:lnTo>
                  <a:lnTo>
                    <a:pt x="11745" y="692"/>
                  </a:lnTo>
                  <a:lnTo>
                    <a:pt x="11719" y="602"/>
                  </a:lnTo>
                  <a:lnTo>
                    <a:pt x="11681" y="512"/>
                  </a:lnTo>
                  <a:lnTo>
                    <a:pt x="11630" y="436"/>
                  </a:lnTo>
                  <a:lnTo>
                    <a:pt x="11578" y="359"/>
                  </a:lnTo>
                  <a:lnTo>
                    <a:pt x="11527" y="295"/>
                  </a:lnTo>
                  <a:lnTo>
                    <a:pt x="11463" y="231"/>
                  </a:lnTo>
                  <a:lnTo>
                    <a:pt x="11386" y="167"/>
                  </a:lnTo>
                  <a:lnTo>
                    <a:pt x="11322" y="115"/>
                  </a:lnTo>
                  <a:lnTo>
                    <a:pt x="11245" y="77"/>
                  </a:lnTo>
                  <a:lnTo>
                    <a:pt x="11156" y="51"/>
                  </a:lnTo>
                  <a:lnTo>
                    <a:pt x="11079" y="26"/>
                  </a:lnTo>
                  <a:lnTo>
                    <a:pt x="10989" y="13"/>
                  </a:lnTo>
                  <a:lnTo>
                    <a:pt x="109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1"/>
            <p:cNvSpPr/>
            <p:nvPr/>
          </p:nvSpPr>
          <p:spPr>
            <a:xfrm rot="5400000">
              <a:off x="5198763" y="4061584"/>
              <a:ext cx="968981" cy="160181"/>
            </a:xfrm>
            <a:custGeom>
              <a:avLst/>
              <a:gdLst/>
              <a:ahLst/>
              <a:cxnLst/>
              <a:rect l="l" t="t" r="r" b="b"/>
              <a:pathLst>
                <a:path w="11784" h="1948" extrusionOk="0">
                  <a:moveTo>
                    <a:pt x="884" y="1"/>
                  </a:moveTo>
                  <a:lnTo>
                    <a:pt x="794" y="14"/>
                  </a:lnTo>
                  <a:lnTo>
                    <a:pt x="705" y="27"/>
                  </a:lnTo>
                  <a:lnTo>
                    <a:pt x="628" y="52"/>
                  </a:lnTo>
                  <a:lnTo>
                    <a:pt x="538" y="78"/>
                  </a:lnTo>
                  <a:lnTo>
                    <a:pt x="461" y="129"/>
                  </a:lnTo>
                  <a:lnTo>
                    <a:pt x="384" y="167"/>
                  </a:lnTo>
                  <a:lnTo>
                    <a:pt x="320" y="231"/>
                  </a:lnTo>
                  <a:lnTo>
                    <a:pt x="256" y="296"/>
                  </a:lnTo>
                  <a:lnTo>
                    <a:pt x="205" y="360"/>
                  </a:lnTo>
                  <a:lnTo>
                    <a:pt x="154" y="436"/>
                  </a:lnTo>
                  <a:lnTo>
                    <a:pt x="103" y="513"/>
                  </a:lnTo>
                  <a:lnTo>
                    <a:pt x="64" y="603"/>
                  </a:lnTo>
                  <a:lnTo>
                    <a:pt x="39" y="693"/>
                  </a:lnTo>
                  <a:lnTo>
                    <a:pt x="13" y="782"/>
                  </a:lnTo>
                  <a:lnTo>
                    <a:pt x="0" y="885"/>
                  </a:lnTo>
                  <a:lnTo>
                    <a:pt x="0" y="974"/>
                  </a:lnTo>
                  <a:lnTo>
                    <a:pt x="0" y="1077"/>
                  </a:lnTo>
                  <a:lnTo>
                    <a:pt x="13" y="1179"/>
                  </a:lnTo>
                  <a:lnTo>
                    <a:pt x="39" y="1269"/>
                  </a:lnTo>
                  <a:lnTo>
                    <a:pt x="64" y="1359"/>
                  </a:lnTo>
                  <a:lnTo>
                    <a:pt x="103" y="1435"/>
                  </a:lnTo>
                  <a:lnTo>
                    <a:pt x="154" y="1525"/>
                  </a:lnTo>
                  <a:lnTo>
                    <a:pt x="205" y="1602"/>
                  </a:lnTo>
                  <a:lnTo>
                    <a:pt x="256" y="1666"/>
                  </a:lnTo>
                  <a:lnTo>
                    <a:pt x="320" y="1730"/>
                  </a:lnTo>
                  <a:lnTo>
                    <a:pt x="384" y="1781"/>
                  </a:lnTo>
                  <a:lnTo>
                    <a:pt x="461" y="1832"/>
                  </a:lnTo>
                  <a:lnTo>
                    <a:pt x="538" y="1871"/>
                  </a:lnTo>
                  <a:lnTo>
                    <a:pt x="628" y="1909"/>
                  </a:lnTo>
                  <a:lnTo>
                    <a:pt x="705" y="1935"/>
                  </a:lnTo>
                  <a:lnTo>
                    <a:pt x="794" y="1948"/>
                  </a:lnTo>
                  <a:lnTo>
                    <a:pt x="10989" y="1948"/>
                  </a:lnTo>
                  <a:lnTo>
                    <a:pt x="11079" y="1935"/>
                  </a:lnTo>
                  <a:lnTo>
                    <a:pt x="11156" y="1909"/>
                  </a:lnTo>
                  <a:lnTo>
                    <a:pt x="11245" y="1871"/>
                  </a:lnTo>
                  <a:lnTo>
                    <a:pt x="11322" y="1832"/>
                  </a:lnTo>
                  <a:lnTo>
                    <a:pt x="11386" y="1781"/>
                  </a:lnTo>
                  <a:lnTo>
                    <a:pt x="11463" y="1730"/>
                  </a:lnTo>
                  <a:lnTo>
                    <a:pt x="11527" y="1666"/>
                  </a:lnTo>
                  <a:lnTo>
                    <a:pt x="11578" y="1602"/>
                  </a:lnTo>
                  <a:lnTo>
                    <a:pt x="11630" y="1525"/>
                  </a:lnTo>
                  <a:lnTo>
                    <a:pt x="11681" y="1435"/>
                  </a:lnTo>
                  <a:lnTo>
                    <a:pt x="11719" y="1359"/>
                  </a:lnTo>
                  <a:lnTo>
                    <a:pt x="11745" y="1269"/>
                  </a:lnTo>
                  <a:lnTo>
                    <a:pt x="11771" y="1179"/>
                  </a:lnTo>
                  <a:lnTo>
                    <a:pt x="11783" y="1077"/>
                  </a:lnTo>
                  <a:lnTo>
                    <a:pt x="11783" y="974"/>
                  </a:lnTo>
                  <a:lnTo>
                    <a:pt x="11783" y="885"/>
                  </a:lnTo>
                  <a:lnTo>
                    <a:pt x="11771" y="782"/>
                  </a:lnTo>
                  <a:lnTo>
                    <a:pt x="11745" y="693"/>
                  </a:lnTo>
                  <a:lnTo>
                    <a:pt x="11719" y="603"/>
                  </a:lnTo>
                  <a:lnTo>
                    <a:pt x="11681" y="513"/>
                  </a:lnTo>
                  <a:lnTo>
                    <a:pt x="11630" y="436"/>
                  </a:lnTo>
                  <a:lnTo>
                    <a:pt x="11578" y="360"/>
                  </a:lnTo>
                  <a:lnTo>
                    <a:pt x="11527" y="296"/>
                  </a:lnTo>
                  <a:lnTo>
                    <a:pt x="11463" y="231"/>
                  </a:lnTo>
                  <a:lnTo>
                    <a:pt x="11386" y="167"/>
                  </a:lnTo>
                  <a:lnTo>
                    <a:pt x="11322" y="129"/>
                  </a:lnTo>
                  <a:lnTo>
                    <a:pt x="11245" y="78"/>
                  </a:lnTo>
                  <a:lnTo>
                    <a:pt x="11156" y="52"/>
                  </a:lnTo>
                  <a:lnTo>
                    <a:pt x="11079" y="27"/>
                  </a:lnTo>
                  <a:lnTo>
                    <a:pt x="10989" y="14"/>
                  </a:lnTo>
                  <a:lnTo>
                    <a:pt x="10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1"/>
            <p:cNvSpPr/>
            <p:nvPr/>
          </p:nvSpPr>
          <p:spPr>
            <a:xfrm rot="5400000">
              <a:off x="6713715" y="2876211"/>
              <a:ext cx="240190" cy="239121"/>
            </a:xfrm>
            <a:custGeom>
              <a:avLst/>
              <a:gdLst/>
              <a:ahLst/>
              <a:cxnLst/>
              <a:rect l="l" t="t" r="r" b="b"/>
              <a:pathLst>
                <a:path w="2921" h="2908" extrusionOk="0">
                  <a:moveTo>
                    <a:pt x="1307" y="0"/>
                  </a:moveTo>
                  <a:lnTo>
                    <a:pt x="1166" y="26"/>
                  </a:lnTo>
                  <a:lnTo>
                    <a:pt x="1025" y="64"/>
                  </a:lnTo>
                  <a:lnTo>
                    <a:pt x="897" y="102"/>
                  </a:lnTo>
                  <a:lnTo>
                    <a:pt x="769" y="167"/>
                  </a:lnTo>
                  <a:lnTo>
                    <a:pt x="654" y="243"/>
                  </a:lnTo>
                  <a:lnTo>
                    <a:pt x="539" y="333"/>
                  </a:lnTo>
                  <a:lnTo>
                    <a:pt x="436" y="423"/>
                  </a:lnTo>
                  <a:lnTo>
                    <a:pt x="334" y="525"/>
                  </a:lnTo>
                  <a:lnTo>
                    <a:pt x="257" y="640"/>
                  </a:lnTo>
                  <a:lnTo>
                    <a:pt x="180" y="756"/>
                  </a:lnTo>
                  <a:lnTo>
                    <a:pt x="116" y="884"/>
                  </a:lnTo>
                  <a:lnTo>
                    <a:pt x="78" y="1012"/>
                  </a:lnTo>
                  <a:lnTo>
                    <a:pt x="39" y="1153"/>
                  </a:lnTo>
                  <a:lnTo>
                    <a:pt x="14" y="1306"/>
                  </a:lnTo>
                  <a:lnTo>
                    <a:pt x="1" y="1447"/>
                  </a:lnTo>
                  <a:lnTo>
                    <a:pt x="14" y="1601"/>
                  </a:lnTo>
                  <a:lnTo>
                    <a:pt x="39" y="1742"/>
                  </a:lnTo>
                  <a:lnTo>
                    <a:pt x="78" y="1883"/>
                  </a:lnTo>
                  <a:lnTo>
                    <a:pt x="116" y="2011"/>
                  </a:lnTo>
                  <a:lnTo>
                    <a:pt x="180" y="2139"/>
                  </a:lnTo>
                  <a:lnTo>
                    <a:pt x="257" y="2267"/>
                  </a:lnTo>
                  <a:lnTo>
                    <a:pt x="334" y="2382"/>
                  </a:lnTo>
                  <a:lnTo>
                    <a:pt x="436" y="2485"/>
                  </a:lnTo>
                  <a:lnTo>
                    <a:pt x="539" y="2574"/>
                  </a:lnTo>
                  <a:lnTo>
                    <a:pt x="654" y="2651"/>
                  </a:lnTo>
                  <a:lnTo>
                    <a:pt x="769" y="2728"/>
                  </a:lnTo>
                  <a:lnTo>
                    <a:pt x="897" y="2792"/>
                  </a:lnTo>
                  <a:lnTo>
                    <a:pt x="1025" y="2843"/>
                  </a:lnTo>
                  <a:lnTo>
                    <a:pt x="1166" y="2882"/>
                  </a:lnTo>
                  <a:lnTo>
                    <a:pt x="1307" y="2895"/>
                  </a:lnTo>
                  <a:lnTo>
                    <a:pt x="1461" y="2907"/>
                  </a:lnTo>
                  <a:lnTo>
                    <a:pt x="1615" y="2895"/>
                  </a:lnTo>
                  <a:lnTo>
                    <a:pt x="1755" y="2882"/>
                  </a:lnTo>
                  <a:lnTo>
                    <a:pt x="1896" y="2843"/>
                  </a:lnTo>
                  <a:lnTo>
                    <a:pt x="2024" y="2792"/>
                  </a:lnTo>
                  <a:lnTo>
                    <a:pt x="2152" y="2728"/>
                  </a:lnTo>
                  <a:lnTo>
                    <a:pt x="2281" y="2651"/>
                  </a:lnTo>
                  <a:lnTo>
                    <a:pt x="2383" y="2574"/>
                  </a:lnTo>
                  <a:lnTo>
                    <a:pt x="2485" y="2485"/>
                  </a:lnTo>
                  <a:lnTo>
                    <a:pt x="2588" y="2382"/>
                  </a:lnTo>
                  <a:lnTo>
                    <a:pt x="2665" y="2267"/>
                  </a:lnTo>
                  <a:lnTo>
                    <a:pt x="2742" y="2139"/>
                  </a:lnTo>
                  <a:lnTo>
                    <a:pt x="2806" y="2011"/>
                  </a:lnTo>
                  <a:lnTo>
                    <a:pt x="2857" y="1883"/>
                  </a:lnTo>
                  <a:lnTo>
                    <a:pt x="2883" y="1742"/>
                  </a:lnTo>
                  <a:lnTo>
                    <a:pt x="2908" y="1601"/>
                  </a:lnTo>
                  <a:lnTo>
                    <a:pt x="2921" y="1447"/>
                  </a:lnTo>
                  <a:lnTo>
                    <a:pt x="2908" y="1306"/>
                  </a:lnTo>
                  <a:lnTo>
                    <a:pt x="2883" y="1153"/>
                  </a:lnTo>
                  <a:lnTo>
                    <a:pt x="2857" y="1012"/>
                  </a:lnTo>
                  <a:lnTo>
                    <a:pt x="2806" y="884"/>
                  </a:lnTo>
                  <a:lnTo>
                    <a:pt x="2742" y="756"/>
                  </a:lnTo>
                  <a:lnTo>
                    <a:pt x="2665" y="640"/>
                  </a:lnTo>
                  <a:lnTo>
                    <a:pt x="2588" y="525"/>
                  </a:lnTo>
                  <a:lnTo>
                    <a:pt x="2485" y="423"/>
                  </a:lnTo>
                  <a:lnTo>
                    <a:pt x="2383" y="333"/>
                  </a:lnTo>
                  <a:lnTo>
                    <a:pt x="2281" y="243"/>
                  </a:lnTo>
                  <a:lnTo>
                    <a:pt x="2152" y="167"/>
                  </a:lnTo>
                  <a:lnTo>
                    <a:pt x="2024" y="102"/>
                  </a:lnTo>
                  <a:lnTo>
                    <a:pt x="1896" y="64"/>
                  </a:lnTo>
                  <a:lnTo>
                    <a:pt x="1755" y="26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FAFF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1"/>
            <p:cNvSpPr/>
            <p:nvPr/>
          </p:nvSpPr>
          <p:spPr>
            <a:xfrm rot="5400000">
              <a:off x="5937509" y="2776179"/>
              <a:ext cx="239203" cy="240190"/>
            </a:xfrm>
            <a:custGeom>
              <a:avLst/>
              <a:gdLst/>
              <a:ahLst/>
              <a:cxnLst/>
              <a:rect l="l" t="t" r="r" b="b"/>
              <a:pathLst>
                <a:path w="2909" h="2921" extrusionOk="0">
                  <a:moveTo>
                    <a:pt x="1448" y="0"/>
                  </a:moveTo>
                  <a:lnTo>
                    <a:pt x="1307" y="13"/>
                  </a:lnTo>
                  <a:lnTo>
                    <a:pt x="1154" y="39"/>
                  </a:lnTo>
                  <a:lnTo>
                    <a:pt x="1025" y="77"/>
                  </a:lnTo>
                  <a:lnTo>
                    <a:pt x="885" y="116"/>
                  </a:lnTo>
                  <a:lnTo>
                    <a:pt x="756" y="180"/>
                  </a:lnTo>
                  <a:lnTo>
                    <a:pt x="641" y="257"/>
                  </a:lnTo>
                  <a:lnTo>
                    <a:pt x="526" y="333"/>
                  </a:lnTo>
                  <a:lnTo>
                    <a:pt x="423" y="436"/>
                  </a:lnTo>
                  <a:lnTo>
                    <a:pt x="334" y="538"/>
                  </a:lnTo>
                  <a:lnTo>
                    <a:pt x="244" y="654"/>
                  </a:lnTo>
                  <a:lnTo>
                    <a:pt x="167" y="769"/>
                  </a:lnTo>
                  <a:lnTo>
                    <a:pt x="116" y="897"/>
                  </a:lnTo>
                  <a:lnTo>
                    <a:pt x="65" y="1025"/>
                  </a:lnTo>
                  <a:lnTo>
                    <a:pt x="26" y="1166"/>
                  </a:lnTo>
                  <a:lnTo>
                    <a:pt x="1" y="1320"/>
                  </a:lnTo>
                  <a:lnTo>
                    <a:pt x="1" y="1461"/>
                  </a:lnTo>
                  <a:lnTo>
                    <a:pt x="1" y="1614"/>
                  </a:lnTo>
                  <a:lnTo>
                    <a:pt x="26" y="1755"/>
                  </a:lnTo>
                  <a:lnTo>
                    <a:pt x="65" y="1896"/>
                  </a:lnTo>
                  <a:lnTo>
                    <a:pt x="116" y="2024"/>
                  </a:lnTo>
                  <a:lnTo>
                    <a:pt x="167" y="2152"/>
                  </a:lnTo>
                  <a:lnTo>
                    <a:pt x="244" y="2280"/>
                  </a:lnTo>
                  <a:lnTo>
                    <a:pt x="334" y="2383"/>
                  </a:lnTo>
                  <a:lnTo>
                    <a:pt x="423" y="2498"/>
                  </a:lnTo>
                  <a:lnTo>
                    <a:pt x="526" y="2588"/>
                  </a:lnTo>
                  <a:lnTo>
                    <a:pt x="641" y="2664"/>
                  </a:lnTo>
                  <a:lnTo>
                    <a:pt x="756" y="2741"/>
                  </a:lnTo>
                  <a:lnTo>
                    <a:pt x="885" y="2805"/>
                  </a:lnTo>
                  <a:lnTo>
                    <a:pt x="1025" y="2857"/>
                  </a:lnTo>
                  <a:lnTo>
                    <a:pt x="1154" y="2882"/>
                  </a:lnTo>
                  <a:lnTo>
                    <a:pt x="1307" y="2908"/>
                  </a:lnTo>
                  <a:lnTo>
                    <a:pt x="1448" y="2921"/>
                  </a:lnTo>
                  <a:lnTo>
                    <a:pt x="1602" y="2908"/>
                  </a:lnTo>
                  <a:lnTo>
                    <a:pt x="1743" y="2882"/>
                  </a:lnTo>
                  <a:lnTo>
                    <a:pt x="1884" y="2857"/>
                  </a:lnTo>
                  <a:lnTo>
                    <a:pt x="2024" y="2805"/>
                  </a:lnTo>
                  <a:lnTo>
                    <a:pt x="2153" y="2741"/>
                  </a:lnTo>
                  <a:lnTo>
                    <a:pt x="2268" y="2664"/>
                  </a:lnTo>
                  <a:lnTo>
                    <a:pt x="2383" y="2588"/>
                  </a:lnTo>
                  <a:lnTo>
                    <a:pt x="2486" y="2498"/>
                  </a:lnTo>
                  <a:lnTo>
                    <a:pt x="2575" y="2383"/>
                  </a:lnTo>
                  <a:lnTo>
                    <a:pt x="2665" y="2280"/>
                  </a:lnTo>
                  <a:lnTo>
                    <a:pt x="2729" y="2152"/>
                  </a:lnTo>
                  <a:lnTo>
                    <a:pt x="2793" y="2024"/>
                  </a:lnTo>
                  <a:lnTo>
                    <a:pt x="2844" y="1896"/>
                  </a:lnTo>
                  <a:lnTo>
                    <a:pt x="2883" y="1755"/>
                  </a:lnTo>
                  <a:lnTo>
                    <a:pt x="2895" y="1614"/>
                  </a:lnTo>
                  <a:lnTo>
                    <a:pt x="2908" y="1461"/>
                  </a:lnTo>
                  <a:lnTo>
                    <a:pt x="2895" y="1320"/>
                  </a:lnTo>
                  <a:lnTo>
                    <a:pt x="2883" y="1166"/>
                  </a:lnTo>
                  <a:lnTo>
                    <a:pt x="2844" y="1025"/>
                  </a:lnTo>
                  <a:lnTo>
                    <a:pt x="2793" y="897"/>
                  </a:lnTo>
                  <a:lnTo>
                    <a:pt x="2729" y="769"/>
                  </a:lnTo>
                  <a:lnTo>
                    <a:pt x="2665" y="654"/>
                  </a:lnTo>
                  <a:lnTo>
                    <a:pt x="2575" y="538"/>
                  </a:lnTo>
                  <a:lnTo>
                    <a:pt x="2486" y="436"/>
                  </a:lnTo>
                  <a:lnTo>
                    <a:pt x="2383" y="333"/>
                  </a:lnTo>
                  <a:lnTo>
                    <a:pt x="2268" y="257"/>
                  </a:lnTo>
                  <a:lnTo>
                    <a:pt x="2153" y="180"/>
                  </a:lnTo>
                  <a:lnTo>
                    <a:pt x="2024" y="116"/>
                  </a:lnTo>
                  <a:lnTo>
                    <a:pt x="1884" y="77"/>
                  </a:lnTo>
                  <a:lnTo>
                    <a:pt x="1743" y="39"/>
                  </a:lnTo>
                  <a:lnTo>
                    <a:pt x="1602" y="13"/>
                  </a:lnTo>
                  <a:lnTo>
                    <a:pt x="1448" y="0"/>
                  </a:lnTo>
                  <a:close/>
                </a:path>
              </a:pathLst>
            </a:custGeom>
            <a:solidFill>
              <a:srgbClr val="FAFF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1"/>
            <p:cNvSpPr/>
            <p:nvPr/>
          </p:nvSpPr>
          <p:spPr>
            <a:xfrm rot="5400000">
              <a:off x="5308288" y="2422840"/>
              <a:ext cx="239121" cy="239121"/>
            </a:xfrm>
            <a:custGeom>
              <a:avLst/>
              <a:gdLst/>
              <a:ahLst/>
              <a:cxnLst/>
              <a:rect l="l" t="t" r="r" b="b"/>
              <a:pathLst>
                <a:path w="2908" h="2908" extrusionOk="0">
                  <a:moveTo>
                    <a:pt x="1448" y="1"/>
                  </a:moveTo>
                  <a:lnTo>
                    <a:pt x="1307" y="13"/>
                  </a:lnTo>
                  <a:lnTo>
                    <a:pt x="1153" y="26"/>
                  </a:lnTo>
                  <a:lnTo>
                    <a:pt x="1012" y="65"/>
                  </a:lnTo>
                  <a:lnTo>
                    <a:pt x="884" y="116"/>
                  </a:lnTo>
                  <a:lnTo>
                    <a:pt x="756" y="180"/>
                  </a:lnTo>
                  <a:lnTo>
                    <a:pt x="641" y="244"/>
                  </a:lnTo>
                  <a:lnTo>
                    <a:pt x="526" y="334"/>
                  </a:lnTo>
                  <a:lnTo>
                    <a:pt x="423" y="423"/>
                  </a:lnTo>
                  <a:lnTo>
                    <a:pt x="321" y="526"/>
                  </a:lnTo>
                  <a:lnTo>
                    <a:pt x="244" y="641"/>
                  </a:lnTo>
                  <a:lnTo>
                    <a:pt x="167" y="756"/>
                  </a:lnTo>
                  <a:lnTo>
                    <a:pt x="103" y="884"/>
                  </a:lnTo>
                  <a:lnTo>
                    <a:pt x="64" y="1025"/>
                  </a:lnTo>
                  <a:lnTo>
                    <a:pt x="26" y="1166"/>
                  </a:lnTo>
                  <a:lnTo>
                    <a:pt x="0" y="1307"/>
                  </a:lnTo>
                  <a:lnTo>
                    <a:pt x="0" y="1461"/>
                  </a:lnTo>
                  <a:lnTo>
                    <a:pt x="0" y="1602"/>
                  </a:lnTo>
                  <a:lnTo>
                    <a:pt x="26" y="1742"/>
                  </a:lnTo>
                  <a:lnTo>
                    <a:pt x="64" y="1883"/>
                  </a:lnTo>
                  <a:lnTo>
                    <a:pt x="103" y="2024"/>
                  </a:lnTo>
                  <a:lnTo>
                    <a:pt x="167" y="2152"/>
                  </a:lnTo>
                  <a:lnTo>
                    <a:pt x="244" y="2268"/>
                  </a:lnTo>
                  <a:lnTo>
                    <a:pt x="321" y="2383"/>
                  </a:lnTo>
                  <a:lnTo>
                    <a:pt x="423" y="2485"/>
                  </a:lnTo>
                  <a:lnTo>
                    <a:pt x="526" y="2575"/>
                  </a:lnTo>
                  <a:lnTo>
                    <a:pt x="641" y="2665"/>
                  </a:lnTo>
                  <a:lnTo>
                    <a:pt x="756" y="2741"/>
                  </a:lnTo>
                  <a:lnTo>
                    <a:pt x="884" y="2793"/>
                  </a:lnTo>
                  <a:lnTo>
                    <a:pt x="1012" y="2844"/>
                  </a:lnTo>
                  <a:lnTo>
                    <a:pt x="1153" y="2882"/>
                  </a:lnTo>
                  <a:lnTo>
                    <a:pt x="1307" y="2908"/>
                  </a:lnTo>
                  <a:lnTo>
                    <a:pt x="1601" y="2908"/>
                  </a:lnTo>
                  <a:lnTo>
                    <a:pt x="1742" y="2882"/>
                  </a:lnTo>
                  <a:lnTo>
                    <a:pt x="1883" y="2844"/>
                  </a:lnTo>
                  <a:lnTo>
                    <a:pt x="2011" y="2793"/>
                  </a:lnTo>
                  <a:lnTo>
                    <a:pt x="2139" y="2741"/>
                  </a:lnTo>
                  <a:lnTo>
                    <a:pt x="2267" y="2665"/>
                  </a:lnTo>
                  <a:lnTo>
                    <a:pt x="2370" y="2575"/>
                  </a:lnTo>
                  <a:lnTo>
                    <a:pt x="2485" y="2485"/>
                  </a:lnTo>
                  <a:lnTo>
                    <a:pt x="2575" y="2383"/>
                  </a:lnTo>
                  <a:lnTo>
                    <a:pt x="2652" y="2268"/>
                  </a:lnTo>
                  <a:lnTo>
                    <a:pt x="2728" y="2152"/>
                  </a:lnTo>
                  <a:lnTo>
                    <a:pt x="2793" y="2024"/>
                  </a:lnTo>
                  <a:lnTo>
                    <a:pt x="2844" y="1883"/>
                  </a:lnTo>
                  <a:lnTo>
                    <a:pt x="2882" y="1742"/>
                  </a:lnTo>
                  <a:lnTo>
                    <a:pt x="2895" y="1602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2" y="1166"/>
                  </a:lnTo>
                  <a:lnTo>
                    <a:pt x="2844" y="1025"/>
                  </a:lnTo>
                  <a:lnTo>
                    <a:pt x="2793" y="884"/>
                  </a:lnTo>
                  <a:lnTo>
                    <a:pt x="2728" y="756"/>
                  </a:lnTo>
                  <a:lnTo>
                    <a:pt x="2652" y="641"/>
                  </a:lnTo>
                  <a:lnTo>
                    <a:pt x="2575" y="526"/>
                  </a:lnTo>
                  <a:lnTo>
                    <a:pt x="2485" y="423"/>
                  </a:lnTo>
                  <a:lnTo>
                    <a:pt x="2370" y="334"/>
                  </a:lnTo>
                  <a:lnTo>
                    <a:pt x="2267" y="244"/>
                  </a:lnTo>
                  <a:lnTo>
                    <a:pt x="2139" y="180"/>
                  </a:lnTo>
                  <a:lnTo>
                    <a:pt x="2011" y="116"/>
                  </a:lnTo>
                  <a:lnTo>
                    <a:pt x="1883" y="65"/>
                  </a:lnTo>
                  <a:lnTo>
                    <a:pt x="1742" y="26"/>
                  </a:lnTo>
                  <a:lnTo>
                    <a:pt x="1601" y="13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AFF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1"/>
            <p:cNvSpPr/>
            <p:nvPr/>
          </p:nvSpPr>
          <p:spPr>
            <a:xfrm rot="5400000">
              <a:off x="4378272" y="3237979"/>
              <a:ext cx="239203" cy="239203"/>
            </a:xfrm>
            <a:custGeom>
              <a:avLst/>
              <a:gdLst/>
              <a:ahLst/>
              <a:cxnLst/>
              <a:rect l="l" t="t" r="r" b="b"/>
              <a:pathLst>
                <a:path w="2909" h="2909" extrusionOk="0">
                  <a:moveTo>
                    <a:pt x="1448" y="1"/>
                  </a:moveTo>
                  <a:lnTo>
                    <a:pt x="1307" y="14"/>
                  </a:lnTo>
                  <a:lnTo>
                    <a:pt x="1166" y="27"/>
                  </a:lnTo>
                  <a:lnTo>
                    <a:pt x="1025" y="65"/>
                  </a:lnTo>
                  <a:lnTo>
                    <a:pt x="884" y="116"/>
                  </a:lnTo>
                  <a:lnTo>
                    <a:pt x="756" y="180"/>
                  </a:lnTo>
                  <a:lnTo>
                    <a:pt x="641" y="244"/>
                  </a:lnTo>
                  <a:lnTo>
                    <a:pt x="526" y="334"/>
                  </a:lnTo>
                  <a:lnTo>
                    <a:pt x="423" y="424"/>
                  </a:lnTo>
                  <a:lnTo>
                    <a:pt x="334" y="526"/>
                  </a:lnTo>
                  <a:lnTo>
                    <a:pt x="244" y="641"/>
                  </a:lnTo>
                  <a:lnTo>
                    <a:pt x="167" y="757"/>
                  </a:lnTo>
                  <a:lnTo>
                    <a:pt x="116" y="885"/>
                  </a:lnTo>
                  <a:lnTo>
                    <a:pt x="65" y="1026"/>
                  </a:lnTo>
                  <a:lnTo>
                    <a:pt x="26" y="1166"/>
                  </a:lnTo>
                  <a:lnTo>
                    <a:pt x="1" y="1307"/>
                  </a:lnTo>
                  <a:lnTo>
                    <a:pt x="1" y="1461"/>
                  </a:lnTo>
                  <a:lnTo>
                    <a:pt x="1" y="1602"/>
                  </a:lnTo>
                  <a:lnTo>
                    <a:pt x="26" y="1756"/>
                  </a:lnTo>
                  <a:lnTo>
                    <a:pt x="65" y="1884"/>
                  </a:lnTo>
                  <a:lnTo>
                    <a:pt x="116" y="2025"/>
                  </a:lnTo>
                  <a:lnTo>
                    <a:pt x="167" y="2153"/>
                  </a:lnTo>
                  <a:lnTo>
                    <a:pt x="244" y="2268"/>
                  </a:lnTo>
                  <a:lnTo>
                    <a:pt x="334" y="2383"/>
                  </a:lnTo>
                  <a:lnTo>
                    <a:pt x="423" y="2486"/>
                  </a:lnTo>
                  <a:lnTo>
                    <a:pt x="526" y="2575"/>
                  </a:lnTo>
                  <a:lnTo>
                    <a:pt x="641" y="2665"/>
                  </a:lnTo>
                  <a:lnTo>
                    <a:pt x="756" y="2742"/>
                  </a:lnTo>
                  <a:lnTo>
                    <a:pt x="884" y="2793"/>
                  </a:lnTo>
                  <a:lnTo>
                    <a:pt x="1025" y="2844"/>
                  </a:lnTo>
                  <a:lnTo>
                    <a:pt x="1166" y="2883"/>
                  </a:lnTo>
                  <a:lnTo>
                    <a:pt x="1307" y="2908"/>
                  </a:lnTo>
                  <a:lnTo>
                    <a:pt x="1602" y="2908"/>
                  </a:lnTo>
                  <a:lnTo>
                    <a:pt x="1743" y="2883"/>
                  </a:lnTo>
                  <a:lnTo>
                    <a:pt x="1883" y="2844"/>
                  </a:lnTo>
                  <a:lnTo>
                    <a:pt x="2024" y="2793"/>
                  </a:lnTo>
                  <a:lnTo>
                    <a:pt x="2152" y="2742"/>
                  </a:lnTo>
                  <a:lnTo>
                    <a:pt x="2268" y="2665"/>
                  </a:lnTo>
                  <a:lnTo>
                    <a:pt x="2383" y="2575"/>
                  </a:lnTo>
                  <a:lnTo>
                    <a:pt x="2485" y="2486"/>
                  </a:lnTo>
                  <a:lnTo>
                    <a:pt x="2575" y="2383"/>
                  </a:lnTo>
                  <a:lnTo>
                    <a:pt x="2665" y="2268"/>
                  </a:lnTo>
                  <a:lnTo>
                    <a:pt x="2729" y="2153"/>
                  </a:lnTo>
                  <a:lnTo>
                    <a:pt x="2793" y="2025"/>
                  </a:lnTo>
                  <a:lnTo>
                    <a:pt x="2844" y="1884"/>
                  </a:lnTo>
                  <a:lnTo>
                    <a:pt x="2882" y="1756"/>
                  </a:lnTo>
                  <a:lnTo>
                    <a:pt x="2895" y="1602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2" y="1166"/>
                  </a:lnTo>
                  <a:lnTo>
                    <a:pt x="2844" y="1026"/>
                  </a:lnTo>
                  <a:lnTo>
                    <a:pt x="2793" y="885"/>
                  </a:lnTo>
                  <a:lnTo>
                    <a:pt x="2729" y="757"/>
                  </a:lnTo>
                  <a:lnTo>
                    <a:pt x="2665" y="641"/>
                  </a:lnTo>
                  <a:lnTo>
                    <a:pt x="2575" y="526"/>
                  </a:lnTo>
                  <a:lnTo>
                    <a:pt x="2485" y="424"/>
                  </a:lnTo>
                  <a:lnTo>
                    <a:pt x="2383" y="334"/>
                  </a:lnTo>
                  <a:lnTo>
                    <a:pt x="2268" y="244"/>
                  </a:lnTo>
                  <a:lnTo>
                    <a:pt x="2152" y="180"/>
                  </a:lnTo>
                  <a:lnTo>
                    <a:pt x="2024" y="116"/>
                  </a:lnTo>
                  <a:lnTo>
                    <a:pt x="1883" y="65"/>
                  </a:lnTo>
                  <a:lnTo>
                    <a:pt x="1743" y="27"/>
                  </a:lnTo>
                  <a:lnTo>
                    <a:pt x="1602" y="14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CB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1"/>
            <p:cNvSpPr/>
            <p:nvPr/>
          </p:nvSpPr>
          <p:spPr>
            <a:xfrm rot="5400000">
              <a:off x="3786877" y="2606622"/>
              <a:ext cx="239203" cy="240190"/>
            </a:xfrm>
            <a:custGeom>
              <a:avLst/>
              <a:gdLst/>
              <a:ahLst/>
              <a:cxnLst/>
              <a:rect l="l" t="t" r="r" b="b"/>
              <a:pathLst>
                <a:path w="2909" h="2921" extrusionOk="0">
                  <a:moveTo>
                    <a:pt x="1448" y="0"/>
                  </a:moveTo>
                  <a:lnTo>
                    <a:pt x="1307" y="13"/>
                  </a:lnTo>
                  <a:lnTo>
                    <a:pt x="1153" y="39"/>
                  </a:lnTo>
                  <a:lnTo>
                    <a:pt x="1025" y="64"/>
                  </a:lnTo>
                  <a:lnTo>
                    <a:pt x="885" y="115"/>
                  </a:lnTo>
                  <a:lnTo>
                    <a:pt x="756" y="179"/>
                  </a:lnTo>
                  <a:lnTo>
                    <a:pt x="641" y="256"/>
                  </a:lnTo>
                  <a:lnTo>
                    <a:pt x="526" y="333"/>
                  </a:lnTo>
                  <a:lnTo>
                    <a:pt x="423" y="436"/>
                  </a:lnTo>
                  <a:lnTo>
                    <a:pt x="334" y="538"/>
                  </a:lnTo>
                  <a:lnTo>
                    <a:pt x="244" y="641"/>
                  </a:lnTo>
                  <a:lnTo>
                    <a:pt x="167" y="769"/>
                  </a:lnTo>
                  <a:lnTo>
                    <a:pt x="116" y="897"/>
                  </a:lnTo>
                  <a:lnTo>
                    <a:pt x="65" y="1025"/>
                  </a:lnTo>
                  <a:lnTo>
                    <a:pt x="26" y="1166"/>
                  </a:lnTo>
                  <a:lnTo>
                    <a:pt x="1" y="1307"/>
                  </a:lnTo>
                  <a:lnTo>
                    <a:pt x="1" y="1460"/>
                  </a:lnTo>
                  <a:lnTo>
                    <a:pt x="1" y="1601"/>
                  </a:lnTo>
                  <a:lnTo>
                    <a:pt x="26" y="1755"/>
                  </a:lnTo>
                  <a:lnTo>
                    <a:pt x="65" y="1896"/>
                  </a:lnTo>
                  <a:lnTo>
                    <a:pt x="116" y="2024"/>
                  </a:lnTo>
                  <a:lnTo>
                    <a:pt x="167" y="2152"/>
                  </a:lnTo>
                  <a:lnTo>
                    <a:pt x="244" y="2267"/>
                  </a:lnTo>
                  <a:lnTo>
                    <a:pt x="334" y="2382"/>
                  </a:lnTo>
                  <a:lnTo>
                    <a:pt x="423" y="2485"/>
                  </a:lnTo>
                  <a:lnTo>
                    <a:pt x="526" y="2587"/>
                  </a:lnTo>
                  <a:lnTo>
                    <a:pt x="641" y="2664"/>
                  </a:lnTo>
                  <a:lnTo>
                    <a:pt x="756" y="2741"/>
                  </a:lnTo>
                  <a:lnTo>
                    <a:pt x="885" y="2805"/>
                  </a:lnTo>
                  <a:lnTo>
                    <a:pt x="1025" y="2844"/>
                  </a:lnTo>
                  <a:lnTo>
                    <a:pt x="1153" y="2882"/>
                  </a:lnTo>
                  <a:lnTo>
                    <a:pt x="1307" y="2908"/>
                  </a:lnTo>
                  <a:lnTo>
                    <a:pt x="1448" y="2920"/>
                  </a:lnTo>
                  <a:lnTo>
                    <a:pt x="1602" y="2908"/>
                  </a:lnTo>
                  <a:lnTo>
                    <a:pt x="1743" y="2882"/>
                  </a:lnTo>
                  <a:lnTo>
                    <a:pt x="1884" y="2844"/>
                  </a:lnTo>
                  <a:lnTo>
                    <a:pt x="2024" y="2805"/>
                  </a:lnTo>
                  <a:lnTo>
                    <a:pt x="2152" y="2741"/>
                  </a:lnTo>
                  <a:lnTo>
                    <a:pt x="2268" y="2664"/>
                  </a:lnTo>
                  <a:lnTo>
                    <a:pt x="2383" y="2587"/>
                  </a:lnTo>
                  <a:lnTo>
                    <a:pt x="2485" y="2485"/>
                  </a:lnTo>
                  <a:lnTo>
                    <a:pt x="2575" y="2382"/>
                  </a:lnTo>
                  <a:lnTo>
                    <a:pt x="2665" y="2267"/>
                  </a:lnTo>
                  <a:lnTo>
                    <a:pt x="2729" y="2152"/>
                  </a:lnTo>
                  <a:lnTo>
                    <a:pt x="2793" y="2024"/>
                  </a:lnTo>
                  <a:lnTo>
                    <a:pt x="2844" y="1896"/>
                  </a:lnTo>
                  <a:lnTo>
                    <a:pt x="2883" y="1755"/>
                  </a:lnTo>
                  <a:lnTo>
                    <a:pt x="2895" y="1601"/>
                  </a:lnTo>
                  <a:lnTo>
                    <a:pt x="2908" y="1460"/>
                  </a:lnTo>
                  <a:lnTo>
                    <a:pt x="2895" y="1307"/>
                  </a:lnTo>
                  <a:lnTo>
                    <a:pt x="2883" y="1166"/>
                  </a:lnTo>
                  <a:lnTo>
                    <a:pt x="2844" y="1025"/>
                  </a:lnTo>
                  <a:lnTo>
                    <a:pt x="2793" y="897"/>
                  </a:lnTo>
                  <a:lnTo>
                    <a:pt x="2729" y="769"/>
                  </a:lnTo>
                  <a:lnTo>
                    <a:pt x="2665" y="641"/>
                  </a:lnTo>
                  <a:lnTo>
                    <a:pt x="2575" y="538"/>
                  </a:lnTo>
                  <a:lnTo>
                    <a:pt x="2485" y="436"/>
                  </a:lnTo>
                  <a:lnTo>
                    <a:pt x="2383" y="333"/>
                  </a:lnTo>
                  <a:lnTo>
                    <a:pt x="2268" y="256"/>
                  </a:lnTo>
                  <a:lnTo>
                    <a:pt x="2152" y="179"/>
                  </a:lnTo>
                  <a:lnTo>
                    <a:pt x="2024" y="115"/>
                  </a:lnTo>
                  <a:lnTo>
                    <a:pt x="1884" y="64"/>
                  </a:lnTo>
                  <a:lnTo>
                    <a:pt x="1743" y="39"/>
                  </a:lnTo>
                  <a:lnTo>
                    <a:pt x="1602" y="13"/>
                  </a:lnTo>
                  <a:lnTo>
                    <a:pt x="1448" y="0"/>
                  </a:lnTo>
                  <a:close/>
                </a:path>
              </a:pathLst>
            </a:custGeom>
            <a:solidFill>
              <a:srgbClr val="FCB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1"/>
            <p:cNvSpPr/>
            <p:nvPr/>
          </p:nvSpPr>
          <p:spPr>
            <a:xfrm rot="5400000">
              <a:off x="3192974" y="3107933"/>
              <a:ext cx="239121" cy="240190"/>
            </a:xfrm>
            <a:custGeom>
              <a:avLst/>
              <a:gdLst/>
              <a:ahLst/>
              <a:cxnLst/>
              <a:rect l="l" t="t" r="r" b="b"/>
              <a:pathLst>
                <a:path w="2908" h="2921" extrusionOk="0">
                  <a:moveTo>
                    <a:pt x="1448" y="1"/>
                  </a:moveTo>
                  <a:lnTo>
                    <a:pt x="1307" y="14"/>
                  </a:lnTo>
                  <a:lnTo>
                    <a:pt x="1153" y="39"/>
                  </a:lnTo>
                  <a:lnTo>
                    <a:pt x="1012" y="65"/>
                  </a:lnTo>
                  <a:lnTo>
                    <a:pt x="884" y="116"/>
                  </a:lnTo>
                  <a:lnTo>
                    <a:pt x="756" y="180"/>
                  </a:lnTo>
                  <a:lnTo>
                    <a:pt x="641" y="257"/>
                  </a:lnTo>
                  <a:lnTo>
                    <a:pt x="525" y="334"/>
                  </a:lnTo>
                  <a:lnTo>
                    <a:pt x="423" y="436"/>
                  </a:lnTo>
                  <a:lnTo>
                    <a:pt x="333" y="539"/>
                  </a:lnTo>
                  <a:lnTo>
                    <a:pt x="244" y="641"/>
                  </a:lnTo>
                  <a:lnTo>
                    <a:pt x="167" y="769"/>
                  </a:lnTo>
                  <a:lnTo>
                    <a:pt x="116" y="897"/>
                  </a:lnTo>
                  <a:lnTo>
                    <a:pt x="64" y="1025"/>
                  </a:lnTo>
                  <a:lnTo>
                    <a:pt x="26" y="1166"/>
                  </a:lnTo>
                  <a:lnTo>
                    <a:pt x="0" y="1307"/>
                  </a:lnTo>
                  <a:lnTo>
                    <a:pt x="0" y="1461"/>
                  </a:lnTo>
                  <a:lnTo>
                    <a:pt x="0" y="1615"/>
                  </a:lnTo>
                  <a:lnTo>
                    <a:pt x="26" y="1755"/>
                  </a:lnTo>
                  <a:lnTo>
                    <a:pt x="64" y="1896"/>
                  </a:lnTo>
                  <a:lnTo>
                    <a:pt x="116" y="2024"/>
                  </a:lnTo>
                  <a:lnTo>
                    <a:pt x="167" y="2153"/>
                  </a:lnTo>
                  <a:lnTo>
                    <a:pt x="244" y="2268"/>
                  </a:lnTo>
                  <a:lnTo>
                    <a:pt x="333" y="2383"/>
                  </a:lnTo>
                  <a:lnTo>
                    <a:pt x="423" y="2486"/>
                  </a:lnTo>
                  <a:lnTo>
                    <a:pt x="525" y="2588"/>
                  </a:lnTo>
                  <a:lnTo>
                    <a:pt x="641" y="2665"/>
                  </a:lnTo>
                  <a:lnTo>
                    <a:pt x="756" y="2742"/>
                  </a:lnTo>
                  <a:lnTo>
                    <a:pt x="884" y="2806"/>
                  </a:lnTo>
                  <a:lnTo>
                    <a:pt x="1012" y="2844"/>
                  </a:lnTo>
                  <a:lnTo>
                    <a:pt x="1153" y="2883"/>
                  </a:lnTo>
                  <a:lnTo>
                    <a:pt x="1307" y="2908"/>
                  </a:lnTo>
                  <a:lnTo>
                    <a:pt x="1448" y="2921"/>
                  </a:lnTo>
                  <a:lnTo>
                    <a:pt x="1601" y="2908"/>
                  </a:lnTo>
                  <a:lnTo>
                    <a:pt x="1742" y="2883"/>
                  </a:lnTo>
                  <a:lnTo>
                    <a:pt x="1883" y="2844"/>
                  </a:lnTo>
                  <a:lnTo>
                    <a:pt x="2024" y="2806"/>
                  </a:lnTo>
                  <a:lnTo>
                    <a:pt x="2139" y="2742"/>
                  </a:lnTo>
                  <a:lnTo>
                    <a:pt x="2267" y="2665"/>
                  </a:lnTo>
                  <a:lnTo>
                    <a:pt x="2383" y="2588"/>
                  </a:lnTo>
                  <a:lnTo>
                    <a:pt x="2485" y="2486"/>
                  </a:lnTo>
                  <a:lnTo>
                    <a:pt x="2575" y="2383"/>
                  </a:lnTo>
                  <a:lnTo>
                    <a:pt x="2664" y="2268"/>
                  </a:lnTo>
                  <a:lnTo>
                    <a:pt x="2728" y="2153"/>
                  </a:lnTo>
                  <a:lnTo>
                    <a:pt x="2792" y="2024"/>
                  </a:lnTo>
                  <a:lnTo>
                    <a:pt x="2844" y="1896"/>
                  </a:lnTo>
                  <a:lnTo>
                    <a:pt x="2882" y="1755"/>
                  </a:lnTo>
                  <a:lnTo>
                    <a:pt x="2895" y="1615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2" y="1166"/>
                  </a:lnTo>
                  <a:lnTo>
                    <a:pt x="2844" y="1025"/>
                  </a:lnTo>
                  <a:lnTo>
                    <a:pt x="2792" y="897"/>
                  </a:lnTo>
                  <a:lnTo>
                    <a:pt x="2728" y="769"/>
                  </a:lnTo>
                  <a:lnTo>
                    <a:pt x="2664" y="641"/>
                  </a:lnTo>
                  <a:lnTo>
                    <a:pt x="2575" y="539"/>
                  </a:lnTo>
                  <a:lnTo>
                    <a:pt x="2485" y="436"/>
                  </a:lnTo>
                  <a:lnTo>
                    <a:pt x="2383" y="334"/>
                  </a:lnTo>
                  <a:lnTo>
                    <a:pt x="2267" y="257"/>
                  </a:lnTo>
                  <a:lnTo>
                    <a:pt x="2139" y="180"/>
                  </a:lnTo>
                  <a:lnTo>
                    <a:pt x="2024" y="116"/>
                  </a:lnTo>
                  <a:lnTo>
                    <a:pt x="1883" y="65"/>
                  </a:lnTo>
                  <a:lnTo>
                    <a:pt x="1742" y="39"/>
                  </a:lnTo>
                  <a:lnTo>
                    <a:pt x="1601" y="14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1"/>
            <p:cNvSpPr/>
            <p:nvPr/>
          </p:nvSpPr>
          <p:spPr>
            <a:xfrm rot="5400000">
              <a:off x="2819035" y="2606622"/>
              <a:ext cx="239203" cy="240190"/>
            </a:xfrm>
            <a:custGeom>
              <a:avLst/>
              <a:gdLst/>
              <a:ahLst/>
              <a:cxnLst/>
              <a:rect l="l" t="t" r="r" b="b"/>
              <a:pathLst>
                <a:path w="2909" h="2921" extrusionOk="0">
                  <a:moveTo>
                    <a:pt x="1448" y="1"/>
                  </a:moveTo>
                  <a:lnTo>
                    <a:pt x="1307" y="13"/>
                  </a:lnTo>
                  <a:lnTo>
                    <a:pt x="1153" y="39"/>
                  </a:lnTo>
                  <a:lnTo>
                    <a:pt x="1025" y="77"/>
                  </a:lnTo>
                  <a:lnTo>
                    <a:pt x="885" y="116"/>
                  </a:lnTo>
                  <a:lnTo>
                    <a:pt x="756" y="180"/>
                  </a:lnTo>
                  <a:lnTo>
                    <a:pt x="641" y="257"/>
                  </a:lnTo>
                  <a:lnTo>
                    <a:pt x="526" y="334"/>
                  </a:lnTo>
                  <a:lnTo>
                    <a:pt x="423" y="436"/>
                  </a:lnTo>
                  <a:lnTo>
                    <a:pt x="334" y="539"/>
                  </a:lnTo>
                  <a:lnTo>
                    <a:pt x="244" y="654"/>
                  </a:lnTo>
                  <a:lnTo>
                    <a:pt x="167" y="769"/>
                  </a:lnTo>
                  <a:lnTo>
                    <a:pt x="116" y="897"/>
                  </a:lnTo>
                  <a:lnTo>
                    <a:pt x="65" y="1025"/>
                  </a:lnTo>
                  <a:lnTo>
                    <a:pt x="26" y="1166"/>
                  </a:lnTo>
                  <a:lnTo>
                    <a:pt x="1" y="1307"/>
                  </a:lnTo>
                  <a:lnTo>
                    <a:pt x="1" y="1461"/>
                  </a:lnTo>
                  <a:lnTo>
                    <a:pt x="1" y="1614"/>
                  </a:lnTo>
                  <a:lnTo>
                    <a:pt x="26" y="1755"/>
                  </a:lnTo>
                  <a:lnTo>
                    <a:pt x="65" y="1896"/>
                  </a:lnTo>
                  <a:lnTo>
                    <a:pt x="116" y="2024"/>
                  </a:lnTo>
                  <a:lnTo>
                    <a:pt x="167" y="2152"/>
                  </a:lnTo>
                  <a:lnTo>
                    <a:pt x="244" y="2280"/>
                  </a:lnTo>
                  <a:lnTo>
                    <a:pt x="334" y="2383"/>
                  </a:lnTo>
                  <a:lnTo>
                    <a:pt x="423" y="2485"/>
                  </a:lnTo>
                  <a:lnTo>
                    <a:pt x="526" y="2588"/>
                  </a:lnTo>
                  <a:lnTo>
                    <a:pt x="641" y="2665"/>
                  </a:lnTo>
                  <a:lnTo>
                    <a:pt x="756" y="2741"/>
                  </a:lnTo>
                  <a:lnTo>
                    <a:pt x="885" y="2806"/>
                  </a:lnTo>
                  <a:lnTo>
                    <a:pt x="1025" y="2857"/>
                  </a:lnTo>
                  <a:lnTo>
                    <a:pt x="1153" y="2882"/>
                  </a:lnTo>
                  <a:lnTo>
                    <a:pt x="1307" y="2908"/>
                  </a:lnTo>
                  <a:lnTo>
                    <a:pt x="1448" y="2921"/>
                  </a:lnTo>
                  <a:lnTo>
                    <a:pt x="1602" y="2908"/>
                  </a:lnTo>
                  <a:lnTo>
                    <a:pt x="1743" y="2882"/>
                  </a:lnTo>
                  <a:lnTo>
                    <a:pt x="1884" y="2857"/>
                  </a:lnTo>
                  <a:lnTo>
                    <a:pt x="2024" y="2806"/>
                  </a:lnTo>
                  <a:lnTo>
                    <a:pt x="2152" y="2741"/>
                  </a:lnTo>
                  <a:lnTo>
                    <a:pt x="2268" y="2665"/>
                  </a:lnTo>
                  <a:lnTo>
                    <a:pt x="2383" y="2588"/>
                  </a:lnTo>
                  <a:lnTo>
                    <a:pt x="2485" y="2485"/>
                  </a:lnTo>
                  <a:lnTo>
                    <a:pt x="2575" y="2383"/>
                  </a:lnTo>
                  <a:lnTo>
                    <a:pt x="2665" y="2280"/>
                  </a:lnTo>
                  <a:lnTo>
                    <a:pt x="2729" y="2152"/>
                  </a:lnTo>
                  <a:lnTo>
                    <a:pt x="2793" y="2024"/>
                  </a:lnTo>
                  <a:lnTo>
                    <a:pt x="2844" y="1896"/>
                  </a:lnTo>
                  <a:lnTo>
                    <a:pt x="2883" y="1755"/>
                  </a:lnTo>
                  <a:lnTo>
                    <a:pt x="2895" y="1614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3" y="1166"/>
                  </a:lnTo>
                  <a:lnTo>
                    <a:pt x="2844" y="1025"/>
                  </a:lnTo>
                  <a:lnTo>
                    <a:pt x="2793" y="897"/>
                  </a:lnTo>
                  <a:lnTo>
                    <a:pt x="2729" y="769"/>
                  </a:lnTo>
                  <a:lnTo>
                    <a:pt x="2665" y="654"/>
                  </a:lnTo>
                  <a:lnTo>
                    <a:pt x="2575" y="539"/>
                  </a:lnTo>
                  <a:lnTo>
                    <a:pt x="2485" y="436"/>
                  </a:lnTo>
                  <a:lnTo>
                    <a:pt x="2383" y="334"/>
                  </a:lnTo>
                  <a:lnTo>
                    <a:pt x="2268" y="257"/>
                  </a:lnTo>
                  <a:lnTo>
                    <a:pt x="2152" y="180"/>
                  </a:lnTo>
                  <a:lnTo>
                    <a:pt x="2024" y="116"/>
                  </a:lnTo>
                  <a:lnTo>
                    <a:pt x="1884" y="77"/>
                  </a:lnTo>
                  <a:lnTo>
                    <a:pt x="1743" y="39"/>
                  </a:lnTo>
                  <a:lnTo>
                    <a:pt x="1602" y="13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1"/>
            <p:cNvSpPr/>
            <p:nvPr/>
          </p:nvSpPr>
          <p:spPr>
            <a:xfrm rot="5400000">
              <a:off x="2190801" y="2776672"/>
              <a:ext cx="239203" cy="239203"/>
            </a:xfrm>
            <a:custGeom>
              <a:avLst/>
              <a:gdLst/>
              <a:ahLst/>
              <a:cxnLst/>
              <a:rect l="l" t="t" r="r" b="b"/>
              <a:pathLst>
                <a:path w="2909" h="2909" extrusionOk="0">
                  <a:moveTo>
                    <a:pt x="1307" y="1"/>
                  </a:moveTo>
                  <a:lnTo>
                    <a:pt x="1154" y="27"/>
                  </a:lnTo>
                  <a:lnTo>
                    <a:pt x="1025" y="65"/>
                  </a:lnTo>
                  <a:lnTo>
                    <a:pt x="885" y="103"/>
                  </a:lnTo>
                  <a:lnTo>
                    <a:pt x="756" y="167"/>
                  </a:lnTo>
                  <a:lnTo>
                    <a:pt x="641" y="244"/>
                  </a:lnTo>
                  <a:lnTo>
                    <a:pt x="526" y="321"/>
                  </a:lnTo>
                  <a:lnTo>
                    <a:pt x="423" y="424"/>
                  </a:lnTo>
                  <a:lnTo>
                    <a:pt x="334" y="526"/>
                  </a:lnTo>
                  <a:lnTo>
                    <a:pt x="244" y="641"/>
                  </a:lnTo>
                  <a:lnTo>
                    <a:pt x="167" y="757"/>
                  </a:lnTo>
                  <a:lnTo>
                    <a:pt x="116" y="885"/>
                  </a:lnTo>
                  <a:lnTo>
                    <a:pt x="65" y="1013"/>
                  </a:lnTo>
                  <a:lnTo>
                    <a:pt x="26" y="1154"/>
                  </a:lnTo>
                  <a:lnTo>
                    <a:pt x="1" y="1307"/>
                  </a:lnTo>
                  <a:lnTo>
                    <a:pt x="1" y="1448"/>
                  </a:lnTo>
                  <a:lnTo>
                    <a:pt x="1" y="1602"/>
                  </a:lnTo>
                  <a:lnTo>
                    <a:pt x="26" y="1743"/>
                  </a:lnTo>
                  <a:lnTo>
                    <a:pt x="65" y="1884"/>
                  </a:lnTo>
                  <a:lnTo>
                    <a:pt x="116" y="2012"/>
                  </a:lnTo>
                  <a:lnTo>
                    <a:pt x="167" y="2140"/>
                  </a:lnTo>
                  <a:lnTo>
                    <a:pt x="244" y="2268"/>
                  </a:lnTo>
                  <a:lnTo>
                    <a:pt x="334" y="2370"/>
                  </a:lnTo>
                  <a:lnTo>
                    <a:pt x="423" y="2486"/>
                  </a:lnTo>
                  <a:lnTo>
                    <a:pt x="526" y="2575"/>
                  </a:lnTo>
                  <a:lnTo>
                    <a:pt x="641" y="2652"/>
                  </a:lnTo>
                  <a:lnTo>
                    <a:pt x="756" y="2729"/>
                  </a:lnTo>
                  <a:lnTo>
                    <a:pt x="885" y="2793"/>
                  </a:lnTo>
                  <a:lnTo>
                    <a:pt x="1025" y="2844"/>
                  </a:lnTo>
                  <a:lnTo>
                    <a:pt x="1154" y="2883"/>
                  </a:lnTo>
                  <a:lnTo>
                    <a:pt x="1307" y="2896"/>
                  </a:lnTo>
                  <a:lnTo>
                    <a:pt x="1448" y="2908"/>
                  </a:lnTo>
                  <a:lnTo>
                    <a:pt x="1602" y="2896"/>
                  </a:lnTo>
                  <a:lnTo>
                    <a:pt x="1743" y="2883"/>
                  </a:lnTo>
                  <a:lnTo>
                    <a:pt x="1884" y="2844"/>
                  </a:lnTo>
                  <a:lnTo>
                    <a:pt x="2024" y="2793"/>
                  </a:lnTo>
                  <a:lnTo>
                    <a:pt x="2153" y="2729"/>
                  </a:lnTo>
                  <a:lnTo>
                    <a:pt x="2268" y="2652"/>
                  </a:lnTo>
                  <a:lnTo>
                    <a:pt x="2383" y="2575"/>
                  </a:lnTo>
                  <a:lnTo>
                    <a:pt x="2486" y="2486"/>
                  </a:lnTo>
                  <a:lnTo>
                    <a:pt x="2575" y="2370"/>
                  </a:lnTo>
                  <a:lnTo>
                    <a:pt x="2665" y="2268"/>
                  </a:lnTo>
                  <a:lnTo>
                    <a:pt x="2729" y="2140"/>
                  </a:lnTo>
                  <a:lnTo>
                    <a:pt x="2793" y="2012"/>
                  </a:lnTo>
                  <a:lnTo>
                    <a:pt x="2844" y="1884"/>
                  </a:lnTo>
                  <a:lnTo>
                    <a:pt x="2883" y="1743"/>
                  </a:lnTo>
                  <a:lnTo>
                    <a:pt x="2895" y="1602"/>
                  </a:lnTo>
                  <a:lnTo>
                    <a:pt x="2908" y="1448"/>
                  </a:lnTo>
                  <a:lnTo>
                    <a:pt x="2895" y="1307"/>
                  </a:lnTo>
                  <a:lnTo>
                    <a:pt x="2883" y="1154"/>
                  </a:lnTo>
                  <a:lnTo>
                    <a:pt x="2844" y="1013"/>
                  </a:lnTo>
                  <a:lnTo>
                    <a:pt x="2793" y="885"/>
                  </a:lnTo>
                  <a:lnTo>
                    <a:pt x="2729" y="757"/>
                  </a:lnTo>
                  <a:lnTo>
                    <a:pt x="2665" y="641"/>
                  </a:lnTo>
                  <a:lnTo>
                    <a:pt x="2575" y="526"/>
                  </a:lnTo>
                  <a:lnTo>
                    <a:pt x="2486" y="424"/>
                  </a:lnTo>
                  <a:lnTo>
                    <a:pt x="2383" y="321"/>
                  </a:lnTo>
                  <a:lnTo>
                    <a:pt x="2268" y="244"/>
                  </a:lnTo>
                  <a:lnTo>
                    <a:pt x="2153" y="167"/>
                  </a:lnTo>
                  <a:lnTo>
                    <a:pt x="2024" y="103"/>
                  </a:lnTo>
                  <a:lnTo>
                    <a:pt x="1884" y="65"/>
                  </a:lnTo>
                  <a:lnTo>
                    <a:pt x="1743" y="27"/>
                  </a:lnTo>
                  <a:lnTo>
                    <a:pt x="1602" y="1"/>
                  </a:lnTo>
                  <a:close/>
                </a:path>
              </a:pathLst>
            </a:custGeom>
            <a:solidFill>
              <a:srgbClr val="FD96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1"/>
            <p:cNvSpPr/>
            <p:nvPr/>
          </p:nvSpPr>
          <p:spPr>
            <a:xfrm rot="5400000">
              <a:off x="3969169" y="2002128"/>
              <a:ext cx="1057459" cy="4279092"/>
            </a:xfrm>
            <a:custGeom>
              <a:avLst/>
              <a:gdLst/>
              <a:ahLst/>
              <a:cxnLst/>
              <a:rect l="l" t="t" r="r" b="b"/>
              <a:pathLst>
                <a:path w="12860" h="52039" extrusionOk="0">
                  <a:moveTo>
                    <a:pt x="974" y="0"/>
                  </a:moveTo>
                  <a:lnTo>
                    <a:pt x="871" y="13"/>
                  </a:lnTo>
                  <a:lnTo>
                    <a:pt x="769" y="26"/>
                  </a:lnTo>
                  <a:lnTo>
                    <a:pt x="679" y="52"/>
                  </a:lnTo>
                  <a:lnTo>
                    <a:pt x="589" y="77"/>
                  </a:lnTo>
                  <a:lnTo>
                    <a:pt x="513" y="116"/>
                  </a:lnTo>
                  <a:lnTo>
                    <a:pt x="423" y="167"/>
                  </a:lnTo>
                  <a:lnTo>
                    <a:pt x="359" y="231"/>
                  </a:lnTo>
                  <a:lnTo>
                    <a:pt x="282" y="282"/>
                  </a:lnTo>
                  <a:lnTo>
                    <a:pt x="218" y="359"/>
                  </a:lnTo>
                  <a:lnTo>
                    <a:pt x="167" y="436"/>
                  </a:lnTo>
                  <a:lnTo>
                    <a:pt x="116" y="513"/>
                  </a:lnTo>
                  <a:lnTo>
                    <a:pt x="77" y="602"/>
                  </a:lnTo>
                  <a:lnTo>
                    <a:pt x="39" y="692"/>
                  </a:lnTo>
                  <a:lnTo>
                    <a:pt x="13" y="782"/>
                  </a:lnTo>
                  <a:lnTo>
                    <a:pt x="0" y="871"/>
                  </a:lnTo>
                  <a:lnTo>
                    <a:pt x="0" y="974"/>
                  </a:lnTo>
                  <a:lnTo>
                    <a:pt x="0" y="10400"/>
                  </a:lnTo>
                  <a:lnTo>
                    <a:pt x="13" y="10772"/>
                  </a:lnTo>
                  <a:lnTo>
                    <a:pt x="26" y="11143"/>
                  </a:lnTo>
                  <a:lnTo>
                    <a:pt x="77" y="11515"/>
                  </a:lnTo>
                  <a:lnTo>
                    <a:pt x="128" y="11873"/>
                  </a:lnTo>
                  <a:lnTo>
                    <a:pt x="192" y="12219"/>
                  </a:lnTo>
                  <a:lnTo>
                    <a:pt x="282" y="12565"/>
                  </a:lnTo>
                  <a:lnTo>
                    <a:pt x="385" y="12911"/>
                  </a:lnTo>
                  <a:lnTo>
                    <a:pt x="500" y="13244"/>
                  </a:lnTo>
                  <a:lnTo>
                    <a:pt x="628" y="13564"/>
                  </a:lnTo>
                  <a:lnTo>
                    <a:pt x="769" y="13884"/>
                  </a:lnTo>
                  <a:lnTo>
                    <a:pt x="910" y="14179"/>
                  </a:lnTo>
                  <a:lnTo>
                    <a:pt x="1076" y="14486"/>
                  </a:lnTo>
                  <a:lnTo>
                    <a:pt x="1255" y="14768"/>
                  </a:lnTo>
                  <a:lnTo>
                    <a:pt x="1448" y="15050"/>
                  </a:lnTo>
                  <a:lnTo>
                    <a:pt x="1640" y="15306"/>
                  </a:lnTo>
                  <a:lnTo>
                    <a:pt x="1857" y="15562"/>
                  </a:lnTo>
                  <a:lnTo>
                    <a:pt x="2075" y="15805"/>
                  </a:lnTo>
                  <a:lnTo>
                    <a:pt x="2306" y="16036"/>
                  </a:lnTo>
                  <a:lnTo>
                    <a:pt x="2536" y="16254"/>
                  </a:lnTo>
                  <a:lnTo>
                    <a:pt x="2792" y="16459"/>
                  </a:lnTo>
                  <a:lnTo>
                    <a:pt x="3049" y="16651"/>
                  </a:lnTo>
                  <a:lnTo>
                    <a:pt x="3305" y="16817"/>
                  </a:lnTo>
                  <a:lnTo>
                    <a:pt x="3574" y="16984"/>
                  </a:lnTo>
                  <a:lnTo>
                    <a:pt x="3855" y="17125"/>
                  </a:lnTo>
                  <a:lnTo>
                    <a:pt x="4150" y="17265"/>
                  </a:lnTo>
                  <a:lnTo>
                    <a:pt x="4445" y="17381"/>
                  </a:lnTo>
                  <a:lnTo>
                    <a:pt x="4739" y="17470"/>
                  </a:lnTo>
                  <a:lnTo>
                    <a:pt x="5047" y="17560"/>
                  </a:lnTo>
                  <a:lnTo>
                    <a:pt x="5354" y="17624"/>
                  </a:lnTo>
                  <a:lnTo>
                    <a:pt x="5674" y="17662"/>
                  </a:lnTo>
                  <a:lnTo>
                    <a:pt x="5994" y="17701"/>
                  </a:lnTo>
                  <a:lnTo>
                    <a:pt x="6545" y="17701"/>
                  </a:lnTo>
                  <a:lnTo>
                    <a:pt x="6763" y="17714"/>
                  </a:lnTo>
                  <a:lnTo>
                    <a:pt x="6993" y="17739"/>
                  </a:lnTo>
                  <a:lnTo>
                    <a:pt x="7211" y="17765"/>
                  </a:lnTo>
                  <a:lnTo>
                    <a:pt x="7429" y="17816"/>
                  </a:lnTo>
                  <a:lnTo>
                    <a:pt x="7634" y="17880"/>
                  </a:lnTo>
                  <a:lnTo>
                    <a:pt x="7839" y="17944"/>
                  </a:lnTo>
                  <a:lnTo>
                    <a:pt x="8044" y="18034"/>
                  </a:lnTo>
                  <a:lnTo>
                    <a:pt x="8249" y="18124"/>
                  </a:lnTo>
                  <a:lnTo>
                    <a:pt x="8441" y="18239"/>
                  </a:lnTo>
                  <a:lnTo>
                    <a:pt x="8620" y="18354"/>
                  </a:lnTo>
                  <a:lnTo>
                    <a:pt x="8812" y="18482"/>
                  </a:lnTo>
                  <a:lnTo>
                    <a:pt x="8991" y="18623"/>
                  </a:lnTo>
                  <a:lnTo>
                    <a:pt x="9158" y="18777"/>
                  </a:lnTo>
                  <a:lnTo>
                    <a:pt x="9324" y="18930"/>
                  </a:lnTo>
                  <a:lnTo>
                    <a:pt x="9478" y="19097"/>
                  </a:lnTo>
                  <a:lnTo>
                    <a:pt x="9632" y="19276"/>
                  </a:lnTo>
                  <a:lnTo>
                    <a:pt x="9785" y="19468"/>
                  </a:lnTo>
                  <a:lnTo>
                    <a:pt x="9914" y="19660"/>
                  </a:lnTo>
                  <a:lnTo>
                    <a:pt x="10042" y="19865"/>
                  </a:lnTo>
                  <a:lnTo>
                    <a:pt x="10170" y="20070"/>
                  </a:lnTo>
                  <a:lnTo>
                    <a:pt x="10285" y="20288"/>
                  </a:lnTo>
                  <a:lnTo>
                    <a:pt x="10387" y="20519"/>
                  </a:lnTo>
                  <a:lnTo>
                    <a:pt x="10490" y="20749"/>
                  </a:lnTo>
                  <a:lnTo>
                    <a:pt x="10567" y="20980"/>
                  </a:lnTo>
                  <a:lnTo>
                    <a:pt x="10656" y="21223"/>
                  </a:lnTo>
                  <a:lnTo>
                    <a:pt x="10720" y="21479"/>
                  </a:lnTo>
                  <a:lnTo>
                    <a:pt x="10784" y="21735"/>
                  </a:lnTo>
                  <a:lnTo>
                    <a:pt x="10823" y="21992"/>
                  </a:lnTo>
                  <a:lnTo>
                    <a:pt x="10861" y="22260"/>
                  </a:lnTo>
                  <a:lnTo>
                    <a:pt x="10900" y="22529"/>
                  </a:lnTo>
                  <a:lnTo>
                    <a:pt x="10913" y="22798"/>
                  </a:lnTo>
                  <a:lnTo>
                    <a:pt x="10913" y="23067"/>
                  </a:lnTo>
                  <a:lnTo>
                    <a:pt x="10913" y="28972"/>
                  </a:lnTo>
                  <a:lnTo>
                    <a:pt x="10913" y="29241"/>
                  </a:lnTo>
                  <a:lnTo>
                    <a:pt x="10900" y="29523"/>
                  </a:lnTo>
                  <a:lnTo>
                    <a:pt x="10861" y="29792"/>
                  </a:lnTo>
                  <a:lnTo>
                    <a:pt x="10823" y="30048"/>
                  </a:lnTo>
                  <a:lnTo>
                    <a:pt x="10784" y="30304"/>
                  </a:lnTo>
                  <a:lnTo>
                    <a:pt x="10720" y="30560"/>
                  </a:lnTo>
                  <a:lnTo>
                    <a:pt x="10656" y="30816"/>
                  </a:lnTo>
                  <a:lnTo>
                    <a:pt x="10567" y="31060"/>
                  </a:lnTo>
                  <a:lnTo>
                    <a:pt x="10490" y="31290"/>
                  </a:lnTo>
                  <a:lnTo>
                    <a:pt x="10387" y="31521"/>
                  </a:lnTo>
                  <a:lnTo>
                    <a:pt x="10285" y="31751"/>
                  </a:lnTo>
                  <a:lnTo>
                    <a:pt x="10170" y="31969"/>
                  </a:lnTo>
                  <a:lnTo>
                    <a:pt x="10042" y="32174"/>
                  </a:lnTo>
                  <a:lnTo>
                    <a:pt x="9914" y="32379"/>
                  </a:lnTo>
                  <a:lnTo>
                    <a:pt x="9785" y="32571"/>
                  </a:lnTo>
                  <a:lnTo>
                    <a:pt x="9632" y="32763"/>
                  </a:lnTo>
                  <a:lnTo>
                    <a:pt x="9478" y="32942"/>
                  </a:lnTo>
                  <a:lnTo>
                    <a:pt x="9324" y="33109"/>
                  </a:lnTo>
                  <a:lnTo>
                    <a:pt x="9158" y="33275"/>
                  </a:lnTo>
                  <a:lnTo>
                    <a:pt x="8991" y="33416"/>
                  </a:lnTo>
                  <a:lnTo>
                    <a:pt x="8812" y="33557"/>
                  </a:lnTo>
                  <a:lnTo>
                    <a:pt x="8620" y="33685"/>
                  </a:lnTo>
                  <a:lnTo>
                    <a:pt x="8441" y="33800"/>
                  </a:lnTo>
                  <a:lnTo>
                    <a:pt x="8249" y="33916"/>
                  </a:lnTo>
                  <a:lnTo>
                    <a:pt x="8044" y="34005"/>
                  </a:lnTo>
                  <a:lnTo>
                    <a:pt x="7839" y="34095"/>
                  </a:lnTo>
                  <a:lnTo>
                    <a:pt x="7634" y="34172"/>
                  </a:lnTo>
                  <a:lnTo>
                    <a:pt x="7429" y="34223"/>
                  </a:lnTo>
                  <a:lnTo>
                    <a:pt x="7211" y="34274"/>
                  </a:lnTo>
                  <a:lnTo>
                    <a:pt x="6993" y="34313"/>
                  </a:lnTo>
                  <a:lnTo>
                    <a:pt x="6763" y="34326"/>
                  </a:lnTo>
                  <a:lnTo>
                    <a:pt x="6545" y="34338"/>
                  </a:lnTo>
                  <a:lnTo>
                    <a:pt x="6315" y="34338"/>
                  </a:lnTo>
                  <a:lnTo>
                    <a:pt x="5994" y="34351"/>
                  </a:lnTo>
                  <a:lnTo>
                    <a:pt x="5674" y="34377"/>
                  </a:lnTo>
                  <a:lnTo>
                    <a:pt x="5354" y="34415"/>
                  </a:lnTo>
                  <a:lnTo>
                    <a:pt x="5047" y="34479"/>
                  </a:lnTo>
                  <a:lnTo>
                    <a:pt x="4739" y="34569"/>
                  </a:lnTo>
                  <a:lnTo>
                    <a:pt x="4445" y="34671"/>
                  </a:lnTo>
                  <a:lnTo>
                    <a:pt x="4150" y="34787"/>
                  </a:lnTo>
                  <a:lnTo>
                    <a:pt x="3855" y="34915"/>
                  </a:lnTo>
                  <a:lnTo>
                    <a:pt x="3574" y="35056"/>
                  </a:lnTo>
                  <a:lnTo>
                    <a:pt x="3305" y="35222"/>
                  </a:lnTo>
                  <a:lnTo>
                    <a:pt x="3049" y="35401"/>
                  </a:lnTo>
                  <a:lnTo>
                    <a:pt x="2792" y="35581"/>
                  </a:lnTo>
                  <a:lnTo>
                    <a:pt x="2536" y="35786"/>
                  </a:lnTo>
                  <a:lnTo>
                    <a:pt x="2306" y="36003"/>
                  </a:lnTo>
                  <a:lnTo>
                    <a:pt x="2075" y="36234"/>
                  </a:lnTo>
                  <a:lnTo>
                    <a:pt x="1857" y="36477"/>
                  </a:lnTo>
                  <a:lnTo>
                    <a:pt x="1640" y="36733"/>
                  </a:lnTo>
                  <a:lnTo>
                    <a:pt x="1448" y="37002"/>
                  </a:lnTo>
                  <a:lnTo>
                    <a:pt x="1255" y="37271"/>
                  </a:lnTo>
                  <a:lnTo>
                    <a:pt x="1076" y="37566"/>
                  </a:lnTo>
                  <a:lnTo>
                    <a:pt x="910" y="37861"/>
                  </a:lnTo>
                  <a:lnTo>
                    <a:pt x="769" y="38168"/>
                  </a:lnTo>
                  <a:lnTo>
                    <a:pt x="628" y="38475"/>
                  </a:lnTo>
                  <a:lnTo>
                    <a:pt x="500" y="38808"/>
                  </a:lnTo>
                  <a:lnTo>
                    <a:pt x="385" y="39141"/>
                  </a:lnTo>
                  <a:lnTo>
                    <a:pt x="282" y="39474"/>
                  </a:lnTo>
                  <a:lnTo>
                    <a:pt x="192" y="39820"/>
                  </a:lnTo>
                  <a:lnTo>
                    <a:pt x="128" y="40179"/>
                  </a:lnTo>
                  <a:lnTo>
                    <a:pt x="77" y="40537"/>
                  </a:lnTo>
                  <a:lnTo>
                    <a:pt x="26" y="40896"/>
                  </a:lnTo>
                  <a:lnTo>
                    <a:pt x="13" y="41267"/>
                  </a:lnTo>
                  <a:lnTo>
                    <a:pt x="0" y="41652"/>
                  </a:lnTo>
                  <a:lnTo>
                    <a:pt x="0" y="51065"/>
                  </a:lnTo>
                  <a:lnTo>
                    <a:pt x="0" y="51168"/>
                  </a:lnTo>
                  <a:lnTo>
                    <a:pt x="13" y="51258"/>
                  </a:lnTo>
                  <a:lnTo>
                    <a:pt x="39" y="51360"/>
                  </a:lnTo>
                  <a:lnTo>
                    <a:pt x="77" y="51450"/>
                  </a:lnTo>
                  <a:lnTo>
                    <a:pt x="116" y="51527"/>
                  </a:lnTo>
                  <a:lnTo>
                    <a:pt x="167" y="51616"/>
                  </a:lnTo>
                  <a:lnTo>
                    <a:pt x="218" y="51680"/>
                  </a:lnTo>
                  <a:lnTo>
                    <a:pt x="282" y="51757"/>
                  </a:lnTo>
                  <a:lnTo>
                    <a:pt x="359" y="51821"/>
                  </a:lnTo>
                  <a:lnTo>
                    <a:pt x="423" y="51872"/>
                  </a:lnTo>
                  <a:lnTo>
                    <a:pt x="513" y="51924"/>
                  </a:lnTo>
                  <a:lnTo>
                    <a:pt x="589" y="51962"/>
                  </a:lnTo>
                  <a:lnTo>
                    <a:pt x="679" y="52000"/>
                  </a:lnTo>
                  <a:lnTo>
                    <a:pt x="769" y="52013"/>
                  </a:lnTo>
                  <a:lnTo>
                    <a:pt x="871" y="52039"/>
                  </a:lnTo>
                  <a:lnTo>
                    <a:pt x="1076" y="52039"/>
                  </a:lnTo>
                  <a:lnTo>
                    <a:pt x="1166" y="52013"/>
                  </a:lnTo>
                  <a:lnTo>
                    <a:pt x="1255" y="52000"/>
                  </a:lnTo>
                  <a:lnTo>
                    <a:pt x="1345" y="51962"/>
                  </a:lnTo>
                  <a:lnTo>
                    <a:pt x="1435" y="51924"/>
                  </a:lnTo>
                  <a:lnTo>
                    <a:pt x="1512" y="51872"/>
                  </a:lnTo>
                  <a:lnTo>
                    <a:pt x="1588" y="51821"/>
                  </a:lnTo>
                  <a:lnTo>
                    <a:pt x="1652" y="51757"/>
                  </a:lnTo>
                  <a:lnTo>
                    <a:pt x="1717" y="51680"/>
                  </a:lnTo>
                  <a:lnTo>
                    <a:pt x="1781" y="51616"/>
                  </a:lnTo>
                  <a:lnTo>
                    <a:pt x="1819" y="51527"/>
                  </a:lnTo>
                  <a:lnTo>
                    <a:pt x="1870" y="51450"/>
                  </a:lnTo>
                  <a:lnTo>
                    <a:pt x="1896" y="51360"/>
                  </a:lnTo>
                  <a:lnTo>
                    <a:pt x="1921" y="51258"/>
                  </a:lnTo>
                  <a:lnTo>
                    <a:pt x="1934" y="51168"/>
                  </a:lnTo>
                  <a:lnTo>
                    <a:pt x="1947" y="51065"/>
                  </a:lnTo>
                  <a:lnTo>
                    <a:pt x="1947" y="41652"/>
                  </a:lnTo>
                  <a:lnTo>
                    <a:pt x="1947" y="41370"/>
                  </a:lnTo>
                  <a:lnTo>
                    <a:pt x="1960" y="41101"/>
                  </a:lnTo>
                  <a:lnTo>
                    <a:pt x="1998" y="40832"/>
                  </a:lnTo>
                  <a:lnTo>
                    <a:pt x="2037" y="40563"/>
                  </a:lnTo>
                  <a:lnTo>
                    <a:pt x="2075" y="40307"/>
                  </a:lnTo>
                  <a:lnTo>
                    <a:pt x="2139" y="40051"/>
                  </a:lnTo>
                  <a:lnTo>
                    <a:pt x="2203" y="39807"/>
                  </a:lnTo>
                  <a:lnTo>
                    <a:pt x="2280" y="39564"/>
                  </a:lnTo>
                  <a:lnTo>
                    <a:pt x="2370" y="39321"/>
                  </a:lnTo>
                  <a:lnTo>
                    <a:pt x="2472" y="39090"/>
                  </a:lnTo>
                  <a:lnTo>
                    <a:pt x="2575" y="38860"/>
                  </a:lnTo>
                  <a:lnTo>
                    <a:pt x="2690" y="38642"/>
                  </a:lnTo>
                  <a:lnTo>
                    <a:pt x="2818" y="38437"/>
                  </a:lnTo>
                  <a:lnTo>
                    <a:pt x="2946" y="38232"/>
                  </a:lnTo>
                  <a:lnTo>
                    <a:pt x="3074" y="38040"/>
                  </a:lnTo>
                  <a:lnTo>
                    <a:pt x="3228" y="37848"/>
                  </a:lnTo>
                  <a:lnTo>
                    <a:pt x="3382" y="37681"/>
                  </a:lnTo>
                  <a:lnTo>
                    <a:pt x="3535" y="37502"/>
                  </a:lnTo>
                  <a:lnTo>
                    <a:pt x="3702" y="37348"/>
                  </a:lnTo>
                  <a:lnTo>
                    <a:pt x="3868" y="37195"/>
                  </a:lnTo>
                  <a:lnTo>
                    <a:pt x="4048" y="37054"/>
                  </a:lnTo>
                  <a:lnTo>
                    <a:pt x="4227" y="36926"/>
                  </a:lnTo>
                  <a:lnTo>
                    <a:pt x="4419" y="36810"/>
                  </a:lnTo>
                  <a:lnTo>
                    <a:pt x="4611" y="36708"/>
                  </a:lnTo>
                  <a:lnTo>
                    <a:pt x="4816" y="36605"/>
                  </a:lnTo>
                  <a:lnTo>
                    <a:pt x="5021" y="36516"/>
                  </a:lnTo>
                  <a:lnTo>
                    <a:pt x="5226" y="36452"/>
                  </a:lnTo>
                  <a:lnTo>
                    <a:pt x="5431" y="36388"/>
                  </a:lnTo>
                  <a:lnTo>
                    <a:pt x="5649" y="36336"/>
                  </a:lnTo>
                  <a:lnTo>
                    <a:pt x="5866" y="36311"/>
                  </a:lnTo>
                  <a:lnTo>
                    <a:pt x="6097" y="36285"/>
                  </a:lnTo>
                  <a:lnTo>
                    <a:pt x="6545" y="36285"/>
                  </a:lnTo>
                  <a:lnTo>
                    <a:pt x="6865" y="36272"/>
                  </a:lnTo>
                  <a:lnTo>
                    <a:pt x="7185" y="36247"/>
                  </a:lnTo>
                  <a:lnTo>
                    <a:pt x="7506" y="36195"/>
                  </a:lnTo>
                  <a:lnTo>
                    <a:pt x="7813" y="36131"/>
                  </a:lnTo>
                  <a:lnTo>
                    <a:pt x="8120" y="36055"/>
                  </a:lnTo>
                  <a:lnTo>
                    <a:pt x="8415" y="35952"/>
                  </a:lnTo>
                  <a:lnTo>
                    <a:pt x="8710" y="35837"/>
                  </a:lnTo>
                  <a:lnTo>
                    <a:pt x="9004" y="35709"/>
                  </a:lnTo>
                  <a:lnTo>
                    <a:pt x="9273" y="35555"/>
                  </a:lnTo>
                  <a:lnTo>
                    <a:pt x="9555" y="35401"/>
                  </a:lnTo>
                  <a:lnTo>
                    <a:pt x="9811" y="35222"/>
                  </a:lnTo>
                  <a:lnTo>
                    <a:pt x="10067" y="35030"/>
                  </a:lnTo>
                  <a:lnTo>
                    <a:pt x="10323" y="34825"/>
                  </a:lnTo>
                  <a:lnTo>
                    <a:pt x="10554" y="34607"/>
                  </a:lnTo>
                  <a:lnTo>
                    <a:pt x="10784" y="34377"/>
                  </a:lnTo>
                  <a:lnTo>
                    <a:pt x="11002" y="34133"/>
                  </a:lnTo>
                  <a:lnTo>
                    <a:pt x="11220" y="33877"/>
                  </a:lnTo>
                  <a:lnTo>
                    <a:pt x="11412" y="33621"/>
                  </a:lnTo>
                  <a:lnTo>
                    <a:pt x="11604" y="33339"/>
                  </a:lnTo>
                  <a:lnTo>
                    <a:pt x="11783" y="33058"/>
                  </a:lnTo>
                  <a:lnTo>
                    <a:pt x="11937" y="32763"/>
                  </a:lnTo>
                  <a:lnTo>
                    <a:pt x="12091" y="32456"/>
                  </a:lnTo>
                  <a:lnTo>
                    <a:pt x="12232" y="32135"/>
                  </a:lnTo>
                  <a:lnTo>
                    <a:pt x="12360" y="31815"/>
                  </a:lnTo>
                  <a:lnTo>
                    <a:pt x="12475" y="31482"/>
                  </a:lnTo>
                  <a:lnTo>
                    <a:pt x="12578" y="31136"/>
                  </a:lnTo>
                  <a:lnTo>
                    <a:pt x="12654" y="30791"/>
                  </a:lnTo>
                  <a:lnTo>
                    <a:pt x="12731" y="30445"/>
                  </a:lnTo>
                  <a:lnTo>
                    <a:pt x="12783" y="30086"/>
                  </a:lnTo>
                  <a:lnTo>
                    <a:pt x="12821" y="29715"/>
                  </a:lnTo>
                  <a:lnTo>
                    <a:pt x="12847" y="29343"/>
                  </a:lnTo>
                  <a:lnTo>
                    <a:pt x="12859" y="28972"/>
                  </a:lnTo>
                  <a:lnTo>
                    <a:pt x="12859" y="23067"/>
                  </a:lnTo>
                  <a:lnTo>
                    <a:pt x="12847" y="22696"/>
                  </a:lnTo>
                  <a:lnTo>
                    <a:pt x="12821" y="22325"/>
                  </a:lnTo>
                  <a:lnTo>
                    <a:pt x="12783" y="21966"/>
                  </a:lnTo>
                  <a:lnTo>
                    <a:pt x="12731" y="21594"/>
                  </a:lnTo>
                  <a:lnTo>
                    <a:pt x="12654" y="21249"/>
                  </a:lnTo>
                  <a:lnTo>
                    <a:pt x="12578" y="20903"/>
                  </a:lnTo>
                  <a:lnTo>
                    <a:pt x="12475" y="20557"/>
                  </a:lnTo>
                  <a:lnTo>
                    <a:pt x="12360" y="20224"/>
                  </a:lnTo>
                  <a:lnTo>
                    <a:pt x="12232" y="19904"/>
                  </a:lnTo>
                  <a:lnTo>
                    <a:pt x="12091" y="19596"/>
                  </a:lnTo>
                  <a:lnTo>
                    <a:pt x="11937" y="19289"/>
                  </a:lnTo>
                  <a:lnTo>
                    <a:pt x="11783" y="18994"/>
                  </a:lnTo>
                  <a:lnTo>
                    <a:pt x="11604" y="18700"/>
                  </a:lnTo>
                  <a:lnTo>
                    <a:pt x="11412" y="18431"/>
                  </a:lnTo>
                  <a:lnTo>
                    <a:pt x="11220" y="18162"/>
                  </a:lnTo>
                  <a:lnTo>
                    <a:pt x="11002" y="17906"/>
                  </a:lnTo>
                  <a:lnTo>
                    <a:pt x="10784" y="17662"/>
                  </a:lnTo>
                  <a:lnTo>
                    <a:pt x="10554" y="17432"/>
                  </a:lnTo>
                  <a:lnTo>
                    <a:pt x="10323" y="17214"/>
                  </a:lnTo>
                  <a:lnTo>
                    <a:pt x="10067" y="17009"/>
                  </a:lnTo>
                  <a:lnTo>
                    <a:pt x="9811" y="16817"/>
                  </a:lnTo>
                  <a:lnTo>
                    <a:pt x="9555" y="16651"/>
                  </a:lnTo>
                  <a:lnTo>
                    <a:pt x="9273" y="16484"/>
                  </a:lnTo>
                  <a:lnTo>
                    <a:pt x="9004" y="16343"/>
                  </a:lnTo>
                  <a:lnTo>
                    <a:pt x="8710" y="16202"/>
                  </a:lnTo>
                  <a:lnTo>
                    <a:pt x="8415" y="16087"/>
                  </a:lnTo>
                  <a:lnTo>
                    <a:pt x="8120" y="15997"/>
                  </a:lnTo>
                  <a:lnTo>
                    <a:pt x="7813" y="15908"/>
                  </a:lnTo>
                  <a:lnTo>
                    <a:pt x="7506" y="15844"/>
                  </a:lnTo>
                  <a:lnTo>
                    <a:pt x="7185" y="15805"/>
                  </a:lnTo>
                  <a:lnTo>
                    <a:pt x="6865" y="15767"/>
                  </a:lnTo>
                  <a:lnTo>
                    <a:pt x="6315" y="15767"/>
                  </a:lnTo>
                  <a:lnTo>
                    <a:pt x="6097" y="15754"/>
                  </a:lnTo>
                  <a:lnTo>
                    <a:pt x="5866" y="15741"/>
                  </a:lnTo>
                  <a:lnTo>
                    <a:pt x="5649" y="15703"/>
                  </a:lnTo>
                  <a:lnTo>
                    <a:pt x="5431" y="15652"/>
                  </a:lnTo>
                  <a:lnTo>
                    <a:pt x="5226" y="15588"/>
                  </a:lnTo>
                  <a:lnTo>
                    <a:pt x="5021" y="15524"/>
                  </a:lnTo>
                  <a:lnTo>
                    <a:pt x="4816" y="15434"/>
                  </a:lnTo>
                  <a:lnTo>
                    <a:pt x="4611" y="15344"/>
                  </a:lnTo>
                  <a:lnTo>
                    <a:pt x="4419" y="15229"/>
                  </a:lnTo>
                  <a:lnTo>
                    <a:pt x="4227" y="15114"/>
                  </a:lnTo>
                  <a:lnTo>
                    <a:pt x="4048" y="14986"/>
                  </a:lnTo>
                  <a:lnTo>
                    <a:pt x="3868" y="14845"/>
                  </a:lnTo>
                  <a:lnTo>
                    <a:pt x="3702" y="14691"/>
                  </a:lnTo>
                  <a:lnTo>
                    <a:pt x="3535" y="14537"/>
                  </a:lnTo>
                  <a:lnTo>
                    <a:pt x="3382" y="14371"/>
                  </a:lnTo>
                  <a:lnTo>
                    <a:pt x="3228" y="14192"/>
                  </a:lnTo>
                  <a:lnTo>
                    <a:pt x="3074" y="13999"/>
                  </a:lnTo>
                  <a:lnTo>
                    <a:pt x="2946" y="13807"/>
                  </a:lnTo>
                  <a:lnTo>
                    <a:pt x="2818" y="13602"/>
                  </a:lnTo>
                  <a:lnTo>
                    <a:pt x="2690" y="13397"/>
                  </a:lnTo>
                  <a:lnTo>
                    <a:pt x="2575" y="13180"/>
                  </a:lnTo>
                  <a:lnTo>
                    <a:pt x="2472" y="12949"/>
                  </a:lnTo>
                  <a:lnTo>
                    <a:pt x="2370" y="12719"/>
                  </a:lnTo>
                  <a:lnTo>
                    <a:pt x="2280" y="12488"/>
                  </a:lnTo>
                  <a:lnTo>
                    <a:pt x="2203" y="12245"/>
                  </a:lnTo>
                  <a:lnTo>
                    <a:pt x="2139" y="11989"/>
                  </a:lnTo>
                  <a:lnTo>
                    <a:pt x="2075" y="11732"/>
                  </a:lnTo>
                  <a:lnTo>
                    <a:pt x="2037" y="11476"/>
                  </a:lnTo>
                  <a:lnTo>
                    <a:pt x="1998" y="11207"/>
                  </a:lnTo>
                  <a:lnTo>
                    <a:pt x="1960" y="10951"/>
                  </a:lnTo>
                  <a:lnTo>
                    <a:pt x="1947" y="10669"/>
                  </a:lnTo>
                  <a:lnTo>
                    <a:pt x="1947" y="10400"/>
                  </a:lnTo>
                  <a:lnTo>
                    <a:pt x="1947" y="974"/>
                  </a:lnTo>
                  <a:lnTo>
                    <a:pt x="1934" y="871"/>
                  </a:lnTo>
                  <a:lnTo>
                    <a:pt x="1921" y="782"/>
                  </a:lnTo>
                  <a:lnTo>
                    <a:pt x="1896" y="692"/>
                  </a:lnTo>
                  <a:lnTo>
                    <a:pt x="1870" y="602"/>
                  </a:lnTo>
                  <a:lnTo>
                    <a:pt x="1819" y="513"/>
                  </a:lnTo>
                  <a:lnTo>
                    <a:pt x="1781" y="436"/>
                  </a:lnTo>
                  <a:lnTo>
                    <a:pt x="1717" y="359"/>
                  </a:lnTo>
                  <a:lnTo>
                    <a:pt x="1652" y="282"/>
                  </a:lnTo>
                  <a:lnTo>
                    <a:pt x="1588" y="231"/>
                  </a:lnTo>
                  <a:lnTo>
                    <a:pt x="1512" y="167"/>
                  </a:lnTo>
                  <a:lnTo>
                    <a:pt x="1435" y="116"/>
                  </a:lnTo>
                  <a:lnTo>
                    <a:pt x="1345" y="77"/>
                  </a:lnTo>
                  <a:lnTo>
                    <a:pt x="1255" y="52"/>
                  </a:lnTo>
                  <a:lnTo>
                    <a:pt x="1166" y="26"/>
                  </a:lnTo>
                  <a:lnTo>
                    <a:pt x="1076" y="13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1"/>
            <p:cNvSpPr/>
            <p:nvPr/>
          </p:nvSpPr>
          <p:spPr>
            <a:xfrm rot="5400000">
              <a:off x="3969169" y="2002128"/>
              <a:ext cx="1057459" cy="4279092"/>
            </a:xfrm>
            <a:custGeom>
              <a:avLst/>
              <a:gdLst/>
              <a:ahLst/>
              <a:cxnLst/>
              <a:rect l="l" t="t" r="r" b="b"/>
              <a:pathLst>
                <a:path w="12860" h="52039" extrusionOk="0">
                  <a:moveTo>
                    <a:pt x="11886" y="0"/>
                  </a:moveTo>
                  <a:lnTo>
                    <a:pt x="11783" y="13"/>
                  </a:lnTo>
                  <a:lnTo>
                    <a:pt x="11694" y="26"/>
                  </a:lnTo>
                  <a:lnTo>
                    <a:pt x="11604" y="52"/>
                  </a:lnTo>
                  <a:lnTo>
                    <a:pt x="11515" y="77"/>
                  </a:lnTo>
                  <a:lnTo>
                    <a:pt x="11425" y="116"/>
                  </a:lnTo>
                  <a:lnTo>
                    <a:pt x="11348" y="167"/>
                  </a:lnTo>
                  <a:lnTo>
                    <a:pt x="11271" y="231"/>
                  </a:lnTo>
                  <a:lnTo>
                    <a:pt x="11207" y="282"/>
                  </a:lnTo>
                  <a:lnTo>
                    <a:pt x="11143" y="359"/>
                  </a:lnTo>
                  <a:lnTo>
                    <a:pt x="11079" y="436"/>
                  </a:lnTo>
                  <a:lnTo>
                    <a:pt x="11028" y="513"/>
                  </a:lnTo>
                  <a:lnTo>
                    <a:pt x="10989" y="602"/>
                  </a:lnTo>
                  <a:lnTo>
                    <a:pt x="10964" y="692"/>
                  </a:lnTo>
                  <a:lnTo>
                    <a:pt x="10938" y="782"/>
                  </a:lnTo>
                  <a:lnTo>
                    <a:pt x="10925" y="871"/>
                  </a:lnTo>
                  <a:lnTo>
                    <a:pt x="10913" y="974"/>
                  </a:lnTo>
                  <a:lnTo>
                    <a:pt x="10913" y="10400"/>
                  </a:lnTo>
                  <a:lnTo>
                    <a:pt x="10913" y="10669"/>
                  </a:lnTo>
                  <a:lnTo>
                    <a:pt x="10900" y="10951"/>
                  </a:lnTo>
                  <a:lnTo>
                    <a:pt x="10861" y="11207"/>
                  </a:lnTo>
                  <a:lnTo>
                    <a:pt x="10823" y="11476"/>
                  </a:lnTo>
                  <a:lnTo>
                    <a:pt x="10784" y="11732"/>
                  </a:lnTo>
                  <a:lnTo>
                    <a:pt x="10720" y="11989"/>
                  </a:lnTo>
                  <a:lnTo>
                    <a:pt x="10656" y="12245"/>
                  </a:lnTo>
                  <a:lnTo>
                    <a:pt x="10567" y="12488"/>
                  </a:lnTo>
                  <a:lnTo>
                    <a:pt x="10490" y="12719"/>
                  </a:lnTo>
                  <a:lnTo>
                    <a:pt x="10387" y="12949"/>
                  </a:lnTo>
                  <a:lnTo>
                    <a:pt x="10285" y="13180"/>
                  </a:lnTo>
                  <a:lnTo>
                    <a:pt x="10170" y="13397"/>
                  </a:lnTo>
                  <a:lnTo>
                    <a:pt x="10042" y="13602"/>
                  </a:lnTo>
                  <a:lnTo>
                    <a:pt x="9914" y="13807"/>
                  </a:lnTo>
                  <a:lnTo>
                    <a:pt x="9785" y="13999"/>
                  </a:lnTo>
                  <a:lnTo>
                    <a:pt x="9632" y="14192"/>
                  </a:lnTo>
                  <a:lnTo>
                    <a:pt x="9478" y="14371"/>
                  </a:lnTo>
                  <a:lnTo>
                    <a:pt x="9324" y="14537"/>
                  </a:lnTo>
                  <a:lnTo>
                    <a:pt x="9158" y="14691"/>
                  </a:lnTo>
                  <a:lnTo>
                    <a:pt x="8991" y="14845"/>
                  </a:lnTo>
                  <a:lnTo>
                    <a:pt x="8812" y="14986"/>
                  </a:lnTo>
                  <a:lnTo>
                    <a:pt x="8620" y="15114"/>
                  </a:lnTo>
                  <a:lnTo>
                    <a:pt x="8441" y="15229"/>
                  </a:lnTo>
                  <a:lnTo>
                    <a:pt x="8249" y="15344"/>
                  </a:lnTo>
                  <a:lnTo>
                    <a:pt x="8044" y="15434"/>
                  </a:lnTo>
                  <a:lnTo>
                    <a:pt x="7839" y="15524"/>
                  </a:lnTo>
                  <a:lnTo>
                    <a:pt x="7634" y="15588"/>
                  </a:lnTo>
                  <a:lnTo>
                    <a:pt x="7429" y="15652"/>
                  </a:lnTo>
                  <a:lnTo>
                    <a:pt x="7211" y="15703"/>
                  </a:lnTo>
                  <a:lnTo>
                    <a:pt x="6993" y="15741"/>
                  </a:lnTo>
                  <a:lnTo>
                    <a:pt x="6763" y="15754"/>
                  </a:lnTo>
                  <a:lnTo>
                    <a:pt x="6545" y="15767"/>
                  </a:lnTo>
                  <a:lnTo>
                    <a:pt x="5994" y="15767"/>
                  </a:lnTo>
                  <a:lnTo>
                    <a:pt x="5674" y="15805"/>
                  </a:lnTo>
                  <a:lnTo>
                    <a:pt x="5354" y="15844"/>
                  </a:lnTo>
                  <a:lnTo>
                    <a:pt x="5047" y="15908"/>
                  </a:lnTo>
                  <a:lnTo>
                    <a:pt x="4739" y="15997"/>
                  </a:lnTo>
                  <a:lnTo>
                    <a:pt x="4445" y="16087"/>
                  </a:lnTo>
                  <a:lnTo>
                    <a:pt x="4150" y="16202"/>
                  </a:lnTo>
                  <a:lnTo>
                    <a:pt x="3855" y="16343"/>
                  </a:lnTo>
                  <a:lnTo>
                    <a:pt x="3574" y="16484"/>
                  </a:lnTo>
                  <a:lnTo>
                    <a:pt x="3305" y="16651"/>
                  </a:lnTo>
                  <a:lnTo>
                    <a:pt x="3049" y="16817"/>
                  </a:lnTo>
                  <a:lnTo>
                    <a:pt x="2792" y="17009"/>
                  </a:lnTo>
                  <a:lnTo>
                    <a:pt x="2536" y="17214"/>
                  </a:lnTo>
                  <a:lnTo>
                    <a:pt x="2306" y="17432"/>
                  </a:lnTo>
                  <a:lnTo>
                    <a:pt x="2075" y="17662"/>
                  </a:lnTo>
                  <a:lnTo>
                    <a:pt x="1857" y="17906"/>
                  </a:lnTo>
                  <a:lnTo>
                    <a:pt x="1640" y="18162"/>
                  </a:lnTo>
                  <a:lnTo>
                    <a:pt x="1448" y="18431"/>
                  </a:lnTo>
                  <a:lnTo>
                    <a:pt x="1255" y="18700"/>
                  </a:lnTo>
                  <a:lnTo>
                    <a:pt x="1076" y="18994"/>
                  </a:lnTo>
                  <a:lnTo>
                    <a:pt x="910" y="19289"/>
                  </a:lnTo>
                  <a:lnTo>
                    <a:pt x="769" y="19596"/>
                  </a:lnTo>
                  <a:lnTo>
                    <a:pt x="628" y="19904"/>
                  </a:lnTo>
                  <a:lnTo>
                    <a:pt x="500" y="20224"/>
                  </a:lnTo>
                  <a:lnTo>
                    <a:pt x="385" y="20557"/>
                  </a:lnTo>
                  <a:lnTo>
                    <a:pt x="282" y="20903"/>
                  </a:lnTo>
                  <a:lnTo>
                    <a:pt x="192" y="21249"/>
                  </a:lnTo>
                  <a:lnTo>
                    <a:pt x="128" y="21594"/>
                  </a:lnTo>
                  <a:lnTo>
                    <a:pt x="77" y="21966"/>
                  </a:lnTo>
                  <a:lnTo>
                    <a:pt x="26" y="22325"/>
                  </a:lnTo>
                  <a:lnTo>
                    <a:pt x="13" y="22696"/>
                  </a:lnTo>
                  <a:lnTo>
                    <a:pt x="0" y="23067"/>
                  </a:lnTo>
                  <a:lnTo>
                    <a:pt x="0" y="28972"/>
                  </a:lnTo>
                  <a:lnTo>
                    <a:pt x="13" y="29343"/>
                  </a:lnTo>
                  <a:lnTo>
                    <a:pt x="26" y="29715"/>
                  </a:lnTo>
                  <a:lnTo>
                    <a:pt x="77" y="30086"/>
                  </a:lnTo>
                  <a:lnTo>
                    <a:pt x="128" y="30445"/>
                  </a:lnTo>
                  <a:lnTo>
                    <a:pt x="192" y="30791"/>
                  </a:lnTo>
                  <a:lnTo>
                    <a:pt x="282" y="31136"/>
                  </a:lnTo>
                  <a:lnTo>
                    <a:pt x="385" y="31482"/>
                  </a:lnTo>
                  <a:lnTo>
                    <a:pt x="500" y="31815"/>
                  </a:lnTo>
                  <a:lnTo>
                    <a:pt x="628" y="32135"/>
                  </a:lnTo>
                  <a:lnTo>
                    <a:pt x="769" y="32456"/>
                  </a:lnTo>
                  <a:lnTo>
                    <a:pt x="910" y="32763"/>
                  </a:lnTo>
                  <a:lnTo>
                    <a:pt x="1076" y="33058"/>
                  </a:lnTo>
                  <a:lnTo>
                    <a:pt x="1255" y="33339"/>
                  </a:lnTo>
                  <a:lnTo>
                    <a:pt x="1448" y="33621"/>
                  </a:lnTo>
                  <a:lnTo>
                    <a:pt x="1640" y="33877"/>
                  </a:lnTo>
                  <a:lnTo>
                    <a:pt x="1857" y="34133"/>
                  </a:lnTo>
                  <a:lnTo>
                    <a:pt x="2075" y="34377"/>
                  </a:lnTo>
                  <a:lnTo>
                    <a:pt x="2306" y="34607"/>
                  </a:lnTo>
                  <a:lnTo>
                    <a:pt x="2536" y="34825"/>
                  </a:lnTo>
                  <a:lnTo>
                    <a:pt x="2792" y="35030"/>
                  </a:lnTo>
                  <a:lnTo>
                    <a:pt x="3049" y="35222"/>
                  </a:lnTo>
                  <a:lnTo>
                    <a:pt x="3305" y="35401"/>
                  </a:lnTo>
                  <a:lnTo>
                    <a:pt x="3574" y="35555"/>
                  </a:lnTo>
                  <a:lnTo>
                    <a:pt x="3855" y="35709"/>
                  </a:lnTo>
                  <a:lnTo>
                    <a:pt x="4150" y="35837"/>
                  </a:lnTo>
                  <a:lnTo>
                    <a:pt x="4445" y="35952"/>
                  </a:lnTo>
                  <a:lnTo>
                    <a:pt x="4739" y="36055"/>
                  </a:lnTo>
                  <a:lnTo>
                    <a:pt x="5047" y="36131"/>
                  </a:lnTo>
                  <a:lnTo>
                    <a:pt x="5354" y="36195"/>
                  </a:lnTo>
                  <a:lnTo>
                    <a:pt x="5674" y="36247"/>
                  </a:lnTo>
                  <a:lnTo>
                    <a:pt x="5994" y="36272"/>
                  </a:lnTo>
                  <a:lnTo>
                    <a:pt x="6315" y="36285"/>
                  </a:lnTo>
                  <a:lnTo>
                    <a:pt x="6763" y="36285"/>
                  </a:lnTo>
                  <a:lnTo>
                    <a:pt x="6993" y="36311"/>
                  </a:lnTo>
                  <a:lnTo>
                    <a:pt x="7211" y="36336"/>
                  </a:lnTo>
                  <a:lnTo>
                    <a:pt x="7429" y="36388"/>
                  </a:lnTo>
                  <a:lnTo>
                    <a:pt x="7634" y="36452"/>
                  </a:lnTo>
                  <a:lnTo>
                    <a:pt x="7839" y="36516"/>
                  </a:lnTo>
                  <a:lnTo>
                    <a:pt x="8044" y="36605"/>
                  </a:lnTo>
                  <a:lnTo>
                    <a:pt x="8249" y="36708"/>
                  </a:lnTo>
                  <a:lnTo>
                    <a:pt x="8441" y="36810"/>
                  </a:lnTo>
                  <a:lnTo>
                    <a:pt x="8620" y="36926"/>
                  </a:lnTo>
                  <a:lnTo>
                    <a:pt x="8812" y="37054"/>
                  </a:lnTo>
                  <a:lnTo>
                    <a:pt x="8991" y="37195"/>
                  </a:lnTo>
                  <a:lnTo>
                    <a:pt x="9158" y="37348"/>
                  </a:lnTo>
                  <a:lnTo>
                    <a:pt x="9324" y="37502"/>
                  </a:lnTo>
                  <a:lnTo>
                    <a:pt x="9478" y="37681"/>
                  </a:lnTo>
                  <a:lnTo>
                    <a:pt x="9632" y="37848"/>
                  </a:lnTo>
                  <a:lnTo>
                    <a:pt x="9785" y="38040"/>
                  </a:lnTo>
                  <a:lnTo>
                    <a:pt x="9914" y="38232"/>
                  </a:lnTo>
                  <a:lnTo>
                    <a:pt x="10042" y="38437"/>
                  </a:lnTo>
                  <a:lnTo>
                    <a:pt x="10170" y="38642"/>
                  </a:lnTo>
                  <a:lnTo>
                    <a:pt x="10285" y="38860"/>
                  </a:lnTo>
                  <a:lnTo>
                    <a:pt x="10387" y="39090"/>
                  </a:lnTo>
                  <a:lnTo>
                    <a:pt x="10490" y="39321"/>
                  </a:lnTo>
                  <a:lnTo>
                    <a:pt x="10567" y="39564"/>
                  </a:lnTo>
                  <a:lnTo>
                    <a:pt x="10656" y="39807"/>
                  </a:lnTo>
                  <a:lnTo>
                    <a:pt x="10720" y="40051"/>
                  </a:lnTo>
                  <a:lnTo>
                    <a:pt x="10784" y="40307"/>
                  </a:lnTo>
                  <a:lnTo>
                    <a:pt x="10823" y="40563"/>
                  </a:lnTo>
                  <a:lnTo>
                    <a:pt x="10861" y="40832"/>
                  </a:lnTo>
                  <a:lnTo>
                    <a:pt x="10900" y="41101"/>
                  </a:lnTo>
                  <a:lnTo>
                    <a:pt x="10913" y="41370"/>
                  </a:lnTo>
                  <a:lnTo>
                    <a:pt x="10913" y="41652"/>
                  </a:lnTo>
                  <a:lnTo>
                    <a:pt x="10913" y="51065"/>
                  </a:lnTo>
                  <a:lnTo>
                    <a:pt x="10925" y="51168"/>
                  </a:lnTo>
                  <a:lnTo>
                    <a:pt x="10938" y="51258"/>
                  </a:lnTo>
                  <a:lnTo>
                    <a:pt x="10964" y="51360"/>
                  </a:lnTo>
                  <a:lnTo>
                    <a:pt x="10989" y="51450"/>
                  </a:lnTo>
                  <a:lnTo>
                    <a:pt x="11028" y="51527"/>
                  </a:lnTo>
                  <a:lnTo>
                    <a:pt x="11079" y="51616"/>
                  </a:lnTo>
                  <a:lnTo>
                    <a:pt x="11143" y="51680"/>
                  </a:lnTo>
                  <a:lnTo>
                    <a:pt x="11207" y="51757"/>
                  </a:lnTo>
                  <a:lnTo>
                    <a:pt x="11271" y="51821"/>
                  </a:lnTo>
                  <a:lnTo>
                    <a:pt x="11348" y="51872"/>
                  </a:lnTo>
                  <a:lnTo>
                    <a:pt x="11425" y="51924"/>
                  </a:lnTo>
                  <a:lnTo>
                    <a:pt x="11515" y="51962"/>
                  </a:lnTo>
                  <a:lnTo>
                    <a:pt x="11604" y="52000"/>
                  </a:lnTo>
                  <a:lnTo>
                    <a:pt x="11694" y="52013"/>
                  </a:lnTo>
                  <a:lnTo>
                    <a:pt x="11783" y="52039"/>
                  </a:lnTo>
                  <a:lnTo>
                    <a:pt x="11988" y="52039"/>
                  </a:lnTo>
                  <a:lnTo>
                    <a:pt x="12078" y="52013"/>
                  </a:lnTo>
                  <a:lnTo>
                    <a:pt x="12181" y="52000"/>
                  </a:lnTo>
                  <a:lnTo>
                    <a:pt x="12270" y="51962"/>
                  </a:lnTo>
                  <a:lnTo>
                    <a:pt x="12347" y="51924"/>
                  </a:lnTo>
                  <a:lnTo>
                    <a:pt x="12437" y="51872"/>
                  </a:lnTo>
                  <a:lnTo>
                    <a:pt x="12501" y="51821"/>
                  </a:lnTo>
                  <a:lnTo>
                    <a:pt x="12578" y="51757"/>
                  </a:lnTo>
                  <a:lnTo>
                    <a:pt x="12642" y="51680"/>
                  </a:lnTo>
                  <a:lnTo>
                    <a:pt x="12693" y="51616"/>
                  </a:lnTo>
                  <a:lnTo>
                    <a:pt x="12744" y="51527"/>
                  </a:lnTo>
                  <a:lnTo>
                    <a:pt x="12783" y="51450"/>
                  </a:lnTo>
                  <a:lnTo>
                    <a:pt x="12821" y="51360"/>
                  </a:lnTo>
                  <a:lnTo>
                    <a:pt x="12834" y="51258"/>
                  </a:lnTo>
                  <a:lnTo>
                    <a:pt x="12859" y="51168"/>
                  </a:lnTo>
                  <a:lnTo>
                    <a:pt x="12859" y="51065"/>
                  </a:lnTo>
                  <a:lnTo>
                    <a:pt x="12859" y="41652"/>
                  </a:lnTo>
                  <a:lnTo>
                    <a:pt x="12847" y="41267"/>
                  </a:lnTo>
                  <a:lnTo>
                    <a:pt x="12821" y="40896"/>
                  </a:lnTo>
                  <a:lnTo>
                    <a:pt x="12783" y="40537"/>
                  </a:lnTo>
                  <a:lnTo>
                    <a:pt x="12731" y="40179"/>
                  </a:lnTo>
                  <a:lnTo>
                    <a:pt x="12654" y="39820"/>
                  </a:lnTo>
                  <a:lnTo>
                    <a:pt x="12578" y="39474"/>
                  </a:lnTo>
                  <a:lnTo>
                    <a:pt x="12475" y="39141"/>
                  </a:lnTo>
                  <a:lnTo>
                    <a:pt x="12360" y="38808"/>
                  </a:lnTo>
                  <a:lnTo>
                    <a:pt x="12232" y="38475"/>
                  </a:lnTo>
                  <a:lnTo>
                    <a:pt x="12091" y="38168"/>
                  </a:lnTo>
                  <a:lnTo>
                    <a:pt x="11937" y="37861"/>
                  </a:lnTo>
                  <a:lnTo>
                    <a:pt x="11783" y="37566"/>
                  </a:lnTo>
                  <a:lnTo>
                    <a:pt x="11604" y="37271"/>
                  </a:lnTo>
                  <a:lnTo>
                    <a:pt x="11412" y="37002"/>
                  </a:lnTo>
                  <a:lnTo>
                    <a:pt x="11220" y="36733"/>
                  </a:lnTo>
                  <a:lnTo>
                    <a:pt x="11002" y="36477"/>
                  </a:lnTo>
                  <a:lnTo>
                    <a:pt x="10784" y="36234"/>
                  </a:lnTo>
                  <a:lnTo>
                    <a:pt x="10554" y="36003"/>
                  </a:lnTo>
                  <a:lnTo>
                    <a:pt x="10323" y="35786"/>
                  </a:lnTo>
                  <a:lnTo>
                    <a:pt x="10067" y="35581"/>
                  </a:lnTo>
                  <a:lnTo>
                    <a:pt x="9811" y="35401"/>
                  </a:lnTo>
                  <a:lnTo>
                    <a:pt x="9555" y="35222"/>
                  </a:lnTo>
                  <a:lnTo>
                    <a:pt x="9273" y="35056"/>
                  </a:lnTo>
                  <a:lnTo>
                    <a:pt x="9004" y="34915"/>
                  </a:lnTo>
                  <a:lnTo>
                    <a:pt x="8710" y="34787"/>
                  </a:lnTo>
                  <a:lnTo>
                    <a:pt x="8415" y="34671"/>
                  </a:lnTo>
                  <a:lnTo>
                    <a:pt x="8120" y="34569"/>
                  </a:lnTo>
                  <a:lnTo>
                    <a:pt x="7813" y="34479"/>
                  </a:lnTo>
                  <a:lnTo>
                    <a:pt x="7506" y="34415"/>
                  </a:lnTo>
                  <a:lnTo>
                    <a:pt x="7185" y="34377"/>
                  </a:lnTo>
                  <a:lnTo>
                    <a:pt x="6865" y="34351"/>
                  </a:lnTo>
                  <a:lnTo>
                    <a:pt x="6545" y="34338"/>
                  </a:lnTo>
                  <a:lnTo>
                    <a:pt x="6315" y="34338"/>
                  </a:lnTo>
                  <a:lnTo>
                    <a:pt x="6097" y="34326"/>
                  </a:lnTo>
                  <a:lnTo>
                    <a:pt x="5866" y="34313"/>
                  </a:lnTo>
                  <a:lnTo>
                    <a:pt x="5649" y="34274"/>
                  </a:lnTo>
                  <a:lnTo>
                    <a:pt x="5431" y="34223"/>
                  </a:lnTo>
                  <a:lnTo>
                    <a:pt x="5226" y="34172"/>
                  </a:lnTo>
                  <a:lnTo>
                    <a:pt x="5021" y="34095"/>
                  </a:lnTo>
                  <a:lnTo>
                    <a:pt x="4816" y="34005"/>
                  </a:lnTo>
                  <a:lnTo>
                    <a:pt x="4611" y="33916"/>
                  </a:lnTo>
                  <a:lnTo>
                    <a:pt x="4419" y="33800"/>
                  </a:lnTo>
                  <a:lnTo>
                    <a:pt x="4227" y="33685"/>
                  </a:lnTo>
                  <a:lnTo>
                    <a:pt x="4048" y="33557"/>
                  </a:lnTo>
                  <a:lnTo>
                    <a:pt x="3868" y="33416"/>
                  </a:lnTo>
                  <a:lnTo>
                    <a:pt x="3702" y="33275"/>
                  </a:lnTo>
                  <a:lnTo>
                    <a:pt x="3535" y="33109"/>
                  </a:lnTo>
                  <a:lnTo>
                    <a:pt x="3382" y="32942"/>
                  </a:lnTo>
                  <a:lnTo>
                    <a:pt x="3228" y="32763"/>
                  </a:lnTo>
                  <a:lnTo>
                    <a:pt x="3074" y="32571"/>
                  </a:lnTo>
                  <a:lnTo>
                    <a:pt x="2946" y="32379"/>
                  </a:lnTo>
                  <a:lnTo>
                    <a:pt x="2818" y="32174"/>
                  </a:lnTo>
                  <a:lnTo>
                    <a:pt x="2690" y="31969"/>
                  </a:lnTo>
                  <a:lnTo>
                    <a:pt x="2575" y="31751"/>
                  </a:lnTo>
                  <a:lnTo>
                    <a:pt x="2472" y="31521"/>
                  </a:lnTo>
                  <a:lnTo>
                    <a:pt x="2370" y="31290"/>
                  </a:lnTo>
                  <a:lnTo>
                    <a:pt x="2280" y="31060"/>
                  </a:lnTo>
                  <a:lnTo>
                    <a:pt x="2203" y="30816"/>
                  </a:lnTo>
                  <a:lnTo>
                    <a:pt x="2139" y="30560"/>
                  </a:lnTo>
                  <a:lnTo>
                    <a:pt x="2075" y="30304"/>
                  </a:lnTo>
                  <a:lnTo>
                    <a:pt x="2037" y="30048"/>
                  </a:lnTo>
                  <a:lnTo>
                    <a:pt x="1998" y="29792"/>
                  </a:lnTo>
                  <a:lnTo>
                    <a:pt x="1960" y="29523"/>
                  </a:lnTo>
                  <a:lnTo>
                    <a:pt x="1947" y="29241"/>
                  </a:lnTo>
                  <a:lnTo>
                    <a:pt x="1947" y="28972"/>
                  </a:lnTo>
                  <a:lnTo>
                    <a:pt x="1947" y="23067"/>
                  </a:lnTo>
                  <a:lnTo>
                    <a:pt x="1947" y="22798"/>
                  </a:lnTo>
                  <a:lnTo>
                    <a:pt x="1960" y="22529"/>
                  </a:lnTo>
                  <a:lnTo>
                    <a:pt x="1998" y="22260"/>
                  </a:lnTo>
                  <a:lnTo>
                    <a:pt x="2037" y="21992"/>
                  </a:lnTo>
                  <a:lnTo>
                    <a:pt x="2075" y="21735"/>
                  </a:lnTo>
                  <a:lnTo>
                    <a:pt x="2139" y="21479"/>
                  </a:lnTo>
                  <a:lnTo>
                    <a:pt x="2203" y="21223"/>
                  </a:lnTo>
                  <a:lnTo>
                    <a:pt x="2280" y="20980"/>
                  </a:lnTo>
                  <a:lnTo>
                    <a:pt x="2370" y="20749"/>
                  </a:lnTo>
                  <a:lnTo>
                    <a:pt x="2472" y="20519"/>
                  </a:lnTo>
                  <a:lnTo>
                    <a:pt x="2575" y="20288"/>
                  </a:lnTo>
                  <a:lnTo>
                    <a:pt x="2690" y="20070"/>
                  </a:lnTo>
                  <a:lnTo>
                    <a:pt x="2818" y="19865"/>
                  </a:lnTo>
                  <a:lnTo>
                    <a:pt x="2946" y="19660"/>
                  </a:lnTo>
                  <a:lnTo>
                    <a:pt x="3074" y="19468"/>
                  </a:lnTo>
                  <a:lnTo>
                    <a:pt x="3228" y="19276"/>
                  </a:lnTo>
                  <a:lnTo>
                    <a:pt x="3382" y="19097"/>
                  </a:lnTo>
                  <a:lnTo>
                    <a:pt x="3535" y="18930"/>
                  </a:lnTo>
                  <a:lnTo>
                    <a:pt x="3702" y="18777"/>
                  </a:lnTo>
                  <a:lnTo>
                    <a:pt x="3868" y="18623"/>
                  </a:lnTo>
                  <a:lnTo>
                    <a:pt x="4048" y="18482"/>
                  </a:lnTo>
                  <a:lnTo>
                    <a:pt x="4227" y="18354"/>
                  </a:lnTo>
                  <a:lnTo>
                    <a:pt x="4419" y="18239"/>
                  </a:lnTo>
                  <a:lnTo>
                    <a:pt x="4611" y="18124"/>
                  </a:lnTo>
                  <a:lnTo>
                    <a:pt x="4816" y="18034"/>
                  </a:lnTo>
                  <a:lnTo>
                    <a:pt x="5021" y="17944"/>
                  </a:lnTo>
                  <a:lnTo>
                    <a:pt x="5226" y="17880"/>
                  </a:lnTo>
                  <a:lnTo>
                    <a:pt x="5431" y="17816"/>
                  </a:lnTo>
                  <a:lnTo>
                    <a:pt x="5649" y="17765"/>
                  </a:lnTo>
                  <a:lnTo>
                    <a:pt x="5866" y="17739"/>
                  </a:lnTo>
                  <a:lnTo>
                    <a:pt x="6097" y="17714"/>
                  </a:lnTo>
                  <a:lnTo>
                    <a:pt x="6315" y="17701"/>
                  </a:lnTo>
                  <a:lnTo>
                    <a:pt x="6865" y="17701"/>
                  </a:lnTo>
                  <a:lnTo>
                    <a:pt x="7185" y="17662"/>
                  </a:lnTo>
                  <a:lnTo>
                    <a:pt x="7506" y="17624"/>
                  </a:lnTo>
                  <a:lnTo>
                    <a:pt x="7813" y="17560"/>
                  </a:lnTo>
                  <a:lnTo>
                    <a:pt x="8120" y="17470"/>
                  </a:lnTo>
                  <a:lnTo>
                    <a:pt x="8415" y="17381"/>
                  </a:lnTo>
                  <a:lnTo>
                    <a:pt x="8710" y="17265"/>
                  </a:lnTo>
                  <a:lnTo>
                    <a:pt x="9004" y="17125"/>
                  </a:lnTo>
                  <a:lnTo>
                    <a:pt x="9273" y="16984"/>
                  </a:lnTo>
                  <a:lnTo>
                    <a:pt x="9555" y="16817"/>
                  </a:lnTo>
                  <a:lnTo>
                    <a:pt x="9811" y="16651"/>
                  </a:lnTo>
                  <a:lnTo>
                    <a:pt x="10067" y="16459"/>
                  </a:lnTo>
                  <a:lnTo>
                    <a:pt x="10323" y="16254"/>
                  </a:lnTo>
                  <a:lnTo>
                    <a:pt x="10554" y="16036"/>
                  </a:lnTo>
                  <a:lnTo>
                    <a:pt x="10784" y="15805"/>
                  </a:lnTo>
                  <a:lnTo>
                    <a:pt x="11002" y="15562"/>
                  </a:lnTo>
                  <a:lnTo>
                    <a:pt x="11220" y="15306"/>
                  </a:lnTo>
                  <a:lnTo>
                    <a:pt x="11412" y="15050"/>
                  </a:lnTo>
                  <a:lnTo>
                    <a:pt x="11604" y="14768"/>
                  </a:lnTo>
                  <a:lnTo>
                    <a:pt x="11783" y="14486"/>
                  </a:lnTo>
                  <a:lnTo>
                    <a:pt x="11937" y="14179"/>
                  </a:lnTo>
                  <a:lnTo>
                    <a:pt x="12091" y="13884"/>
                  </a:lnTo>
                  <a:lnTo>
                    <a:pt x="12232" y="13564"/>
                  </a:lnTo>
                  <a:lnTo>
                    <a:pt x="12360" y="13244"/>
                  </a:lnTo>
                  <a:lnTo>
                    <a:pt x="12475" y="12911"/>
                  </a:lnTo>
                  <a:lnTo>
                    <a:pt x="12578" y="12565"/>
                  </a:lnTo>
                  <a:lnTo>
                    <a:pt x="12654" y="12219"/>
                  </a:lnTo>
                  <a:lnTo>
                    <a:pt x="12731" y="11873"/>
                  </a:lnTo>
                  <a:lnTo>
                    <a:pt x="12783" y="11515"/>
                  </a:lnTo>
                  <a:lnTo>
                    <a:pt x="12821" y="11143"/>
                  </a:lnTo>
                  <a:lnTo>
                    <a:pt x="12847" y="10772"/>
                  </a:lnTo>
                  <a:lnTo>
                    <a:pt x="12859" y="10400"/>
                  </a:lnTo>
                  <a:lnTo>
                    <a:pt x="12859" y="974"/>
                  </a:lnTo>
                  <a:lnTo>
                    <a:pt x="12859" y="871"/>
                  </a:lnTo>
                  <a:lnTo>
                    <a:pt x="12834" y="782"/>
                  </a:lnTo>
                  <a:lnTo>
                    <a:pt x="12821" y="692"/>
                  </a:lnTo>
                  <a:lnTo>
                    <a:pt x="12783" y="602"/>
                  </a:lnTo>
                  <a:lnTo>
                    <a:pt x="12744" y="513"/>
                  </a:lnTo>
                  <a:lnTo>
                    <a:pt x="12693" y="436"/>
                  </a:lnTo>
                  <a:lnTo>
                    <a:pt x="12642" y="359"/>
                  </a:lnTo>
                  <a:lnTo>
                    <a:pt x="12578" y="282"/>
                  </a:lnTo>
                  <a:lnTo>
                    <a:pt x="12501" y="231"/>
                  </a:lnTo>
                  <a:lnTo>
                    <a:pt x="12437" y="167"/>
                  </a:lnTo>
                  <a:lnTo>
                    <a:pt x="12347" y="116"/>
                  </a:lnTo>
                  <a:lnTo>
                    <a:pt x="12270" y="77"/>
                  </a:lnTo>
                  <a:lnTo>
                    <a:pt x="12181" y="52"/>
                  </a:lnTo>
                  <a:lnTo>
                    <a:pt x="12078" y="26"/>
                  </a:lnTo>
                  <a:lnTo>
                    <a:pt x="11988" y="13"/>
                  </a:lnTo>
                  <a:lnTo>
                    <a:pt x="1188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1"/>
            <p:cNvSpPr/>
            <p:nvPr/>
          </p:nvSpPr>
          <p:spPr>
            <a:xfrm rot="5400000">
              <a:off x="4514156" y="2219528"/>
              <a:ext cx="239121" cy="239203"/>
            </a:xfrm>
            <a:custGeom>
              <a:avLst/>
              <a:gdLst/>
              <a:ahLst/>
              <a:cxnLst/>
              <a:rect l="l" t="t" r="r" b="b"/>
              <a:pathLst>
                <a:path w="2908" h="2909" extrusionOk="0">
                  <a:moveTo>
                    <a:pt x="1448" y="1"/>
                  </a:moveTo>
                  <a:lnTo>
                    <a:pt x="1307" y="14"/>
                  </a:lnTo>
                  <a:lnTo>
                    <a:pt x="1153" y="26"/>
                  </a:lnTo>
                  <a:lnTo>
                    <a:pt x="1025" y="65"/>
                  </a:lnTo>
                  <a:lnTo>
                    <a:pt x="884" y="116"/>
                  </a:lnTo>
                  <a:lnTo>
                    <a:pt x="756" y="180"/>
                  </a:lnTo>
                  <a:lnTo>
                    <a:pt x="641" y="244"/>
                  </a:lnTo>
                  <a:lnTo>
                    <a:pt x="526" y="334"/>
                  </a:lnTo>
                  <a:lnTo>
                    <a:pt x="423" y="423"/>
                  </a:lnTo>
                  <a:lnTo>
                    <a:pt x="333" y="526"/>
                  </a:lnTo>
                  <a:lnTo>
                    <a:pt x="244" y="641"/>
                  </a:lnTo>
                  <a:lnTo>
                    <a:pt x="167" y="756"/>
                  </a:lnTo>
                  <a:lnTo>
                    <a:pt x="116" y="884"/>
                  </a:lnTo>
                  <a:lnTo>
                    <a:pt x="65" y="1025"/>
                  </a:lnTo>
                  <a:lnTo>
                    <a:pt x="26" y="1166"/>
                  </a:lnTo>
                  <a:lnTo>
                    <a:pt x="0" y="1307"/>
                  </a:lnTo>
                  <a:lnTo>
                    <a:pt x="0" y="1461"/>
                  </a:lnTo>
                  <a:lnTo>
                    <a:pt x="0" y="1602"/>
                  </a:lnTo>
                  <a:lnTo>
                    <a:pt x="26" y="1755"/>
                  </a:lnTo>
                  <a:lnTo>
                    <a:pt x="65" y="1883"/>
                  </a:lnTo>
                  <a:lnTo>
                    <a:pt x="116" y="2024"/>
                  </a:lnTo>
                  <a:lnTo>
                    <a:pt x="167" y="2152"/>
                  </a:lnTo>
                  <a:lnTo>
                    <a:pt x="244" y="2268"/>
                  </a:lnTo>
                  <a:lnTo>
                    <a:pt x="333" y="2383"/>
                  </a:lnTo>
                  <a:lnTo>
                    <a:pt x="423" y="2485"/>
                  </a:lnTo>
                  <a:lnTo>
                    <a:pt x="526" y="2575"/>
                  </a:lnTo>
                  <a:lnTo>
                    <a:pt x="641" y="2665"/>
                  </a:lnTo>
                  <a:lnTo>
                    <a:pt x="756" y="2742"/>
                  </a:lnTo>
                  <a:lnTo>
                    <a:pt x="884" y="2793"/>
                  </a:lnTo>
                  <a:lnTo>
                    <a:pt x="1025" y="2844"/>
                  </a:lnTo>
                  <a:lnTo>
                    <a:pt x="1153" y="2882"/>
                  </a:lnTo>
                  <a:lnTo>
                    <a:pt x="1307" y="2908"/>
                  </a:lnTo>
                  <a:lnTo>
                    <a:pt x="1601" y="2908"/>
                  </a:lnTo>
                  <a:lnTo>
                    <a:pt x="1742" y="2882"/>
                  </a:lnTo>
                  <a:lnTo>
                    <a:pt x="1883" y="2844"/>
                  </a:lnTo>
                  <a:lnTo>
                    <a:pt x="2024" y="2793"/>
                  </a:lnTo>
                  <a:lnTo>
                    <a:pt x="2139" y="2742"/>
                  </a:lnTo>
                  <a:lnTo>
                    <a:pt x="2267" y="2665"/>
                  </a:lnTo>
                  <a:lnTo>
                    <a:pt x="2383" y="2575"/>
                  </a:lnTo>
                  <a:lnTo>
                    <a:pt x="2485" y="2485"/>
                  </a:lnTo>
                  <a:lnTo>
                    <a:pt x="2575" y="2383"/>
                  </a:lnTo>
                  <a:lnTo>
                    <a:pt x="2665" y="2268"/>
                  </a:lnTo>
                  <a:lnTo>
                    <a:pt x="2729" y="2152"/>
                  </a:lnTo>
                  <a:lnTo>
                    <a:pt x="2793" y="2024"/>
                  </a:lnTo>
                  <a:lnTo>
                    <a:pt x="2844" y="1883"/>
                  </a:lnTo>
                  <a:lnTo>
                    <a:pt x="2882" y="1755"/>
                  </a:lnTo>
                  <a:lnTo>
                    <a:pt x="2895" y="1602"/>
                  </a:lnTo>
                  <a:lnTo>
                    <a:pt x="2908" y="1461"/>
                  </a:lnTo>
                  <a:lnTo>
                    <a:pt x="2895" y="1307"/>
                  </a:lnTo>
                  <a:lnTo>
                    <a:pt x="2882" y="1166"/>
                  </a:lnTo>
                  <a:lnTo>
                    <a:pt x="2844" y="1025"/>
                  </a:lnTo>
                  <a:lnTo>
                    <a:pt x="2793" y="884"/>
                  </a:lnTo>
                  <a:lnTo>
                    <a:pt x="2729" y="756"/>
                  </a:lnTo>
                  <a:lnTo>
                    <a:pt x="2665" y="641"/>
                  </a:lnTo>
                  <a:lnTo>
                    <a:pt x="2575" y="526"/>
                  </a:lnTo>
                  <a:lnTo>
                    <a:pt x="2485" y="423"/>
                  </a:lnTo>
                  <a:lnTo>
                    <a:pt x="2383" y="334"/>
                  </a:lnTo>
                  <a:lnTo>
                    <a:pt x="2267" y="244"/>
                  </a:lnTo>
                  <a:lnTo>
                    <a:pt x="2139" y="180"/>
                  </a:lnTo>
                  <a:lnTo>
                    <a:pt x="2024" y="116"/>
                  </a:lnTo>
                  <a:lnTo>
                    <a:pt x="1883" y="65"/>
                  </a:lnTo>
                  <a:lnTo>
                    <a:pt x="1742" y="26"/>
                  </a:lnTo>
                  <a:lnTo>
                    <a:pt x="1601" y="14"/>
                  </a:lnTo>
                  <a:lnTo>
                    <a:pt x="1448" y="1"/>
                  </a:lnTo>
                  <a:close/>
                </a:path>
              </a:pathLst>
            </a:custGeom>
            <a:solidFill>
              <a:srgbClr val="FCB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41"/>
            <p:cNvSpPr/>
            <p:nvPr/>
          </p:nvSpPr>
          <p:spPr>
            <a:xfrm rot="5400000">
              <a:off x="5969916" y="2734931"/>
              <a:ext cx="174378" cy="17437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41"/>
            <p:cNvSpPr/>
            <p:nvPr/>
          </p:nvSpPr>
          <p:spPr>
            <a:xfrm rot="5400000">
              <a:off x="3819307" y="2536551"/>
              <a:ext cx="174378" cy="174378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1"/>
            <p:cNvSpPr/>
            <p:nvPr/>
          </p:nvSpPr>
          <p:spPr>
            <a:xfrm rot="5400000">
              <a:off x="2775274" y="2524387"/>
              <a:ext cx="174300" cy="1743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86" name="Google Shape;2186;p41"/>
          <p:cNvCxnSpPr>
            <a:stCxn id="2146" idx="3"/>
            <a:endCxn id="2183" idx="2"/>
          </p:cNvCxnSpPr>
          <p:nvPr/>
        </p:nvCxnSpPr>
        <p:spPr>
          <a:xfrm>
            <a:off x="2952825" y="1498825"/>
            <a:ext cx="134100" cy="12360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87" name="Google Shape;2187;p41"/>
          <p:cNvCxnSpPr>
            <a:stCxn id="2141" idx="3"/>
            <a:endCxn id="2184" idx="2"/>
          </p:cNvCxnSpPr>
          <p:nvPr/>
        </p:nvCxnSpPr>
        <p:spPr>
          <a:xfrm flipH="1">
            <a:off x="5237550" y="1498825"/>
            <a:ext cx="429900" cy="1037700"/>
          </a:xfrm>
          <a:prstGeom prst="bentConnector4">
            <a:avLst>
              <a:gd name="adj1" fmla="val -55391"/>
              <a:gd name="adj2" fmla="val 6645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188" name="Google Shape;2188;p41"/>
          <p:cNvCxnSpPr>
            <a:stCxn id="2151" idx="3"/>
            <a:endCxn id="2185" idx="4"/>
          </p:cNvCxnSpPr>
          <p:nvPr/>
        </p:nvCxnSpPr>
        <p:spPr>
          <a:xfrm flipH="1">
            <a:off x="6368775" y="1498825"/>
            <a:ext cx="2013300" cy="1112700"/>
          </a:xfrm>
          <a:prstGeom prst="bentConnector3">
            <a:avLst>
              <a:gd name="adj1" fmla="val -1182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42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aphicFrame>
        <p:nvGraphicFramePr>
          <p:cNvPr id="2194" name="Google Shape;2194;p42"/>
          <p:cNvGraphicFramePr/>
          <p:nvPr/>
        </p:nvGraphicFramePr>
        <p:xfrm>
          <a:off x="457200" y="1107065"/>
          <a:ext cx="8229600" cy="3636045"/>
        </p:xfrm>
        <a:graphic>
          <a:graphicData uri="http://schemas.openxmlformats.org/drawingml/2006/table">
            <a:tbl>
              <a:tblPr>
                <a:noFill/>
                <a:tableStyleId>{61408BE2-8FAD-47BE-AED7-521956A0378C}</a:tableStyleId>
              </a:tblPr>
              <a:tblGrid>
                <a:gridCol w="64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solidFill>
                            <a:schemeClr val="dk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Common Uses for Machine Learning</a:t>
                      </a:r>
                      <a:endParaRPr sz="1800" b="1">
                        <a:solidFill>
                          <a:schemeClr val="dk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250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01</a:t>
                      </a:r>
                      <a:endParaRPr sz="1600"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9B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Chatbot systems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Venus has a beautiful name, but it’s hot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5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02</a:t>
                      </a:r>
                      <a:endParaRPr sz="1600" b="1">
                        <a:solidFill>
                          <a:schemeClr val="accent5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48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Decision support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Mercury is the closest planet to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6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03</a:t>
                      </a:r>
                      <a:endParaRPr sz="1600" b="1">
                        <a:solidFill>
                          <a:schemeClr val="accent6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27EA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Customer recommendation engines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Earth is the third planet from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3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04</a:t>
                      </a:r>
                      <a:endParaRPr sz="1600" b="1">
                        <a:solidFill>
                          <a:schemeClr val="accent3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776EA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Customer churn modeling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Despite being red, Mars is a cold place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05</a:t>
                      </a:r>
                      <a:endParaRPr sz="1600" b="1">
                        <a:solidFill>
                          <a:schemeClr val="accent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6EAB8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Pricing strategies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Neptune is the farthest planet from the Sun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06</a:t>
                      </a:r>
                      <a:endParaRPr sz="1600" b="1">
                        <a:solidFill>
                          <a:schemeClr val="accen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A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Customer segmentation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Jupiter is the biggest planet of them all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accent4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07</a:t>
                      </a:r>
                      <a:endParaRPr sz="1600" b="1">
                        <a:solidFill>
                          <a:schemeClr val="accent4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9B27">
                        <a:alpha val="1254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l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Image classification</a:t>
                      </a:r>
                      <a:endParaRPr sz="1600" b="1">
                        <a:solidFill>
                          <a:schemeClr val="l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Pluto is now considered a dwarf planet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9" name="Google Shape;2199;p43"/>
          <p:cNvCxnSpPr>
            <a:stCxn id="2200" idx="3"/>
            <a:endCxn id="2201" idx="0"/>
          </p:cNvCxnSpPr>
          <p:nvPr/>
        </p:nvCxnSpPr>
        <p:spPr>
          <a:xfrm>
            <a:off x="2406040" y="1723050"/>
            <a:ext cx="5306400" cy="7152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2" name="Google Shape;2202;p43"/>
          <p:cNvCxnSpPr>
            <a:stCxn id="2203" idx="1"/>
            <a:endCxn id="2204" idx="2"/>
          </p:cNvCxnSpPr>
          <p:nvPr/>
        </p:nvCxnSpPr>
        <p:spPr>
          <a:xfrm rot="10800000">
            <a:off x="1431538" y="3265150"/>
            <a:ext cx="5306400" cy="7368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05" name="Google Shape;2205;p43"/>
          <p:cNvSpPr/>
          <p:nvPr/>
        </p:nvSpPr>
        <p:spPr>
          <a:xfrm>
            <a:off x="3082350" y="1752675"/>
            <a:ext cx="2979300" cy="2979300"/>
          </a:xfrm>
          <a:prstGeom prst="ellipse">
            <a:avLst/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43"/>
          <p:cNvSpPr/>
          <p:nvPr/>
        </p:nvSpPr>
        <p:spPr>
          <a:xfrm>
            <a:off x="3898138" y="1126300"/>
            <a:ext cx="1347900" cy="1347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43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208" name="Google Shape;2208;p43"/>
          <p:cNvGrpSpPr/>
          <p:nvPr/>
        </p:nvGrpSpPr>
        <p:grpSpPr>
          <a:xfrm>
            <a:off x="4076706" y="1296659"/>
            <a:ext cx="990758" cy="1007202"/>
            <a:chOff x="5142325" y="1951175"/>
            <a:chExt cx="1293925" cy="1315400"/>
          </a:xfrm>
        </p:grpSpPr>
        <p:sp>
          <p:nvSpPr>
            <p:cNvPr id="2209" name="Google Shape;2209;p43"/>
            <p:cNvSpPr/>
            <p:nvPr/>
          </p:nvSpPr>
          <p:spPr>
            <a:xfrm>
              <a:off x="5933850" y="2137850"/>
              <a:ext cx="168775" cy="239200"/>
            </a:xfrm>
            <a:custGeom>
              <a:avLst/>
              <a:gdLst/>
              <a:ahLst/>
              <a:cxnLst/>
              <a:rect l="l" t="t" r="r" b="b"/>
              <a:pathLst>
                <a:path w="6751" h="9568" extrusionOk="0">
                  <a:moveTo>
                    <a:pt x="5995" y="0"/>
                  </a:moveTo>
                  <a:lnTo>
                    <a:pt x="5854" y="13"/>
                  </a:lnTo>
                  <a:lnTo>
                    <a:pt x="5713" y="64"/>
                  </a:lnTo>
                  <a:lnTo>
                    <a:pt x="423" y="2498"/>
                  </a:lnTo>
                  <a:lnTo>
                    <a:pt x="333" y="2549"/>
                  </a:lnTo>
                  <a:lnTo>
                    <a:pt x="257" y="2613"/>
                  </a:lnTo>
                  <a:lnTo>
                    <a:pt x="180" y="2677"/>
                  </a:lnTo>
                  <a:lnTo>
                    <a:pt x="116" y="2767"/>
                  </a:lnTo>
                  <a:lnTo>
                    <a:pt x="77" y="2856"/>
                  </a:lnTo>
                  <a:lnTo>
                    <a:pt x="39" y="2946"/>
                  </a:lnTo>
                  <a:lnTo>
                    <a:pt x="13" y="3049"/>
                  </a:lnTo>
                  <a:lnTo>
                    <a:pt x="0" y="3151"/>
                  </a:lnTo>
                  <a:lnTo>
                    <a:pt x="0" y="8851"/>
                  </a:lnTo>
                  <a:lnTo>
                    <a:pt x="26" y="8991"/>
                  </a:lnTo>
                  <a:lnTo>
                    <a:pt x="65" y="9132"/>
                  </a:lnTo>
                  <a:lnTo>
                    <a:pt x="129" y="9248"/>
                  </a:lnTo>
                  <a:lnTo>
                    <a:pt x="218" y="9363"/>
                  </a:lnTo>
                  <a:lnTo>
                    <a:pt x="321" y="9452"/>
                  </a:lnTo>
                  <a:lnTo>
                    <a:pt x="449" y="9517"/>
                  </a:lnTo>
                  <a:lnTo>
                    <a:pt x="590" y="9555"/>
                  </a:lnTo>
                  <a:lnTo>
                    <a:pt x="731" y="9568"/>
                  </a:lnTo>
                  <a:lnTo>
                    <a:pt x="884" y="9555"/>
                  </a:lnTo>
                  <a:lnTo>
                    <a:pt x="1012" y="9517"/>
                  </a:lnTo>
                  <a:lnTo>
                    <a:pt x="1140" y="9452"/>
                  </a:lnTo>
                  <a:lnTo>
                    <a:pt x="1243" y="9363"/>
                  </a:lnTo>
                  <a:lnTo>
                    <a:pt x="1333" y="9248"/>
                  </a:lnTo>
                  <a:lnTo>
                    <a:pt x="1409" y="9132"/>
                  </a:lnTo>
                  <a:lnTo>
                    <a:pt x="1448" y="8991"/>
                  </a:lnTo>
                  <a:lnTo>
                    <a:pt x="1461" y="8851"/>
                  </a:lnTo>
                  <a:lnTo>
                    <a:pt x="1461" y="3625"/>
                  </a:lnTo>
                  <a:lnTo>
                    <a:pt x="6328" y="1384"/>
                  </a:lnTo>
                  <a:lnTo>
                    <a:pt x="6456" y="1307"/>
                  </a:lnTo>
                  <a:lnTo>
                    <a:pt x="6558" y="1217"/>
                  </a:lnTo>
                  <a:lnTo>
                    <a:pt x="6648" y="1102"/>
                  </a:lnTo>
                  <a:lnTo>
                    <a:pt x="6712" y="974"/>
                  </a:lnTo>
                  <a:lnTo>
                    <a:pt x="6737" y="846"/>
                  </a:lnTo>
                  <a:lnTo>
                    <a:pt x="6750" y="705"/>
                  </a:lnTo>
                  <a:lnTo>
                    <a:pt x="6737" y="564"/>
                  </a:lnTo>
                  <a:lnTo>
                    <a:pt x="6686" y="423"/>
                  </a:lnTo>
                  <a:lnTo>
                    <a:pt x="6609" y="295"/>
                  </a:lnTo>
                  <a:lnTo>
                    <a:pt x="6520" y="180"/>
                  </a:lnTo>
                  <a:lnTo>
                    <a:pt x="6404" y="103"/>
                  </a:lnTo>
                  <a:lnTo>
                    <a:pt x="6276" y="39"/>
                  </a:lnTo>
                  <a:lnTo>
                    <a:pt x="613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43"/>
            <p:cNvSpPr/>
            <p:nvPr/>
          </p:nvSpPr>
          <p:spPr>
            <a:xfrm>
              <a:off x="5831700" y="1979025"/>
              <a:ext cx="90325" cy="399625"/>
            </a:xfrm>
            <a:custGeom>
              <a:avLst/>
              <a:gdLst/>
              <a:ahLst/>
              <a:cxnLst/>
              <a:rect l="l" t="t" r="r" b="b"/>
              <a:pathLst>
                <a:path w="3613" h="15985" extrusionOk="0">
                  <a:moveTo>
                    <a:pt x="2883" y="1"/>
                  </a:moveTo>
                  <a:lnTo>
                    <a:pt x="2742" y="13"/>
                  </a:lnTo>
                  <a:lnTo>
                    <a:pt x="2601" y="52"/>
                  </a:lnTo>
                  <a:lnTo>
                    <a:pt x="2486" y="129"/>
                  </a:lnTo>
                  <a:lnTo>
                    <a:pt x="2370" y="218"/>
                  </a:lnTo>
                  <a:lnTo>
                    <a:pt x="2281" y="321"/>
                  </a:lnTo>
                  <a:lnTo>
                    <a:pt x="2217" y="449"/>
                  </a:lnTo>
                  <a:lnTo>
                    <a:pt x="2178" y="577"/>
                  </a:lnTo>
                  <a:lnTo>
                    <a:pt x="2165" y="731"/>
                  </a:lnTo>
                  <a:lnTo>
                    <a:pt x="2165" y="6020"/>
                  </a:lnTo>
                  <a:lnTo>
                    <a:pt x="244" y="7724"/>
                  </a:lnTo>
                  <a:lnTo>
                    <a:pt x="180" y="7788"/>
                  </a:lnTo>
                  <a:lnTo>
                    <a:pt x="142" y="7839"/>
                  </a:lnTo>
                  <a:lnTo>
                    <a:pt x="90" y="7903"/>
                  </a:lnTo>
                  <a:lnTo>
                    <a:pt x="65" y="7967"/>
                  </a:lnTo>
                  <a:lnTo>
                    <a:pt x="39" y="8044"/>
                  </a:lnTo>
                  <a:lnTo>
                    <a:pt x="14" y="8121"/>
                  </a:lnTo>
                  <a:lnTo>
                    <a:pt x="1" y="8198"/>
                  </a:lnTo>
                  <a:lnTo>
                    <a:pt x="1" y="8274"/>
                  </a:lnTo>
                  <a:lnTo>
                    <a:pt x="1" y="15268"/>
                  </a:lnTo>
                  <a:lnTo>
                    <a:pt x="14" y="15408"/>
                  </a:lnTo>
                  <a:lnTo>
                    <a:pt x="52" y="15549"/>
                  </a:lnTo>
                  <a:lnTo>
                    <a:pt x="116" y="15665"/>
                  </a:lnTo>
                  <a:lnTo>
                    <a:pt x="206" y="15780"/>
                  </a:lnTo>
                  <a:lnTo>
                    <a:pt x="321" y="15870"/>
                  </a:lnTo>
                  <a:lnTo>
                    <a:pt x="436" y="15934"/>
                  </a:lnTo>
                  <a:lnTo>
                    <a:pt x="577" y="15972"/>
                  </a:lnTo>
                  <a:lnTo>
                    <a:pt x="731" y="15985"/>
                  </a:lnTo>
                  <a:lnTo>
                    <a:pt x="872" y="15972"/>
                  </a:lnTo>
                  <a:lnTo>
                    <a:pt x="1013" y="15934"/>
                  </a:lnTo>
                  <a:lnTo>
                    <a:pt x="1128" y="15870"/>
                  </a:lnTo>
                  <a:lnTo>
                    <a:pt x="1243" y="15780"/>
                  </a:lnTo>
                  <a:lnTo>
                    <a:pt x="1333" y="15665"/>
                  </a:lnTo>
                  <a:lnTo>
                    <a:pt x="1397" y="15549"/>
                  </a:lnTo>
                  <a:lnTo>
                    <a:pt x="1435" y="15408"/>
                  </a:lnTo>
                  <a:lnTo>
                    <a:pt x="1461" y="15268"/>
                  </a:lnTo>
                  <a:lnTo>
                    <a:pt x="1461" y="8595"/>
                  </a:lnTo>
                  <a:lnTo>
                    <a:pt x="3369" y="6878"/>
                  </a:lnTo>
                  <a:lnTo>
                    <a:pt x="3433" y="6827"/>
                  </a:lnTo>
                  <a:lnTo>
                    <a:pt x="3472" y="6763"/>
                  </a:lnTo>
                  <a:lnTo>
                    <a:pt x="3523" y="6699"/>
                  </a:lnTo>
                  <a:lnTo>
                    <a:pt x="3549" y="6635"/>
                  </a:lnTo>
                  <a:lnTo>
                    <a:pt x="3574" y="6571"/>
                  </a:lnTo>
                  <a:lnTo>
                    <a:pt x="3600" y="6494"/>
                  </a:lnTo>
                  <a:lnTo>
                    <a:pt x="3613" y="6417"/>
                  </a:lnTo>
                  <a:lnTo>
                    <a:pt x="3613" y="6340"/>
                  </a:lnTo>
                  <a:lnTo>
                    <a:pt x="3613" y="731"/>
                  </a:lnTo>
                  <a:lnTo>
                    <a:pt x="3600" y="577"/>
                  </a:lnTo>
                  <a:lnTo>
                    <a:pt x="3561" y="449"/>
                  </a:lnTo>
                  <a:lnTo>
                    <a:pt x="3497" y="321"/>
                  </a:lnTo>
                  <a:lnTo>
                    <a:pt x="3408" y="218"/>
                  </a:lnTo>
                  <a:lnTo>
                    <a:pt x="3292" y="129"/>
                  </a:lnTo>
                  <a:lnTo>
                    <a:pt x="3177" y="52"/>
                  </a:lnTo>
                  <a:lnTo>
                    <a:pt x="3036" y="13"/>
                  </a:lnTo>
                  <a:lnTo>
                    <a:pt x="288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3"/>
            <p:cNvSpPr/>
            <p:nvPr/>
          </p:nvSpPr>
          <p:spPr>
            <a:xfrm>
              <a:off x="5705225" y="2077975"/>
              <a:ext cx="36525" cy="299075"/>
            </a:xfrm>
            <a:custGeom>
              <a:avLst/>
              <a:gdLst/>
              <a:ahLst/>
              <a:cxnLst/>
              <a:rect l="l" t="t" r="r" b="b"/>
              <a:pathLst>
                <a:path w="1461" h="11963" extrusionOk="0">
                  <a:moveTo>
                    <a:pt x="731" y="0"/>
                  </a:moveTo>
                  <a:lnTo>
                    <a:pt x="577" y="13"/>
                  </a:lnTo>
                  <a:lnTo>
                    <a:pt x="436" y="51"/>
                  </a:lnTo>
                  <a:lnTo>
                    <a:pt x="321" y="128"/>
                  </a:lnTo>
                  <a:lnTo>
                    <a:pt x="206" y="205"/>
                  </a:lnTo>
                  <a:lnTo>
                    <a:pt x="116" y="320"/>
                  </a:lnTo>
                  <a:lnTo>
                    <a:pt x="52" y="448"/>
                  </a:lnTo>
                  <a:lnTo>
                    <a:pt x="13" y="577"/>
                  </a:lnTo>
                  <a:lnTo>
                    <a:pt x="1" y="730"/>
                  </a:lnTo>
                  <a:lnTo>
                    <a:pt x="1" y="11246"/>
                  </a:lnTo>
                  <a:lnTo>
                    <a:pt x="13" y="11386"/>
                  </a:lnTo>
                  <a:lnTo>
                    <a:pt x="52" y="11527"/>
                  </a:lnTo>
                  <a:lnTo>
                    <a:pt x="116" y="11643"/>
                  </a:lnTo>
                  <a:lnTo>
                    <a:pt x="206" y="11758"/>
                  </a:lnTo>
                  <a:lnTo>
                    <a:pt x="321" y="11847"/>
                  </a:lnTo>
                  <a:lnTo>
                    <a:pt x="436" y="11912"/>
                  </a:lnTo>
                  <a:lnTo>
                    <a:pt x="577" y="11950"/>
                  </a:lnTo>
                  <a:lnTo>
                    <a:pt x="731" y="11963"/>
                  </a:lnTo>
                  <a:lnTo>
                    <a:pt x="872" y="11950"/>
                  </a:lnTo>
                  <a:lnTo>
                    <a:pt x="1013" y="11912"/>
                  </a:lnTo>
                  <a:lnTo>
                    <a:pt x="1128" y="11847"/>
                  </a:lnTo>
                  <a:lnTo>
                    <a:pt x="1243" y="11758"/>
                  </a:lnTo>
                  <a:lnTo>
                    <a:pt x="1333" y="11643"/>
                  </a:lnTo>
                  <a:lnTo>
                    <a:pt x="1397" y="11527"/>
                  </a:lnTo>
                  <a:lnTo>
                    <a:pt x="1435" y="11386"/>
                  </a:lnTo>
                  <a:lnTo>
                    <a:pt x="1461" y="11246"/>
                  </a:lnTo>
                  <a:lnTo>
                    <a:pt x="1461" y="730"/>
                  </a:lnTo>
                  <a:lnTo>
                    <a:pt x="1435" y="577"/>
                  </a:lnTo>
                  <a:lnTo>
                    <a:pt x="1397" y="448"/>
                  </a:lnTo>
                  <a:lnTo>
                    <a:pt x="1333" y="320"/>
                  </a:lnTo>
                  <a:lnTo>
                    <a:pt x="1243" y="205"/>
                  </a:lnTo>
                  <a:lnTo>
                    <a:pt x="1128" y="128"/>
                  </a:lnTo>
                  <a:lnTo>
                    <a:pt x="1013" y="51"/>
                  </a:lnTo>
                  <a:lnTo>
                    <a:pt x="872" y="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3"/>
            <p:cNvSpPr/>
            <p:nvPr/>
          </p:nvSpPr>
          <p:spPr>
            <a:xfrm>
              <a:off x="5426975" y="1967500"/>
              <a:ext cx="169725" cy="395800"/>
            </a:xfrm>
            <a:custGeom>
              <a:avLst/>
              <a:gdLst/>
              <a:ahLst/>
              <a:cxnLst/>
              <a:rect l="l" t="t" r="r" b="b"/>
              <a:pathLst>
                <a:path w="6789" h="15832" extrusionOk="0">
                  <a:moveTo>
                    <a:pt x="731" y="0"/>
                  </a:moveTo>
                  <a:lnTo>
                    <a:pt x="577" y="13"/>
                  </a:lnTo>
                  <a:lnTo>
                    <a:pt x="436" y="64"/>
                  </a:lnTo>
                  <a:lnTo>
                    <a:pt x="321" y="129"/>
                  </a:lnTo>
                  <a:lnTo>
                    <a:pt x="206" y="218"/>
                  </a:lnTo>
                  <a:lnTo>
                    <a:pt x="116" y="321"/>
                  </a:lnTo>
                  <a:lnTo>
                    <a:pt x="52" y="449"/>
                  </a:lnTo>
                  <a:lnTo>
                    <a:pt x="13" y="577"/>
                  </a:lnTo>
                  <a:lnTo>
                    <a:pt x="1" y="731"/>
                  </a:lnTo>
                  <a:lnTo>
                    <a:pt x="1" y="7352"/>
                  </a:lnTo>
                  <a:lnTo>
                    <a:pt x="1" y="7467"/>
                  </a:lnTo>
                  <a:lnTo>
                    <a:pt x="26" y="7570"/>
                  </a:lnTo>
                  <a:lnTo>
                    <a:pt x="65" y="7660"/>
                  </a:lnTo>
                  <a:lnTo>
                    <a:pt x="116" y="7762"/>
                  </a:lnTo>
                  <a:lnTo>
                    <a:pt x="180" y="7839"/>
                  </a:lnTo>
                  <a:lnTo>
                    <a:pt x="257" y="7916"/>
                  </a:lnTo>
                  <a:lnTo>
                    <a:pt x="346" y="7980"/>
                  </a:lnTo>
                  <a:lnTo>
                    <a:pt x="449" y="8031"/>
                  </a:lnTo>
                  <a:lnTo>
                    <a:pt x="5329" y="10055"/>
                  </a:lnTo>
                  <a:lnTo>
                    <a:pt x="5329" y="15101"/>
                  </a:lnTo>
                  <a:lnTo>
                    <a:pt x="5342" y="15255"/>
                  </a:lnTo>
                  <a:lnTo>
                    <a:pt x="5393" y="15396"/>
                  </a:lnTo>
                  <a:lnTo>
                    <a:pt x="5457" y="15511"/>
                  </a:lnTo>
                  <a:lnTo>
                    <a:pt x="5546" y="15626"/>
                  </a:lnTo>
                  <a:lnTo>
                    <a:pt x="5649" y="15716"/>
                  </a:lnTo>
                  <a:lnTo>
                    <a:pt x="5777" y="15780"/>
                  </a:lnTo>
                  <a:lnTo>
                    <a:pt x="5918" y="15818"/>
                  </a:lnTo>
                  <a:lnTo>
                    <a:pt x="6059" y="15831"/>
                  </a:lnTo>
                  <a:lnTo>
                    <a:pt x="6212" y="15818"/>
                  </a:lnTo>
                  <a:lnTo>
                    <a:pt x="6341" y="15780"/>
                  </a:lnTo>
                  <a:lnTo>
                    <a:pt x="6469" y="15716"/>
                  </a:lnTo>
                  <a:lnTo>
                    <a:pt x="6571" y="15626"/>
                  </a:lnTo>
                  <a:lnTo>
                    <a:pt x="6661" y="15511"/>
                  </a:lnTo>
                  <a:lnTo>
                    <a:pt x="6738" y="15396"/>
                  </a:lnTo>
                  <a:lnTo>
                    <a:pt x="6776" y="15255"/>
                  </a:lnTo>
                  <a:lnTo>
                    <a:pt x="6789" y="15101"/>
                  </a:lnTo>
                  <a:lnTo>
                    <a:pt x="6789" y="9568"/>
                  </a:lnTo>
                  <a:lnTo>
                    <a:pt x="6776" y="9465"/>
                  </a:lnTo>
                  <a:lnTo>
                    <a:pt x="6763" y="9363"/>
                  </a:lnTo>
                  <a:lnTo>
                    <a:pt x="6725" y="9261"/>
                  </a:lnTo>
                  <a:lnTo>
                    <a:pt x="6674" y="9171"/>
                  </a:lnTo>
                  <a:lnTo>
                    <a:pt x="6597" y="9081"/>
                  </a:lnTo>
                  <a:lnTo>
                    <a:pt x="6520" y="9017"/>
                  </a:lnTo>
                  <a:lnTo>
                    <a:pt x="6443" y="8953"/>
                  </a:lnTo>
                  <a:lnTo>
                    <a:pt x="6341" y="8902"/>
                  </a:lnTo>
                  <a:lnTo>
                    <a:pt x="1448" y="6865"/>
                  </a:lnTo>
                  <a:lnTo>
                    <a:pt x="1448" y="731"/>
                  </a:lnTo>
                  <a:lnTo>
                    <a:pt x="1435" y="577"/>
                  </a:lnTo>
                  <a:lnTo>
                    <a:pt x="1397" y="449"/>
                  </a:lnTo>
                  <a:lnTo>
                    <a:pt x="1333" y="321"/>
                  </a:lnTo>
                  <a:lnTo>
                    <a:pt x="1243" y="218"/>
                  </a:lnTo>
                  <a:lnTo>
                    <a:pt x="1128" y="129"/>
                  </a:lnTo>
                  <a:lnTo>
                    <a:pt x="1012" y="64"/>
                  </a:lnTo>
                  <a:lnTo>
                    <a:pt x="872" y="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3"/>
            <p:cNvSpPr/>
            <p:nvPr/>
          </p:nvSpPr>
          <p:spPr>
            <a:xfrm>
              <a:off x="5231975" y="2259525"/>
              <a:ext cx="309025" cy="126175"/>
            </a:xfrm>
            <a:custGeom>
              <a:avLst/>
              <a:gdLst/>
              <a:ahLst/>
              <a:cxnLst/>
              <a:rect l="l" t="t" r="r" b="b"/>
              <a:pathLst>
                <a:path w="12361" h="5047" extrusionOk="0">
                  <a:moveTo>
                    <a:pt x="679" y="0"/>
                  </a:moveTo>
                  <a:lnTo>
                    <a:pt x="539" y="26"/>
                  </a:lnTo>
                  <a:lnTo>
                    <a:pt x="411" y="77"/>
                  </a:lnTo>
                  <a:lnTo>
                    <a:pt x="282" y="154"/>
                  </a:lnTo>
                  <a:lnTo>
                    <a:pt x="180" y="256"/>
                  </a:lnTo>
                  <a:lnTo>
                    <a:pt x="103" y="372"/>
                  </a:lnTo>
                  <a:lnTo>
                    <a:pt x="39" y="513"/>
                  </a:lnTo>
                  <a:lnTo>
                    <a:pt x="13" y="653"/>
                  </a:lnTo>
                  <a:lnTo>
                    <a:pt x="1" y="794"/>
                  </a:lnTo>
                  <a:lnTo>
                    <a:pt x="26" y="922"/>
                  </a:lnTo>
                  <a:lnTo>
                    <a:pt x="78" y="1051"/>
                  </a:lnTo>
                  <a:lnTo>
                    <a:pt x="154" y="1179"/>
                  </a:lnTo>
                  <a:lnTo>
                    <a:pt x="257" y="1281"/>
                  </a:lnTo>
                  <a:lnTo>
                    <a:pt x="372" y="1371"/>
                  </a:lnTo>
                  <a:lnTo>
                    <a:pt x="6725" y="4957"/>
                  </a:lnTo>
                  <a:lnTo>
                    <a:pt x="6802" y="4995"/>
                  </a:lnTo>
                  <a:lnTo>
                    <a:pt x="6891" y="5021"/>
                  </a:lnTo>
                  <a:lnTo>
                    <a:pt x="6981" y="5047"/>
                  </a:lnTo>
                  <a:lnTo>
                    <a:pt x="11630" y="5047"/>
                  </a:lnTo>
                  <a:lnTo>
                    <a:pt x="11784" y="5034"/>
                  </a:lnTo>
                  <a:lnTo>
                    <a:pt x="11912" y="4995"/>
                  </a:lnTo>
                  <a:lnTo>
                    <a:pt x="12040" y="4918"/>
                  </a:lnTo>
                  <a:lnTo>
                    <a:pt x="12143" y="4829"/>
                  </a:lnTo>
                  <a:lnTo>
                    <a:pt x="12232" y="4726"/>
                  </a:lnTo>
                  <a:lnTo>
                    <a:pt x="12309" y="4598"/>
                  </a:lnTo>
                  <a:lnTo>
                    <a:pt x="12347" y="4470"/>
                  </a:lnTo>
                  <a:lnTo>
                    <a:pt x="12360" y="4317"/>
                  </a:lnTo>
                  <a:lnTo>
                    <a:pt x="12347" y="4176"/>
                  </a:lnTo>
                  <a:lnTo>
                    <a:pt x="12309" y="4035"/>
                  </a:lnTo>
                  <a:lnTo>
                    <a:pt x="12232" y="3907"/>
                  </a:lnTo>
                  <a:lnTo>
                    <a:pt x="12143" y="3804"/>
                  </a:lnTo>
                  <a:lnTo>
                    <a:pt x="12040" y="3715"/>
                  </a:lnTo>
                  <a:lnTo>
                    <a:pt x="11912" y="3651"/>
                  </a:lnTo>
                  <a:lnTo>
                    <a:pt x="11784" y="3599"/>
                  </a:lnTo>
                  <a:lnTo>
                    <a:pt x="11630" y="3586"/>
                  </a:lnTo>
                  <a:lnTo>
                    <a:pt x="7276" y="3586"/>
                  </a:lnTo>
                  <a:lnTo>
                    <a:pt x="1089" y="103"/>
                  </a:lnTo>
                  <a:lnTo>
                    <a:pt x="961" y="39"/>
                  </a:lnTo>
                  <a:lnTo>
                    <a:pt x="820" y="13"/>
                  </a:lnTo>
                  <a:lnTo>
                    <a:pt x="6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3"/>
            <p:cNvSpPr/>
            <p:nvPr/>
          </p:nvSpPr>
          <p:spPr>
            <a:xfrm>
              <a:off x="5158325" y="2470850"/>
              <a:ext cx="382675" cy="36200"/>
            </a:xfrm>
            <a:custGeom>
              <a:avLst/>
              <a:gdLst/>
              <a:ahLst/>
              <a:cxnLst/>
              <a:rect l="l" t="t" r="r" b="b"/>
              <a:pathLst>
                <a:path w="15307" h="1448" extrusionOk="0">
                  <a:moveTo>
                    <a:pt x="731" y="0"/>
                  </a:moveTo>
                  <a:lnTo>
                    <a:pt x="590" y="13"/>
                  </a:lnTo>
                  <a:lnTo>
                    <a:pt x="449" y="52"/>
                  </a:lnTo>
                  <a:lnTo>
                    <a:pt x="334" y="116"/>
                  </a:lnTo>
                  <a:lnTo>
                    <a:pt x="219" y="205"/>
                  </a:lnTo>
                  <a:lnTo>
                    <a:pt x="129" y="321"/>
                  </a:lnTo>
                  <a:lnTo>
                    <a:pt x="65" y="436"/>
                  </a:lnTo>
                  <a:lnTo>
                    <a:pt x="26" y="577"/>
                  </a:lnTo>
                  <a:lnTo>
                    <a:pt x="1" y="731"/>
                  </a:lnTo>
                  <a:lnTo>
                    <a:pt x="26" y="871"/>
                  </a:lnTo>
                  <a:lnTo>
                    <a:pt x="65" y="1012"/>
                  </a:lnTo>
                  <a:lnTo>
                    <a:pt x="129" y="1128"/>
                  </a:lnTo>
                  <a:lnTo>
                    <a:pt x="219" y="1243"/>
                  </a:lnTo>
                  <a:lnTo>
                    <a:pt x="334" y="1332"/>
                  </a:lnTo>
                  <a:lnTo>
                    <a:pt x="449" y="1397"/>
                  </a:lnTo>
                  <a:lnTo>
                    <a:pt x="590" y="1435"/>
                  </a:lnTo>
                  <a:lnTo>
                    <a:pt x="731" y="1448"/>
                  </a:lnTo>
                  <a:lnTo>
                    <a:pt x="14576" y="1448"/>
                  </a:lnTo>
                  <a:lnTo>
                    <a:pt x="14730" y="1435"/>
                  </a:lnTo>
                  <a:lnTo>
                    <a:pt x="14858" y="1397"/>
                  </a:lnTo>
                  <a:lnTo>
                    <a:pt x="14986" y="1332"/>
                  </a:lnTo>
                  <a:lnTo>
                    <a:pt x="15089" y="1243"/>
                  </a:lnTo>
                  <a:lnTo>
                    <a:pt x="15178" y="1128"/>
                  </a:lnTo>
                  <a:lnTo>
                    <a:pt x="15255" y="1012"/>
                  </a:lnTo>
                  <a:lnTo>
                    <a:pt x="15293" y="871"/>
                  </a:lnTo>
                  <a:lnTo>
                    <a:pt x="15306" y="731"/>
                  </a:lnTo>
                  <a:lnTo>
                    <a:pt x="15293" y="577"/>
                  </a:lnTo>
                  <a:lnTo>
                    <a:pt x="15255" y="436"/>
                  </a:lnTo>
                  <a:lnTo>
                    <a:pt x="15178" y="321"/>
                  </a:lnTo>
                  <a:lnTo>
                    <a:pt x="15089" y="205"/>
                  </a:lnTo>
                  <a:lnTo>
                    <a:pt x="14986" y="116"/>
                  </a:lnTo>
                  <a:lnTo>
                    <a:pt x="14858" y="52"/>
                  </a:lnTo>
                  <a:lnTo>
                    <a:pt x="14730" y="13"/>
                  </a:lnTo>
                  <a:lnTo>
                    <a:pt x="145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3"/>
            <p:cNvSpPr/>
            <p:nvPr/>
          </p:nvSpPr>
          <p:spPr>
            <a:xfrm>
              <a:off x="5319400" y="2638950"/>
              <a:ext cx="221600" cy="36525"/>
            </a:xfrm>
            <a:custGeom>
              <a:avLst/>
              <a:gdLst/>
              <a:ahLst/>
              <a:cxnLst/>
              <a:rect l="l" t="t" r="r" b="b"/>
              <a:pathLst>
                <a:path w="8864" h="1461" extrusionOk="0">
                  <a:moveTo>
                    <a:pt x="730" y="1"/>
                  </a:moveTo>
                  <a:lnTo>
                    <a:pt x="589" y="13"/>
                  </a:lnTo>
                  <a:lnTo>
                    <a:pt x="448" y="65"/>
                  </a:lnTo>
                  <a:lnTo>
                    <a:pt x="320" y="129"/>
                  </a:lnTo>
                  <a:lnTo>
                    <a:pt x="218" y="218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90"/>
                  </a:lnTo>
                  <a:lnTo>
                    <a:pt x="0" y="731"/>
                  </a:lnTo>
                  <a:lnTo>
                    <a:pt x="13" y="884"/>
                  </a:lnTo>
                  <a:lnTo>
                    <a:pt x="64" y="1012"/>
                  </a:lnTo>
                  <a:lnTo>
                    <a:pt x="128" y="1141"/>
                  </a:lnTo>
                  <a:lnTo>
                    <a:pt x="218" y="1243"/>
                  </a:lnTo>
                  <a:lnTo>
                    <a:pt x="320" y="1333"/>
                  </a:lnTo>
                  <a:lnTo>
                    <a:pt x="448" y="1397"/>
                  </a:lnTo>
                  <a:lnTo>
                    <a:pt x="589" y="1448"/>
                  </a:lnTo>
                  <a:lnTo>
                    <a:pt x="730" y="1461"/>
                  </a:lnTo>
                  <a:lnTo>
                    <a:pt x="8133" y="1461"/>
                  </a:lnTo>
                  <a:lnTo>
                    <a:pt x="8287" y="1448"/>
                  </a:lnTo>
                  <a:lnTo>
                    <a:pt x="8415" y="1397"/>
                  </a:lnTo>
                  <a:lnTo>
                    <a:pt x="8543" y="1333"/>
                  </a:lnTo>
                  <a:lnTo>
                    <a:pt x="8646" y="1243"/>
                  </a:lnTo>
                  <a:lnTo>
                    <a:pt x="8735" y="1141"/>
                  </a:lnTo>
                  <a:lnTo>
                    <a:pt x="8812" y="1012"/>
                  </a:lnTo>
                  <a:lnTo>
                    <a:pt x="8850" y="884"/>
                  </a:lnTo>
                  <a:lnTo>
                    <a:pt x="8863" y="731"/>
                  </a:lnTo>
                  <a:lnTo>
                    <a:pt x="8850" y="590"/>
                  </a:lnTo>
                  <a:lnTo>
                    <a:pt x="8812" y="449"/>
                  </a:lnTo>
                  <a:lnTo>
                    <a:pt x="8735" y="321"/>
                  </a:lnTo>
                  <a:lnTo>
                    <a:pt x="8646" y="218"/>
                  </a:lnTo>
                  <a:lnTo>
                    <a:pt x="8543" y="129"/>
                  </a:lnTo>
                  <a:lnTo>
                    <a:pt x="8415" y="65"/>
                  </a:lnTo>
                  <a:lnTo>
                    <a:pt x="8287" y="13"/>
                  </a:lnTo>
                  <a:lnTo>
                    <a:pt x="813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3"/>
            <p:cNvSpPr/>
            <p:nvPr/>
          </p:nvSpPr>
          <p:spPr>
            <a:xfrm>
              <a:off x="5158325" y="2740775"/>
              <a:ext cx="382675" cy="119450"/>
            </a:xfrm>
            <a:custGeom>
              <a:avLst/>
              <a:gdLst/>
              <a:ahLst/>
              <a:cxnLst/>
              <a:rect l="l" t="t" r="r" b="b"/>
              <a:pathLst>
                <a:path w="15307" h="4778" extrusionOk="0">
                  <a:moveTo>
                    <a:pt x="7660" y="1"/>
                  </a:moveTo>
                  <a:lnTo>
                    <a:pt x="7558" y="13"/>
                  </a:lnTo>
                  <a:lnTo>
                    <a:pt x="7468" y="26"/>
                  </a:lnTo>
                  <a:lnTo>
                    <a:pt x="7378" y="65"/>
                  </a:lnTo>
                  <a:lnTo>
                    <a:pt x="7301" y="103"/>
                  </a:lnTo>
                  <a:lnTo>
                    <a:pt x="7212" y="154"/>
                  </a:lnTo>
                  <a:lnTo>
                    <a:pt x="7148" y="218"/>
                  </a:lnTo>
                  <a:lnTo>
                    <a:pt x="7084" y="282"/>
                  </a:lnTo>
                  <a:lnTo>
                    <a:pt x="7032" y="359"/>
                  </a:lnTo>
                  <a:lnTo>
                    <a:pt x="5291" y="3318"/>
                  </a:lnTo>
                  <a:lnTo>
                    <a:pt x="731" y="3318"/>
                  </a:lnTo>
                  <a:lnTo>
                    <a:pt x="590" y="3331"/>
                  </a:lnTo>
                  <a:lnTo>
                    <a:pt x="449" y="3369"/>
                  </a:lnTo>
                  <a:lnTo>
                    <a:pt x="334" y="3446"/>
                  </a:lnTo>
                  <a:lnTo>
                    <a:pt x="219" y="3536"/>
                  </a:lnTo>
                  <a:lnTo>
                    <a:pt x="129" y="3638"/>
                  </a:lnTo>
                  <a:lnTo>
                    <a:pt x="65" y="3766"/>
                  </a:lnTo>
                  <a:lnTo>
                    <a:pt x="26" y="3894"/>
                  </a:lnTo>
                  <a:lnTo>
                    <a:pt x="1" y="4048"/>
                  </a:lnTo>
                  <a:lnTo>
                    <a:pt x="26" y="4189"/>
                  </a:lnTo>
                  <a:lnTo>
                    <a:pt x="65" y="4330"/>
                  </a:lnTo>
                  <a:lnTo>
                    <a:pt x="129" y="4458"/>
                  </a:lnTo>
                  <a:lnTo>
                    <a:pt x="219" y="4560"/>
                  </a:lnTo>
                  <a:lnTo>
                    <a:pt x="334" y="4650"/>
                  </a:lnTo>
                  <a:lnTo>
                    <a:pt x="449" y="4714"/>
                  </a:lnTo>
                  <a:lnTo>
                    <a:pt x="590" y="4752"/>
                  </a:lnTo>
                  <a:lnTo>
                    <a:pt x="731" y="4778"/>
                  </a:lnTo>
                  <a:lnTo>
                    <a:pt x="5700" y="4778"/>
                  </a:lnTo>
                  <a:lnTo>
                    <a:pt x="5803" y="4765"/>
                  </a:lnTo>
                  <a:lnTo>
                    <a:pt x="5892" y="4752"/>
                  </a:lnTo>
                  <a:lnTo>
                    <a:pt x="5982" y="4714"/>
                  </a:lnTo>
                  <a:lnTo>
                    <a:pt x="6059" y="4675"/>
                  </a:lnTo>
                  <a:lnTo>
                    <a:pt x="6136" y="4624"/>
                  </a:lnTo>
                  <a:lnTo>
                    <a:pt x="6213" y="4560"/>
                  </a:lnTo>
                  <a:lnTo>
                    <a:pt x="6277" y="4496"/>
                  </a:lnTo>
                  <a:lnTo>
                    <a:pt x="6328" y="4419"/>
                  </a:lnTo>
                  <a:lnTo>
                    <a:pt x="8070" y="1461"/>
                  </a:lnTo>
                  <a:lnTo>
                    <a:pt x="14576" y="1461"/>
                  </a:lnTo>
                  <a:lnTo>
                    <a:pt x="14730" y="1448"/>
                  </a:lnTo>
                  <a:lnTo>
                    <a:pt x="14858" y="1409"/>
                  </a:lnTo>
                  <a:lnTo>
                    <a:pt x="14986" y="1333"/>
                  </a:lnTo>
                  <a:lnTo>
                    <a:pt x="15089" y="1243"/>
                  </a:lnTo>
                  <a:lnTo>
                    <a:pt x="15178" y="1140"/>
                  </a:lnTo>
                  <a:lnTo>
                    <a:pt x="15255" y="1012"/>
                  </a:lnTo>
                  <a:lnTo>
                    <a:pt x="15293" y="884"/>
                  </a:lnTo>
                  <a:lnTo>
                    <a:pt x="15306" y="731"/>
                  </a:lnTo>
                  <a:lnTo>
                    <a:pt x="15293" y="590"/>
                  </a:lnTo>
                  <a:lnTo>
                    <a:pt x="15255" y="449"/>
                  </a:lnTo>
                  <a:lnTo>
                    <a:pt x="15178" y="321"/>
                  </a:lnTo>
                  <a:lnTo>
                    <a:pt x="15089" y="218"/>
                  </a:lnTo>
                  <a:lnTo>
                    <a:pt x="14986" y="129"/>
                  </a:lnTo>
                  <a:lnTo>
                    <a:pt x="14858" y="65"/>
                  </a:lnTo>
                  <a:lnTo>
                    <a:pt x="14730" y="13"/>
                  </a:lnTo>
                  <a:lnTo>
                    <a:pt x="145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3"/>
            <p:cNvSpPr/>
            <p:nvPr/>
          </p:nvSpPr>
          <p:spPr>
            <a:xfrm>
              <a:off x="5575225" y="2823700"/>
              <a:ext cx="36525" cy="173575"/>
            </a:xfrm>
            <a:custGeom>
              <a:avLst/>
              <a:gdLst/>
              <a:ahLst/>
              <a:cxnLst/>
              <a:rect l="l" t="t" r="r" b="b"/>
              <a:pathLst>
                <a:path w="1461" h="6943" extrusionOk="0">
                  <a:moveTo>
                    <a:pt x="731" y="1"/>
                  </a:moveTo>
                  <a:lnTo>
                    <a:pt x="577" y="14"/>
                  </a:lnTo>
                  <a:lnTo>
                    <a:pt x="449" y="52"/>
                  </a:lnTo>
                  <a:lnTo>
                    <a:pt x="321" y="129"/>
                  </a:lnTo>
                  <a:lnTo>
                    <a:pt x="218" y="219"/>
                  </a:lnTo>
                  <a:lnTo>
                    <a:pt x="129" y="321"/>
                  </a:lnTo>
                  <a:lnTo>
                    <a:pt x="52" y="449"/>
                  </a:lnTo>
                  <a:lnTo>
                    <a:pt x="14" y="577"/>
                  </a:lnTo>
                  <a:lnTo>
                    <a:pt x="1" y="731"/>
                  </a:lnTo>
                  <a:lnTo>
                    <a:pt x="1" y="6225"/>
                  </a:lnTo>
                  <a:lnTo>
                    <a:pt x="14" y="6366"/>
                  </a:lnTo>
                  <a:lnTo>
                    <a:pt x="52" y="6507"/>
                  </a:lnTo>
                  <a:lnTo>
                    <a:pt x="129" y="6622"/>
                  </a:lnTo>
                  <a:lnTo>
                    <a:pt x="218" y="6738"/>
                  </a:lnTo>
                  <a:lnTo>
                    <a:pt x="321" y="6827"/>
                  </a:lnTo>
                  <a:lnTo>
                    <a:pt x="449" y="6891"/>
                  </a:lnTo>
                  <a:lnTo>
                    <a:pt x="577" y="6930"/>
                  </a:lnTo>
                  <a:lnTo>
                    <a:pt x="731" y="6943"/>
                  </a:lnTo>
                  <a:lnTo>
                    <a:pt x="872" y="6930"/>
                  </a:lnTo>
                  <a:lnTo>
                    <a:pt x="1013" y="6891"/>
                  </a:lnTo>
                  <a:lnTo>
                    <a:pt x="1141" y="6827"/>
                  </a:lnTo>
                  <a:lnTo>
                    <a:pt x="1243" y="6738"/>
                  </a:lnTo>
                  <a:lnTo>
                    <a:pt x="1333" y="6622"/>
                  </a:lnTo>
                  <a:lnTo>
                    <a:pt x="1397" y="6507"/>
                  </a:lnTo>
                  <a:lnTo>
                    <a:pt x="1448" y="6366"/>
                  </a:lnTo>
                  <a:lnTo>
                    <a:pt x="1461" y="6225"/>
                  </a:lnTo>
                  <a:lnTo>
                    <a:pt x="1461" y="731"/>
                  </a:lnTo>
                  <a:lnTo>
                    <a:pt x="1448" y="577"/>
                  </a:lnTo>
                  <a:lnTo>
                    <a:pt x="1397" y="449"/>
                  </a:lnTo>
                  <a:lnTo>
                    <a:pt x="1333" y="321"/>
                  </a:lnTo>
                  <a:lnTo>
                    <a:pt x="1243" y="219"/>
                  </a:lnTo>
                  <a:lnTo>
                    <a:pt x="1141" y="129"/>
                  </a:lnTo>
                  <a:lnTo>
                    <a:pt x="1013" y="52"/>
                  </a:lnTo>
                  <a:lnTo>
                    <a:pt x="872" y="14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3"/>
            <p:cNvSpPr/>
            <p:nvPr/>
          </p:nvSpPr>
          <p:spPr>
            <a:xfrm>
              <a:off x="5575225" y="2823700"/>
              <a:ext cx="129700" cy="426525"/>
            </a:xfrm>
            <a:custGeom>
              <a:avLst/>
              <a:gdLst/>
              <a:ahLst/>
              <a:cxnLst/>
              <a:rect l="l" t="t" r="r" b="b"/>
              <a:pathLst>
                <a:path w="5188" h="17061" extrusionOk="0">
                  <a:moveTo>
                    <a:pt x="4458" y="1"/>
                  </a:moveTo>
                  <a:lnTo>
                    <a:pt x="4304" y="14"/>
                  </a:lnTo>
                  <a:lnTo>
                    <a:pt x="4176" y="52"/>
                  </a:lnTo>
                  <a:lnTo>
                    <a:pt x="4048" y="129"/>
                  </a:lnTo>
                  <a:lnTo>
                    <a:pt x="3946" y="219"/>
                  </a:lnTo>
                  <a:lnTo>
                    <a:pt x="3856" y="321"/>
                  </a:lnTo>
                  <a:lnTo>
                    <a:pt x="3779" y="449"/>
                  </a:lnTo>
                  <a:lnTo>
                    <a:pt x="3741" y="577"/>
                  </a:lnTo>
                  <a:lnTo>
                    <a:pt x="3728" y="731"/>
                  </a:lnTo>
                  <a:lnTo>
                    <a:pt x="3728" y="7058"/>
                  </a:lnTo>
                  <a:lnTo>
                    <a:pt x="167" y="11361"/>
                  </a:lnTo>
                  <a:lnTo>
                    <a:pt x="90" y="11464"/>
                  </a:lnTo>
                  <a:lnTo>
                    <a:pt x="39" y="11579"/>
                  </a:lnTo>
                  <a:lnTo>
                    <a:pt x="14" y="11707"/>
                  </a:lnTo>
                  <a:lnTo>
                    <a:pt x="1" y="11835"/>
                  </a:lnTo>
                  <a:lnTo>
                    <a:pt x="1" y="16344"/>
                  </a:lnTo>
                  <a:lnTo>
                    <a:pt x="14" y="16485"/>
                  </a:lnTo>
                  <a:lnTo>
                    <a:pt x="52" y="16625"/>
                  </a:lnTo>
                  <a:lnTo>
                    <a:pt x="129" y="16741"/>
                  </a:lnTo>
                  <a:lnTo>
                    <a:pt x="218" y="16856"/>
                  </a:lnTo>
                  <a:lnTo>
                    <a:pt x="321" y="16946"/>
                  </a:lnTo>
                  <a:lnTo>
                    <a:pt x="449" y="17010"/>
                  </a:lnTo>
                  <a:lnTo>
                    <a:pt x="577" y="17048"/>
                  </a:lnTo>
                  <a:lnTo>
                    <a:pt x="731" y="17061"/>
                  </a:lnTo>
                  <a:lnTo>
                    <a:pt x="872" y="17048"/>
                  </a:lnTo>
                  <a:lnTo>
                    <a:pt x="1013" y="17010"/>
                  </a:lnTo>
                  <a:lnTo>
                    <a:pt x="1141" y="16946"/>
                  </a:lnTo>
                  <a:lnTo>
                    <a:pt x="1243" y="16856"/>
                  </a:lnTo>
                  <a:lnTo>
                    <a:pt x="1333" y="16741"/>
                  </a:lnTo>
                  <a:lnTo>
                    <a:pt x="1397" y="16625"/>
                  </a:lnTo>
                  <a:lnTo>
                    <a:pt x="1448" y="16485"/>
                  </a:lnTo>
                  <a:lnTo>
                    <a:pt x="1461" y="16344"/>
                  </a:lnTo>
                  <a:lnTo>
                    <a:pt x="1461" y="12091"/>
                  </a:lnTo>
                  <a:lnTo>
                    <a:pt x="5021" y="7788"/>
                  </a:lnTo>
                  <a:lnTo>
                    <a:pt x="5085" y="7686"/>
                  </a:lnTo>
                  <a:lnTo>
                    <a:pt x="5137" y="7570"/>
                  </a:lnTo>
                  <a:lnTo>
                    <a:pt x="5175" y="7455"/>
                  </a:lnTo>
                  <a:lnTo>
                    <a:pt x="5188" y="7327"/>
                  </a:lnTo>
                  <a:lnTo>
                    <a:pt x="5188" y="731"/>
                  </a:lnTo>
                  <a:lnTo>
                    <a:pt x="5162" y="577"/>
                  </a:lnTo>
                  <a:lnTo>
                    <a:pt x="5124" y="449"/>
                  </a:lnTo>
                  <a:lnTo>
                    <a:pt x="5060" y="321"/>
                  </a:lnTo>
                  <a:lnTo>
                    <a:pt x="4970" y="219"/>
                  </a:lnTo>
                  <a:lnTo>
                    <a:pt x="4868" y="129"/>
                  </a:lnTo>
                  <a:lnTo>
                    <a:pt x="4740" y="52"/>
                  </a:lnTo>
                  <a:lnTo>
                    <a:pt x="4599" y="14"/>
                  </a:lnTo>
                  <a:lnTo>
                    <a:pt x="44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3"/>
            <p:cNvSpPr/>
            <p:nvPr/>
          </p:nvSpPr>
          <p:spPr>
            <a:xfrm>
              <a:off x="5787850" y="2823700"/>
              <a:ext cx="36525" cy="274750"/>
            </a:xfrm>
            <a:custGeom>
              <a:avLst/>
              <a:gdLst/>
              <a:ahLst/>
              <a:cxnLst/>
              <a:rect l="l" t="t" r="r" b="b"/>
              <a:pathLst>
                <a:path w="1461" h="10990" extrusionOk="0">
                  <a:moveTo>
                    <a:pt x="730" y="1"/>
                  </a:moveTo>
                  <a:lnTo>
                    <a:pt x="589" y="14"/>
                  </a:lnTo>
                  <a:lnTo>
                    <a:pt x="448" y="52"/>
                  </a:lnTo>
                  <a:lnTo>
                    <a:pt x="320" y="129"/>
                  </a:lnTo>
                  <a:lnTo>
                    <a:pt x="218" y="219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77"/>
                  </a:lnTo>
                  <a:lnTo>
                    <a:pt x="0" y="731"/>
                  </a:lnTo>
                  <a:lnTo>
                    <a:pt x="0" y="10273"/>
                  </a:lnTo>
                  <a:lnTo>
                    <a:pt x="13" y="10414"/>
                  </a:lnTo>
                  <a:lnTo>
                    <a:pt x="64" y="10554"/>
                  </a:lnTo>
                  <a:lnTo>
                    <a:pt x="128" y="10670"/>
                  </a:lnTo>
                  <a:lnTo>
                    <a:pt x="218" y="10785"/>
                  </a:lnTo>
                  <a:lnTo>
                    <a:pt x="320" y="10875"/>
                  </a:lnTo>
                  <a:lnTo>
                    <a:pt x="448" y="10939"/>
                  </a:lnTo>
                  <a:lnTo>
                    <a:pt x="589" y="10977"/>
                  </a:lnTo>
                  <a:lnTo>
                    <a:pt x="730" y="10990"/>
                  </a:lnTo>
                  <a:lnTo>
                    <a:pt x="884" y="10977"/>
                  </a:lnTo>
                  <a:lnTo>
                    <a:pt x="1012" y="10939"/>
                  </a:lnTo>
                  <a:lnTo>
                    <a:pt x="1140" y="10875"/>
                  </a:lnTo>
                  <a:lnTo>
                    <a:pt x="1242" y="10785"/>
                  </a:lnTo>
                  <a:lnTo>
                    <a:pt x="1332" y="10670"/>
                  </a:lnTo>
                  <a:lnTo>
                    <a:pt x="1409" y="10554"/>
                  </a:lnTo>
                  <a:lnTo>
                    <a:pt x="1447" y="10414"/>
                  </a:lnTo>
                  <a:lnTo>
                    <a:pt x="1460" y="10273"/>
                  </a:lnTo>
                  <a:lnTo>
                    <a:pt x="1460" y="731"/>
                  </a:lnTo>
                  <a:lnTo>
                    <a:pt x="1447" y="577"/>
                  </a:lnTo>
                  <a:lnTo>
                    <a:pt x="1409" y="449"/>
                  </a:lnTo>
                  <a:lnTo>
                    <a:pt x="1332" y="321"/>
                  </a:lnTo>
                  <a:lnTo>
                    <a:pt x="1242" y="219"/>
                  </a:lnTo>
                  <a:lnTo>
                    <a:pt x="1140" y="129"/>
                  </a:lnTo>
                  <a:lnTo>
                    <a:pt x="1012" y="52"/>
                  </a:lnTo>
                  <a:lnTo>
                    <a:pt x="884" y="14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3"/>
            <p:cNvSpPr/>
            <p:nvPr/>
          </p:nvSpPr>
          <p:spPr>
            <a:xfrm>
              <a:off x="5933850" y="2823700"/>
              <a:ext cx="150525" cy="332400"/>
            </a:xfrm>
            <a:custGeom>
              <a:avLst/>
              <a:gdLst/>
              <a:ahLst/>
              <a:cxnLst/>
              <a:rect l="l" t="t" r="r" b="b"/>
              <a:pathLst>
                <a:path w="6021" h="13296" extrusionOk="0">
                  <a:moveTo>
                    <a:pt x="731" y="1"/>
                  </a:moveTo>
                  <a:lnTo>
                    <a:pt x="590" y="14"/>
                  </a:lnTo>
                  <a:lnTo>
                    <a:pt x="449" y="52"/>
                  </a:lnTo>
                  <a:lnTo>
                    <a:pt x="321" y="129"/>
                  </a:lnTo>
                  <a:lnTo>
                    <a:pt x="218" y="219"/>
                  </a:lnTo>
                  <a:lnTo>
                    <a:pt x="129" y="321"/>
                  </a:lnTo>
                  <a:lnTo>
                    <a:pt x="65" y="449"/>
                  </a:lnTo>
                  <a:lnTo>
                    <a:pt x="26" y="577"/>
                  </a:lnTo>
                  <a:lnTo>
                    <a:pt x="0" y="731"/>
                  </a:lnTo>
                  <a:lnTo>
                    <a:pt x="0" y="4560"/>
                  </a:lnTo>
                  <a:lnTo>
                    <a:pt x="13" y="4688"/>
                  </a:lnTo>
                  <a:lnTo>
                    <a:pt x="52" y="4817"/>
                  </a:lnTo>
                  <a:lnTo>
                    <a:pt x="103" y="4919"/>
                  </a:lnTo>
                  <a:lnTo>
                    <a:pt x="167" y="5021"/>
                  </a:lnTo>
                  <a:lnTo>
                    <a:pt x="257" y="5111"/>
                  </a:lnTo>
                  <a:lnTo>
                    <a:pt x="359" y="5188"/>
                  </a:lnTo>
                  <a:lnTo>
                    <a:pt x="462" y="5239"/>
                  </a:lnTo>
                  <a:lnTo>
                    <a:pt x="590" y="5278"/>
                  </a:lnTo>
                  <a:lnTo>
                    <a:pt x="4560" y="6097"/>
                  </a:lnTo>
                  <a:lnTo>
                    <a:pt x="4560" y="12565"/>
                  </a:lnTo>
                  <a:lnTo>
                    <a:pt x="4573" y="12719"/>
                  </a:lnTo>
                  <a:lnTo>
                    <a:pt x="4611" y="12847"/>
                  </a:lnTo>
                  <a:lnTo>
                    <a:pt x="4688" y="12975"/>
                  </a:lnTo>
                  <a:lnTo>
                    <a:pt x="4778" y="13078"/>
                  </a:lnTo>
                  <a:lnTo>
                    <a:pt x="4880" y="13167"/>
                  </a:lnTo>
                  <a:lnTo>
                    <a:pt x="5008" y="13231"/>
                  </a:lnTo>
                  <a:lnTo>
                    <a:pt x="5136" y="13283"/>
                  </a:lnTo>
                  <a:lnTo>
                    <a:pt x="5290" y="13295"/>
                  </a:lnTo>
                  <a:lnTo>
                    <a:pt x="5431" y="13283"/>
                  </a:lnTo>
                  <a:lnTo>
                    <a:pt x="5572" y="13231"/>
                  </a:lnTo>
                  <a:lnTo>
                    <a:pt x="5700" y="13167"/>
                  </a:lnTo>
                  <a:lnTo>
                    <a:pt x="5802" y="13078"/>
                  </a:lnTo>
                  <a:lnTo>
                    <a:pt x="5892" y="12975"/>
                  </a:lnTo>
                  <a:lnTo>
                    <a:pt x="5956" y="12847"/>
                  </a:lnTo>
                  <a:lnTo>
                    <a:pt x="5995" y="12719"/>
                  </a:lnTo>
                  <a:lnTo>
                    <a:pt x="6020" y="12565"/>
                  </a:lnTo>
                  <a:lnTo>
                    <a:pt x="6020" y="5495"/>
                  </a:lnTo>
                  <a:lnTo>
                    <a:pt x="6007" y="5367"/>
                  </a:lnTo>
                  <a:lnTo>
                    <a:pt x="5969" y="5252"/>
                  </a:lnTo>
                  <a:lnTo>
                    <a:pt x="5918" y="5137"/>
                  </a:lnTo>
                  <a:lnTo>
                    <a:pt x="5854" y="5034"/>
                  </a:lnTo>
                  <a:lnTo>
                    <a:pt x="5764" y="4945"/>
                  </a:lnTo>
                  <a:lnTo>
                    <a:pt x="5662" y="4881"/>
                  </a:lnTo>
                  <a:lnTo>
                    <a:pt x="5559" y="4817"/>
                  </a:lnTo>
                  <a:lnTo>
                    <a:pt x="5431" y="4778"/>
                  </a:lnTo>
                  <a:lnTo>
                    <a:pt x="1461" y="3971"/>
                  </a:lnTo>
                  <a:lnTo>
                    <a:pt x="1461" y="731"/>
                  </a:lnTo>
                  <a:lnTo>
                    <a:pt x="1448" y="577"/>
                  </a:lnTo>
                  <a:lnTo>
                    <a:pt x="1409" y="449"/>
                  </a:lnTo>
                  <a:lnTo>
                    <a:pt x="1333" y="321"/>
                  </a:lnTo>
                  <a:lnTo>
                    <a:pt x="1243" y="219"/>
                  </a:lnTo>
                  <a:lnTo>
                    <a:pt x="1140" y="129"/>
                  </a:lnTo>
                  <a:lnTo>
                    <a:pt x="1012" y="52"/>
                  </a:lnTo>
                  <a:lnTo>
                    <a:pt x="884" y="14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3"/>
            <p:cNvSpPr/>
            <p:nvPr/>
          </p:nvSpPr>
          <p:spPr>
            <a:xfrm>
              <a:off x="6016775" y="2268800"/>
              <a:ext cx="313500" cy="149875"/>
            </a:xfrm>
            <a:custGeom>
              <a:avLst/>
              <a:gdLst/>
              <a:ahLst/>
              <a:cxnLst/>
              <a:rect l="l" t="t" r="r" b="b"/>
              <a:pathLst>
                <a:path w="12540" h="5995" extrusionOk="0">
                  <a:moveTo>
                    <a:pt x="11822" y="1"/>
                  </a:moveTo>
                  <a:lnTo>
                    <a:pt x="11681" y="13"/>
                  </a:lnTo>
                  <a:lnTo>
                    <a:pt x="11553" y="52"/>
                  </a:lnTo>
                  <a:lnTo>
                    <a:pt x="11413" y="116"/>
                  </a:lnTo>
                  <a:lnTo>
                    <a:pt x="4612" y="4535"/>
                  </a:lnTo>
                  <a:lnTo>
                    <a:pt x="731" y="4535"/>
                  </a:lnTo>
                  <a:lnTo>
                    <a:pt x="577" y="4547"/>
                  </a:lnTo>
                  <a:lnTo>
                    <a:pt x="449" y="4586"/>
                  </a:lnTo>
                  <a:lnTo>
                    <a:pt x="321" y="4663"/>
                  </a:lnTo>
                  <a:lnTo>
                    <a:pt x="218" y="4752"/>
                  </a:lnTo>
                  <a:lnTo>
                    <a:pt x="129" y="4855"/>
                  </a:lnTo>
                  <a:lnTo>
                    <a:pt x="52" y="4983"/>
                  </a:lnTo>
                  <a:lnTo>
                    <a:pt x="14" y="5111"/>
                  </a:lnTo>
                  <a:lnTo>
                    <a:pt x="1" y="5265"/>
                  </a:lnTo>
                  <a:lnTo>
                    <a:pt x="14" y="5406"/>
                  </a:lnTo>
                  <a:lnTo>
                    <a:pt x="52" y="5547"/>
                  </a:lnTo>
                  <a:lnTo>
                    <a:pt x="129" y="5675"/>
                  </a:lnTo>
                  <a:lnTo>
                    <a:pt x="218" y="5777"/>
                  </a:lnTo>
                  <a:lnTo>
                    <a:pt x="321" y="5867"/>
                  </a:lnTo>
                  <a:lnTo>
                    <a:pt x="449" y="5931"/>
                  </a:lnTo>
                  <a:lnTo>
                    <a:pt x="577" y="5982"/>
                  </a:lnTo>
                  <a:lnTo>
                    <a:pt x="731" y="5995"/>
                  </a:lnTo>
                  <a:lnTo>
                    <a:pt x="4816" y="5995"/>
                  </a:lnTo>
                  <a:lnTo>
                    <a:pt x="4932" y="5982"/>
                  </a:lnTo>
                  <a:lnTo>
                    <a:pt x="5034" y="5956"/>
                  </a:lnTo>
                  <a:lnTo>
                    <a:pt x="5124" y="5918"/>
                  </a:lnTo>
                  <a:lnTo>
                    <a:pt x="5214" y="5880"/>
                  </a:lnTo>
                  <a:lnTo>
                    <a:pt x="12207" y="1333"/>
                  </a:lnTo>
                  <a:lnTo>
                    <a:pt x="12322" y="1243"/>
                  </a:lnTo>
                  <a:lnTo>
                    <a:pt x="12412" y="1141"/>
                  </a:lnTo>
                  <a:lnTo>
                    <a:pt x="12488" y="1013"/>
                  </a:lnTo>
                  <a:lnTo>
                    <a:pt x="12527" y="884"/>
                  </a:lnTo>
                  <a:lnTo>
                    <a:pt x="12540" y="744"/>
                  </a:lnTo>
                  <a:lnTo>
                    <a:pt x="12527" y="603"/>
                  </a:lnTo>
                  <a:lnTo>
                    <a:pt x="12488" y="462"/>
                  </a:lnTo>
                  <a:lnTo>
                    <a:pt x="12424" y="334"/>
                  </a:lnTo>
                  <a:lnTo>
                    <a:pt x="12335" y="218"/>
                  </a:lnTo>
                  <a:lnTo>
                    <a:pt x="12219" y="129"/>
                  </a:lnTo>
                  <a:lnTo>
                    <a:pt x="12091" y="52"/>
                  </a:lnTo>
                  <a:lnTo>
                    <a:pt x="11963" y="13"/>
                  </a:lnTo>
                  <a:lnTo>
                    <a:pt x="1182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3"/>
            <p:cNvSpPr/>
            <p:nvPr/>
          </p:nvSpPr>
          <p:spPr>
            <a:xfrm>
              <a:off x="6016775" y="2474700"/>
              <a:ext cx="403150" cy="123300"/>
            </a:xfrm>
            <a:custGeom>
              <a:avLst/>
              <a:gdLst/>
              <a:ahLst/>
              <a:cxnLst/>
              <a:rect l="l" t="t" r="r" b="b"/>
              <a:pathLst>
                <a:path w="16126" h="4932" extrusionOk="0">
                  <a:moveTo>
                    <a:pt x="731" y="0"/>
                  </a:moveTo>
                  <a:lnTo>
                    <a:pt x="577" y="13"/>
                  </a:lnTo>
                  <a:lnTo>
                    <a:pt x="449" y="51"/>
                  </a:lnTo>
                  <a:lnTo>
                    <a:pt x="321" y="115"/>
                  </a:lnTo>
                  <a:lnTo>
                    <a:pt x="218" y="205"/>
                  </a:lnTo>
                  <a:lnTo>
                    <a:pt x="129" y="320"/>
                  </a:lnTo>
                  <a:lnTo>
                    <a:pt x="52" y="436"/>
                  </a:lnTo>
                  <a:lnTo>
                    <a:pt x="14" y="577"/>
                  </a:lnTo>
                  <a:lnTo>
                    <a:pt x="1" y="730"/>
                  </a:lnTo>
                  <a:lnTo>
                    <a:pt x="14" y="871"/>
                  </a:lnTo>
                  <a:lnTo>
                    <a:pt x="52" y="1012"/>
                  </a:lnTo>
                  <a:lnTo>
                    <a:pt x="129" y="1127"/>
                  </a:lnTo>
                  <a:lnTo>
                    <a:pt x="218" y="1243"/>
                  </a:lnTo>
                  <a:lnTo>
                    <a:pt x="321" y="1332"/>
                  </a:lnTo>
                  <a:lnTo>
                    <a:pt x="449" y="1396"/>
                  </a:lnTo>
                  <a:lnTo>
                    <a:pt x="577" y="1435"/>
                  </a:lnTo>
                  <a:lnTo>
                    <a:pt x="731" y="1447"/>
                  </a:lnTo>
                  <a:lnTo>
                    <a:pt x="5944" y="1447"/>
                  </a:lnTo>
                  <a:lnTo>
                    <a:pt x="8787" y="4688"/>
                  </a:lnTo>
                  <a:lnTo>
                    <a:pt x="8838" y="4739"/>
                  </a:lnTo>
                  <a:lnTo>
                    <a:pt x="8902" y="4790"/>
                  </a:lnTo>
                  <a:lnTo>
                    <a:pt x="8966" y="4829"/>
                  </a:lnTo>
                  <a:lnTo>
                    <a:pt x="9030" y="4867"/>
                  </a:lnTo>
                  <a:lnTo>
                    <a:pt x="9094" y="4893"/>
                  </a:lnTo>
                  <a:lnTo>
                    <a:pt x="9171" y="4918"/>
                  </a:lnTo>
                  <a:lnTo>
                    <a:pt x="9248" y="4931"/>
                  </a:lnTo>
                  <a:lnTo>
                    <a:pt x="15396" y="4931"/>
                  </a:lnTo>
                  <a:lnTo>
                    <a:pt x="15549" y="4918"/>
                  </a:lnTo>
                  <a:lnTo>
                    <a:pt x="15678" y="4867"/>
                  </a:lnTo>
                  <a:lnTo>
                    <a:pt x="15806" y="4803"/>
                  </a:lnTo>
                  <a:lnTo>
                    <a:pt x="15921" y="4713"/>
                  </a:lnTo>
                  <a:lnTo>
                    <a:pt x="15998" y="4611"/>
                  </a:lnTo>
                  <a:lnTo>
                    <a:pt x="16075" y="4483"/>
                  </a:lnTo>
                  <a:lnTo>
                    <a:pt x="16113" y="4342"/>
                  </a:lnTo>
                  <a:lnTo>
                    <a:pt x="16126" y="4201"/>
                  </a:lnTo>
                  <a:lnTo>
                    <a:pt x="16113" y="4060"/>
                  </a:lnTo>
                  <a:lnTo>
                    <a:pt x="16075" y="3919"/>
                  </a:lnTo>
                  <a:lnTo>
                    <a:pt x="15998" y="3791"/>
                  </a:lnTo>
                  <a:lnTo>
                    <a:pt x="15921" y="3689"/>
                  </a:lnTo>
                  <a:lnTo>
                    <a:pt x="15806" y="3599"/>
                  </a:lnTo>
                  <a:lnTo>
                    <a:pt x="15678" y="3535"/>
                  </a:lnTo>
                  <a:lnTo>
                    <a:pt x="15549" y="3484"/>
                  </a:lnTo>
                  <a:lnTo>
                    <a:pt x="15396" y="3471"/>
                  </a:lnTo>
                  <a:lnTo>
                    <a:pt x="9658" y="3471"/>
                  </a:lnTo>
                  <a:lnTo>
                    <a:pt x="6814" y="244"/>
                  </a:lnTo>
                  <a:lnTo>
                    <a:pt x="6763" y="192"/>
                  </a:lnTo>
                  <a:lnTo>
                    <a:pt x="6699" y="141"/>
                  </a:lnTo>
                  <a:lnTo>
                    <a:pt x="6635" y="90"/>
                  </a:lnTo>
                  <a:lnTo>
                    <a:pt x="6571" y="64"/>
                  </a:lnTo>
                  <a:lnTo>
                    <a:pt x="6494" y="39"/>
                  </a:lnTo>
                  <a:lnTo>
                    <a:pt x="6430" y="13"/>
                  </a:lnTo>
                  <a:lnTo>
                    <a:pt x="63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3"/>
            <p:cNvSpPr/>
            <p:nvPr/>
          </p:nvSpPr>
          <p:spPr>
            <a:xfrm>
              <a:off x="6016775" y="2606925"/>
              <a:ext cx="313500" cy="211675"/>
            </a:xfrm>
            <a:custGeom>
              <a:avLst/>
              <a:gdLst/>
              <a:ahLst/>
              <a:cxnLst/>
              <a:rect l="l" t="t" r="r" b="b"/>
              <a:pathLst>
                <a:path w="12540" h="8467" extrusionOk="0">
                  <a:moveTo>
                    <a:pt x="731" y="1"/>
                  </a:moveTo>
                  <a:lnTo>
                    <a:pt x="577" y="14"/>
                  </a:lnTo>
                  <a:lnTo>
                    <a:pt x="449" y="52"/>
                  </a:lnTo>
                  <a:lnTo>
                    <a:pt x="321" y="116"/>
                  </a:lnTo>
                  <a:lnTo>
                    <a:pt x="218" y="206"/>
                  </a:lnTo>
                  <a:lnTo>
                    <a:pt x="129" y="321"/>
                  </a:lnTo>
                  <a:lnTo>
                    <a:pt x="52" y="436"/>
                  </a:lnTo>
                  <a:lnTo>
                    <a:pt x="14" y="577"/>
                  </a:lnTo>
                  <a:lnTo>
                    <a:pt x="1" y="731"/>
                  </a:lnTo>
                  <a:lnTo>
                    <a:pt x="14" y="872"/>
                  </a:lnTo>
                  <a:lnTo>
                    <a:pt x="52" y="1013"/>
                  </a:lnTo>
                  <a:lnTo>
                    <a:pt x="129" y="1128"/>
                  </a:lnTo>
                  <a:lnTo>
                    <a:pt x="218" y="1243"/>
                  </a:lnTo>
                  <a:lnTo>
                    <a:pt x="321" y="1333"/>
                  </a:lnTo>
                  <a:lnTo>
                    <a:pt x="449" y="1397"/>
                  </a:lnTo>
                  <a:lnTo>
                    <a:pt x="577" y="1435"/>
                  </a:lnTo>
                  <a:lnTo>
                    <a:pt x="731" y="1448"/>
                  </a:lnTo>
                  <a:lnTo>
                    <a:pt x="5918" y="1448"/>
                  </a:lnTo>
                  <a:lnTo>
                    <a:pt x="11246" y="8198"/>
                  </a:lnTo>
                  <a:lnTo>
                    <a:pt x="11297" y="8262"/>
                  </a:lnTo>
                  <a:lnTo>
                    <a:pt x="11361" y="8313"/>
                  </a:lnTo>
                  <a:lnTo>
                    <a:pt x="11425" y="8364"/>
                  </a:lnTo>
                  <a:lnTo>
                    <a:pt x="11502" y="8403"/>
                  </a:lnTo>
                  <a:lnTo>
                    <a:pt x="11579" y="8428"/>
                  </a:lnTo>
                  <a:lnTo>
                    <a:pt x="11656" y="8454"/>
                  </a:lnTo>
                  <a:lnTo>
                    <a:pt x="11733" y="8467"/>
                  </a:lnTo>
                  <a:lnTo>
                    <a:pt x="11925" y="8467"/>
                  </a:lnTo>
                  <a:lnTo>
                    <a:pt x="12053" y="8428"/>
                  </a:lnTo>
                  <a:lnTo>
                    <a:pt x="12155" y="8377"/>
                  </a:lnTo>
                  <a:lnTo>
                    <a:pt x="12258" y="8313"/>
                  </a:lnTo>
                  <a:lnTo>
                    <a:pt x="12373" y="8211"/>
                  </a:lnTo>
                  <a:lnTo>
                    <a:pt x="12450" y="8095"/>
                  </a:lnTo>
                  <a:lnTo>
                    <a:pt x="12501" y="7967"/>
                  </a:lnTo>
                  <a:lnTo>
                    <a:pt x="12540" y="7826"/>
                  </a:lnTo>
                  <a:lnTo>
                    <a:pt x="12540" y="7686"/>
                  </a:lnTo>
                  <a:lnTo>
                    <a:pt x="12514" y="7545"/>
                  </a:lnTo>
                  <a:lnTo>
                    <a:pt x="12463" y="7417"/>
                  </a:lnTo>
                  <a:lnTo>
                    <a:pt x="12386" y="7289"/>
                  </a:lnTo>
                  <a:lnTo>
                    <a:pt x="6840" y="270"/>
                  </a:lnTo>
                  <a:lnTo>
                    <a:pt x="6789" y="206"/>
                  </a:lnTo>
                  <a:lnTo>
                    <a:pt x="6725" y="155"/>
                  </a:lnTo>
                  <a:lnTo>
                    <a:pt x="6661" y="103"/>
                  </a:lnTo>
                  <a:lnTo>
                    <a:pt x="6584" y="65"/>
                  </a:lnTo>
                  <a:lnTo>
                    <a:pt x="6507" y="39"/>
                  </a:lnTo>
                  <a:lnTo>
                    <a:pt x="6430" y="14"/>
                  </a:lnTo>
                  <a:lnTo>
                    <a:pt x="63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3"/>
            <p:cNvSpPr/>
            <p:nvPr/>
          </p:nvSpPr>
          <p:spPr>
            <a:xfrm>
              <a:off x="6016775" y="2740775"/>
              <a:ext cx="143475" cy="36525"/>
            </a:xfrm>
            <a:custGeom>
              <a:avLst/>
              <a:gdLst/>
              <a:ahLst/>
              <a:cxnLst/>
              <a:rect l="l" t="t" r="r" b="b"/>
              <a:pathLst>
                <a:path w="5739" h="1461" extrusionOk="0">
                  <a:moveTo>
                    <a:pt x="731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9" y="321"/>
                  </a:lnTo>
                  <a:lnTo>
                    <a:pt x="52" y="449"/>
                  </a:lnTo>
                  <a:lnTo>
                    <a:pt x="14" y="590"/>
                  </a:lnTo>
                  <a:lnTo>
                    <a:pt x="1" y="731"/>
                  </a:lnTo>
                  <a:lnTo>
                    <a:pt x="14" y="884"/>
                  </a:lnTo>
                  <a:lnTo>
                    <a:pt x="52" y="1012"/>
                  </a:lnTo>
                  <a:lnTo>
                    <a:pt x="129" y="1140"/>
                  </a:lnTo>
                  <a:lnTo>
                    <a:pt x="218" y="1243"/>
                  </a:lnTo>
                  <a:lnTo>
                    <a:pt x="321" y="1333"/>
                  </a:lnTo>
                  <a:lnTo>
                    <a:pt x="449" y="1409"/>
                  </a:lnTo>
                  <a:lnTo>
                    <a:pt x="577" y="1448"/>
                  </a:lnTo>
                  <a:lnTo>
                    <a:pt x="731" y="1461"/>
                  </a:lnTo>
                  <a:lnTo>
                    <a:pt x="5009" y="1461"/>
                  </a:lnTo>
                  <a:lnTo>
                    <a:pt x="5149" y="1448"/>
                  </a:lnTo>
                  <a:lnTo>
                    <a:pt x="5290" y="1409"/>
                  </a:lnTo>
                  <a:lnTo>
                    <a:pt x="5418" y="1333"/>
                  </a:lnTo>
                  <a:lnTo>
                    <a:pt x="5521" y="1243"/>
                  </a:lnTo>
                  <a:lnTo>
                    <a:pt x="5611" y="1140"/>
                  </a:lnTo>
                  <a:lnTo>
                    <a:pt x="5675" y="1012"/>
                  </a:lnTo>
                  <a:lnTo>
                    <a:pt x="5713" y="884"/>
                  </a:lnTo>
                  <a:lnTo>
                    <a:pt x="5739" y="731"/>
                  </a:lnTo>
                  <a:lnTo>
                    <a:pt x="5713" y="590"/>
                  </a:lnTo>
                  <a:lnTo>
                    <a:pt x="5675" y="449"/>
                  </a:lnTo>
                  <a:lnTo>
                    <a:pt x="5611" y="321"/>
                  </a:lnTo>
                  <a:lnTo>
                    <a:pt x="5521" y="218"/>
                  </a:lnTo>
                  <a:lnTo>
                    <a:pt x="5418" y="129"/>
                  </a:lnTo>
                  <a:lnTo>
                    <a:pt x="5290" y="65"/>
                  </a:lnTo>
                  <a:lnTo>
                    <a:pt x="5149" y="13"/>
                  </a:lnTo>
                  <a:lnTo>
                    <a:pt x="50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3"/>
            <p:cNvSpPr/>
            <p:nvPr/>
          </p:nvSpPr>
          <p:spPr>
            <a:xfrm>
              <a:off x="5142325" y="2807375"/>
              <a:ext cx="68875" cy="68875"/>
            </a:xfrm>
            <a:custGeom>
              <a:avLst/>
              <a:gdLst/>
              <a:ahLst/>
              <a:cxnLst/>
              <a:rect l="l" t="t" r="r" b="b"/>
              <a:pathLst>
                <a:path w="2755" h="2755" extrusionOk="0">
                  <a:moveTo>
                    <a:pt x="1371" y="1"/>
                  </a:moveTo>
                  <a:lnTo>
                    <a:pt x="1230" y="13"/>
                  </a:lnTo>
                  <a:lnTo>
                    <a:pt x="1102" y="26"/>
                  </a:lnTo>
                  <a:lnTo>
                    <a:pt x="961" y="65"/>
                  </a:lnTo>
                  <a:lnTo>
                    <a:pt x="833" y="103"/>
                  </a:lnTo>
                  <a:lnTo>
                    <a:pt x="718" y="167"/>
                  </a:lnTo>
                  <a:lnTo>
                    <a:pt x="602" y="231"/>
                  </a:lnTo>
                  <a:lnTo>
                    <a:pt x="500" y="321"/>
                  </a:lnTo>
                  <a:lnTo>
                    <a:pt x="398" y="410"/>
                  </a:lnTo>
                  <a:lnTo>
                    <a:pt x="308" y="500"/>
                  </a:lnTo>
                  <a:lnTo>
                    <a:pt x="231" y="615"/>
                  </a:lnTo>
                  <a:lnTo>
                    <a:pt x="167" y="718"/>
                  </a:lnTo>
                  <a:lnTo>
                    <a:pt x="103" y="846"/>
                  </a:lnTo>
                  <a:lnTo>
                    <a:pt x="52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5"/>
                  </a:lnTo>
                  <a:lnTo>
                    <a:pt x="26" y="1653"/>
                  </a:lnTo>
                  <a:lnTo>
                    <a:pt x="52" y="1794"/>
                  </a:lnTo>
                  <a:lnTo>
                    <a:pt x="103" y="1922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08" y="2255"/>
                  </a:lnTo>
                  <a:lnTo>
                    <a:pt x="398" y="2357"/>
                  </a:lnTo>
                  <a:lnTo>
                    <a:pt x="500" y="2447"/>
                  </a:lnTo>
                  <a:lnTo>
                    <a:pt x="602" y="2524"/>
                  </a:lnTo>
                  <a:lnTo>
                    <a:pt x="718" y="2588"/>
                  </a:lnTo>
                  <a:lnTo>
                    <a:pt x="833" y="2652"/>
                  </a:lnTo>
                  <a:lnTo>
                    <a:pt x="961" y="2703"/>
                  </a:lnTo>
                  <a:lnTo>
                    <a:pt x="1102" y="2729"/>
                  </a:lnTo>
                  <a:lnTo>
                    <a:pt x="1230" y="2754"/>
                  </a:lnTo>
                  <a:lnTo>
                    <a:pt x="1512" y="2754"/>
                  </a:lnTo>
                  <a:lnTo>
                    <a:pt x="1653" y="2729"/>
                  </a:lnTo>
                  <a:lnTo>
                    <a:pt x="1781" y="2703"/>
                  </a:lnTo>
                  <a:lnTo>
                    <a:pt x="1909" y="2652"/>
                  </a:lnTo>
                  <a:lnTo>
                    <a:pt x="2037" y="2588"/>
                  </a:lnTo>
                  <a:lnTo>
                    <a:pt x="2152" y="2524"/>
                  </a:lnTo>
                  <a:lnTo>
                    <a:pt x="2255" y="2447"/>
                  </a:lnTo>
                  <a:lnTo>
                    <a:pt x="2357" y="2357"/>
                  </a:lnTo>
                  <a:lnTo>
                    <a:pt x="2434" y="2255"/>
                  </a:lnTo>
                  <a:lnTo>
                    <a:pt x="2524" y="2152"/>
                  </a:lnTo>
                  <a:lnTo>
                    <a:pt x="2588" y="2037"/>
                  </a:lnTo>
                  <a:lnTo>
                    <a:pt x="2652" y="1922"/>
                  </a:lnTo>
                  <a:lnTo>
                    <a:pt x="2690" y="1794"/>
                  </a:lnTo>
                  <a:lnTo>
                    <a:pt x="2729" y="1653"/>
                  </a:lnTo>
                  <a:lnTo>
                    <a:pt x="2754" y="1525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690" y="974"/>
                  </a:lnTo>
                  <a:lnTo>
                    <a:pt x="2652" y="846"/>
                  </a:lnTo>
                  <a:lnTo>
                    <a:pt x="2588" y="718"/>
                  </a:lnTo>
                  <a:lnTo>
                    <a:pt x="2524" y="615"/>
                  </a:lnTo>
                  <a:lnTo>
                    <a:pt x="2434" y="500"/>
                  </a:lnTo>
                  <a:lnTo>
                    <a:pt x="2357" y="410"/>
                  </a:lnTo>
                  <a:lnTo>
                    <a:pt x="2255" y="321"/>
                  </a:lnTo>
                  <a:lnTo>
                    <a:pt x="2152" y="231"/>
                  </a:lnTo>
                  <a:lnTo>
                    <a:pt x="2037" y="167"/>
                  </a:lnTo>
                  <a:lnTo>
                    <a:pt x="1909" y="103"/>
                  </a:lnTo>
                  <a:lnTo>
                    <a:pt x="1781" y="65"/>
                  </a:lnTo>
                  <a:lnTo>
                    <a:pt x="1653" y="26"/>
                  </a:lnTo>
                  <a:lnTo>
                    <a:pt x="1512" y="13"/>
                  </a:lnTo>
                  <a:lnTo>
                    <a:pt x="1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43"/>
            <p:cNvSpPr/>
            <p:nvPr/>
          </p:nvSpPr>
          <p:spPr>
            <a:xfrm>
              <a:off x="5303075" y="2622625"/>
              <a:ext cx="69175" cy="69175"/>
            </a:xfrm>
            <a:custGeom>
              <a:avLst/>
              <a:gdLst/>
              <a:ahLst/>
              <a:cxnLst/>
              <a:rect l="l" t="t" r="r" b="b"/>
              <a:pathLst>
                <a:path w="2767" h="2767" extrusionOk="0">
                  <a:moveTo>
                    <a:pt x="1383" y="0"/>
                  </a:moveTo>
                  <a:lnTo>
                    <a:pt x="1242" y="13"/>
                  </a:lnTo>
                  <a:lnTo>
                    <a:pt x="1101" y="39"/>
                  </a:lnTo>
                  <a:lnTo>
                    <a:pt x="973" y="64"/>
                  </a:lnTo>
                  <a:lnTo>
                    <a:pt x="845" y="116"/>
                  </a:lnTo>
                  <a:lnTo>
                    <a:pt x="730" y="167"/>
                  </a:lnTo>
                  <a:lnTo>
                    <a:pt x="615" y="244"/>
                  </a:lnTo>
                  <a:lnTo>
                    <a:pt x="512" y="321"/>
                  </a:lnTo>
                  <a:lnTo>
                    <a:pt x="410" y="410"/>
                  </a:lnTo>
                  <a:lnTo>
                    <a:pt x="320" y="513"/>
                  </a:lnTo>
                  <a:lnTo>
                    <a:pt x="243" y="615"/>
                  </a:lnTo>
                  <a:lnTo>
                    <a:pt x="167" y="730"/>
                  </a:lnTo>
                  <a:lnTo>
                    <a:pt x="115" y="846"/>
                  </a:lnTo>
                  <a:lnTo>
                    <a:pt x="64" y="974"/>
                  </a:lnTo>
                  <a:lnTo>
                    <a:pt x="38" y="1102"/>
                  </a:lnTo>
                  <a:lnTo>
                    <a:pt x="13" y="1243"/>
                  </a:lnTo>
                  <a:lnTo>
                    <a:pt x="0" y="1384"/>
                  </a:lnTo>
                  <a:lnTo>
                    <a:pt x="13" y="1525"/>
                  </a:lnTo>
                  <a:lnTo>
                    <a:pt x="38" y="1665"/>
                  </a:lnTo>
                  <a:lnTo>
                    <a:pt x="64" y="1794"/>
                  </a:lnTo>
                  <a:lnTo>
                    <a:pt x="115" y="1922"/>
                  </a:lnTo>
                  <a:lnTo>
                    <a:pt x="167" y="2037"/>
                  </a:lnTo>
                  <a:lnTo>
                    <a:pt x="243" y="2152"/>
                  </a:lnTo>
                  <a:lnTo>
                    <a:pt x="320" y="2267"/>
                  </a:lnTo>
                  <a:lnTo>
                    <a:pt x="410" y="2357"/>
                  </a:lnTo>
                  <a:lnTo>
                    <a:pt x="512" y="2447"/>
                  </a:lnTo>
                  <a:lnTo>
                    <a:pt x="615" y="2524"/>
                  </a:lnTo>
                  <a:lnTo>
                    <a:pt x="730" y="2600"/>
                  </a:lnTo>
                  <a:lnTo>
                    <a:pt x="845" y="2652"/>
                  </a:lnTo>
                  <a:lnTo>
                    <a:pt x="973" y="2703"/>
                  </a:lnTo>
                  <a:lnTo>
                    <a:pt x="1101" y="2741"/>
                  </a:lnTo>
                  <a:lnTo>
                    <a:pt x="1242" y="2754"/>
                  </a:lnTo>
                  <a:lnTo>
                    <a:pt x="1383" y="2767"/>
                  </a:lnTo>
                  <a:lnTo>
                    <a:pt x="1524" y="2754"/>
                  </a:lnTo>
                  <a:lnTo>
                    <a:pt x="1665" y="2741"/>
                  </a:lnTo>
                  <a:lnTo>
                    <a:pt x="1793" y="2703"/>
                  </a:lnTo>
                  <a:lnTo>
                    <a:pt x="1921" y="2652"/>
                  </a:lnTo>
                  <a:lnTo>
                    <a:pt x="2036" y="2600"/>
                  </a:lnTo>
                  <a:lnTo>
                    <a:pt x="2152" y="2524"/>
                  </a:lnTo>
                  <a:lnTo>
                    <a:pt x="2267" y="2447"/>
                  </a:lnTo>
                  <a:lnTo>
                    <a:pt x="2357" y="2357"/>
                  </a:lnTo>
                  <a:lnTo>
                    <a:pt x="2446" y="2267"/>
                  </a:lnTo>
                  <a:lnTo>
                    <a:pt x="2523" y="2152"/>
                  </a:lnTo>
                  <a:lnTo>
                    <a:pt x="2600" y="2037"/>
                  </a:lnTo>
                  <a:lnTo>
                    <a:pt x="2651" y="1922"/>
                  </a:lnTo>
                  <a:lnTo>
                    <a:pt x="2702" y="1794"/>
                  </a:lnTo>
                  <a:lnTo>
                    <a:pt x="2741" y="1665"/>
                  </a:lnTo>
                  <a:lnTo>
                    <a:pt x="2754" y="1525"/>
                  </a:lnTo>
                  <a:lnTo>
                    <a:pt x="2767" y="1384"/>
                  </a:lnTo>
                  <a:lnTo>
                    <a:pt x="2754" y="1243"/>
                  </a:lnTo>
                  <a:lnTo>
                    <a:pt x="2741" y="1102"/>
                  </a:lnTo>
                  <a:lnTo>
                    <a:pt x="2702" y="974"/>
                  </a:lnTo>
                  <a:lnTo>
                    <a:pt x="2651" y="846"/>
                  </a:lnTo>
                  <a:lnTo>
                    <a:pt x="2600" y="730"/>
                  </a:lnTo>
                  <a:lnTo>
                    <a:pt x="2523" y="615"/>
                  </a:lnTo>
                  <a:lnTo>
                    <a:pt x="2446" y="513"/>
                  </a:lnTo>
                  <a:lnTo>
                    <a:pt x="2357" y="410"/>
                  </a:lnTo>
                  <a:lnTo>
                    <a:pt x="2267" y="321"/>
                  </a:lnTo>
                  <a:lnTo>
                    <a:pt x="2152" y="244"/>
                  </a:lnTo>
                  <a:lnTo>
                    <a:pt x="2036" y="167"/>
                  </a:lnTo>
                  <a:lnTo>
                    <a:pt x="1921" y="116"/>
                  </a:lnTo>
                  <a:lnTo>
                    <a:pt x="1793" y="64"/>
                  </a:lnTo>
                  <a:lnTo>
                    <a:pt x="1665" y="39"/>
                  </a:lnTo>
                  <a:lnTo>
                    <a:pt x="1524" y="13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3"/>
            <p:cNvSpPr/>
            <p:nvPr/>
          </p:nvSpPr>
          <p:spPr>
            <a:xfrm>
              <a:off x="5142325" y="2454525"/>
              <a:ext cx="68875" cy="68850"/>
            </a:xfrm>
            <a:custGeom>
              <a:avLst/>
              <a:gdLst/>
              <a:ahLst/>
              <a:cxnLst/>
              <a:rect l="l" t="t" r="r" b="b"/>
              <a:pathLst>
                <a:path w="2755" h="2754" extrusionOk="0">
                  <a:moveTo>
                    <a:pt x="1230" y="0"/>
                  </a:moveTo>
                  <a:lnTo>
                    <a:pt x="1102" y="26"/>
                  </a:lnTo>
                  <a:lnTo>
                    <a:pt x="961" y="64"/>
                  </a:lnTo>
                  <a:lnTo>
                    <a:pt x="833" y="103"/>
                  </a:lnTo>
                  <a:lnTo>
                    <a:pt x="718" y="167"/>
                  </a:lnTo>
                  <a:lnTo>
                    <a:pt x="602" y="231"/>
                  </a:lnTo>
                  <a:lnTo>
                    <a:pt x="500" y="308"/>
                  </a:lnTo>
                  <a:lnTo>
                    <a:pt x="398" y="397"/>
                  </a:lnTo>
                  <a:lnTo>
                    <a:pt x="308" y="500"/>
                  </a:lnTo>
                  <a:lnTo>
                    <a:pt x="231" y="602"/>
                  </a:lnTo>
                  <a:lnTo>
                    <a:pt x="167" y="718"/>
                  </a:lnTo>
                  <a:lnTo>
                    <a:pt x="103" y="846"/>
                  </a:lnTo>
                  <a:lnTo>
                    <a:pt x="52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4"/>
                  </a:lnTo>
                  <a:lnTo>
                    <a:pt x="26" y="1652"/>
                  </a:lnTo>
                  <a:lnTo>
                    <a:pt x="52" y="1793"/>
                  </a:lnTo>
                  <a:lnTo>
                    <a:pt x="103" y="1909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08" y="2254"/>
                  </a:lnTo>
                  <a:lnTo>
                    <a:pt x="398" y="2357"/>
                  </a:lnTo>
                  <a:lnTo>
                    <a:pt x="500" y="2447"/>
                  </a:lnTo>
                  <a:lnTo>
                    <a:pt x="602" y="2523"/>
                  </a:lnTo>
                  <a:lnTo>
                    <a:pt x="718" y="2587"/>
                  </a:lnTo>
                  <a:lnTo>
                    <a:pt x="833" y="2652"/>
                  </a:lnTo>
                  <a:lnTo>
                    <a:pt x="961" y="2690"/>
                  </a:lnTo>
                  <a:lnTo>
                    <a:pt x="1102" y="2728"/>
                  </a:lnTo>
                  <a:lnTo>
                    <a:pt x="1230" y="2754"/>
                  </a:lnTo>
                  <a:lnTo>
                    <a:pt x="1512" y="2754"/>
                  </a:lnTo>
                  <a:lnTo>
                    <a:pt x="1653" y="2728"/>
                  </a:lnTo>
                  <a:lnTo>
                    <a:pt x="1781" y="2690"/>
                  </a:lnTo>
                  <a:lnTo>
                    <a:pt x="1909" y="2652"/>
                  </a:lnTo>
                  <a:lnTo>
                    <a:pt x="2037" y="2587"/>
                  </a:lnTo>
                  <a:lnTo>
                    <a:pt x="2152" y="2523"/>
                  </a:lnTo>
                  <a:lnTo>
                    <a:pt x="2255" y="2447"/>
                  </a:lnTo>
                  <a:lnTo>
                    <a:pt x="2357" y="2357"/>
                  </a:lnTo>
                  <a:lnTo>
                    <a:pt x="2434" y="2254"/>
                  </a:lnTo>
                  <a:lnTo>
                    <a:pt x="2524" y="2152"/>
                  </a:lnTo>
                  <a:lnTo>
                    <a:pt x="2588" y="2037"/>
                  </a:lnTo>
                  <a:lnTo>
                    <a:pt x="2652" y="1909"/>
                  </a:lnTo>
                  <a:lnTo>
                    <a:pt x="2690" y="1793"/>
                  </a:lnTo>
                  <a:lnTo>
                    <a:pt x="2729" y="1652"/>
                  </a:lnTo>
                  <a:lnTo>
                    <a:pt x="2754" y="1524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690" y="974"/>
                  </a:lnTo>
                  <a:lnTo>
                    <a:pt x="2652" y="846"/>
                  </a:lnTo>
                  <a:lnTo>
                    <a:pt x="2588" y="718"/>
                  </a:lnTo>
                  <a:lnTo>
                    <a:pt x="2524" y="602"/>
                  </a:lnTo>
                  <a:lnTo>
                    <a:pt x="2434" y="500"/>
                  </a:lnTo>
                  <a:lnTo>
                    <a:pt x="2357" y="397"/>
                  </a:lnTo>
                  <a:lnTo>
                    <a:pt x="2255" y="308"/>
                  </a:lnTo>
                  <a:lnTo>
                    <a:pt x="2152" y="231"/>
                  </a:lnTo>
                  <a:lnTo>
                    <a:pt x="2037" y="167"/>
                  </a:lnTo>
                  <a:lnTo>
                    <a:pt x="1909" y="103"/>
                  </a:lnTo>
                  <a:lnTo>
                    <a:pt x="1781" y="64"/>
                  </a:lnTo>
                  <a:lnTo>
                    <a:pt x="1653" y="26"/>
                  </a:lnTo>
                  <a:lnTo>
                    <a:pt x="15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3"/>
            <p:cNvSpPr/>
            <p:nvPr/>
          </p:nvSpPr>
          <p:spPr>
            <a:xfrm>
              <a:off x="5215650" y="2243200"/>
              <a:ext cx="69175" cy="69175"/>
            </a:xfrm>
            <a:custGeom>
              <a:avLst/>
              <a:gdLst/>
              <a:ahLst/>
              <a:cxnLst/>
              <a:rect l="l" t="t" r="r" b="b"/>
              <a:pathLst>
                <a:path w="2767" h="2767" extrusionOk="0">
                  <a:moveTo>
                    <a:pt x="1384" y="0"/>
                  </a:moveTo>
                  <a:lnTo>
                    <a:pt x="1243" y="13"/>
                  </a:lnTo>
                  <a:lnTo>
                    <a:pt x="1102" y="38"/>
                  </a:lnTo>
                  <a:lnTo>
                    <a:pt x="974" y="64"/>
                  </a:lnTo>
                  <a:lnTo>
                    <a:pt x="846" y="115"/>
                  </a:lnTo>
                  <a:lnTo>
                    <a:pt x="731" y="167"/>
                  </a:lnTo>
                  <a:lnTo>
                    <a:pt x="615" y="243"/>
                  </a:lnTo>
                  <a:lnTo>
                    <a:pt x="513" y="320"/>
                  </a:lnTo>
                  <a:lnTo>
                    <a:pt x="410" y="410"/>
                  </a:lnTo>
                  <a:lnTo>
                    <a:pt x="321" y="512"/>
                  </a:lnTo>
                  <a:lnTo>
                    <a:pt x="244" y="615"/>
                  </a:lnTo>
                  <a:lnTo>
                    <a:pt x="167" y="730"/>
                  </a:lnTo>
                  <a:lnTo>
                    <a:pt x="116" y="845"/>
                  </a:lnTo>
                  <a:lnTo>
                    <a:pt x="65" y="973"/>
                  </a:lnTo>
                  <a:lnTo>
                    <a:pt x="39" y="1102"/>
                  </a:lnTo>
                  <a:lnTo>
                    <a:pt x="13" y="1242"/>
                  </a:lnTo>
                  <a:lnTo>
                    <a:pt x="0" y="1383"/>
                  </a:lnTo>
                  <a:lnTo>
                    <a:pt x="13" y="1524"/>
                  </a:lnTo>
                  <a:lnTo>
                    <a:pt x="39" y="1665"/>
                  </a:lnTo>
                  <a:lnTo>
                    <a:pt x="65" y="1793"/>
                  </a:lnTo>
                  <a:lnTo>
                    <a:pt x="116" y="1921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67"/>
                  </a:lnTo>
                  <a:lnTo>
                    <a:pt x="410" y="2357"/>
                  </a:lnTo>
                  <a:lnTo>
                    <a:pt x="513" y="2446"/>
                  </a:lnTo>
                  <a:lnTo>
                    <a:pt x="615" y="2523"/>
                  </a:lnTo>
                  <a:lnTo>
                    <a:pt x="731" y="2600"/>
                  </a:lnTo>
                  <a:lnTo>
                    <a:pt x="846" y="2651"/>
                  </a:lnTo>
                  <a:lnTo>
                    <a:pt x="974" y="2703"/>
                  </a:lnTo>
                  <a:lnTo>
                    <a:pt x="1102" y="2741"/>
                  </a:lnTo>
                  <a:lnTo>
                    <a:pt x="1243" y="2754"/>
                  </a:lnTo>
                  <a:lnTo>
                    <a:pt x="1384" y="2767"/>
                  </a:lnTo>
                  <a:lnTo>
                    <a:pt x="1525" y="2754"/>
                  </a:lnTo>
                  <a:lnTo>
                    <a:pt x="1665" y="2741"/>
                  </a:lnTo>
                  <a:lnTo>
                    <a:pt x="1794" y="2703"/>
                  </a:lnTo>
                  <a:lnTo>
                    <a:pt x="1922" y="2651"/>
                  </a:lnTo>
                  <a:lnTo>
                    <a:pt x="2050" y="2600"/>
                  </a:lnTo>
                  <a:lnTo>
                    <a:pt x="2152" y="2523"/>
                  </a:lnTo>
                  <a:lnTo>
                    <a:pt x="2267" y="2446"/>
                  </a:lnTo>
                  <a:lnTo>
                    <a:pt x="2357" y="2357"/>
                  </a:lnTo>
                  <a:lnTo>
                    <a:pt x="2447" y="2267"/>
                  </a:lnTo>
                  <a:lnTo>
                    <a:pt x="2536" y="2152"/>
                  </a:lnTo>
                  <a:lnTo>
                    <a:pt x="2600" y="2037"/>
                  </a:lnTo>
                  <a:lnTo>
                    <a:pt x="2652" y="1921"/>
                  </a:lnTo>
                  <a:lnTo>
                    <a:pt x="2703" y="1793"/>
                  </a:lnTo>
                  <a:lnTo>
                    <a:pt x="2741" y="1665"/>
                  </a:lnTo>
                  <a:lnTo>
                    <a:pt x="2754" y="1524"/>
                  </a:lnTo>
                  <a:lnTo>
                    <a:pt x="2767" y="1383"/>
                  </a:lnTo>
                  <a:lnTo>
                    <a:pt x="2754" y="1242"/>
                  </a:lnTo>
                  <a:lnTo>
                    <a:pt x="2741" y="1102"/>
                  </a:lnTo>
                  <a:lnTo>
                    <a:pt x="2703" y="973"/>
                  </a:lnTo>
                  <a:lnTo>
                    <a:pt x="2652" y="845"/>
                  </a:lnTo>
                  <a:lnTo>
                    <a:pt x="2600" y="730"/>
                  </a:lnTo>
                  <a:lnTo>
                    <a:pt x="2536" y="615"/>
                  </a:lnTo>
                  <a:lnTo>
                    <a:pt x="2447" y="512"/>
                  </a:lnTo>
                  <a:lnTo>
                    <a:pt x="2357" y="410"/>
                  </a:lnTo>
                  <a:lnTo>
                    <a:pt x="2267" y="320"/>
                  </a:lnTo>
                  <a:lnTo>
                    <a:pt x="2152" y="243"/>
                  </a:lnTo>
                  <a:lnTo>
                    <a:pt x="2050" y="167"/>
                  </a:lnTo>
                  <a:lnTo>
                    <a:pt x="1922" y="115"/>
                  </a:lnTo>
                  <a:lnTo>
                    <a:pt x="1794" y="64"/>
                  </a:lnTo>
                  <a:lnTo>
                    <a:pt x="1665" y="38"/>
                  </a:lnTo>
                  <a:lnTo>
                    <a:pt x="1525" y="13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3"/>
            <p:cNvSpPr/>
            <p:nvPr/>
          </p:nvSpPr>
          <p:spPr>
            <a:xfrm>
              <a:off x="5410650" y="1951175"/>
              <a:ext cx="68875" cy="69175"/>
            </a:xfrm>
            <a:custGeom>
              <a:avLst/>
              <a:gdLst/>
              <a:ahLst/>
              <a:cxnLst/>
              <a:rect l="l" t="t" r="r" b="b"/>
              <a:pathLst>
                <a:path w="2755" h="2767" extrusionOk="0">
                  <a:moveTo>
                    <a:pt x="1384" y="0"/>
                  </a:moveTo>
                  <a:lnTo>
                    <a:pt x="1243" y="13"/>
                  </a:lnTo>
                  <a:lnTo>
                    <a:pt x="1102" y="26"/>
                  </a:lnTo>
                  <a:lnTo>
                    <a:pt x="974" y="64"/>
                  </a:lnTo>
                  <a:lnTo>
                    <a:pt x="846" y="116"/>
                  </a:lnTo>
                  <a:lnTo>
                    <a:pt x="718" y="167"/>
                  </a:lnTo>
                  <a:lnTo>
                    <a:pt x="602" y="244"/>
                  </a:lnTo>
                  <a:lnTo>
                    <a:pt x="500" y="320"/>
                  </a:lnTo>
                  <a:lnTo>
                    <a:pt x="398" y="410"/>
                  </a:lnTo>
                  <a:lnTo>
                    <a:pt x="321" y="500"/>
                  </a:lnTo>
                  <a:lnTo>
                    <a:pt x="231" y="615"/>
                  </a:lnTo>
                  <a:lnTo>
                    <a:pt x="167" y="730"/>
                  </a:lnTo>
                  <a:lnTo>
                    <a:pt x="103" y="846"/>
                  </a:lnTo>
                  <a:lnTo>
                    <a:pt x="64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4"/>
                  </a:lnTo>
                  <a:lnTo>
                    <a:pt x="26" y="1665"/>
                  </a:lnTo>
                  <a:lnTo>
                    <a:pt x="64" y="1793"/>
                  </a:lnTo>
                  <a:lnTo>
                    <a:pt x="103" y="1921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21" y="2254"/>
                  </a:lnTo>
                  <a:lnTo>
                    <a:pt x="398" y="2357"/>
                  </a:lnTo>
                  <a:lnTo>
                    <a:pt x="500" y="2447"/>
                  </a:lnTo>
                  <a:lnTo>
                    <a:pt x="602" y="2523"/>
                  </a:lnTo>
                  <a:lnTo>
                    <a:pt x="718" y="2600"/>
                  </a:lnTo>
                  <a:lnTo>
                    <a:pt x="846" y="2651"/>
                  </a:lnTo>
                  <a:lnTo>
                    <a:pt x="974" y="2703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384" y="2767"/>
                  </a:lnTo>
                  <a:lnTo>
                    <a:pt x="1525" y="2754"/>
                  </a:lnTo>
                  <a:lnTo>
                    <a:pt x="1653" y="2728"/>
                  </a:lnTo>
                  <a:lnTo>
                    <a:pt x="1794" y="2703"/>
                  </a:lnTo>
                  <a:lnTo>
                    <a:pt x="1922" y="2651"/>
                  </a:lnTo>
                  <a:lnTo>
                    <a:pt x="2037" y="2600"/>
                  </a:lnTo>
                  <a:lnTo>
                    <a:pt x="2152" y="2523"/>
                  </a:lnTo>
                  <a:lnTo>
                    <a:pt x="2255" y="2447"/>
                  </a:lnTo>
                  <a:lnTo>
                    <a:pt x="2357" y="2357"/>
                  </a:lnTo>
                  <a:lnTo>
                    <a:pt x="2447" y="2254"/>
                  </a:lnTo>
                  <a:lnTo>
                    <a:pt x="2524" y="2152"/>
                  </a:lnTo>
                  <a:lnTo>
                    <a:pt x="2588" y="2037"/>
                  </a:lnTo>
                  <a:lnTo>
                    <a:pt x="2652" y="1921"/>
                  </a:lnTo>
                  <a:lnTo>
                    <a:pt x="2703" y="1793"/>
                  </a:lnTo>
                  <a:lnTo>
                    <a:pt x="2729" y="1665"/>
                  </a:lnTo>
                  <a:lnTo>
                    <a:pt x="2754" y="1524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703" y="974"/>
                  </a:lnTo>
                  <a:lnTo>
                    <a:pt x="2652" y="846"/>
                  </a:lnTo>
                  <a:lnTo>
                    <a:pt x="2588" y="730"/>
                  </a:lnTo>
                  <a:lnTo>
                    <a:pt x="2524" y="615"/>
                  </a:lnTo>
                  <a:lnTo>
                    <a:pt x="2447" y="500"/>
                  </a:lnTo>
                  <a:lnTo>
                    <a:pt x="2357" y="410"/>
                  </a:lnTo>
                  <a:lnTo>
                    <a:pt x="2255" y="320"/>
                  </a:lnTo>
                  <a:lnTo>
                    <a:pt x="2152" y="244"/>
                  </a:lnTo>
                  <a:lnTo>
                    <a:pt x="2037" y="167"/>
                  </a:lnTo>
                  <a:lnTo>
                    <a:pt x="1922" y="116"/>
                  </a:lnTo>
                  <a:lnTo>
                    <a:pt x="1794" y="64"/>
                  </a:lnTo>
                  <a:lnTo>
                    <a:pt x="1653" y="26"/>
                  </a:lnTo>
                  <a:lnTo>
                    <a:pt x="1525" y="13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43"/>
            <p:cNvSpPr/>
            <p:nvPr/>
          </p:nvSpPr>
          <p:spPr>
            <a:xfrm>
              <a:off x="5688900" y="2061625"/>
              <a:ext cx="68875" cy="68875"/>
            </a:xfrm>
            <a:custGeom>
              <a:avLst/>
              <a:gdLst/>
              <a:ahLst/>
              <a:cxnLst/>
              <a:rect l="l" t="t" r="r" b="b"/>
              <a:pathLst>
                <a:path w="2755" h="2755" extrusionOk="0">
                  <a:moveTo>
                    <a:pt x="1384" y="1"/>
                  </a:moveTo>
                  <a:lnTo>
                    <a:pt x="1243" y="14"/>
                  </a:lnTo>
                  <a:lnTo>
                    <a:pt x="1102" y="27"/>
                  </a:lnTo>
                  <a:lnTo>
                    <a:pt x="974" y="65"/>
                  </a:lnTo>
                  <a:lnTo>
                    <a:pt x="846" y="103"/>
                  </a:lnTo>
                  <a:lnTo>
                    <a:pt x="718" y="167"/>
                  </a:lnTo>
                  <a:lnTo>
                    <a:pt x="602" y="232"/>
                  </a:lnTo>
                  <a:lnTo>
                    <a:pt x="500" y="321"/>
                  </a:lnTo>
                  <a:lnTo>
                    <a:pt x="398" y="411"/>
                  </a:lnTo>
                  <a:lnTo>
                    <a:pt x="321" y="500"/>
                  </a:lnTo>
                  <a:lnTo>
                    <a:pt x="231" y="603"/>
                  </a:lnTo>
                  <a:lnTo>
                    <a:pt x="167" y="718"/>
                  </a:lnTo>
                  <a:lnTo>
                    <a:pt x="103" y="846"/>
                  </a:lnTo>
                  <a:lnTo>
                    <a:pt x="65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5"/>
                  </a:lnTo>
                  <a:lnTo>
                    <a:pt x="26" y="1653"/>
                  </a:lnTo>
                  <a:lnTo>
                    <a:pt x="65" y="1794"/>
                  </a:lnTo>
                  <a:lnTo>
                    <a:pt x="103" y="1922"/>
                  </a:lnTo>
                  <a:lnTo>
                    <a:pt x="167" y="2037"/>
                  </a:lnTo>
                  <a:lnTo>
                    <a:pt x="231" y="2153"/>
                  </a:lnTo>
                  <a:lnTo>
                    <a:pt x="321" y="2255"/>
                  </a:lnTo>
                  <a:lnTo>
                    <a:pt x="398" y="2358"/>
                  </a:lnTo>
                  <a:lnTo>
                    <a:pt x="500" y="2447"/>
                  </a:lnTo>
                  <a:lnTo>
                    <a:pt x="602" y="2524"/>
                  </a:lnTo>
                  <a:lnTo>
                    <a:pt x="718" y="2588"/>
                  </a:lnTo>
                  <a:lnTo>
                    <a:pt x="846" y="2652"/>
                  </a:lnTo>
                  <a:lnTo>
                    <a:pt x="974" y="2703"/>
                  </a:lnTo>
                  <a:lnTo>
                    <a:pt x="1102" y="2729"/>
                  </a:lnTo>
                  <a:lnTo>
                    <a:pt x="1243" y="2755"/>
                  </a:lnTo>
                  <a:lnTo>
                    <a:pt x="1525" y="2755"/>
                  </a:lnTo>
                  <a:lnTo>
                    <a:pt x="1653" y="2729"/>
                  </a:lnTo>
                  <a:lnTo>
                    <a:pt x="1794" y="2703"/>
                  </a:lnTo>
                  <a:lnTo>
                    <a:pt x="1922" y="2652"/>
                  </a:lnTo>
                  <a:lnTo>
                    <a:pt x="2037" y="2588"/>
                  </a:lnTo>
                  <a:lnTo>
                    <a:pt x="2152" y="2524"/>
                  </a:lnTo>
                  <a:lnTo>
                    <a:pt x="2255" y="2447"/>
                  </a:lnTo>
                  <a:lnTo>
                    <a:pt x="2357" y="2358"/>
                  </a:lnTo>
                  <a:lnTo>
                    <a:pt x="2447" y="2255"/>
                  </a:lnTo>
                  <a:lnTo>
                    <a:pt x="2524" y="2153"/>
                  </a:lnTo>
                  <a:lnTo>
                    <a:pt x="2588" y="2037"/>
                  </a:lnTo>
                  <a:lnTo>
                    <a:pt x="2652" y="1922"/>
                  </a:lnTo>
                  <a:lnTo>
                    <a:pt x="2703" y="1794"/>
                  </a:lnTo>
                  <a:lnTo>
                    <a:pt x="2729" y="1653"/>
                  </a:lnTo>
                  <a:lnTo>
                    <a:pt x="2754" y="1525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703" y="974"/>
                  </a:lnTo>
                  <a:lnTo>
                    <a:pt x="2652" y="846"/>
                  </a:lnTo>
                  <a:lnTo>
                    <a:pt x="2588" y="718"/>
                  </a:lnTo>
                  <a:lnTo>
                    <a:pt x="2524" y="603"/>
                  </a:lnTo>
                  <a:lnTo>
                    <a:pt x="2447" y="500"/>
                  </a:lnTo>
                  <a:lnTo>
                    <a:pt x="2357" y="411"/>
                  </a:lnTo>
                  <a:lnTo>
                    <a:pt x="2255" y="321"/>
                  </a:lnTo>
                  <a:lnTo>
                    <a:pt x="2152" y="232"/>
                  </a:lnTo>
                  <a:lnTo>
                    <a:pt x="2037" y="167"/>
                  </a:lnTo>
                  <a:lnTo>
                    <a:pt x="1922" y="103"/>
                  </a:lnTo>
                  <a:lnTo>
                    <a:pt x="1794" y="65"/>
                  </a:lnTo>
                  <a:lnTo>
                    <a:pt x="1653" y="27"/>
                  </a:lnTo>
                  <a:lnTo>
                    <a:pt x="1525" y="14"/>
                  </a:lnTo>
                  <a:lnTo>
                    <a:pt x="138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43"/>
            <p:cNvSpPr/>
            <p:nvPr/>
          </p:nvSpPr>
          <p:spPr>
            <a:xfrm>
              <a:off x="5869500" y="1962700"/>
              <a:ext cx="68850" cy="69175"/>
            </a:xfrm>
            <a:custGeom>
              <a:avLst/>
              <a:gdLst/>
              <a:ahLst/>
              <a:cxnLst/>
              <a:rect l="l" t="t" r="r" b="b"/>
              <a:pathLst>
                <a:path w="2754" h="2767" extrusionOk="0">
                  <a:moveTo>
                    <a:pt x="1371" y="0"/>
                  </a:moveTo>
                  <a:lnTo>
                    <a:pt x="1230" y="13"/>
                  </a:lnTo>
                  <a:lnTo>
                    <a:pt x="1102" y="26"/>
                  </a:lnTo>
                  <a:lnTo>
                    <a:pt x="961" y="64"/>
                  </a:lnTo>
                  <a:lnTo>
                    <a:pt x="833" y="116"/>
                  </a:lnTo>
                  <a:lnTo>
                    <a:pt x="717" y="167"/>
                  </a:lnTo>
                  <a:lnTo>
                    <a:pt x="602" y="244"/>
                  </a:lnTo>
                  <a:lnTo>
                    <a:pt x="500" y="321"/>
                  </a:lnTo>
                  <a:lnTo>
                    <a:pt x="397" y="410"/>
                  </a:lnTo>
                  <a:lnTo>
                    <a:pt x="307" y="500"/>
                  </a:lnTo>
                  <a:lnTo>
                    <a:pt x="231" y="615"/>
                  </a:lnTo>
                  <a:lnTo>
                    <a:pt x="167" y="730"/>
                  </a:lnTo>
                  <a:lnTo>
                    <a:pt x="103" y="846"/>
                  </a:lnTo>
                  <a:lnTo>
                    <a:pt x="64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4"/>
                  </a:lnTo>
                  <a:lnTo>
                    <a:pt x="26" y="1665"/>
                  </a:lnTo>
                  <a:lnTo>
                    <a:pt x="64" y="1793"/>
                  </a:lnTo>
                  <a:lnTo>
                    <a:pt x="103" y="1922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07" y="2255"/>
                  </a:lnTo>
                  <a:lnTo>
                    <a:pt x="397" y="2357"/>
                  </a:lnTo>
                  <a:lnTo>
                    <a:pt x="500" y="2447"/>
                  </a:lnTo>
                  <a:lnTo>
                    <a:pt x="602" y="2523"/>
                  </a:lnTo>
                  <a:lnTo>
                    <a:pt x="717" y="2600"/>
                  </a:lnTo>
                  <a:lnTo>
                    <a:pt x="833" y="2652"/>
                  </a:lnTo>
                  <a:lnTo>
                    <a:pt x="961" y="2703"/>
                  </a:lnTo>
                  <a:lnTo>
                    <a:pt x="1102" y="2728"/>
                  </a:lnTo>
                  <a:lnTo>
                    <a:pt x="1230" y="2754"/>
                  </a:lnTo>
                  <a:lnTo>
                    <a:pt x="1371" y="2767"/>
                  </a:lnTo>
                  <a:lnTo>
                    <a:pt x="1511" y="2754"/>
                  </a:lnTo>
                  <a:lnTo>
                    <a:pt x="1652" y="2728"/>
                  </a:lnTo>
                  <a:lnTo>
                    <a:pt x="1780" y="2703"/>
                  </a:lnTo>
                  <a:lnTo>
                    <a:pt x="1908" y="2652"/>
                  </a:lnTo>
                  <a:lnTo>
                    <a:pt x="2037" y="2600"/>
                  </a:lnTo>
                  <a:lnTo>
                    <a:pt x="2152" y="2523"/>
                  </a:lnTo>
                  <a:lnTo>
                    <a:pt x="2254" y="2447"/>
                  </a:lnTo>
                  <a:lnTo>
                    <a:pt x="2357" y="2357"/>
                  </a:lnTo>
                  <a:lnTo>
                    <a:pt x="2446" y="2255"/>
                  </a:lnTo>
                  <a:lnTo>
                    <a:pt x="2523" y="2152"/>
                  </a:lnTo>
                  <a:lnTo>
                    <a:pt x="2587" y="2037"/>
                  </a:lnTo>
                  <a:lnTo>
                    <a:pt x="2651" y="1922"/>
                  </a:lnTo>
                  <a:lnTo>
                    <a:pt x="2690" y="1793"/>
                  </a:lnTo>
                  <a:lnTo>
                    <a:pt x="2728" y="1665"/>
                  </a:lnTo>
                  <a:lnTo>
                    <a:pt x="2754" y="1524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8" y="1102"/>
                  </a:lnTo>
                  <a:lnTo>
                    <a:pt x="2690" y="974"/>
                  </a:lnTo>
                  <a:lnTo>
                    <a:pt x="2651" y="846"/>
                  </a:lnTo>
                  <a:lnTo>
                    <a:pt x="2587" y="730"/>
                  </a:lnTo>
                  <a:lnTo>
                    <a:pt x="2523" y="615"/>
                  </a:lnTo>
                  <a:lnTo>
                    <a:pt x="2446" y="500"/>
                  </a:lnTo>
                  <a:lnTo>
                    <a:pt x="2357" y="410"/>
                  </a:lnTo>
                  <a:lnTo>
                    <a:pt x="2254" y="321"/>
                  </a:lnTo>
                  <a:lnTo>
                    <a:pt x="2152" y="244"/>
                  </a:lnTo>
                  <a:lnTo>
                    <a:pt x="2037" y="167"/>
                  </a:lnTo>
                  <a:lnTo>
                    <a:pt x="1908" y="116"/>
                  </a:lnTo>
                  <a:lnTo>
                    <a:pt x="1780" y="64"/>
                  </a:lnTo>
                  <a:lnTo>
                    <a:pt x="1652" y="26"/>
                  </a:lnTo>
                  <a:lnTo>
                    <a:pt x="1511" y="13"/>
                  </a:lnTo>
                  <a:lnTo>
                    <a:pt x="1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3"/>
            <p:cNvSpPr/>
            <p:nvPr/>
          </p:nvSpPr>
          <p:spPr>
            <a:xfrm>
              <a:off x="6049750" y="2121525"/>
              <a:ext cx="69200" cy="68850"/>
            </a:xfrm>
            <a:custGeom>
              <a:avLst/>
              <a:gdLst/>
              <a:ahLst/>
              <a:cxnLst/>
              <a:rect l="l" t="t" r="r" b="b"/>
              <a:pathLst>
                <a:path w="2768" h="2754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1" y="167"/>
                  </a:lnTo>
                  <a:lnTo>
                    <a:pt x="616" y="231"/>
                  </a:lnTo>
                  <a:lnTo>
                    <a:pt x="513" y="307"/>
                  </a:lnTo>
                  <a:lnTo>
                    <a:pt x="411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7"/>
                  </a:lnTo>
                  <a:lnTo>
                    <a:pt x="116" y="833"/>
                  </a:lnTo>
                  <a:lnTo>
                    <a:pt x="65" y="961"/>
                  </a:lnTo>
                  <a:lnTo>
                    <a:pt x="39" y="1102"/>
                  </a:lnTo>
                  <a:lnTo>
                    <a:pt x="14" y="1230"/>
                  </a:lnTo>
                  <a:lnTo>
                    <a:pt x="1" y="1370"/>
                  </a:lnTo>
                  <a:lnTo>
                    <a:pt x="14" y="1511"/>
                  </a:lnTo>
                  <a:lnTo>
                    <a:pt x="39" y="1652"/>
                  </a:lnTo>
                  <a:lnTo>
                    <a:pt x="65" y="1780"/>
                  </a:lnTo>
                  <a:lnTo>
                    <a:pt x="116" y="1908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4"/>
                  </a:lnTo>
                  <a:lnTo>
                    <a:pt x="411" y="2357"/>
                  </a:lnTo>
                  <a:lnTo>
                    <a:pt x="513" y="2446"/>
                  </a:lnTo>
                  <a:lnTo>
                    <a:pt x="616" y="2523"/>
                  </a:lnTo>
                  <a:lnTo>
                    <a:pt x="731" y="2587"/>
                  </a:lnTo>
                  <a:lnTo>
                    <a:pt x="846" y="2651"/>
                  </a:lnTo>
                  <a:lnTo>
                    <a:pt x="974" y="2690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525" y="2754"/>
                  </a:lnTo>
                  <a:lnTo>
                    <a:pt x="1666" y="2728"/>
                  </a:lnTo>
                  <a:lnTo>
                    <a:pt x="1794" y="2690"/>
                  </a:lnTo>
                  <a:lnTo>
                    <a:pt x="1922" y="2651"/>
                  </a:lnTo>
                  <a:lnTo>
                    <a:pt x="2050" y="2587"/>
                  </a:lnTo>
                  <a:lnTo>
                    <a:pt x="2153" y="2523"/>
                  </a:lnTo>
                  <a:lnTo>
                    <a:pt x="2268" y="2446"/>
                  </a:lnTo>
                  <a:lnTo>
                    <a:pt x="2358" y="2357"/>
                  </a:lnTo>
                  <a:lnTo>
                    <a:pt x="2447" y="2254"/>
                  </a:lnTo>
                  <a:lnTo>
                    <a:pt x="2537" y="2152"/>
                  </a:lnTo>
                  <a:lnTo>
                    <a:pt x="2601" y="2037"/>
                  </a:lnTo>
                  <a:lnTo>
                    <a:pt x="2652" y="1908"/>
                  </a:lnTo>
                  <a:lnTo>
                    <a:pt x="2703" y="1780"/>
                  </a:lnTo>
                  <a:lnTo>
                    <a:pt x="2742" y="1652"/>
                  </a:lnTo>
                  <a:lnTo>
                    <a:pt x="2755" y="1511"/>
                  </a:lnTo>
                  <a:lnTo>
                    <a:pt x="2767" y="1370"/>
                  </a:lnTo>
                  <a:lnTo>
                    <a:pt x="2755" y="1230"/>
                  </a:lnTo>
                  <a:lnTo>
                    <a:pt x="2742" y="1102"/>
                  </a:lnTo>
                  <a:lnTo>
                    <a:pt x="2703" y="961"/>
                  </a:lnTo>
                  <a:lnTo>
                    <a:pt x="2652" y="833"/>
                  </a:lnTo>
                  <a:lnTo>
                    <a:pt x="2601" y="717"/>
                  </a:lnTo>
                  <a:lnTo>
                    <a:pt x="2537" y="602"/>
                  </a:lnTo>
                  <a:lnTo>
                    <a:pt x="2447" y="500"/>
                  </a:lnTo>
                  <a:lnTo>
                    <a:pt x="2358" y="397"/>
                  </a:lnTo>
                  <a:lnTo>
                    <a:pt x="2268" y="307"/>
                  </a:lnTo>
                  <a:lnTo>
                    <a:pt x="2153" y="231"/>
                  </a:lnTo>
                  <a:lnTo>
                    <a:pt x="2050" y="167"/>
                  </a:lnTo>
                  <a:lnTo>
                    <a:pt x="1922" y="103"/>
                  </a:lnTo>
                  <a:lnTo>
                    <a:pt x="1794" y="64"/>
                  </a:lnTo>
                  <a:lnTo>
                    <a:pt x="1666" y="2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43"/>
            <p:cNvSpPr/>
            <p:nvPr/>
          </p:nvSpPr>
          <p:spPr>
            <a:xfrm>
              <a:off x="6277425" y="2252475"/>
              <a:ext cx="69175" cy="69175"/>
            </a:xfrm>
            <a:custGeom>
              <a:avLst/>
              <a:gdLst/>
              <a:ahLst/>
              <a:cxnLst/>
              <a:rect l="l" t="t" r="r" b="b"/>
              <a:pathLst>
                <a:path w="2767" h="2767" extrusionOk="0">
                  <a:moveTo>
                    <a:pt x="1384" y="0"/>
                  </a:moveTo>
                  <a:lnTo>
                    <a:pt x="1243" y="13"/>
                  </a:lnTo>
                  <a:lnTo>
                    <a:pt x="1102" y="26"/>
                  </a:lnTo>
                  <a:lnTo>
                    <a:pt x="974" y="65"/>
                  </a:lnTo>
                  <a:lnTo>
                    <a:pt x="846" y="116"/>
                  </a:lnTo>
                  <a:lnTo>
                    <a:pt x="730" y="167"/>
                  </a:lnTo>
                  <a:lnTo>
                    <a:pt x="615" y="231"/>
                  </a:lnTo>
                  <a:lnTo>
                    <a:pt x="513" y="321"/>
                  </a:lnTo>
                  <a:lnTo>
                    <a:pt x="410" y="410"/>
                  </a:lnTo>
                  <a:lnTo>
                    <a:pt x="321" y="500"/>
                  </a:lnTo>
                  <a:lnTo>
                    <a:pt x="244" y="615"/>
                  </a:lnTo>
                  <a:lnTo>
                    <a:pt x="167" y="718"/>
                  </a:lnTo>
                  <a:lnTo>
                    <a:pt x="116" y="846"/>
                  </a:lnTo>
                  <a:lnTo>
                    <a:pt x="64" y="974"/>
                  </a:lnTo>
                  <a:lnTo>
                    <a:pt x="39" y="1102"/>
                  </a:lnTo>
                  <a:lnTo>
                    <a:pt x="13" y="1243"/>
                  </a:lnTo>
                  <a:lnTo>
                    <a:pt x="0" y="1384"/>
                  </a:lnTo>
                  <a:lnTo>
                    <a:pt x="13" y="1525"/>
                  </a:lnTo>
                  <a:lnTo>
                    <a:pt x="39" y="1653"/>
                  </a:lnTo>
                  <a:lnTo>
                    <a:pt x="64" y="1794"/>
                  </a:lnTo>
                  <a:lnTo>
                    <a:pt x="116" y="1922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5"/>
                  </a:lnTo>
                  <a:lnTo>
                    <a:pt x="410" y="2357"/>
                  </a:lnTo>
                  <a:lnTo>
                    <a:pt x="513" y="2447"/>
                  </a:lnTo>
                  <a:lnTo>
                    <a:pt x="615" y="2524"/>
                  </a:lnTo>
                  <a:lnTo>
                    <a:pt x="730" y="2600"/>
                  </a:lnTo>
                  <a:lnTo>
                    <a:pt x="846" y="2652"/>
                  </a:lnTo>
                  <a:lnTo>
                    <a:pt x="974" y="2703"/>
                  </a:lnTo>
                  <a:lnTo>
                    <a:pt x="1102" y="2729"/>
                  </a:lnTo>
                  <a:lnTo>
                    <a:pt x="1243" y="2754"/>
                  </a:lnTo>
                  <a:lnTo>
                    <a:pt x="1384" y="2767"/>
                  </a:lnTo>
                  <a:lnTo>
                    <a:pt x="1524" y="2754"/>
                  </a:lnTo>
                  <a:lnTo>
                    <a:pt x="1665" y="2729"/>
                  </a:lnTo>
                  <a:lnTo>
                    <a:pt x="1793" y="2703"/>
                  </a:lnTo>
                  <a:lnTo>
                    <a:pt x="1921" y="2652"/>
                  </a:lnTo>
                  <a:lnTo>
                    <a:pt x="2050" y="2600"/>
                  </a:lnTo>
                  <a:lnTo>
                    <a:pt x="2152" y="2524"/>
                  </a:lnTo>
                  <a:lnTo>
                    <a:pt x="2267" y="2447"/>
                  </a:lnTo>
                  <a:lnTo>
                    <a:pt x="2357" y="2357"/>
                  </a:lnTo>
                  <a:lnTo>
                    <a:pt x="2447" y="2255"/>
                  </a:lnTo>
                  <a:lnTo>
                    <a:pt x="2536" y="2152"/>
                  </a:lnTo>
                  <a:lnTo>
                    <a:pt x="2600" y="2037"/>
                  </a:lnTo>
                  <a:lnTo>
                    <a:pt x="2652" y="1922"/>
                  </a:lnTo>
                  <a:lnTo>
                    <a:pt x="2703" y="1794"/>
                  </a:lnTo>
                  <a:lnTo>
                    <a:pt x="2741" y="1653"/>
                  </a:lnTo>
                  <a:lnTo>
                    <a:pt x="2754" y="1525"/>
                  </a:lnTo>
                  <a:lnTo>
                    <a:pt x="2767" y="1384"/>
                  </a:lnTo>
                  <a:lnTo>
                    <a:pt x="2754" y="1243"/>
                  </a:lnTo>
                  <a:lnTo>
                    <a:pt x="2741" y="1102"/>
                  </a:lnTo>
                  <a:lnTo>
                    <a:pt x="2703" y="974"/>
                  </a:lnTo>
                  <a:lnTo>
                    <a:pt x="2652" y="846"/>
                  </a:lnTo>
                  <a:lnTo>
                    <a:pt x="2600" y="718"/>
                  </a:lnTo>
                  <a:lnTo>
                    <a:pt x="2536" y="615"/>
                  </a:lnTo>
                  <a:lnTo>
                    <a:pt x="2447" y="500"/>
                  </a:lnTo>
                  <a:lnTo>
                    <a:pt x="2357" y="410"/>
                  </a:lnTo>
                  <a:lnTo>
                    <a:pt x="2267" y="321"/>
                  </a:lnTo>
                  <a:lnTo>
                    <a:pt x="2152" y="231"/>
                  </a:lnTo>
                  <a:lnTo>
                    <a:pt x="2050" y="167"/>
                  </a:lnTo>
                  <a:lnTo>
                    <a:pt x="1921" y="116"/>
                  </a:lnTo>
                  <a:lnTo>
                    <a:pt x="1793" y="65"/>
                  </a:lnTo>
                  <a:lnTo>
                    <a:pt x="1665" y="26"/>
                  </a:lnTo>
                  <a:lnTo>
                    <a:pt x="1524" y="13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43"/>
            <p:cNvSpPr/>
            <p:nvPr/>
          </p:nvSpPr>
          <p:spPr>
            <a:xfrm>
              <a:off x="6367400" y="2545125"/>
              <a:ext cx="68850" cy="69200"/>
            </a:xfrm>
            <a:custGeom>
              <a:avLst/>
              <a:gdLst/>
              <a:ahLst/>
              <a:cxnLst/>
              <a:rect l="l" t="t" r="r" b="b"/>
              <a:pathLst>
                <a:path w="2754" h="2768" extrusionOk="0">
                  <a:moveTo>
                    <a:pt x="1371" y="1"/>
                  </a:moveTo>
                  <a:lnTo>
                    <a:pt x="1230" y="14"/>
                  </a:lnTo>
                  <a:lnTo>
                    <a:pt x="1102" y="27"/>
                  </a:lnTo>
                  <a:lnTo>
                    <a:pt x="961" y="65"/>
                  </a:lnTo>
                  <a:lnTo>
                    <a:pt x="833" y="116"/>
                  </a:lnTo>
                  <a:lnTo>
                    <a:pt x="718" y="167"/>
                  </a:lnTo>
                  <a:lnTo>
                    <a:pt x="602" y="244"/>
                  </a:lnTo>
                  <a:lnTo>
                    <a:pt x="500" y="321"/>
                  </a:lnTo>
                  <a:lnTo>
                    <a:pt x="397" y="411"/>
                  </a:lnTo>
                  <a:lnTo>
                    <a:pt x="308" y="500"/>
                  </a:lnTo>
                  <a:lnTo>
                    <a:pt x="231" y="616"/>
                  </a:lnTo>
                  <a:lnTo>
                    <a:pt x="167" y="731"/>
                  </a:lnTo>
                  <a:lnTo>
                    <a:pt x="103" y="846"/>
                  </a:lnTo>
                  <a:lnTo>
                    <a:pt x="52" y="974"/>
                  </a:lnTo>
                  <a:lnTo>
                    <a:pt x="26" y="1102"/>
                  </a:lnTo>
                  <a:lnTo>
                    <a:pt x="0" y="1243"/>
                  </a:lnTo>
                  <a:lnTo>
                    <a:pt x="0" y="1384"/>
                  </a:lnTo>
                  <a:lnTo>
                    <a:pt x="0" y="1525"/>
                  </a:lnTo>
                  <a:lnTo>
                    <a:pt x="26" y="1666"/>
                  </a:lnTo>
                  <a:lnTo>
                    <a:pt x="52" y="1794"/>
                  </a:lnTo>
                  <a:lnTo>
                    <a:pt x="103" y="1922"/>
                  </a:lnTo>
                  <a:lnTo>
                    <a:pt x="167" y="2037"/>
                  </a:lnTo>
                  <a:lnTo>
                    <a:pt x="231" y="2153"/>
                  </a:lnTo>
                  <a:lnTo>
                    <a:pt x="308" y="2268"/>
                  </a:lnTo>
                  <a:lnTo>
                    <a:pt x="397" y="2358"/>
                  </a:lnTo>
                  <a:lnTo>
                    <a:pt x="500" y="2447"/>
                  </a:lnTo>
                  <a:lnTo>
                    <a:pt x="602" y="2524"/>
                  </a:lnTo>
                  <a:lnTo>
                    <a:pt x="718" y="2601"/>
                  </a:lnTo>
                  <a:lnTo>
                    <a:pt x="833" y="2652"/>
                  </a:lnTo>
                  <a:lnTo>
                    <a:pt x="961" y="2703"/>
                  </a:lnTo>
                  <a:lnTo>
                    <a:pt x="1102" y="2742"/>
                  </a:lnTo>
                  <a:lnTo>
                    <a:pt x="1230" y="2755"/>
                  </a:lnTo>
                  <a:lnTo>
                    <a:pt x="1371" y="2767"/>
                  </a:lnTo>
                  <a:lnTo>
                    <a:pt x="1512" y="2755"/>
                  </a:lnTo>
                  <a:lnTo>
                    <a:pt x="1653" y="2742"/>
                  </a:lnTo>
                  <a:lnTo>
                    <a:pt x="1781" y="2703"/>
                  </a:lnTo>
                  <a:lnTo>
                    <a:pt x="1909" y="2652"/>
                  </a:lnTo>
                  <a:lnTo>
                    <a:pt x="2037" y="2601"/>
                  </a:lnTo>
                  <a:lnTo>
                    <a:pt x="2152" y="2524"/>
                  </a:lnTo>
                  <a:lnTo>
                    <a:pt x="2255" y="2447"/>
                  </a:lnTo>
                  <a:lnTo>
                    <a:pt x="2344" y="2358"/>
                  </a:lnTo>
                  <a:lnTo>
                    <a:pt x="2434" y="2268"/>
                  </a:lnTo>
                  <a:lnTo>
                    <a:pt x="2523" y="2153"/>
                  </a:lnTo>
                  <a:lnTo>
                    <a:pt x="2588" y="2037"/>
                  </a:lnTo>
                  <a:lnTo>
                    <a:pt x="2652" y="1922"/>
                  </a:lnTo>
                  <a:lnTo>
                    <a:pt x="2690" y="1794"/>
                  </a:lnTo>
                  <a:lnTo>
                    <a:pt x="2728" y="1666"/>
                  </a:lnTo>
                  <a:lnTo>
                    <a:pt x="2741" y="1525"/>
                  </a:lnTo>
                  <a:lnTo>
                    <a:pt x="2754" y="1384"/>
                  </a:lnTo>
                  <a:lnTo>
                    <a:pt x="2741" y="1243"/>
                  </a:lnTo>
                  <a:lnTo>
                    <a:pt x="2728" y="1102"/>
                  </a:lnTo>
                  <a:lnTo>
                    <a:pt x="2690" y="974"/>
                  </a:lnTo>
                  <a:lnTo>
                    <a:pt x="2652" y="846"/>
                  </a:lnTo>
                  <a:lnTo>
                    <a:pt x="2588" y="731"/>
                  </a:lnTo>
                  <a:lnTo>
                    <a:pt x="2523" y="616"/>
                  </a:lnTo>
                  <a:lnTo>
                    <a:pt x="2434" y="500"/>
                  </a:lnTo>
                  <a:lnTo>
                    <a:pt x="2344" y="411"/>
                  </a:lnTo>
                  <a:lnTo>
                    <a:pt x="2255" y="321"/>
                  </a:lnTo>
                  <a:lnTo>
                    <a:pt x="2152" y="244"/>
                  </a:lnTo>
                  <a:lnTo>
                    <a:pt x="2037" y="167"/>
                  </a:lnTo>
                  <a:lnTo>
                    <a:pt x="1909" y="116"/>
                  </a:lnTo>
                  <a:lnTo>
                    <a:pt x="1781" y="65"/>
                  </a:lnTo>
                  <a:lnTo>
                    <a:pt x="1653" y="27"/>
                  </a:lnTo>
                  <a:lnTo>
                    <a:pt x="1512" y="14"/>
                  </a:lnTo>
                  <a:lnTo>
                    <a:pt x="137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43"/>
            <p:cNvSpPr/>
            <p:nvPr/>
          </p:nvSpPr>
          <p:spPr>
            <a:xfrm>
              <a:off x="6277425" y="2766075"/>
              <a:ext cx="69175" cy="68875"/>
            </a:xfrm>
            <a:custGeom>
              <a:avLst/>
              <a:gdLst/>
              <a:ahLst/>
              <a:cxnLst/>
              <a:rect l="l" t="t" r="r" b="b"/>
              <a:pathLst>
                <a:path w="2767" h="2755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0" y="167"/>
                  </a:lnTo>
                  <a:lnTo>
                    <a:pt x="615" y="231"/>
                  </a:lnTo>
                  <a:lnTo>
                    <a:pt x="513" y="308"/>
                  </a:lnTo>
                  <a:lnTo>
                    <a:pt x="410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8"/>
                  </a:lnTo>
                  <a:lnTo>
                    <a:pt x="116" y="846"/>
                  </a:lnTo>
                  <a:lnTo>
                    <a:pt x="64" y="961"/>
                  </a:lnTo>
                  <a:lnTo>
                    <a:pt x="39" y="1102"/>
                  </a:lnTo>
                  <a:lnTo>
                    <a:pt x="13" y="1230"/>
                  </a:lnTo>
                  <a:lnTo>
                    <a:pt x="0" y="1371"/>
                  </a:lnTo>
                  <a:lnTo>
                    <a:pt x="13" y="1512"/>
                  </a:lnTo>
                  <a:lnTo>
                    <a:pt x="39" y="1653"/>
                  </a:lnTo>
                  <a:lnTo>
                    <a:pt x="64" y="1793"/>
                  </a:lnTo>
                  <a:lnTo>
                    <a:pt x="116" y="1909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5"/>
                  </a:lnTo>
                  <a:lnTo>
                    <a:pt x="410" y="2357"/>
                  </a:lnTo>
                  <a:lnTo>
                    <a:pt x="513" y="2447"/>
                  </a:lnTo>
                  <a:lnTo>
                    <a:pt x="615" y="2524"/>
                  </a:lnTo>
                  <a:lnTo>
                    <a:pt x="730" y="2588"/>
                  </a:lnTo>
                  <a:lnTo>
                    <a:pt x="846" y="2652"/>
                  </a:lnTo>
                  <a:lnTo>
                    <a:pt x="974" y="2690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524" y="2754"/>
                  </a:lnTo>
                  <a:lnTo>
                    <a:pt x="1665" y="2728"/>
                  </a:lnTo>
                  <a:lnTo>
                    <a:pt x="1793" y="2690"/>
                  </a:lnTo>
                  <a:lnTo>
                    <a:pt x="1921" y="2652"/>
                  </a:lnTo>
                  <a:lnTo>
                    <a:pt x="2050" y="2588"/>
                  </a:lnTo>
                  <a:lnTo>
                    <a:pt x="2152" y="2524"/>
                  </a:lnTo>
                  <a:lnTo>
                    <a:pt x="2267" y="2447"/>
                  </a:lnTo>
                  <a:lnTo>
                    <a:pt x="2357" y="2357"/>
                  </a:lnTo>
                  <a:lnTo>
                    <a:pt x="2447" y="2255"/>
                  </a:lnTo>
                  <a:lnTo>
                    <a:pt x="2536" y="2152"/>
                  </a:lnTo>
                  <a:lnTo>
                    <a:pt x="2600" y="2037"/>
                  </a:lnTo>
                  <a:lnTo>
                    <a:pt x="2652" y="1909"/>
                  </a:lnTo>
                  <a:lnTo>
                    <a:pt x="2703" y="1793"/>
                  </a:lnTo>
                  <a:lnTo>
                    <a:pt x="2741" y="1653"/>
                  </a:lnTo>
                  <a:lnTo>
                    <a:pt x="2754" y="1512"/>
                  </a:lnTo>
                  <a:lnTo>
                    <a:pt x="2767" y="1371"/>
                  </a:lnTo>
                  <a:lnTo>
                    <a:pt x="2754" y="1230"/>
                  </a:lnTo>
                  <a:lnTo>
                    <a:pt x="2741" y="1102"/>
                  </a:lnTo>
                  <a:lnTo>
                    <a:pt x="2703" y="961"/>
                  </a:lnTo>
                  <a:lnTo>
                    <a:pt x="2652" y="846"/>
                  </a:lnTo>
                  <a:lnTo>
                    <a:pt x="2600" y="718"/>
                  </a:lnTo>
                  <a:lnTo>
                    <a:pt x="2536" y="602"/>
                  </a:lnTo>
                  <a:lnTo>
                    <a:pt x="2447" y="500"/>
                  </a:lnTo>
                  <a:lnTo>
                    <a:pt x="2357" y="397"/>
                  </a:lnTo>
                  <a:lnTo>
                    <a:pt x="2267" y="308"/>
                  </a:lnTo>
                  <a:lnTo>
                    <a:pt x="2152" y="231"/>
                  </a:lnTo>
                  <a:lnTo>
                    <a:pt x="2050" y="167"/>
                  </a:lnTo>
                  <a:lnTo>
                    <a:pt x="1921" y="103"/>
                  </a:lnTo>
                  <a:lnTo>
                    <a:pt x="1793" y="64"/>
                  </a:lnTo>
                  <a:lnTo>
                    <a:pt x="1665" y="26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43"/>
            <p:cNvSpPr/>
            <p:nvPr/>
          </p:nvSpPr>
          <p:spPr>
            <a:xfrm>
              <a:off x="6104525" y="2724450"/>
              <a:ext cx="68850" cy="69175"/>
            </a:xfrm>
            <a:custGeom>
              <a:avLst/>
              <a:gdLst/>
              <a:ahLst/>
              <a:cxnLst/>
              <a:rect l="l" t="t" r="r" b="b"/>
              <a:pathLst>
                <a:path w="2754" h="2767" extrusionOk="0">
                  <a:moveTo>
                    <a:pt x="1383" y="0"/>
                  </a:moveTo>
                  <a:lnTo>
                    <a:pt x="1242" y="13"/>
                  </a:lnTo>
                  <a:lnTo>
                    <a:pt x="1102" y="39"/>
                  </a:lnTo>
                  <a:lnTo>
                    <a:pt x="973" y="64"/>
                  </a:lnTo>
                  <a:lnTo>
                    <a:pt x="845" y="116"/>
                  </a:lnTo>
                  <a:lnTo>
                    <a:pt x="717" y="167"/>
                  </a:lnTo>
                  <a:lnTo>
                    <a:pt x="615" y="244"/>
                  </a:lnTo>
                  <a:lnTo>
                    <a:pt x="500" y="321"/>
                  </a:lnTo>
                  <a:lnTo>
                    <a:pt x="410" y="410"/>
                  </a:lnTo>
                  <a:lnTo>
                    <a:pt x="320" y="513"/>
                  </a:lnTo>
                  <a:lnTo>
                    <a:pt x="231" y="615"/>
                  </a:lnTo>
                  <a:lnTo>
                    <a:pt x="167" y="730"/>
                  </a:lnTo>
                  <a:lnTo>
                    <a:pt x="103" y="846"/>
                  </a:lnTo>
                  <a:lnTo>
                    <a:pt x="64" y="974"/>
                  </a:lnTo>
                  <a:lnTo>
                    <a:pt x="26" y="1102"/>
                  </a:lnTo>
                  <a:lnTo>
                    <a:pt x="13" y="1243"/>
                  </a:lnTo>
                  <a:lnTo>
                    <a:pt x="0" y="1384"/>
                  </a:lnTo>
                  <a:lnTo>
                    <a:pt x="13" y="1524"/>
                  </a:lnTo>
                  <a:lnTo>
                    <a:pt x="26" y="1665"/>
                  </a:lnTo>
                  <a:lnTo>
                    <a:pt x="64" y="1793"/>
                  </a:lnTo>
                  <a:lnTo>
                    <a:pt x="103" y="1922"/>
                  </a:lnTo>
                  <a:lnTo>
                    <a:pt x="167" y="2050"/>
                  </a:lnTo>
                  <a:lnTo>
                    <a:pt x="231" y="2152"/>
                  </a:lnTo>
                  <a:lnTo>
                    <a:pt x="320" y="2267"/>
                  </a:lnTo>
                  <a:lnTo>
                    <a:pt x="410" y="2357"/>
                  </a:lnTo>
                  <a:lnTo>
                    <a:pt x="500" y="2447"/>
                  </a:lnTo>
                  <a:lnTo>
                    <a:pt x="615" y="2536"/>
                  </a:lnTo>
                  <a:lnTo>
                    <a:pt x="717" y="2600"/>
                  </a:lnTo>
                  <a:lnTo>
                    <a:pt x="845" y="2652"/>
                  </a:lnTo>
                  <a:lnTo>
                    <a:pt x="973" y="2703"/>
                  </a:lnTo>
                  <a:lnTo>
                    <a:pt x="1102" y="2741"/>
                  </a:lnTo>
                  <a:lnTo>
                    <a:pt x="1242" y="2754"/>
                  </a:lnTo>
                  <a:lnTo>
                    <a:pt x="1383" y="2767"/>
                  </a:lnTo>
                  <a:lnTo>
                    <a:pt x="1524" y="2754"/>
                  </a:lnTo>
                  <a:lnTo>
                    <a:pt x="1652" y="2741"/>
                  </a:lnTo>
                  <a:lnTo>
                    <a:pt x="1793" y="2703"/>
                  </a:lnTo>
                  <a:lnTo>
                    <a:pt x="1921" y="2652"/>
                  </a:lnTo>
                  <a:lnTo>
                    <a:pt x="2037" y="2600"/>
                  </a:lnTo>
                  <a:lnTo>
                    <a:pt x="2152" y="2536"/>
                  </a:lnTo>
                  <a:lnTo>
                    <a:pt x="2254" y="2447"/>
                  </a:lnTo>
                  <a:lnTo>
                    <a:pt x="2357" y="2357"/>
                  </a:lnTo>
                  <a:lnTo>
                    <a:pt x="2446" y="2267"/>
                  </a:lnTo>
                  <a:lnTo>
                    <a:pt x="2523" y="2152"/>
                  </a:lnTo>
                  <a:lnTo>
                    <a:pt x="2587" y="2050"/>
                  </a:lnTo>
                  <a:lnTo>
                    <a:pt x="2651" y="1922"/>
                  </a:lnTo>
                  <a:lnTo>
                    <a:pt x="2703" y="1793"/>
                  </a:lnTo>
                  <a:lnTo>
                    <a:pt x="2728" y="1665"/>
                  </a:lnTo>
                  <a:lnTo>
                    <a:pt x="2754" y="1524"/>
                  </a:lnTo>
                  <a:lnTo>
                    <a:pt x="2754" y="1384"/>
                  </a:lnTo>
                  <a:lnTo>
                    <a:pt x="2754" y="1243"/>
                  </a:lnTo>
                  <a:lnTo>
                    <a:pt x="2728" y="1102"/>
                  </a:lnTo>
                  <a:lnTo>
                    <a:pt x="2703" y="974"/>
                  </a:lnTo>
                  <a:lnTo>
                    <a:pt x="2651" y="846"/>
                  </a:lnTo>
                  <a:lnTo>
                    <a:pt x="2587" y="730"/>
                  </a:lnTo>
                  <a:lnTo>
                    <a:pt x="2523" y="615"/>
                  </a:lnTo>
                  <a:lnTo>
                    <a:pt x="2446" y="513"/>
                  </a:lnTo>
                  <a:lnTo>
                    <a:pt x="2357" y="410"/>
                  </a:lnTo>
                  <a:lnTo>
                    <a:pt x="2254" y="321"/>
                  </a:lnTo>
                  <a:lnTo>
                    <a:pt x="2152" y="244"/>
                  </a:lnTo>
                  <a:lnTo>
                    <a:pt x="2037" y="167"/>
                  </a:lnTo>
                  <a:lnTo>
                    <a:pt x="1921" y="116"/>
                  </a:lnTo>
                  <a:lnTo>
                    <a:pt x="1793" y="64"/>
                  </a:lnTo>
                  <a:lnTo>
                    <a:pt x="1652" y="39"/>
                  </a:lnTo>
                  <a:lnTo>
                    <a:pt x="1524" y="13"/>
                  </a:lnTo>
                  <a:lnTo>
                    <a:pt x="13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43"/>
            <p:cNvSpPr/>
            <p:nvPr/>
          </p:nvSpPr>
          <p:spPr>
            <a:xfrm>
              <a:off x="6031500" y="3103250"/>
              <a:ext cx="68875" cy="69175"/>
            </a:xfrm>
            <a:custGeom>
              <a:avLst/>
              <a:gdLst/>
              <a:ahLst/>
              <a:cxnLst/>
              <a:rect l="l" t="t" r="r" b="b"/>
              <a:pathLst>
                <a:path w="2755" h="2767" extrusionOk="0">
                  <a:moveTo>
                    <a:pt x="1384" y="0"/>
                  </a:moveTo>
                  <a:lnTo>
                    <a:pt x="1243" y="13"/>
                  </a:lnTo>
                  <a:lnTo>
                    <a:pt x="1102" y="38"/>
                  </a:lnTo>
                  <a:lnTo>
                    <a:pt x="974" y="64"/>
                  </a:lnTo>
                  <a:lnTo>
                    <a:pt x="846" y="115"/>
                  </a:lnTo>
                  <a:lnTo>
                    <a:pt x="718" y="167"/>
                  </a:lnTo>
                  <a:lnTo>
                    <a:pt x="616" y="243"/>
                  </a:lnTo>
                  <a:lnTo>
                    <a:pt x="500" y="320"/>
                  </a:lnTo>
                  <a:lnTo>
                    <a:pt x="411" y="410"/>
                  </a:lnTo>
                  <a:lnTo>
                    <a:pt x="321" y="512"/>
                  </a:lnTo>
                  <a:lnTo>
                    <a:pt x="231" y="615"/>
                  </a:lnTo>
                  <a:lnTo>
                    <a:pt x="167" y="730"/>
                  </a:lnTo>
                  <a:lnTo>
                    <a:pt x="103" y="845"/>
                  </a:lnTo>
                  <a:lnTo>
                    <a:pt x="65" y="973"/>
                  </a:lnTo>
                  <a:lnTo>
                    <a:pt x="26" y="1102"/>
                  </a:lnTo>
                  <a:lnTo>
                    <a:pt x="14" y="1242"/>
                  </a:lnTo>
                  <a:lnTo>
                    <a:pt x="1" y="1383"/>
                  </a:lnTo>
                  <a:lnTo>
                    <a:pt x="14" y="1524"/>
                  </a:lnTo>
                  <a:lnTo>
                    <a:pt x="26" y="1665"/>
                  </a:lnTo>
                  <a:lnTo>
                    <a:pt x="65" y="1793"/>
                  </a:lnTo>
                  <a:lnTo>
                    <a:pt x="103" y="1921"/>
                  </a:lnTo>
                  <a:lnTo>
                    <a:pt x="167" y="2037"/>
                  </a:lnTo>
                  <a:lnTo>
                    <a:pt x="231" y="2152"/>
                  </a:lnTo>
                  <a:lnTo>
                    <a:pt x="321" y="2267"/>
                  </a:lnTo>
                  <a:lnTo>
                    <a:pt x="411" y="2357"/>
                  </a:lnTo>
                  <a:lnTo>
                    <a:pt x="500" y="2446"/>
                  </a:lnTo>
                  <a:lnTo>
                    <a:pt x="616" y="2523"/>
                  </a:lnTo>
                  <a:lnTo>
                    <a:pt x="718" y="2600"/>
                  </a:lnTo>
                  <a:lnTo>
                    <a:pt x="846" y="2651"/>
                  </a:lnTo>
                  <a:lnTo>
                    <a:pt x="974" y="2703"/>
                  </a:lnTo>
                  <a:lnTo>
                    <a:pt x="1102" y="2741"/>
                  </a:lnTo>
                  <a:lnTo>
                    <a:pt x="1243" y="2754"/>
                  </a:lnTo>
                  <a:lnTo>
                    <a:pt x="1384" y="2767"/>
                  </a:lnTo>
                  <a:lnTo>
                    <a:pt x="1525" y="2754"/>
                  </a:lnTo>
                  <a:lnTo>
                    <a:pt x="1653" y="2741"/>
                  </a:lnTo>
                  <a:lnTo>
                    <a:pt x="1794" y="2703"/>
                  </a:lnTo>
                  <a:lnTo>
                    <a:pt x="1922" y="2651"/>
                  </a:lnTo>
                  <a:lnTo>
                    <a:pt x="2037" y="2600"/>
                  </a:lnTo>
                  <a:lnTo>
                    <a:pt x="2153" y="2523"/>
                  </a:lnTo>
                  <a:lnTo>
                    <a:pt x="2255" y="2446"/>
                  </a:lnTo>
                  <a:lnTo>
                    <a:pt x="2358" y="2357"/>
                  </a:lnTo>
                  <a:lnTo>
                    <a:pt x="2447" y="2267"/>
                  </a:lnTo>
                  <a:lnTo>
                    <a:pt x="2524" y="2152"/>
                  </a:lnTo>
                  <a:lnTo>
                    <a:pt x="2588" y="2037"/>
                  </a:lnTo>
                  <a:lnTo>
                    <a:pt x="2652" y="1921"/>
                  </a:lnTo>
                  <a:lnTo>
                    <a:pt x="2703" y="1793"/>
                  </a:lnTo>
                  <a:lnTo>
                    <a:pt x="2729" y="1665"/>
                  </a:lnTo>
                  <a:lnTo>
                    <a:pt x="2755" y="1524"/>
                  </a:lnTo>
                  <a:lnTo>
                    <a:pt x="2755" y="1383"/>
                  </a:lnTo>
                  <a:lnTo>
                    <a:pt x="2755" y="1242"/>
                  </a:lnTo>
                  <a:lnTo>
                    <a:pt x="2729" y="1102"/>
                  </a:lnTo>
                  <a:lnTo>
                    <a:pt x="2703" y="973"/>
                  </a:lnTo>
                  <a:lnTo>
                    <a:pt x="2652" y="845"/>
                  </a:lnTo>
                  <a:lnTo>
                    <a:pt x="2588" y="730"/>
                  </a:lnTo>
                  <a:lnTo>
                    <a:pt x="2524" y="615"/>
                  </a:lnTo>
                  <a:lnTo>
                    <a:pt x="2447" y="512"/>
                  </a:lnTo>
                  <a:lnTo>
                    <a:pt x="2358" y="410"/>
                  </a:lnTo>
                  <a:lnTo>
                    <a:pt x="2255" y="320"/>
                  </a:lnTo>
                  <a:lnTo>
                    <a:pt x="2153" y="243"/>
                  </a:lnTo>
                  <a:lnTo>
                    <a:pt x="2037" y="167"/>
                  </a:lnTo>
                  <a:lnTo>
                    <a:pt x="1922" y="115"/>
                  </a:lnTo>
                  <a:lnTo>
                    <a:pt x="1794" y="64"/>
                  </a:lnTo>
                  <a:lnTo>
                    <a:pt x="1653" y="38"/>
                  </a:lnTo>
                  <a:lnTo>
                    <a:pt x="1525" y="13"/>
                  </a:lnTo>
                  <a:lnTo>
                    <a:pt x="13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43"/>
            <p:cNvSpPr/>
            <p:nvPr/>
          </p:nvSpPr>
          <p:spPr>
            <a:xfrm>
              <a:off x="5771500" y="3045925"/>
              <a:ext cx="69200" cy="68875"/>
            </a:xfrm>
            <a:custGeom>
              <a:avLst/>
              <a:gdLst/>
              <a:ahLst/>
              <a:cxnLst/>
              <a:rect l="l" t="t" r="r" b="b"/>
              <a:pathLst>
                <a:path w="2768" h="2755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1" y="167"/>
                  </a:lnTo>
                  <a:lnTo>
                    <a:pt x="616" y="231"/>
                  </a:lnTo>
                  <a:lnTo>
                    <a:pt x="513" y="308"/>
                  </a:lnTo>
                  <a:lnTo>
                    <a:pt x="411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8"/>
                  </a:lnTo>
                  <a:lnTo>
                    <a:pt x="116" y="846"/>
                  </a:lnTo>
                  <a:lnTo>
                    <a:pt x="65" y="961"/>
                  </a:lnTo>
                  <a:lnTo>
                    <a:pt x="39" y="1102"/>
                  </a:lnTo>
                  <a:lnTo>
                    <a:pt x="14" y="1243"/>
                  </a:lnTo>
                  <a:lnTo>
                    <a:pt x="1" y="1384"/>
                  </a:lnTo>
                  <a:lnTo>
                    <a:pt x="14" y="1525"/>
                  </a:lnTo>
                  <a:lnTo>
                    <a:pt x="39" y="1653"/>
                  </a:lnTo>
                  <a:lnTo>
                    <a:pt x="65" y="1794"/>
                  </a:lnTo>
                  <a:lnTo>
                    <a:pt x="116" y="1909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5"/>
                  </a:lnTo>
                  <a:lnTo>
                    <a:pt x="411" y="2357"/>
                  </a:lnTo>
                  <a:lnTo>
                    <a:pt x="513" y="2447"/>
                  </a:lnTo>
                  <a:lnTo>
                    <a:pt x="616" y="2524"/>
                  </a:lnTo>
                  <a:lnTo>
                    <a:pt x="731" y="2588"/>
                  </a:lnTo>
                  <a:lnTo>
                    <a:pt x="846" y="2652"/>
                  </a:lnTo>
                  <a:lnTo>
                    <a:pt x="974" y="2690"/>
                  </a:lnTo>
                  <a:lnTo>
                    <a:pt x="1102" y="2729"/>
                  </a:lnTo>
                  <a:lnTo>
                    <a:pt x="1243" y="2754"/>
                  </a:lnTo>
                  <a:lnTo>
                    <a:pt x="1525" y="2754"/>
                  </a:lnTo>
                  <a:lnTo>
                    <a:pt x="1666" y="2729"/>
                  </a:lnTo>
                  <a:lnTo>
                    <a:pt x="1794" y="2690"/>
                  </a:lnTo>
                  <a:lnTo>
                    <a:pt x="1922" y="2652"/>
                  </a:lnTo>
                  <a:lnTo>
                    <a:pt x="2050" y="2588"/>
                  </a:lnTo>
                  <a:lnTo>
                    <a:pt x="2153" y="2524"/>
                  </a:lnTo>
                  <a:lnTo>
                    <a:pt x="2268" y="2447"/>
                  </a:lnTo>
                  <a:lnTo>
                    <a:pt x="2358" y="2357"/>
                  </a:lnTo>
                  <a:lnTo>
                    <a:pt x="2447" y="2255"/>
                  </a:lnTo>
                  <a:lnTo>
                    <a:pt x="2537" y="2152"/>
                  </a:lnTo>
                  <a:lnTo>
                    <a:pt x="2601" y="2037"/>
                  </a:lnTo>
                  <a:lnTo>
                    <a:pt x="2652" y="1909"/>
                  </a:lnTo>
                  <a:lnTo>
                    <a:pt x="2703" y="1794"/>
                  </a:lnTo>
                  <a:lnTo>
                    <a:pt x="2742" y="1653"/>
                  </a:lnTo>
                  <a:lnTo>
                    <a:pt x="2755" y="1525"/>
                  </a:lnTo>
                  <a:lnTo>
                    <a:pt x="2767" y="1384"/>
                  </a:lnTo>
                  <a:lnTo>
                    <a:pt x="2755" y="1243"/>
                  </a:lnTo>
                  <a:lnTo>
                    <a:pt x="2742" y="1102"/>
                  </a:lnTo>
                  <a:lnTo>
                    <a:pt x="2703" y="961"/>
                  </a:lnTo>
                  <a:lnTo>
                    <a:pt x="2652" y="846"/>
                  </a:lnTo>
                  <a:lnTo>
                    <a:pt x="2601" y="718"/>
                  </a:lnTo>
                  <a:lnTo>
                    <a:pt x="2537" y="602"/>
                  </a:lnTo>
                  <a:lnTo>
                    <a:pt x="2447" y="500"/>
                  </a:lnTo>
                  <a:lnTo>
                    <a:pt x="2358" y="397"/>
                  </a:lnTo>
                  <a:lnTo>
                    <a:pt x="2268" y="308"/>
                  </a:lnTo>
                  <a:lnTo>
                    <a:pt x="2153" y="231"/>
                  </a:lnTo>
                  <a:lnTo>
                    <a:pt x="2050" y="167"/>
                  </a:lnTo>
                  <a:lnTo>
                    <a:pt x="1922" y="103"/>
                  </a:lnTo>
                  <a:lnTo>
                    <a:pt x="1794" y="64"/>
                  </a:lnTo>
                  <a:lnTo>
                    <a:pt x="1666" y="2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43"/>
            <p:cNvSpPr/>
            <p:nvPr/>
          </p:nvSpPr>
          <p:spPr>
            <a:xfrm>
              <a:off x="5558900" y="3197700"/>
              <a:ext cx="69175" cy="68875"/>
            </a:xfrm>
            <a:custGeom>
              <a:avLst/>
              <a:gdLst/>
              <a:ahLst/>
              <a:cxnLst/>
              <a:rect l="l" t="t" r="r" b="b"/>
              <a:pathLst>
                <a:path w="2767" h="2755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1" y="167"/>
                  </a:lnTo>
                  <a:lnTo>
                    <a:pt x="615" y="231"/>
                  </a:lnTo>
                  <a:lnTo>
                    <a:pt x="500" y="308"/>
                  </a:lnTo>
                  <a:lnTo>
                    <a:pt x="410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8"/>
                  </a:lnTo>
                  <a:lnTo>
                    <a:pt x="116" y="846"/>
                  </a:lnTo>
                  <a:lnTo>
                    <a:pt x="65" y="974"/>
                  </a:lnTo>
                  <a:lnTo>
                    <a:pt x="26" y="1102"/>
                  </a:lnTo>
                  <a:lnTo>
                    <a:pt x="13" y="1243"/>
                  </a:lnTo>
                  <a:lnTo>
                    <a:pt x="0" y="1384"/>
                  </a:lnTo>
                  <a:lnTo>
                    <a:pt x="13" y="1525"/>
                  </a:lnTo>
                  <a:lnTo>
                    <a:pt x="26" y="1653"/>
                  </a:lnTo>
                  <a:lnTo>
                    <a:pt x="65" y="1793"/>
                  </a:lnTo>
                  <a:lnTo>
                    <a:pt x="116" y="1909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5"/>
                  </a:lnTo>
                  <a:lnTo>
                    <a:pt x="410" y="2357"/>
                  </a:lnTo>
                  <a:lnTo>
                    <a:pt x="500" y="2447"/>
                  </a:lnTo>
                  <a:lnTo>
                    <a:pt x="615" y="2524"/>
                  </a:lnTo>
                  <a:lnTo>
                    <a:pt x="731" y="2588"/>
                  </a:lnTo>
                  <a:lnTo>
                    <a:pt x="846" y="2652"/>
                  </a:lnTo>
                  <a:lnTo>
                    <a:pt x="974" y="2690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525" y="2754"/>
                  </a:lnTo>
                  <a:lnTo>
                    <a:pt x="1666" y="2728"/>
                  </a:lnTo>
                  <a:lnTo>
                    <a:pt x="1794" y="2690"/>
                  </a:lnTo>
                  <a:lnTo>
                    <a:pt x="1922" y="2652"/>
                  </a:lnTo>
                  <a:lnTo>
                    <a:pt x="2037" y="2588"/>
                  </a:lnTo>
                  <a:lnTo>
                    <a:pt x="2152" y="2524"/>
                  </a:lnTo>
                  <a:lnTo>
                    <a:pt x="2255" y="2447"/>
                  </a:lnTo>
                  <a:lnTo>
                    <a:pt x="2357" y="2357"/>
                  </a:lnTo>
                  <a:lnTo>
                    <a:pt x="2447" y="2255"/>
                  </a:lnTo>
                  <a:lnTo>
                    <a:pt x="2524" y="2152"/>
                  </a:lnTo>
                  <a:lnTo>
                    <a:pt x="2600" y="2037"/>
                  </a:lnTo>
                  <a:lnTo>
                    <a:pt x="2652" y="1909"/>
                  </a:lnTo>
                  <a:lnTo>
                    <a:pt x="2703" y="1793"/>
                  </a:lnTo>
                  <a:lnTo>
                    <a:pt x="2729" y="1653"/>
                  </a:lnTo>
                  <a:lnTo>
                    <a:pt x="2754" y="1525"/>
                  </a:lnTo>
                  <a:lnTo>
                    <a:pt x="2767" y="1384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703" y="974"/>
                  </a:lnTo>
                  <a:lnTo>
                    <a:pt x="2652" y="846"/>
                  </a:lnTo>
                  <a:lnTo>
                    <a:pt x="2600" y="718"/>
                  </a:lnTo>
                  <a:lnTo>
                    <a:pt x="2524" y="602"/>
                  </a:lnTo>
                  <a:lnTo>
                    <a:pt x="2447" y="500"/>
                  </a:lnTo>
                  <a:lnTo>
                    <a:pt x="2357" y="397"/>
                  </a:lnTo>
                  <a:lnTo>
                    <a:pt x="2255" y="308"/>
                  </a:lnTo>
                  <a:lnTo>
                    <a:pt x="2152" y="231"/>
                  </a:lnTo>
                  <a:lnTo>
                    <a:pt x="2037" y="167"/>
                  </a:lnTo>
                  <a:lnTo>
                    <a:pt x="1922" y="103"/>
                  </a:lnTo>
                  <a:lnTo>
                    <a:pt x="1794" y="64"/>
                  </a:lnTo>
                  <a:lnTo>
                    <a:pt x="1666" y="2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43"/>
            <p:cNvSpPr/>
            <p:nvPr/>
          </p:nvSpPr>
          <p:spPr>
            <a:xfrm>
              <a:off x="5558900" y="2944750"/>
              <a:ext cx="69175" cy="68850"/>
            </a:xfrm>
            <a:custGeom>
              <a:avLst/>
              <a:gdLst/>
              <a:ahLst/>
              <a:cxnLst/>
              <a:rect l="l" t="t" r="r" b="b"/>
              <a:pathLst>
                <a:path w="2767" h="2754" extrusionOk="0">
                  <a:moveTo>
                    <a:pt x="1243" y="0"/>
                  </a:moveTo>
                  <a:lnTo>
                    <a:pt x="1102" y="26"/>
                  </a:lnTo>
                  <a:lnTo>
                    <a:pt x="974" y="64"/>
                  </a:lnTo>
                  <a:lnTo>
                    <a:pt x="846" y="103"/>
                  </a:lnTo>
                  <a:lnTo>
                    <a:pt x="731" y="167"/>
                  </a:lnTo>
                  <a:lnTo>
                    <a:pt x="615" y="231"/>
                  </a:lnTo>
                  <a:lnTo>
                    <a:pt x="500" y="308"/>
                  </a:lnTo>
                  <a:lnTo>
                    <a:pt x="410" y="397"/>
                  </a:lnTo>
                  <a:lnTo>
                    <a:pt x="321" y="500"/>
                  </a:lnTo>
                  <a:lnTo>
                    <a:pt x="244" y="602"/>
                  </a:lnTo>
                  <a:lnTo>
                    <a:pt x="167" y="717"/>
                  </a:lnTo>
                  <a:lnTo>
                    <a:pt x="116" y="845"/>
                  </a:lnTo>
                  <a:lnTo>
                    <a:pt x="65" y="961"/>
                  </a:lnTo>
                  <a:lnTo>
                    <a:pt x="26" y="1102"/>
                  </a:lnTo>
                  <a:lnTo>
                    <a:pt x="13" y="1243"/>
                  </a:lnTo>
                  <a:lnTo>
                    <a:pt x="0" y="1383"/>
                  </a:lnTo>
                  <a:lnTo>
                    <a:pt x="13" y="1524"/>
                  </a:lnTo>
                  <a:lnTo>
                    <a:pt x="26" y="1652"/>
                  </a:lnTo>
                  <a:lnTo>
                    <a:pt x="65" y="1793"/>
                  </a:lnTo>
                  <a:lnTo>
                    <a:pt x="116" y="1909"/>
                  </a:lnTo>
                  <a:lnTo>
                    <a:pt x="167" y="2037"/>
                  </a:lnTo>
                  <a:lnTo>
                    <a:pt x="244" y="2152"/>
                  </a:lnTo>
                  <a:lnTo>
                    <a:pt x="321" y="2254"/>
                  </a:lnTo>
                  <a:lnTo>
                    <a:pt x="410" y="2357"/>
                  </a:lnTo>
                  <a:lnTo>
                    <a:pt x="500" y="2446"/>
                  </a:lnTo>
                  <a:lnTo>
                    <a:pt x="615" y="2523"/>
                  </a:lnTo>
                  <a:lnTo>
                    <a:pt x="731" y="2587"/>
                  </a:lnTo>
                  <a:lnTo>
                    <a:pt x="846" y="2651"/>
                  </a:lnTo>
                  <a:lnTo>
                    <a:pt x="974" y="2690"/>
                  </a:lnTo>
                  <a:lnTo>
                    <a:pt x="1102" y="2728"/>
                  </a:lnTo>
                  <a:lnTo>
                    <a:pt x="1243" y="2754"/>
                  </a:lnTo>
                  <a:lnTo>
                    <a:pt x="1525" y="2754"/>
                  </a:lnTo>
                  <a:lnTo>
                    <a:pt x="1666" y="2728"/>
                  </a:lnTo>
                  <a:lnTo>
                    <a:pt x="1794" y="2690"/>
                  </a:lnTo>
                  <a:lnTo>
                    <a:pt x="1922" y="2651"/>
                  </a:lnTo>
                  <a:lnTo>
                    <a:pt x="2037" y="2587"/>
                  </a:lnTo>
                  <a:lnTo>
                    <a:pt x="2152" y="2523"/>
                  </a:lnTo>
                  <a:lnTo>
                    <a:pt x="2255" y="2446"/>
                  </a:lnTo>
                  <a:lnTo>
                    <a:pt x="2357" y="2357"/>
                  </a:lnTo>
                  <a:lnTo>
                    <a:pt x="2447" y="2254"/>
                  </a:lnTo>
                  <a:lnTo>
                    <a:pt x="2524" y="2152"/>
                  </a:lnTo>
                  <a:lnTo>
                    <a:pt x="2600" y="2037"/>
                  </a:lnTo>
                  <a:lnTo>
                    <a:pt x="2652" y="1909"/>
                  </a:lnTo>
                  <a:lnTo>
                    <a:pt x="2703" y="1793"/>
                  </a:lnTo>
                  <a:lnTo>
                    <a:pt x="2729" y="1652"/>
                  </a:lnTo>
                  <a:lnTo>
                    <a:pt x="2754" y="1524"/>
                  </a:lnTo>
                  <a:lnTo>
                    <a:pt x="2767" y="1383"/>
                  </a:lnTo>
                  <a:lnTo>
                    <a:pt x="2754" y="1243"/>
                  </a:lnTo>
                  <a:lnTo>
                    <a:pt x="2729" y="1102"/>
                  </a:lnTo>
                  <a:lnTo>
                    <a:pt x="2703" y="961"/>
                  </a:lnTo>
                  <a:lnTo>
                    <a:pt x="2652" y="845"/>
                  </a:lnTo>
                  <a:lnTo>
                    <a:pt x="2600" y="717"/>
                  </a:lnTo>
                  <a:lnTo>
                    <a:pt x="2524" y="602"/>
                  </a:lnTo>
                  <a:lnTo>
                    <a:pt x="2447" y="500"/>
                  </a:lnTo>
                  <a:lnTo>
                    <a:pt x="2357" y="397"/>
                  </a:lnTo>
                  <a:lnTo>
                    <a:pt x="2255" y="308"/>
                  </a:lnTo>
                  <a:lnTo>
                    <a:pt x="2152" y="231"/>
                  </a:lnTo>
                  <a:lnTo>
                    <a:pt x="2037" y="167"/>
                  </a:lnTo>
                  <a:lnTo>
                    <a:pt x="1922" y="103"/>
                  </a:lnTo>
                  <a:lnTo>
                    <a:pt x="1794" y="64"/>
                  </a:lnTo>
                  <a:lnTo>
                    <a:pt x="1666" y="26"/>
                  </a:lnTo>
                  <a:lnTo>
                    <a:pt x="152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43"/>
            <p:cNvSpPr/>
            <p:nvPr/>
          </p:nvSpPr>
          <p:spPr>
            <a:xfrm>
              <a:off x="5527200" y="2346925"/>
              <a:ext cx="524175" cy="524200"/>
            </a:xfrm>
            <a:custGeom>
              <a:avLst/>
              <a:gdLst/>
              <a:ahLst/>
              <a:cxnLst/>
              <a:rect l="l" t="t" r="r" b="b"/>
              <a:pathLst>
                <a:path w="20967" h="20968" extrusionOk="0">
                  <a:moveTo>
                    <a:pt x="1" y="1"/>
                  </a:moveTo>
                  <a:lnTo>
                    <a:pt x="1" y="20967"/>
                  </a:lnTo>
                  <a:lnTo>
                    <a:pt x="20967" y="20967"/>
                  </a:lnTo>
                  <a:lnTo>
                    <a:pt x="209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43"/>
            <p:cNvSpPr/>
            <p:nvPr/>
          </p:nvSpPr>
          <p:spPr>
            <a:xfrm>
              <a:off x="5527200" y="2346925"/>
              <a:ext cx="261950" cy="524200"/>
            </a:xfrm>
            <a:custGeom>
              <a:avLst/>
              <a:gdLst/>
              <a:ahLst/>
              <a:cxnLst/>
              <a:rect l="l" t="t" r="r" b="b"/>
              <a:pathLst>
                <a:path w="10478" h="20968" extrusionOk="0">
                  <a:moveTo>
                    <a:pt x="1" y="1"/>
                  </a:moveTo>
                  <a:lnTo>
                    <a:pt x="1" y="20967"/>
                  </a:lnTo>
                  <a:lnTo>
                    <a:pt x="10477" y="10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43"/>
            <p:cNvSpPr/>
            <p:nvPr/>
          </p:nvSpPr>
          <p:spPr>
            <a:xfrm>
              <a:off x="5789125" y="2346925"/>
              <a:ext cx="262250" cy="524200"/>
            </a:xfrm>
            <a:custGeom>
              <a:avLst/>
              <a:gdLst/>
              <a:ahLst/>
              <a:cxnLst/>
              <a:rect l="l" t="t" r="r" b="b"/>
              <a:pathLst>
                <a:path w="10490" h="20968" extrusionOk="0">
                  <a:moveTo>
                    <a:pt x="10490" y="1"/>
                  </a:moveTo>
                  <a:lnTo>
                    <a:pt x="0" y="10478"/>
                  </a:lnTo>
                  <a:lnTo>
                    <a:pt x="10490" y="20967"/>
                  </a:lnTo>
                  <a:lnTo>
                    <a:pt x="1049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43"/>
            <p:cNvSpPr/>
            <p:nvPr/>
          </p:nvSpPr>
          <p:spPr>
            <a:xfrm>
              <a:off x="5622300" y="2442025"/>
              <a:ext cx="334000" cy="333675"/>
            </a:xfrm>
            <a:custGeom>
              <a:avLst/>
              <a:gdLst/>
              <a:ahLst/>
              <a:cxnLst/>
              <a:rect l="l" t="t" r="r" b="b"/>
              <a:pathLst>
                <a:path w="13360" h="13347" extrusionOk="0">
                  <a:moveTo>
                    <a:pt x="0" y="1"/>
                  </a:moveTo>
                  <a:lnTo>
                    <a:pt x="0" y="13347"/>
                  </a:lnTo>
                  <a:lnTo>
                    <a:pt x="13359" y="13347"/>
                  </a:lnTo>
                  <a:lnTo>
                    <a:pt x="1335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5" name="Google Shape;2245;p43"/>
          <p:cNvGrpSpPr/>
          <p:nvPr/>
        </p:nvGrpSpPr>
        <p:grpSpPr>
          <a:xfrm>
            <a:off x="3597664" y="2893830"/>
            <a:ext cx="1948882" cy="824600"/>
            <a:chOff x="457200" y="959300"/>
            <a:chExt cx="2061000" cy="824600"/>
          </a:xfrm>
        </p:grpSpPr>
        <p:sp>
          <p:nvSpPr>
            <p:cNvPr id="2246" name="Google Shape;2246;p43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Learning system</a:t>
              </a:r>
              <a:endParaRPr sz="21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47" name="Google Shape;2247;p43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48" name="Google Shape;2248;p43"/>
          <p:cNvGrpSpPr/>
          <p:nvPr/>
        </p:nvGrpSpPr>
        <p:grpSpPr>
          <a:xfrm>
            <a:off x="457202" y="2440522"/>
            <a:ext cx="1948882" cy="824600"/>
            <a:chOff x="457200" y="959300"/>
            <a:chExt cx="2061000" cy="824600"/>
          </a:xfrm>
        </p:grpSpPr>
        <p:sp>
          <p:nvSpPr>
            <p:cNvPr id="2249" name="Google Shape;2249;p43"/>
            <p:cNvSpPr txBox="1"/>
            <p:nvPr/>
          </p:nvSpPr>
          <p:spPr>
            <a:xfrm>
              <a:off x="457200" y="959300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Neptune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04" name="Google Shape;2204;p43"/>
            <p:cNvSpPr txBox="1"/>
            <p:nvPr/>
          </p:nvSpPr>
          <p:spPr>
            <a:xfrm>
              <a:off x="457200" y="1300900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It’s the farthest planet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50" name="Google Shape;2250;p43"/>
          <p:cNvGrpSpPr/>
          <p:nvPr/>
        </p:nvGrpSpPr>
        <p:grpSpPr>
          <a:xfrm>
            <a:off x="6737906" y="2438272"/>
            <a:ext cx="1948882" cy="824600"/>
            <a:chOff x="457200" y="2087425"/>
            <a:chExt cx="2061000" cy="824600"/>
          </a:xfrm>
        </p:grpSpPr>
        <p:sp>
          <p:nvSpPr>
            <p:cNvPr id="2201" name="Google Shape;2201;p43"/>
            <p:cNvSpPr txBox="1"/>
            <p:nvPr/>
          </p:nvSpPr>
          <p:spPr>
            <a:xfrm>
              <a:off x="457200" y="2087425"/>
              <a:ext cx="206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51" name="Google Shape;2251;p43"/>
            <p:cNvSpPr txBox="1"/>
            <p:nvPr/>
          </p:nvSpPr>
          <p:spPr>
            <a:xfrm>
              <a:off x="457200" y="2429025"/>
              <a:ext cx="2061000" cy="48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200" name="Google Shape;2200;p43"/>
          <p:cNvSpPr/>
          <p:nvPr/>
        </p:nvSpPr>
        <p:spPr>
          <a:xfrm>
            <a:off x="457240" y="1575450"/>
            <a:ext cx="1948800" cy="29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Input data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03" name="Google Shape;2203;p43"/>
          <p:cNvSpPr/>
          <p:nvPr/>
        </p:nvSpPr>
        <p:spPr>
          <a:xfrm>
            <a:off x="6737938" y="3854350"/>
            <a:ext cx="1948800" cy="295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Output data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252" name="Google Shape;2252;p43"/>
          <p:cNvCxnSpPr>
            <a:stCxn id="2200" idx="2"/>
            <a:endCxn id="2249" idx="0"/>
          </p:cNvCxnSpPr>
          <p:nvPr/>
        </p:nvCxnSpPr>
        <p:spPr>
          <a:xfrm rot="-5400000" flipH="1">
            <a:off x="1146940" y="2155350"/>
            <a:ext cx="570000" cy="600"/>
          </a:xfrm>
          <a:prstGeom prst="bentConnector3">
            <a:avLst>
              <a:gd name="adj1" fmla="val 4998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53" name="Google Shape;2253;p43"/>
          <p:cNvCxnSpPr>
            <a:stCxn id="2203" idx="0"/>
            <a:endCxn id="2251" idx="2"/>
          </p:cNvCxnSpPr>
          <p:nvPr/>
        </p:nvCxnSpPr>
        <p:spPr>
          <a:xfrm rot="-5400000">
            <a:off x="7416838" y="3558250"/>
            <a:ext cx="591600" cy="6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sp>
        <p:nvSpPr>
          <p:cNvPr id="2259" name="Google Shape;2259;p44"/>
          <p:cNvSpPr/>
          <p:nvPr/>
        </p:nvSpPr>
        <p:spPr>
          <a:xfrm>
            <a:off x="4876800" y="2562225"/>
            <a:ext cx="3819600" cy="2169600"/>
          </a:xfrm>
          <a:prstGeom prst="roundRect">
            <a:avLst>
              <a:gd name="adj" fmla="val 16667"/>
            </a:avLst>
          </a:prstGeom>
          <a:solidFill>
            <a:srgbClr val="EA48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0" name="Google Shape;2260;p44"/>
          <p:cNvSpPr/>
          <p:nvPr/>
        </p:nvSpPr>
        <p:spPr>
          <a:xfrm>
            <a:off x="457175" y="2562225"/>
            <a:ext cx="3819600" cy="21696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1" name="Google Shape;2261;p44"/>
          <p:cNvGrpSpPr/>
          <p:nvPr/>
        </p:nvGrpSpPr>
        <p:grpSpPr>
          <a:xfrm>
            <a:off x="695359" y="2842976"/>
            <a:ext cx="3343229" cy="1488799"/>
            <a:chOff x="695359" y="2302076"/>
            <a:chExt cx="3343229" cy="1488799"/>
          </a:xfrm>
        </p:grpSpPr>
        <p:sp>
          <p:nvSpPr>
            <p:cNvPr id="2262" name="Google Shape;2262;p44"/>
            <p:cNvSpPr txBox="1"/>
            <p:nvPr/>
          </p:nvSpPr>
          <p:spPr>
            <a:xfrm>
              <a:off x="695359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Advantages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3" name="Google Shape;2263;p44"/>
            <p:cNvSpPr txBox="1"/>
            <p:nvPr/>
          </p:nvSpPr>
          <p:spPr>
            <a:xfrm>
              <a:off x="695388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Efficiency data managing 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Continuous improvement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Lots of applications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Trend identification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Pattern identification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4" name="Google Shape;2264;p44"/>
          <p:cNvGrpSpPr/>
          <p:nvPr/>
        </p:nvGrpSpPr>
        <p:grpSpPr>
          <a:xfrm>
            <a:off x="5114996" y="2842976"/>
            <a:ext cx="3343204" cy="1488799"/>
            <a:chOff x="5114996" y="2302076"/>
            <a:chExt cx="3343204" cy="1488799"/>
          </a:xfrm>
        </p:grpSpPr>
        <p:sp>
          <p:nvSpPr>
            <p:cNvPr id="2265" name="Google Shape;2265;p44"/>
            <p:cNvSpPr txBox="1"/>
            <p:nvPr/>
          </p:nvSpPr>
          <p:spPr>
            <a:xfrm>
              <a:off x="5114996" y="2302076"/>
              <a:ext cx="2114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Disadvantages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266" name="Google Shape;2266;p44"/>
            <p:cNvSpPr txBox="1"/>
            <p:nvPr/>
          </p:nvSpPr>
          <p:spPr>
            <a:xfrm>
              <a:off x="5115000" y="2657475"/>
              <a:ext cx="3343200" cy="113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Data acquisition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Time and space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Time-consuming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High error possibilities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marL="32004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Roboto"/>
                <a:buChar char="●"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Algorithm selection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67" name="Google Shape;2267;p44"/>
          <p:cNvGrpSpPr/>
          <p:nvPr/>
        </p:nvGrpSpPr>
        <p:grpSpPr>
          <a:xfrm>
            <a:off x="3708933" y="2758042"/>
            <a:ext cx="339253" cy="339253"/>
            <a:chOff x="1492675" y="4992125"/>
            <a:chExt cx="481825" cy="481825"/>
          </a:xfrm>
        </p:grpSpPr>
        <p:sp>
          <p:nvSpPr>
            <p:cNvPr id="2268" name="Google Shape;2268;p44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69" name="Google Shape;2269;p44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70" name="Google Shape;2270;p44"/>
          <p:cNvGrpSpPr/>
          <p:nvPr/>
        </p:nvGrpSpPr>
        <p:grpSpPr>
          <a:xfrm>
            <a:off x="8118950" y="2758042"/>
            <a:ext cx="339253" cy="339253"/>
            <a:chOff x="2085525" y="4992125"/>
            <a:chExt cx="481825" cy="481825"/>
          </a:xfrm>
        </p:grpSpPr>
        <p:sp>
          <p:nvSpPr>
            <p:cNvPr id="2271" name="Google Shape;2271;p44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72" name="Google Shape;2272;p44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273" name="Google Shape;2273;p44"/>
          <p:cNvSpPr/>
          <p:nvPr/>
        </p:nvSpPr>
        <p:spPr>
          <a:xfrm>
            <a:off x="1219200" y="1200075"/>
            <a:ext cx="6717600" cy="532500"/>
          </a:xfrm>
          <a:prstGeom prst="roundRect">
            <a:avLst>
              <a:gd name="adj" fmla="val 50000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4" name="Google Shape;2274;p44"/>
          <p:cNvSpPr txBox="1"/>
          <p:nvPr/>
        </p:nvSpPr>
        <p:spPr>
          <a:xfrm>
            <a:off x="2202450" y="1296550"/>
            <a:ext cx="4750800" cy="3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 advantages vs disadvantages</a:t>
            </a:r>
            <a:endParaRPr sz="1800" b="1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2275" name="Google Shape;2275;p44"/>
          <p:cNvCxnSpPr>
            <a:stCxn id="2273" idx="2"/>
            <a:endCxn id="2260" idx="0"/>
          </p:cNvCxnSpPr>
          <p:nvPr/>
        </p:nvCxnSpPr>
        <p:spPr>
          <a:xfrm rot="5400000">
            <a:off x="3057600" y="1041975"/>
            <a:ext cx="829800" cy="22110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6" name="Google Shape;2276;p44"/>
          <p:cNvCxnSpPr>
            <a:stCxn id="2273" idx="2"/>
            <a:endCxn id="2259" idx="0"/>
          </p:cNvCxnSpPr>
          <p:nvPr/>
        </p:nvCxnSpPr>
        <p:spPr>
          <a:xfrm rot="-5400000" flipH="1">
            <a:off x="5267400" y="1043175"/>
            <a:ext cx="829800" cy="2208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77" name="Google Shape;2277;p44"/>
          <p:cNvGrpSpPr/>
          <p:nvPr/>
        </p:nvGrpSpPr>
        <p:grpSpPr>
          <a:xfrm>
            <a:off x="7388734" y="893408"/>
            <a:ext cx="1298078" cy="1145747"/>
            <a:chOff x="3268225" y="2120225"/>
            <a:chExt cx="1107575" cy="977600"/>
          </a:xfrm>
        </p:grpSpPr>
        <p:sp>
          <p:nvSpPr>
            <p:cNvPr id="2278" name="Google Shape;2278;p44"/>
            <p:cNvSpPr/>
            <p:nvPr/>
          </p:nvSpPr>
          <p:spPr>
            <a:xfrm>
              <a:off x="3783725" y="2149375"/>
              <a:ext cx="30450" cy="180600"/>
            </a:xfrm>
            <a:custGeom>
              <a:avLst/>
              <a:gdLst/>
              <a:ahLst/>
              <a:cxnLst/>
              <a:rect l="l" t="t" r="r" b="b"/>
              <a:pathLst>
                <a:path w="1218" h="7224" extrusionOk="0">
                  <a:moveTo>
                    <a:pt x="616" y="0"/>
                  </a:moveTo>
                  <a:lnTo>
                    <a:pt x="487" y="13"/>
                  </a:lnTo>
                  <a:lnTo>
                    <a:pt x="372" y="39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2"/>
                  </a:lnTo>
                  <a:lnTo>
                    <a:pt x="1" y="6622"/>
                  </a:lnTo>
                  <a:lnTo>
                    <a:pt x="14" y="6737"/>
                  </a:lnTo>
                  <a:lnTo>
                    <a:pt x="52" y="6853"/>
                  </a:lnTo>
                  <a:lnTo>
                    <a:pt x="103" y="6955"/>
                  </a:lnTo>
                  <a:lnTo>
                    <a:pt x="180" y="7045"/>
                  </a:lnTo>
                  <a:lnTo>
                    <a:pt x="270" y="7122"/>
                  </a:lnTo>
                  <a:lnTo>
                    <a:pt x="372" y="7173"/>
                  </a:lnTo>
                  <a:lnTo>
                    <a:pt x="487" y="7211"/>
                  </a:lnTo>
                  <a:lnTo>
                    <a:pt x="616" y="7224"/>
                  </a:lnTo>
                  <a:lnTo>
                    <a:pt x="731" y="7211"/>
                  </a:lnTo>
                  <a:lnTo>
                    <a:pt x="846" y="7173"/>
                  </a:lnTo>
                  <a:lnTo>
                    <a:pt x="949" y="7122"/>
                  </a:lnTo>
                  <a:lnTo>
                    <a:pt x="1038" y="7045"/>
                  </a:lnTo>
                  <a:lnTo>
                    <a:pt x="1115" y="6955"/>
                  </a:lnTo>
                  <a:lnTo>
                    <a:pt x="1166" y="6853"/>
                  </a:lnTo>
                  <a:lnTo>
                    <a:pt x="1205" y="6737"/>
                  </a:lnTo>
                  <a:lnTo>
                    <a:pt x="1218" y="6622"/>
                  </a:lnTo>
                  <a:lnTo>
                    <a:pt x="1218" y="602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39"/>
                  </a:lnTo>
                  <a:lnTo>
                    <a:pt x="731" y="13"/>
                  </a:lnTo>
                  <a:lnTo>
                    <a:pt x="6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44"/>
            <p:cNvSpPr/>
            <p:nvPr/>
          </p:nvSpPr>
          <p:spPr>
            <a:xfrm>
              <a:off x="3953425" y="2135275"/>
              <a:ext cx="226425" cy="251075"/>
            </a:xfrm>
            <a:custGeom>
              <a:avLst/>
              <a:gdLst/>
              <a:ahLst/>
              <a:cxnLst/>
              <a:rect l="l" t="t" r="r" b="b"/>
              <a:pathLst>
                <a:path w="9057" h="10043" extrusionOk="0">
                  <a:moveTo>
                    <a:pt x="4791" y="1"/>
                  </a:moveTo>
                  <a:lnTo>
                    <a:pt x="4663" y="14"/>
                  </a:lnTo>
                  <a:lnTo>
                    <a:pt x="4548" y="52"/>
                  </a:lnTo>
                  <a:lnTo>
                    <a:pt x="4445" y="103"/>
                  </a:lnTo>
                  <a:lnTo>
                    <a:pt x="4356" y="180"/>
                  </a:lnTo>
                  <a:lnTo>
                    <a:pt x="4292" y="270"/>
                  </a:lnTo>
                  <a:lnTo>
                    <a:pt x="4228" y="372"/>
                  </a:lnTo>
                  <a:lnTo>
                    <a:pt x="4189" y="487"/>
                  </a:lnTo>
                  <a:lnTo>
                    <a:pt x="4176" y="616"/>
                  </a:lnTo>
                  <a:lnTo>
                    <a:pt x="4176" y="4394"/>
                  </a:lnTo>
                  <a:lnTo>
                    <a:pt x="155" y="9030"/>
                  </a:lnTo>
                  <a:lnTo>
                    <a:pt x="78" y="9133"/>
                  </a:lnTo>
                  <a:lnTo>
                    <a:pt x="27" y="9235"/>
                  </a:lnTo>
                  <a:lnTo>
                    <a:pt x="1" y="9351"/>
                  </a:lnTo>
                  <a:lnTo>
                    <a:pt x="1" y="9479"/>
                  </a:lnTo>
                  <a:lnTo>
                    <a:pt x="14" y="9581"/>
                  </a:lnTo>
                  <a:lnTo>
                    <a:pt x="65" y="9696"/>
                  </a:lnTo>
                  <a:lnTo>
                    <a:pt x="129" y="9799"/>
                  </a:lnTo>
                  <a:lnTo>
                    <a:pt x="206" y="9888"/>
                  </a:lnTo>
                  <a:lnTo>
                    <a:pt x="296" y="9953"/>
                  </a:lnTo>
                  <a:lnTo>
                    <a:pt x="398" y="10004"/>
                  </a:lnTo>
                  <a:lnTo>
                    <a:pt x="500" y="10029"/>
                  </a:lnTo>
                  <a:lnTo>
                    <a:pt x="603" y="10042"/>
                  </a:lnTo>
                  <a:lnTo>
                    <a:pt x="731" y="10029"/>
                  </a:lnTo>
                  <a:lnTo>
                    <a:pt x="859" y="9991"/>
                  </a:lnTo>
                  <a:lnTo>
                    <a:pt x="962" y="9914"/>
                  </a:lnTo>
                  <a:lnTo>
                    <a:pt x="1064" y="9824"/>
                  </a:lnTo>
                  <a:lnTo>
                    <a:pt x="5252" y="5021"/>
                  </a:lnTo>
                  <a:lnTo>
                    <a:pt x="5316" y="4932"/>
                  </a:lnTo>
                  <a:lnTo>
                    <a:pt x="5355" y="4829"/>
                  </a:lnTo>
                  <a:lnTo>
                    <a:pt x="5380" y="4727"/>
                  </a:lnTo>
                  <a:lnTo>
                    <a:pt x="5393" y="4624"/>
                  </a:lnTo>
                  <a:lnTo>
                    <a:pt x="5393" y="1218"/>
                  </a:lnTo>
                  <a:lnTo>
                    <a:pt x="8441" y="1218"/>
                  </a:lnTo>
                  <a:lnTo>
                    <a:pt x="8569" y="1205"/>
                  </a:lnTo>
                  <a:lnTo>
                    <a:pt x="8685" y="1166"/>
                  </a:lnTo>
                  <a:lnTo>
                    <a:pt x="8787" y="1115"/>
                  </a:lnTo>
                  <a:lnTo>
                    <a:pt x="8877" y="1038"/>
                  </a:lnTo>
                  <a:lnTo>
                    <a:pt x="8941" y="949"/>
                  </a:lnTo>
                  <a:lnTo>
                    <a:pt x="9005" y="846"/>
                  </a:lnTo>
                  <a:lnTo>
                    <a:pt x="9043" y="731"/>
                  </a:lnTo>
                  <a:lnTo>
                    <a:pt x="9056" y="616"/>
                  </a:lnTo>
                  <a:lnTo>
                    <a:pt x="9043" y="487"/>
                  </a:lnTo>
                  <a:lnTo>
                    <a:pt x="9005" y="372"/>
                  </a:lnTo>
                  <a:lnTo>
                    <a:pt x="8941" y="270"/>
                  </a:lnTo>
                  <a:lnTo>
                    <a:pt x="8877" y="180"/>
                  </a:lnTo>
                  <a:lnTo>
                    <a:pt x="8787" y="103"/>
                  </a:lnTo>
                  <a:lnTo>
                    <a:pt x="8685" y="52"/>
                  </a:lnTo>
                  <a:lnTo>
                    <a:pt x="8569" y="14"/>
                  </a:lnTo>
                  <a:lnTo>
                    <a:pt x="84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44"/>
            <p:cNvSpPr/>
            <p:nvPr/>
          </p:nvSpPr>
          <p:spPr>
            <a:xfrm>
              <a:off x="4051425" y="2316525"/>
              <a:ext cx="108875" cy="208450"/>
            </a:xfrm>
            <a:custGeom>
              <a:avLst/>
              <a:gdLst/>
              <a:ahLst/>
              <a:cxnLst/>
              <a:rect l="l" t="t" r="r" b="b"/>
              <a:pathLst>
                <a:path w="4355" h="8338" extrusionOk="0">
                  <a:moveTo>
                    <a:pt x="3625" y="0"/>
                  </a:moveTo>
                  <a:lnTo>
                    <a:pt x="3509" y="38"/>
                  </a:lnTo>
                  <a:lnTo>
                    <a:pt x="3407" y="103"/>
                  </a:lnTo>
                  <a:lnTo>
                    <a:pt x="3317" y="167"/>
                  </a:lnTo>
                  <a:lnTo>
                    <a:pt x="3241" y="256"/>
                  </a:lnTo>
                  <a:lnTo>
                    <a:pt x="3189" y="359"/>
                  </a:lnTo>
                  <a:lnTo>
                    <a:pt x="3151" y="474"/>
                  </a:lnTo>
                  <a:lnTo>
                    <a:pt x="3138" y="602"/>
                  </a:lnTo>
                  <a:lnTo>
                    <a:pt x="3138" y="4572"/>
                  </a:lnTo>
                  <a:lnTo>
                    <a:pt x="192" y="7288"/>
                  </a:lnTo>
                  <a:lnTo>
                    <a:pt x="115" y="7377"/>
                  </a:lnTo>
                  <a:lnTo>
                    <a:pt x="51" y="7480"/>
                  </a:lnTo>
                  <a:lnTo>
                    <a:pt x="13" y="7595"/>
                  </a:lnTo>
                  <a:lnTo>
                    <a:pt x="0" y="7710"/>
                  </a:lnTo>
                  <a:lnTo>
                    <a:pt x="0" y="7826"/>
                  </a:lnTo>
                  <a:lnTo>
                    <a:pt x="39" y="7941"/>
                  </a:lnTo>
                  <a:lnTo>
                    <a:pt x="90" y="8043"/>
                  </a:lnTo>
                  <a:lnTo>
                    <a:pt x="154" y="8146"/>
                  </a:lnTo>
                  <a:lnTo>
                    <a:pt x="256" y="8223"/>
                  </a:lnTo>
                  <a:lnTo>
                    <a:pt x="372" y="8287"/>
                  </a:lnTo>
                  <a:lnTo>
                    <a:pt x="487" y="8325"/>
                  </a:lnTo>
                  <a:lnTo>
                    <a:pt x="602" y="8338"/>
                  </a:lnTo>
                  <a:lnTo>
                    <a:pt x="717" y="8325"/>
                  </a:lnTo>
                  <a:lnTo>
                    <a:pt x="820" y="8300"/>
                  </a:lnTo>
                  <a:lnTo>
                    <a:pt x="922" y="8248"/>
                  </a:lnTo>
                  <a:lnTo>
                    <a:pt x="1012" y="8172"/>
                  </a:lnTo>
                  <a:lnTo>
                    <a:pt x="4150" y="5277"/>
                  </a:lnTo>
                  <a:lnTo>
                    <a:pt x="4240" y="5187"/>
                  </a:lnTo>
                  <a:lnTo>
                    <a:pt x="4304" y="5072"/>
                  </a:lnTo>
                  <a:lnTo>
                    <a:pt x="4342" y="4957"/>
                  </a:lnTo>
                  <a:lnTo>
                    <a:pt x="4355" y="4829"/>
                  </a:lnTo>
                  <a:lnTo>
                    <a:pt x="4355" y="602"/>
                  </a:lnTo>
                  <a:lnTo>
                    <a:pt x="4342" y="474"/>
                  </a:lnTo>
                  <a:lnTo>
                    <a:pt x="4304" y="359"/>
                  </a:lnTo>
                  <a:lnTo>
                    <a:pt x="4252" y="256"/>
                  </a:lnTo>
                  <a:lnTo>
                    <a:pt x="4175" y="167"/>
                  </a:lnTo>
                  <a:lnTo>
                    <a:pt x="4086" y="103"/>
                  </a:lnTo>
                  <a:lnTo>
                    <a:pt x="3983" y="38"/>
                  </a:lnTo>
                  <a:lnTo>
                    <a:pt x="38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44"/>
            <p:cNvSpPr/>
            <p:nvPr/>
          </p:nvSpPr>
          <p:spPr>
            <a:xfrm>
              <a:off x="4057825" y="2603100"/>
              <a:ext cx="302925" cy="116900"/>
            </a:xfrm>
            <a:custGeom>
              <a:avLst/>
              <a:gdLst/>
              <a:ahLst/>
              <a:cxnLst/>
              <a:rect l="l" t="t" r="r" b="b"/>
              <a:pathLst>
                <a:path w="12117" h="4676" extrusionOk="0">
                  <a:moveTo>
                    <a:pt x="615" y="0"/>
                  </a:moveTo>
                  <a:lnTo>
                    <a:pt x="487" y="13"/>
                  </a:lnTo>
                  <a:lnTo>
                    <a:pt x="372" y="51"/>
                  </a:lnTo>
                  <a:lnTo>
                    <a:pt x="269" y="103"/>
                  </a:lnTo>
                  <a:lnTo>
                    <a:pt x="180" y="179"/>
                  </a:lnTo>
                  <a:lnTo>
                    <a:pt x="116" y="269"/>
                  </a:lnTo>
                  <a:lnTo>
                    <a:pt x="52" y="372"/>
                  </a:lnTo>
                  <a:lnTo>
                    <a:pt x="13" y="487"/>
                  </a:lnTo>
                  <a:lnTo>
                    <a:pt x="0" y="615"/>
                  </a:lnTo>
                  <a:lnTo>
                    <a:pt x="13" y="730"/>
                  </a:lnTo>
                  <a:lnTo>
                    <a:pt x="52" y="845"/>
                  </a:lnTo>
                  <a:lnTo>
                    <a:pt x="116" y="948"/>
                  </a:lnTo>
                  <a:lnTo>
                    <a:pt x="180" y="1038"/>
                  </a:lnTo>
                  <a:lnTo>
                    <a:pt x="269" y="1114"/>
                  </a:lnTo>
                  <a:lnTo>
                    <a:pt x="372" y="1166"/>
                  </a:lnTo>
                  <a:lnTo>
                    <a:pt x="487" y="1204"/>
                  </a:lnTo>
                  <a:lnTo>
                    <a:pt x="615" y="1217"/>
                  </a:lnTo>
                  <a:lnTo>
                    <a:pt x="6225" y="1217"/>
                  </a:lnTo>
                  <a:lnTo>
                    <a:pt x="6225" y="4060"/>
                  </a:lnTo>
                  <a:lnTo>
                    <a:pt x="6238" y="4188"/>
                  </a:lnTo>
                  <a:lnTo>
                    <a:pt x="6263" y="4304"/>
                  </a:lnTo>
                  <a:lnTo>
                    <a:pt x="6327" y="4406"/>
                  </a:lnTo>
                  <a:lnTo>
                    <a:pt x="6404" y="4496"/>
                  </a:lnTo>
                  <a:lnTo>
                    <a:pt x="6494" y="4573"/>
                  </a:lnTo>
                  <a:lnTo>
                    <a:pt x="6596" y="4624"/>
                  </a:lnTo>
                  <a:lnTo>
                    <a:pt x="6712" y="4662"/>
                  </a:lnTo>
                  <a:lnTo>
                    <a:pt x="6827" y="4675"/>
                  </a:lnTo>
                  <a:lnTo>
                    <a:pt x="11502" y="4675"/>
                  </a:lnTo>
                  <a:lnTo>
                    <a:pt x="11630" y="4662"/>
                  </a:lnTo>
                  <a:lnTo>
                    <a:pt x="11745" y="4624"/>
                  </a:lnTo>
                  <a:lnTo>
                    <a:pt x="11848" y="4573"/>
                  </a:lnTo>
                  <a:lnTo>
                    <a:pt x="11937" y="4496"/>
                  </a:lnTo>
                  <a:lnTo>
                    <a:pt x="12014" y="4406"/>
                  </a:lnTo>
                  <a:lnTo>
                    <a:pt x="12065" y="4304"/>
                  </a:lnTo>
                  <a:lnTo>
                    <a:pt x="12104" y="4188"/>
                  </a:lnTo>
                  <a:lnTo>
                    <a:pt x="12117" y="4060"/>
                  </a:lnTo>
                  <a:lnTo>
                    <a:pt x="12104" y="3945"/>
                  </a:lnTo>
                  <a:lnTo>
                    <a:pt x="12065" y="3830"/>
                  </a:lnTo>
                  <a:lnTo>
                    <a:pt x="12014" y="3727"/>
                  </a:lnTo>
                  <a:lnTo>
                    <a:pt x="11937" y="3638"/>
                  </a:lnTo>
                  <a:lnTo>
                    <a:pt x="11848" y="3561"/>
                  </a:lnTo>
                  <a:lnTo>
                    <a:pt x="11745" y="3509"/>
                  </a:lnTo>
                  <a:lnTo>
                    <a:pt x="11630" y="3471"/>
                  </a:lnTo>
                  <a:lnTo>
                    <a:pt x="11502" y="3458"/>
                  </a:lnTo>
                  <a:lnTo>
                    <a:pt x="7442" y="3458"/>
                  </a:lnTo>
                  <a:lnTo>
                    <a:pt x="7442" y="615"/>
                  </a:lnTo>
                  <a:lnTo>
                    <a:pt x="7429" y="487"/>
                  </a:lnTo>
                  <a:lnTo>
                    <a:pt x="7390" y="372"/>
                  </a:lnTo>
                  <a:lnTo>
                    <a:pt x="7326" y="269"/>
                  </a:lnTo>
                  <a:lnTo>
                    <a:pt x="7262" y="179"/>
                  </a:lnTo>
                  <a:lnTo>
                    <a:pt x="7173" y="103"/>
                  </a:lnTo>
                  <a:lnTo>
                    <a:pt x="7070" y="51"/>
                  </a:lnTo>
                  <a:lnTo>
                    <a:pt x="6955" y="13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44"/>
            <p:cNvSpPr/>
            <p:nvPr/>
          </p:nvSpPr>
          <p:spPr>
            <a:xfrm>
              <a:off x="4025475" y="2700750"/>
              <a:ext cx="248825" cy="167175"/>
            </a:xfrm>
            <a:custGeom>
              <a:avLst/>
              <a:gdLst/>
              <a:ahLst/>
              <a:cxnLst/>
              <a:rect l="l" t="t" r="r" b="b"/>
              <a:pathLst>
                <a:path w="9953" h="6687" extrusionOk="0">
                  <a:moveTo>
                    <a:pt x="590" y="1"/>
                  </a:moveTo>
                  <a:lnTo>
                    <a:pt x="475" y="13"/>
                  </a:lnTo>
                  <a:lnTo>
                    <a:pt x="359" y="52"/>
                  </a:lnTo>
                  <a:lnTo>
                    <a:pt x="257" y="103"/>
                  </a:lnTo>
                  <a:lnTo>
                    <a:pt x="167" y="180"/>
                  </a:lnTo>
                  <a:lnTo>
                    <a:pt x="90" y="282"/>
                  </a:lnTo>
                  <a:lnTo>
                    <a:pt x="39" y="398"/>
                  </a:lnTo>
                  <a:lnTo>
                    <a:pt x="13" y="513"/>
                  </a:lnTo>
                  <a:lnTo>
                    <a:pt x="1" y="628"/>
                  </a:lnTo>
                  <a:lnTo>
                    <a:pt x="13" y="743"/>
                  </a:lnTo>
                  <a:lnTo>
                    <a:pt x="52" y="846"/>
                  </a:lnTo>
                  <a:lnTo>
                    <a:pt x="116" y="948"/>
                  </a:lnTo>
                  <a:lnTo>
                    <a:pt x="193" y="1038"/>
                  </a:lnTo>
                  <a:lnTo>
                    <a:pt x="282" y="1115"/>
                  </a:lnTo>
                  <a:lnTo>
                    <a:pt x="9030" y="6597"/>
                  </a:lnTo>
                  <a:lnTo>
                    <a:pt x="9107" y="6635"/>
                  </a:lnTo>
                  <a:lnTo>
                    <a:pt x="9184" y="6661"/>
                  </a:lnTo>
                  <a:lnTo>
                    <a:pt x="9261" y="6686"/>
                  </a:lnTo>
                  <a:lnTo>
                    <a:pt x="9427" y="6686"/>
                  </a:lnTo>
                  <a:lnTo>
                    <a:pt x="9491" y="6673"/>
                  </a:lnTo>
                  <a:lnTo>
                    <a:pt x="9568" y="6648"/>
                  </a:lnTo>
                  <a:lnTo>
                    <a:pt x="9632" y="6609"/>
                  </a:lnTo>
                  <a:lnTo>
                    <a:pt x="9696" y="6571"/>
                  </a:lnTo>
                  <a:lnTo>
                    <a:pt x="9760" y="6520"/>
                  </a:lnTo>
                  <a:lnTo>
                    <a:pt x="9812" y="6469"/>
                  </a:lnTo>
                  <a:lnTo>
                    <a:pt x="9863" y="6404"/>
                  </a:lnTo>
                  <a:lnTo>
                    <a:pt x="9914" y="6289"/>
                  </a:lnTo>
                  <a:lnTo>
                    <a:pt x="9952" y="6174"/>
                  </a:lnTo>
                  <a:lnTo>
                    <a:pt x="9952" y="6059"/>
                  </a:lnTo>
                  <a:lnTo>
                    <a:pt x="9940" y="5943"/>
                  </a:lnTo>
                  <a:lnTo>
                    <a:pt x="9901" y="5841"/>
                  </a:lnTo>
                  <a:lnTo>
                    <a:pt x="9850" y="5738"/>
                  </a:lnTo>
                  <a:lnTo>
                    <a:pt x="9773" y="5636"/>
                  </a:lnTo>
                  <a:lnTo>
                    <a:pt x="9671" y="5572"/>
                  </a:lnTo>
                  <a:lnTo>
                    <a:pt x="936" y="90"/>
                  </a:lnTo>
                  <a:lnTo>
                    <a:pt x="820" y="39"/>
                  </a:lnTo>
                  <a:lnTo>
                    <a:pt x="70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44"/>
            <p:cNvSpPr/>
            <p:nvPr/>
          </p:nvSpPr>
          <p:spPr>
            <a:xfrm>
              <a:off x="3967200" y="2775025"/>
              <a:ext cx="114650" cy="266750"/>
            </a:xfrm>
            <a:custGeom>
              <a:avLst/>
              <a:gdLst/>
              <a:ahLst/>
              <a:cxnLst/>
              <a:rect l="l" t="t" r="r" b="b"/>
              <a:pathLst>
                <a:path w="4586" h="10670" extrusionOk="0">
                  <a:moveTo>
                    <a:pt x="513" y="1"/>
                  </a:moveTo>
                  <a:lnTo>
                    <a:pt x="398" y="27"/>
                  </a:lnTo>
                  <a:lnTo>
                    <a:pt x="295" y="78"/>
                  </a:lnTo>
                  <a:lnTo>
                    <a:pt x="206" y="155"/>
                  </a:lnTo>
                  <a:lnTo>
                    <a:pt x="116" y="244"/>
                  </a:lnTo>
                  <a:lnTo>
                    <a:pt x="52" y="347"/>
                  </a:lnTo>
                  <a:lnTo>
                    <a:pt x="13" y="462"/>
                  </a:lnTo>
                  <a:lnTo>
                    <a:pt x="1" y="577"/>
                  </a:lnTo>
                  <a:lnTo>
                    <a:pt x="1" y="693"/>
                  </a:lnTo>
                  <a:lnTo>
                    <a:pt x="26" y="808"/>
                  </a:lnTo>
                  <a:lnTo>
                    <a:pt x="78" y="910"/>
                  </a:lnTo>
                  <a:lnTo>
                    <a:pt x="154" y="1013"/>
                  </a:lnTo>
                  <a:lnTo>
                    <a:pt x="244" y="1090"/>
                  </a:lnTo>
                  <a:lnTo>
                    <a:pt x="3369" y="3421"/>
                  </a:lnTo>
                  <a:lnTo>
                    <a:pt x="3369" y="10055"/>
                  </a:lnTo>
                  <a:lnTo>
                    <a:pt x="3382" y="10183"/>
                  </a:lnTo>
                  <a:lnTo>
                    <a:pt x="3420" y="10299"/>
                  </a:lnTo>
                  <a:lnTo>
                    <a:pt x="3472" y="10401"/>
                  </a:lnTo>
                  <a:lnTo>
                    <a:pt x="3548" y="10491"/>
                  </a:lnTo>
                  <a:lnTo>
                    <a:pt x="3638" y="10567"/>
                  </a:lnTo>
                  <a:lnTo>
                    <a:pt x="3741" y="10619"/>
                  </a:lnTo>
                  <a:lnTo>
                    <a:pt x="3856" y="10657"/>
                  </a:lnTo>
                  <a:lnTo>
                    <a:pt x="3971" y="10670"/>
                  </a:lnTo>
                  <a:lnTo>
                    <a:pt x="4099" y="10657"/>
                  </a:lnTo>
                  <a:lnTo>
                    <a:pt x="4214" y="10619"/>
                  </a:lnTo>
                  <a:lnTo>
                    <a:pt x="4317" y="10567"/>
                  </a:lnTo>
                  <a:lnTo>
                    <a:pt x="4407" y="10491"/>
                  </a:lnTo>
                  <a:lnTo>
                    <a:pt x="4483" y="10401"/>
                  </a:lnTo>
                  <a:lnTo>
                    <a:pt x="4535" y="10299"/>
                  </a:lnTo>
                  <a:lnTo>
                    <a:pt x="4573" y="10183"/>
                  </a:lnTo>
                  <a:lnTo>
                    <a:pt x="4586" y="10055"/>
                  </a:lnTo>
                  <a:lnTo>
                    <a:pt x="4586" y="3113"/>
                  </a:lnTo>
                  <a:lnTo>
                    <a:pt x="4573" y="3036"/>
                  </a:lnTo>
                  <a:lnTo>
                    <a:pt x="4560" y="2972"/>
                  </a:lnTo>
                  <a:lnTo>
                    <a:pt x="4547" y="2896"/>
                  </a:lnTo>
                  <a:lnTo>
                    <a:pt x="4522" y="2832"/>
                  </a:lnTo>
                  <a:lnTo>
                    <a:pt x="4483" y="2780"/>
                  </a:lnTo>
                  <a:lnTo>
                    <a:pt x="4445" y="2716"/>
                  </a:lnTo>
                  <a:lnTo>
                    <a:pt x="4394" y="2665"/>
                  </a:lnTo>
                  <a:lnTo>
                    <a:pt x="4330" y="2627"/>
                  </a:lnTo>
                  <a:lnTo>
                    <a:pt x="961" y="116"/>
                  </a:lnTo>
                  <a:lnTo>
                    <a:pt x="859" y="52"/>
                  </a:lnTo>
                  <a:lnTo>
                    <a:pt x="744" y="14"/>
                  </a:lnTo>
                  <a:lnTo>
                    <a:pt x="6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44"/>
            <p:cNvSpPr/>
            <p:nvPr/>
          </p:nvSpPr>
          <p:spPr>
            <a:xfrm>
              <a:off x="3400125" y="2793925"/>
              <a:ext cx="254275" cy="218400"/>
            </a:xfrm>
            <a:custGeom>
              <a:avLst/>
              <a:gdLst/>
              <a:ahLst/>
              <a:cxnLst/>
              <a:rect l="l" t="t" r="r" b="b"/>
              <a:pathLst>
                <a:path w="10171" h="8736" extrusionOk="0">
                  <a:moveTo>
                    <a:pt x="9556" y="1"/>
                  </a:moveTo>
                  <a:lnTo>
                    <a:pt x="9440" y="13"/>
                  </a:lnTo>
                  <a:lnTo>
                    <a:pt x="9325" y="52"/>
                  </a:lnTo>
                  <a:lnTo>
                    <a:pt x="9223" y="103"/>
                  </a:lnTo>
                  <a:lnTo>
                    <a:pt x="9133" y="180"/>
                  </a:lnTo>
                  <a:lnTo>
                    <a:pt x="5483" y="3971"/>
                  </a:lnTo>
                  <a:lnTo>
                    <a:pt x="616" y="3971"/>
                  </a:lnTo>
                  <a:lnTo>
                    <a:pt x="488" y="3984"/>
                  </a:lnTo>
                  <a:lnTo>
                    <a:pt x="372" y="4022"/>
                  </a:lnTo>
                  <a:lnTo>
                    <a:pt x="270" y="4074"/>
                  </a:lnTo>
                  <a:lnTo>
                    <a:pt x="180" y="4150"/>
                  </a:lnTo>
                  <a:lnTo>
                    <a:pt x="103" y="4240"/>
                  </a:lnTo>
                  <a:lnTo>
                    <a:pt x="52" y="4343"/>
                  </a:lnTo>
                  <a:lnTo>
                    <a:pt x="14" y="4458"/>
                  </a:lnTo>
                  <a:lnTo>
                    <a:pt x="1" y="4573"/>
                  </a:lnTo>
                  <a:lnTo>
                    <a:pt x="1" y="8134"/>
                  </a:lnTo>
                  <a:lnTo>
                    <a:pt x="14" y="8249"/>
                  </a:lnTo>
                  <a:lnTo>
                    <a:pt x="52" y="8364"/>
                  </a:lnTo>
                  <a:lnTo>
                    <a:pt x="103" y="8467"/>
                  </a:lnTo>
                  <a:lnTo>
                    <a:pt x="180" y="8556"/>
                  </a:lnTo>
                  <a:lnTo>
                    <a:pt x="270" y="8633"/>
                  </a:lnTo>
                  <a:lnTo>
                    <a:pt x="372" y="8684"/>
                  </a:lnTo>
                  <a:lnTo>
                    <a:pt x="488" y="8723"/>
                  </a:lnTo>
                  <a:lnTo>
                    <a:pt x="616" y="8736"/>
                  </a:lnTo>
                  <a:lnTo>
                    <a:pt x="731" y="8723"/>
                  </a:lnTo>
                  <a:lnTo>
                    <a:pt x="846" y="8684"/>
                  </a:lnTo>
                  <a:lnTo>
                    <a:pt x="949" y="8633"/>
                  </a:lnTo>
                  <a:lnTo>
                    <a:pt x="1038" y="8556"/>
                  </a:lnTo>
                  <a:lnTo>
                    <a:pt x="1115" y="8467"/>
                  </a:lnTo>
                  <a:lnTo>
                    <a:pt x="1166" y="8364"/>
                  </a:lnTo>
                  <a:lnTo>
                    <a:pt x="1205" y="8249"/>
                  </a:lnTo>
                  <a:lnTo>
                    <a:pt x="1218" y="8134"/>
                  </a:lnTo>
                  <a:lnTo>
                    <a:pt x="1218" y="5188"/>
                  </a:lnTo>
                  <a:lnTo>
                    <a:pt x="5739" y="5188"/>
                  </a:lnTo>
                  <a:lnTo>
                    <a:pt x="5854" y="5175"/>
                  </a:lnTo>
                  <a:lnTo>
                    <a:pt x="5969" y="5137"/>
                  </a:lnTo>
                  <a:lnTo>
                    <a:pt x="6085" y="5073"/>
                  </a:lnTo>
                  <a:lnTo>
                    <a:pt x="6174" y="4996"/>
                  </a:lnTo>
                  <a:lnTo>
                    <a:pt x="10004" y="1025"/>
                  </a:lnTo>
                  <a:lnTo>
                    <a:pt x="10081" y="923"/>
                  </a:lnTo>
                  <a:lnTo>
                    <a:pt x="10132" y="820"/>
                  </a:lnTo>
                  <a:lnTo>
                    <a:pt x="10158" y="705"/>
                  </a:lnTo>
                  <a:lnTo>
                    <a:pt x="10170" y="590"/>
                  </a:lnTo>
                  <a:lnTo>
                    <a:pt x="10158" y="475"/>
                  </a:lnTo>
                  <a:lnTo>
                    <a:pt x="10119" y="359"/>
                  </a:lnTo>
                  <a:lnTo>
                    <a:pt x="10068" y="257"/>
                  </a:lnTo>
                  <a:lnTo>
                    <a:pt x="9991" y="167"/>
                  </a:lnTo>
                  <a:lnTo>
                    <a:pt x="9889" y="90"/>
                  </a:lnTo>
                  <a:lnTo>
                    <a:pt x="9786" y="39"/>
                  </a:lnTo>
                  <a:lnTo>
                    <a:pt x="967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44"/>
            <p:cNvSpPr/>
            <p:nvPr/>
          </p:nvSpPr>
          <p:spPr>
            <a:xfrm>
              <a:off x="3283275" y="2700750"/>
              <a:ext cx="289150" cy="104725"/>
            </a:xfrm>
            <a:custGeom>
              <a:avLst/>
              <a:gdLst/>
              <a:ahLst/>
              <a:cxnLst/>
              <a:rect l="l" t="t" r="r" b="b"/>
              <a:pathLst>
                <a:path w="11566" h="4189" extrusionOk="0">
                  <a:moveTo>
                    <a:pt x="10887" y="1"/>
                  </a:moveTo>
                  <a:lnTo>
                    <a:pt x="10771" y="26"/>
                  </a:lnTo>
                  <a:lnTo>
                    <a:pt x="10669" y="77"/>
                  </a:lnTo>
                  <a:lnTo>
                    <a:pt x="10567" y="141"/>
                  </a:lnTo>
                  <a:lnTo>
                    <a:pt x="7288" y="2972"/>
                  </a:lnTo>
                  <a:lnTo>
                    <a:pt x="602" y="2972"/>
                  </a:lnTo>
                  <a:lnTo>
                    <a:pt x="487" y="2985"/>
                  </a:lnTo>
                  <a:lnTo>
                    <a:pt x="372" y="3023"/>
                  </a:lnTo>
                  <a:lnTo>
                    <a:pt x="269" y="3074"/>
                  </a:lnTo>
                  <a:lnTo>
                    <a:pt x="179" y="3151"/>
                  </a:lnTo>
                  <a:lnTo>
                    <a:pt x="103" y="3241"/>
                  </a:lnTo>
                  <a:lnTo>
                    <a:pt x="51" y="3343"/>
                  </a:lnTo>
                  <a:lnTo>
                    <a:pt x="13" y="3459"/>
                  </a:lnTo>
                  <a:lnTo>
                    <a:pt x="0" y="3574"/>
                  </a:lnTo>
                  <a:lnTo>
                    <a:pt x="13" y="3702"/>
                  </a:lnTo>
                  <a:lnTo>
                    <a:pt x="51" y="3817"/>
                  </a:lnTo>
                  <a:lnTo>
                    <a:pt x="103" y="3920"/>
                  </a:lnTo>
                  <a:lnTo>
                    <a:pt x="179" y="4009"/>
                  </a:lnTo>
                  <a:lnTo>
                    <a:pt x="269" y="4073"/>
                  </a:lnTo>
                  <a:lnTo>
                    <a:pt x="372" y="4137"/>
                  </a:lnTo>
                  <a:lnTo>
                    <a:pt x="487" y="4176"/>
                  </a:lnTo>
                  <a:lnTo>
                    <a:pt x="602" y="4189"/>
                  </a:lnTo>
                  <a:lnTo>
                    <a:pt x="7518" y="4189"/>
                  </a:lnTo>
                  <a:lnTo>
                    <a:pt x="7621" y="4176"/>
                  </a:lnTo>
                  <a:lnTo>
                    <a:pt x="7723" y="4150"/>
                  </a:lnTo>
                  <a:lnTo>
                    <a:pt x="7826" y="4099"/>
                  </a:lnTo>
                  <a:lnTo>
                    <a:pt x="7915" y="4035"/>
                  </a:lnTo>
                  <a:lnTo>
                    <a:pt x="11361" y="1064"/>
                  </a:lnTo>
                  <a:lnTo>
                    <a:pt x="11450" y="974"/>
                  </a:lnTo>
                  <a:lnTo>
                    <a:pt x="11502" y="871"/>
                  </a:lnTo>
                  <a:lnTo>
                    <a:pt x="11553" y="769"/>
                  </a:lnTo>
                  <a:lnTo>
                    <a:pt x="11566" y="654"/>
                  </a:lnTo>
                  <a:lnTo>
                    <a:pt x="11566" y="526"/>
                  </a:lnTo>
                  <a:lnTo>
                    <a:pt x="11540" y="423"/>
                  </a:lnTo>
                  <a:lnTo>
                    <a:pt x="11489" y="308"/>
                  </a:lnTo>
                  <a:lnTo>
                    <a:pt x="11425" y="205"/>
                  </a:lnTo>
                  <a:lnTo>
                    <a:pt x="11335" y="129"/>
                  </a:lnTo>
                  <a:lnTo>
                    <a:pt x="11233" y="65"/>
                  </a:lnTo>
                  <a:lnTo>
                    <a:pt x="11117" y="13"/>
                  </a:lnTo>
                  <a:lnTo>
                    <a:pt x="110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44"/>
            <p:cNvSpPr/>
            <p:nvPr/>
          </p:nvSpPr>
          <p:spPr>
            <a:xfrm>
              <a:off x="3350175" y="2633825"/>
              <a:ext cx="192475" cy="30450"/>
            </a:xfrm>
            <a:custGeom>
              <a:avLst/>
              <a:gdLst/>
              <a:ahLst/>
              <a:cxnLst/>
              <a:rect l="l" t="t" r="r" b="b"/>
              <a:pathLst>
                <a:path w="7699" h="1218" extrusionOk="0">
                  <a:moveTo>
                    <a:pt x="603" y="1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70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03"/>
                  </a:lnTo>
                  <a:lnTo>
                    <a:pt x="14" y="731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5"/>
                  </a:lnTo>
                  <a:lnTo>
                    <a:pt x="603" y="1217"/>
                  </a:lnTo>
                  <a:lnTo>
                    <a:pt x="7084" y="1217"/>
                  </a:lnTo>
                  <a:lnTo>
                    <a:pt x="7212" y="1205"/>
                  </a:lnTo>
                  <a:lnTo>
                    <a:pt x="7327" y="1166"/>
                  </a:lnTo>
                  <a:lnTo>
                    <a:pt x="7429" y="1115"/>
                  </a:lnTo>
                  <a:lnTo>
                    <a:pt x="7519" y="1038"/>
                  </a:lnTo>
                  <a:lnTo>
                    <a:pt x="7596" y="948"/>
                  </a:lnTo>
                  <a:lnTo>
                    <a:pt x="7647" y="846"/>
                  </a:lnTo>
                  <a:lnTo>
                    <a:pt x="7686" y="731"/>
                  </a:lnTo>
                  <a:lnTo>
                    <a:pt x="7698" y="603"/>
                  </a:lnTo>
                  <a:lnTo>
                    <a:pt x="7686" y="487"/>
                  </a:lnTo>
                  <a:lnTo>
                    <a:pt x="7647" y="372"/>
                  </a:lnTo>
                  <a:lnTo>
                    <a:pt x="7596" y="270"/>
                  </a:lnTo>
                  <a:lnTo>
                    <a:pt x="7519" y="180"/>
                  </a:lnTo>
                  <a:lnTo>
                    <a:pt x="7429" y="103"/>
                  </a:lnTo>
                  <a:lnTo>
                    <a:pt x="7327" y="52"/>
                  </a:lnTo>
                  <a:lnTo>
                    <a:pt x="7212" y="13"/>
                  </a:lnTo>
                  <a:lnTo>
                    <a:pt x="708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44"/>
            <p:cNvSpPr/>
            <p:nvPr/>
          </p:nvSpPr>
          <p:spPr>
            <a:xfrm>
              <a:off x="3283275" y="2447150"/>
              <a:ext cx="256800" cy="130675"/>
            </a:xfrm>
            <a:custGeom>
              <a:avLst/>
              <a:gdLst/>
              <a:ahLst/>
              <a:cxnLst/>
              <a:rect l="l" t="t" r="r" b="b"/>
              <a:pathLst>
                <a:path w="10272" h="5227" extrusionOk="0">
                  <a:moveTo>
                    <a:pt x="615" y="1"/>
                  </a:moveTo>
                  <a:lnTo>
                    <a:pt x="500" y="13"/>
                  </a:lnTo>
                  <a:lnTo>
                    <a:pt x="384" y="39"/>
                  </a:lnTo>
                  <a:lnTo>
                    <a:pt x="282" y="103"/>
                  </a:lnTo>
                  <a:lnTo>
                    <a:pt x="192" y="167"/>
                  </a:lnTo>
                  <a:lnTo>
                    <a:pt x="115" y="257"/>
                  </a:lnTo>
                  <a:lnTo>
                    <a:pt x="51" y="359"/>
                  </a:lnTo>
                  <a:lnTo>
                    <a:pt x="13" y="487"/>
                  </a:lnTo>
                  <a:lnTo>
                    <a:pt x="0" y="603"/>
                  </a:lnTo>
                  <a:lnTo>
                    <a:pt x="13" y="718"/>
                  </a:lnTo>
                  <a:lnTo>
                    <a:pt x="39" y="833"/>
                  </a:lnTo>
                  <a:lnTo>
                    <a:pt x="90" y="936"/>
                  </a:lnTo>
                  <a:lnTo>
                    <a:pt x="167" y="1025"/>
                  </a:lnTo>
                  <a:lnTo>
                    <a:pt x="256" y="1102"/>
                  </a:lnTo>
                  <a:lnTo>
                    <a:pt x="359" y="1166"/>
                  </a:lnTo>
                  <a:lnTo>
                    <a:pt x="9414" y="5175"/>
                  </a:lnTo>
                  <a:lnTo>
                    <a:pt x="9542" y="5213"/>
                  </a:lnTo>
                  <a:lnTo>
                    <a:pt x="9670" y="5226"/>
                  </a:lnTo>
                  <a:lnTo>
                    <a:pt x="9747" y="5226"/>
                  </a:lnTo>
                  <a:lnTo>
                    <a:pt x="9837" y="5201"/>
                  </a:lnTo>
                  <a:lnTo>
                    <a:pt x="9913" y="5175"/>
                  </a:lnTo>
                  <a:lnTo>
                    <a:pt x="9990" y="5137"/>
                  </a:lnTo>
                  <a:lnTo>
                    <a:pt x="10067" y="5085"/>
                  </a:lnTo>
                  <a:lnTo>
                    <a:pt x="10118" y="5021"/>
                  </a:lnTo>
                  <a:lnTo>
                    <a:pt x="10182" y="4945"/>
                  </a:lnTo>
                  <a:lnTo>
                    <a:pt x="10221" y="4868"/>
                  </a:lnTo>
                  <a:lnTo>
                    <a:pt x="10259" y="4752"/>
                  </a:lnTo>
                  <a:lnTo>
                    <a:pt x="10272" y="4637"/>
                  </a:lnTo>
                  <a:lnTo>
                    <a:pt x="10259" y="4509"/>
                  </a:lnTo>
                  <a:lnTo>
                    <a:pt x="10234" y="4407"/>
                  </a:lnTo>
                  <a:lnTo>
                    <a:pt x="10182" y="4304"/>
                  </a:lnTo>
                  <a:lnTo>
                    <a:pt x="10105" y="4202"/>
                  </a:lnTo>
                  <a:lnTo>
                    <a:pt x="10016" y="4125"/>
                  </a:lnTo>
                  <a:lnTo>
                    <a:pt x="9913" y="4061"/>
                  </a:lnTo>
                  <a:lnTo>
                    <a:pt x="858" y="52"/>
                  </a:lnTo>
                  <a:lnTo>
                    <a:pt x="743" y="13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44"/>
            <p:cNvSpPr/>
            <p:nvPr/>
          </p:nvSpPr>
          <p:spPr>
            <a:xfrm>
              <a:off x="3366825" y="2191000"/>
              <a:ext cx="205600" cy="281150"/>
            </a:xfrm>
            <a:custGeom>
              <a:avLst/>
              <a:gdLst/>
              <a:ahLst/>
              <a:cxnLst/>
              <a:rect l="l" t="t" r="r" b="b"/>
              <a:pathLst>
                <a:path w="8224" h="11246" extrusionOk="0">
                  <a:moveTo>
                    <a:pt x="603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" y="7198"/>
                  </a:lnTo>
                  <a:lnTo>
                    <a:pt x="1" y="7288"/>
                  </a:lnTo>
                  <a:lnTo>
                    <a:pt x="27" y="7365"/>
                  </a:lnTo>
                  <a:lnTo>
                    <a:pt x="52" y="7455"/>
                  </a:lnTo>
                  <a:lnTo>
                    <a:pt x="91" y="7519"/>
                  </a:lnTo>
                  <a:lnTo>
                    <a:pt x="142" y="7595"/>
                  </a:lnTo>
                  <a:lnTo>
                    <a:pt x="206" y="7647"/>
                  </a:lnTo>
                  <a:lnTo>
                    <a:pt x="270" y="7698"/>
                  </a:lnTo>
                  <a:lnTo>
                    <a:pt x="347" y="7749"/>
                  </a:lnTo>
                  <a:lnTo>
                    <a:pt x="7353" y="11182"/>
                  </a:lnTo>
                  <a:lnTo>
                    <a:pt x="7417" y="11207"/>
                  </a:lnTo>
                  <a:lnTo>
                    <a:pt x="7481" y="11220"/>
                  </a:lnTo>
                  <a:lnTo>
                    <a:pt x="7558" y="11233"/>
                  </a:lnTo>
                  <a:lnTo>
                    <a:pt x="7622" y="11246"/>
                  </a:lnTo>
                  <a:lnTo>
                    <a:pt x="7698" y="11233"/>
                  </a:lnTo>
                  <a:lnTo>
                    <a:pt x="7788" y="11220"/>
                  </a:lnTo>
                  <a:lnTo>
                    <a:pt x="7865" y="11194"/>
                  </a:lnTo>
                  <a:lnTo>
                    <a:pt x="7942" y="11156"/>
                  </a:lnTo>
                  <a:lnTo>
                    <a:pt x="8006" y="11105"/>
                  </a:lnTo>
                  <a:lnTo>
                    <a:pt x="8070" y="11041"/>
                  </a:lnTo>
                  <a:lnTo>
                    <a:pt x="8121" y="10977"/>
                  </a:lnTo>
                  <a:lnTo>
                    <a:pt x="8172" y="10900"/>
                  </a:lnTo>
                  <a:lnTo>
                    <a:pt x="8211" y="10785"/>
                  </a:lnTo>
                  <a:lnTo>
                    <a:pt x="8224" y="10669"/>
                  </a:lnTo>
                  <a:lnTo>
                    <a:pt x="8224" y="10554"/>
                  </a:lnTo>
                  <a:lnTo>
                    <a:pt x="8198" y="10439"/>
                  </a:lnTo>
                  <a:lnTo>
                    <a:pt x="8147" y="10336"/>
                  </a:lnTo>
                  <a:lnTo>
                    <a:pt x="8083" y="10234"/>
                  </a:lnTo>
                  <a:lnTo>
                    <a:pt x="7993" y="10157"/>
                  </a:lnTo>
                  <a:lnTo>
                    <a:pt x="7891" y="10093"/>
                  </a:lnTo>
                  <a:lnTo>
                    <a:pt x="1218" y="6827"/>
                  </a:lnTo>
                  <a:lnTo>
                    <a:pt x="1218" y="615"/>
                  </a:lnTo>
                  <a:lnTo>
                    <a:pt x="1205" y="487"/>
                  </a:lnTo>
                  <a:lnTo>
                    <a:pt x="1166" y="372"/>
                  </a:lnTo>
                  <a:lnTo>
                    <a:pt x="1115" y="269"/>
                  </a:lnTo>
                  <a:lnTo>
                    <a:pt x="1038" y="180"/>
                  </a:lnTo>
                  <a:lnTo>
                    <a:pt x="949" y="103"/>
                  </a:lnTo>
                  <a:lnTo>
                    <a:pt x="846" y="52"/>
                  </a:lnTo>
                  <a:lnTo>
                    <a:pt x="731" y="13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44"/>
            <p:cNvSpPr/>
            <p:nvPr/>
          </p:nvSpPr>
          <p:spPr>
            <a:xfrm>
              <a:off x="3483700" y="2207650"/>
              <a:ext cx="209125" cy="147950"/>
            </a:xfrm>
            <a:custGeom>
              <a:avLst/>
              <a:gdLst/>
              <a:ahLst/>
              <a:cxnLst/>
              <a:rect l="l" t="t" r="r" b="b"/>
              <a:pathLst>
                <a:path w="8365" h="5918" extrusionOk="0">
                  <a:moveTo>
                    <a:pt x="616" y="0"/>
                  </a:moveTo>
                  <a:lnTo>
                    <a:pt x="488" y="13"/>
                  </a:lnTo>
                  <a:lnTo>
                    <a:pt x="372" y="52"/>
                  </a:lnTo>
                  <a:lnTo>
                    <a:pt x="270" y="103"/>
                  </a:lnTo>
                  <a:lnTo>
                    <a:pt x="180" y="180"/>
                  </a:lnTo>
                  <a:lnTo>
                    <a:pt x="103" y="269"/>
                  </a:lnTo>
                  <a:lnTo>
                    <a:pt x="52" y="372"/>
                  </a:lnTo>
                  <a:lnTo>
                    <a:pt x="14" y="487"/>
                  </a:lnTo>
                  <a:lnTo>
                    <a:pt x="1" y="615"/>
                  </a:lnTo>
                  <a:lnTo>
                    <a:pt x="14" y="730"/>
                  </a:lnTo>
                  <a:lnTo>
                    <a:pt x="52" y="846"/>
                  </a:lnTo>
                  <a:lnTo>
                    <a:pt x="103" y="948"/>
                  </a:lnTo>
                  <a:lnTo>
                    <a:pt x="180" y="1038"/>
                  </a:lnTo>
                  <a:lnTo>
                    <a:pt x="270" y="1115"/>
                  </a:lnTo>
                  <a:lnTo>
                    <a:pt x="372" y="1166"/>
                  </a:lnTo>
                  <a:lnTo>
                    <a:pt x="488" y="1204"/>
                  </a:lnTo>
                  <a:lnTo>
                    <a:pt x="616" y="1217"/>
                  </a:lnTo>
                  <a:lnTo>
                    <a:pt x="3677" y="1217"/>
                  </a:lnTo>
                  <a:lnTo>
                    <a:pt x="3677" y="3625"/>
                  </a:lnTo>
                  <a:lnTo>
                    <a:pt x="3677" y="3702"/>
                  </a:lnTo>
                  <a:lnTo>
                    <a:pt x="3702" y="3792"/>
                  </a:lnTo>
                  <a:lnTo>
                    <a:pt x="3728" y="3868"/>
                  </a:lnTo>
                  <a:lnTo>
                    <a:pt x="3766" y="3945"/>
                  </a:lnTo>
                  <a:lnTo>
                    <a:pt x="3818" y="4009"/>
                  </a:lnTo>
                  <a:lnTo>
                    <a:pt x="3882" y="4073"/>
                  </a:lnTo>
                  <a:lnTo>
                    <a:pt x="3946" y="4125"/>
                  </a:lnTo>
                  <a:lnTo>
                    <a:pt x="4022" y="4163"/>
                  </a:lnTo>
                  <a:lnTo>
                    <a:pt x="7493" y="5854"/>
                  </a:lnTo>
                  <a:lnTo>
                    <a:pt x="7557" y="5892"/>
                  </a:lnTo>
                  <a:lnTo>
                    <a:pt x="7634" y="5905"/>
                  </a:lnTo>
                  <a:lnTo>
                    <a:pt x="7762" y="5918"/>
                  </a:lnTo>
                  <a:lnTo>
                    <a:pt x="7852" y="5918"/>
                  </a:lnTo>
                  <a:lnTo>
                    <a:pt x="7929" y="5892"/>
                  </a:lnTo>
                  <a:lnTo>
                    <a:pt x="8006" y="5866"/>
                  </a:lnTo>
                  <a:lnTo>
                    <a:pt x="8083" y="5828"/>
                  </a:lnTo>
                  <a:lnTo>
                    <a:pt x="8147" y="5777"/>
                  </a:lnTo>
                  <a:lnTo>
                    <a:pt x="8211" y="5726"/>
                  </a:lnTo>
                  <a:lnTo>
                    <a:pt x="8262" y="5661"/>
                  </a:lnTo>
                  <a:lnTo>
                    <a:pt x="8313" y="5585"/>
                  </a:lnTo>
                  <a:lnTo>
                    <a:pt x="8352" y="5469"/>
                  </a:lnTo>
                  <a:lnTo>
                    <a:pt x="8364" y="5341"/>
                  </a:lnTo>
                  <a:lnTo>
                    <a:pt x="8364" y="5226"/>
                  </a:lnTo>
                  <a:lnTo>
                    <a:pt x="8339" y="5111"/>
                  </a:lnTo>
                  <a:lnTo>
                    <a:pt x="8287" y="5008"/>
                  </a:lnTo>
                  <a:lnTo>
                    <a:pt x="8223" y="4919"/>
                  </a:lnTo>
                  <a:lnTo>
                    <a:pt x="8134" y="4829"/>
                  </a:lnTo>
                  <a:lnTo>
                    <a:pt x="8031" y="4765"/>
                  </a:lnTo>
                  <a:lnTo>
                    <a:pt x="4893" y="3241"/>
                  </a:lnTo>
                  <a:lnTo>
                    <a:pt x="4893" y="615"/>
                  </a:lnTo>
                  <a:lnTo>
                    <a:pt x="4881" y="487"/>
                  </a:lnTo>
                  <a:lnTo>
                    <a:pt x="4842" y="372"/>
                  </a:lnTo>
                  <a:lnTo>
                    <a:pt x="4791" y="269"/>
                  </a:lnTo>
                  <a:lnTo>
                    <a:pt x="4714" y="180"/>
                  </a:lnTo>
                  <a:lnTo>
                    <a:pt x="4624" y="103"/>
                  </a:lnTo>
                  <a:lnTo>
                    <a:pt x="4522" y="52"/>
                  </a:lnTo>
                  <a:lnTo>
                    <a:pt x="4407" y="13"/>
                  </a:lnTo>
                  <a:lnTo>
                    <a:pt x="42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4"/>
            <p:cNvSpPr/>
            <p:nvPr/>
          </p:nvSpPr>
          <p:spPr>
            <a:xfrm>
              <a:off x="3709450" y="2843550"/>
              <a:ext cx="166525" cy="254275"/>
            </a:xfrm>
            <a:custGeom>
              <a:avLst/>
              <a:gdLst/>
              <a:ahLst/>
              <a:cxnLst/>
              <a:rect l="l" t="t" r="r" b="b"/>
              <a:pathLst>
                <a:path w="6661" h="10171" extrusionOk="0">
                  <a:moveTo>
                    <a:pt x="0" y="1"/>
                  </a:moveTo>
                  <a:lnTo>
                    <a:pt x="0" y="6840"/>
                  </a:lnTo>
                  <a:lnTo>
                    <a:pt x="0" y="7007"/>
                  </a:lnTo>
                  <a:lnTo>
                    <a:pt x="13" y="7173"/>
                  </a:lnTo>
                  <a:lnTo>
                    <a:pt x="39" y="7340"/>
                  </a:lnTo>
                  <a:lnTo>
                    <a:pt x="64" y="7506"/>
                  </a:lnTo>
                  <a:lnTo>
                    <a:pt x="103" y="7673"/>
                  </a:lnTo>
                  <a:lnTo>
                    <a:pt x="154" y="7826"/>
                  </a:lnTo>
                  <a:lnTo>
                    <a:pt x="205" y="7980"/>
                  </a:lnTo>
                  <a:lnTo>
                    <a:pt x="256" y="8134"/>
                  </a:lnTo>
                  <a:lnTo>
                    <a:pt x="321" y="8275"/>
                  </a:lnTo>
                  <a:lnTo>
                    <a:pt x="397" y="8428"/>
                  </a:lnTo>
                  <a:lnTo>
                    <a:pt x="474" y="8557"/>
                  </a:lnTo>
                  <a:lnTo>
                    <a:pt x="564" y="8697"/>
                  </a:lnTo>
                  <a:lnTo>
                    <a:pt x="756" y="8954"/>
                  </a:lnTo>
                  <a:lnTo>
                    <a:pt x="974" y="9197"/>
                  </a:lnTo>
                  <a:lnTo>
                    <a:pt x="1204" y="9402"/>
                  </a:lnTo>
                  <a:lnTo>
                    <a:pt x="1460" y="9594"/>
                  </a:lnTo>
                  <a:lnTo>
                    <a:pt x="1601" y="9684"/>
                  </a:lnTo>
                  <a:lnTo>
                    <a:pt x="1742" y="9760"/>
                  </a:lnTo>
                  <a:lnTo>
                    <a:pt x="1883" y="9837"/>
                  </a:lnTo>
                  <a:lnTo>
                    <a:pt x="2037" y="9901"/>
                  </a:lnTo>
                  <a:lnTo>
                    <a:pt x="2178" y="9965"/>
                  </a:lnTo>
                  <a:lnTo>
                    <a:pt x="2344" y="10017"/>
                  </a:lnTo>
                  <a:lnTo>
                    <a:pt x="2498" y="10055"/>
                  </a:lnTo>
                  <a:lnTo>
                    <a:pt x="2652" y="10093"/>
                  </a:lnTo>
                  <a:lnTo>
                    <a:pt x="2818" y="10132"/>
                  </a:lnTo>
                  <a:lnTo>
                    <a:pt x="2985" y="10145"/>
                  </a:lnTo>
                  <a:lnTo>
                    <a:pt x="3151" y="10158"/>
                  </a:lnTo>
                  <a:lnTo>
                    <a:pt x="3330" y="10170"/>
                  </a:lnTo>
                  <a:lnTo>
                    <a:pt x="3497" y="10158"/>
                  </a:lnTo>
                  <a:lnTo>
                    <a:pt x="3663" y="10145"/>
                  </a:lnTo>
                  <a:lnTo>
                    <a:pt x="3830" y="10132"/>
                  </a:lnTo>
                  <a:lnTo>
                    <a:pt x="3996" y="10093"/>
                  </a:lnTo>
                  <a:lnTo>
                    <a:pt x="4163" y="10055"/>
                  </a:lnTo>
                  <a:lnTo>
                    <a:pt x="4317" y="10017"/>
                  </a:lnTo>
                  <a:lnTo>
                    <a:pt x="4470" y="9965"/>
                  </a:lnTo>
                  <a:lnTo>
                    <a:pt x="4624" y="9901"/>
                  </a:lnTo>
                  <a:lnTo>
                    <a:pt x="4778" y="9837"/>
                  </a:lnTo>
                  <a:lnTo>
                    <a:pt x="4919" y="9760"/>
                  </a:lnTo>
                  <a:lnTo>
                    <a:pt x="5059" y="9684"/>
                  </a:lnTo>
                  <a:lnTo>
                    <a:pt x="5188" y="9594"/>
                  </a:lnTo>
                  <a:lnTo>
                    <a:pt x="5444" y="9402"/>
                  </a:lnTo>
                  <a:lnTo>
                    <a:pt x="5687" y="9197"/>
                  </a:lnTo>
                  <a:lnTo>
                    <a:pt x="5892" y="8954"/>
                  </a:lnTo>
                  <a:lnTo>
                    <a:pt x="6084" y="8697"/>
                  </a:lnTo>
                  <a:lnTo>
                    <a:pt x="6174" y="8557"/>
                  </a:lnTo>
                  <a:lnTo>
                    <a:pt x="6251" y="8428"/>
                  </a:lnTo>
                  <a:lnTo>
                    <a:pt x="6327" y="8275"/>
                  </a:lnTo>
                  <a:lnTo>
                    <a:pt x="6391" y="8134"/>
                  </a:lnTo>
                  <a:lnTo>
                    <a:pt x="6455" y="7980"/>
                  </a:lnTo>
                  <a:lnTo>
                    <a:pt x="6507" y="7826"/>
                  </a:lnTo>
                  <a:lnTo>
                    <a:pt x="6558" y="7673"/>
                  </a:lnTo>
                  <a:lnTo>
                    <a:pt x="6596" y="7506"/>
                  </a:lnTo>
                  <a:lnTo>
                    <a:pt x="6622" y="7340"/>
                  </a:lnTo>
                  <a:lnTo>
                    <a:pt x="6635" y="7173"/>
                  </a:lnTo>
                  <a:lnTo>
                    <a:pt x="6648" y="7007"/>
                  </a:lnTo>
                  <a:lnTo>
                    <a:pt x="6660" y="6840"/>
                  </a:lnTo>
                  <a:lnTo>
                    <a:pt x="66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44"/>
            <p:cNvSpPr/>
            <p:nvPr/>
          </p:nvSpPr>
          <p:spPr>
            <a:xfrm>
              <a:off x="3669425" y="2834275"/>
              <a:ext cx="246250" cy="188625"/>
            </a:xfrm>
            <a:custGeom>
              <a:avLst/>
              <a:gdLst/>
              <a:ahLst/>
              <a:cxnLst/>
              <a:rect l="l" t="t" r="r" b="b"/>
              <a:pathLst>
                <a:path w="9850" h="7545" extrusionOk="0">
                  <a:moveTo>
                    <a:pt x="0" y="0"/>
                  </a:moveTo>
                  <a:lnTo>
                    <a:pt x="0" y="6648"/>
                  </a:lnTo>
                  <a:lnTo>
                    <a:pt x="13" y="6737"/>
                  </a:lnTo>
                  <a:lnTo>
                    <a:pt x="26" y="6827"/>
                  </a:lnTo>
                  <a:lnTo>
                    <a:pt x="52" y="6917"/>
                  </a:lnTo>
                  <a:lnTo>
                    <a:pt x="77" y="6994"/>
                  </a:lnTo>
                  <a:lnTo>
                    <a:pt x="116" y="7070"/>
                  </a:lnTo>
                  <a:lnTo>
                    <a:pt x="154" y="7147"/>
                  </a:lnTo>
                  <a:lnTo>
                    <a:pt x="205" y="7224"/>
                  </a:lnTo>
                  <a:lnTo>
                    <a:pt x="269" y="7275"/>
                  </a:lnTo>
                  <a:lnTo>
                    <a:pt x="333" y="7339"/>
                  </a:lnTo>
                  <a:lnTo>
                    <a:pt x="397" y="7391"/>
                  </a:lnTo>
                  <a:lnTo>
                    <a:pt x="474" y="7429"/>
                  </a:lnTo>
                  <a:lnTo>
                    <a:pt x="551" y="7467"/>
                  </a:lnTo>
                  <a:lnTo>
                    <a:pt x="628" y="7506"/>
                  </a:lnTo>
                  <a:lnTo>
                    <a:pt x="718" y="7519"/>
                  </a:lnTo>
                  <a:lnTo>
                    <a:pt x="807" y="7531"/>
                  </a:lnTo>
                  <a:lnTo>
                    <a:pt x="897" y="7544"/>
                  </a:lnTo>
                  <a:lnTo>
                    <a:pt x="8966" y="7544"/>
                  </a:lnTo>
                  <a:lnTo>
                    <a:pt x="9056" y="7531"/>
                  </a:lnTo>
                  <a:lnTo>
                    <a:pt x="9145" y="7519"/>
                  </a:lnTo>
                  <a:lnTo>
                    <a:pt x="9222" y="7506"/>
                  </a:lnTo>
                  <a:lnTo>
                    <a:pt x="9312" y="7467"/>
                  </a:lnTo>
                  <a:lnTo>
                    <a:pt x="9389" y="7429"/>
                  </a:lnTo>
                  <a:lnTo>
                    <a:pt x="9465" y="7391"/>
                  </a:lnTo>
                  <a:lnTo>
                    <a:pt x="9529" y="7339"/>
                  </a:lnTo>
                  <a:lnTo>
                    <a:pt x="9593" y="7275"/>
                  </a:lnTo>
                  <a:lnTo>
                    <a:pt x="9645" y="7224"/>
                  </a:lnTo>
                  <a:lnTo>
                    <a:pt x="9696" y="7147"/>
                  </a:lnTo>
                  <a:lnTo>
                    <a:pt x="9747" y="7070"/>
                  </a:lnTo>
                  <a:lnTo>
                    <a:pt x="9786" y="6994"/>
                  </a:lnTo>
                  <a:lnTo>
                    <a:pt x="9811" y="6917"/>
                  </a:lnTo>
                  <a:lnTo>
                    <a:pt x="9837" y="6827"/>
                  </a:lnTo>
                  <a:lnTo>
                    <a:pt x="9850" y="6737"/>
                  </a:lnTo>
                  <a:lnTo>
                    <a:pt x="9850" y="6648"/>
                  </a:lnTo>
                  <a:lnTo>
                    <a:pt x="98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44"/>
            <p:cNvSpPr/>
            <p:nvPr/>
          </p:nvSpPr>
          <p:spPr>
            <a:xfrm>
              <a:off x="3522125" y="2312350"/>
              <a:ext cx="548200" cy="548200"/>
            </a:xfrm>
            <a:custGeom>
              <a:avLst/>
              <a:gdLst/>
              <a:ahLst/>
              <a:cxnLst/>
              <a:rect l="l" t="t" r="r" b="b"/>
              <a:pathLst>
                <a:path w="21928" h="21928" extrusionOk="0">
                  <a:moveTo>
                    <a:pt x="10964" y="1"/>
                  </a:moveTo>
                  <a:lnTo>
                    <a:pt x="10401" y="13"/>
                  </a:lnTo>
                  <a:lnTo>
                    <a:pt x="9837" y="52"/>
                  </a:lnTo>
                  <a:lnTo>
                    <a:pt x="9286" y="116"/>
                  </a:lnTo>
                  <a:lnTo>
                    <a:pt x="8749" y="218"/>
                  </a:lnTo>
                  <a:lnTo>
                    <a:pt x="8223" y="334"/>
                  </a:lnTo>
                  <a:lnTo>
                    <a:pt x="7698" y="487"/>
                  </a:lnTo>
                  <a:lnTo>
                    <a:pt x="7186" y="654"/>
                  </a:lnTo>
                  <a:lnTo>
                    <a:pt x="6699" y="859"/>
                  </a:lnTo>
                  <a:lnTo>
                    <a:pt x="6213" y="1076"/>
                  </a:lnTo>
                  <a:lnTo>
                    <a:pt x="5739" y="1320"/>
                  </a:lnTo>
                  <a:lnTo>
                    <a:pt x="5278" y="1576"/>
                  </a:lnTo>
                  <a:lnTo>
                    <a:pt x="4829" y="1871"/>
                  </a:lnTo>
                  <a:lnTo>
                    <a:pt x="4407" y="2178"/>
                  </a:lnTo>
                  <a:lnTo>
                    <a:pt x="3984" y="2498"/>
                  </a:lnTo>
                  <a:lnTo>
                    <a:pt x="3587" y="2844"/>
                  </a:lnTo>
                  <a:lnTo>
                    <a:pt x="3203" y="3203"/>
                  </a:lnTo>
                  <a:lnTo>
                    <a:pt x="2844" y="3587"/>
                  </a:lnTo>
                  <a:lnTo>
                    <a:pt x="2498" y="3984"/>
                  </a:lnTo>
                  <a:lnTo>
                    <a:pt x="2178" y="4394"/>
                  </a:lnTo>
                  <a:lnTo>
                    <a:pt x="1871" y="4829"/>
                  </a:lnTo>
                  <a:lnTo>
                    <a:pt x="1589" y="5277"/>
                  </a:lnTo>
                  <a:lnTo>
                    <a:pt x="1320" y="5738"/>
                  </a:lnTo>
                  <a:lnTo>
                    <a:pt x="1077" y="6200"/>
                  </a:lnTo>
                  <a:lnTo>
                    <a:pt x="859" y="6686"/>
                  </a:lnTo>
                  <a:lnTo>
                    <a:pt x="667" y="7186"/>
                  </a:lnTo>
                  <a:lnTo>
                    <a:pt x="487" y="7698"/>
                  </a:lnTo>
                  <a:lnTo>
                    <a:pt x="347" y="8223"/>
                  </a:lnTo>
                  <a:lnTo>
                    <a:pt x="218" y="8748"/>
                  </a:lnTo>
                  <a:lnTo>
                    <a:pt x="129" y="9286"/>
                  </a:lnTo>
                  <a:lnTo>
                    <a:pt x="52" y="9837"/>
                  </a:lnTo>
                  <a:lnTo>
                    <a:pt x="14" y="10401"/>
                  </a:lnTo>
                  <a:lnTo>
                    <a:pt x="1" y="10964"/>
                  </a:lnTo>
                  <a:lnTo>
                    <a:pt x="14" y="11528"/>
                  </a:lnTo>
                  <a:lnTo>
                    <a:pt x="52" y="12078"/>
                  </a:lnTo>
                  <a:lnTo>
                    <a:pt x="129" y="12629"/>
                  </a:lnTo>
                  <a:lnTo>
                    <a:pt x="218" y="13167"/>
                  </a:lnTo>
                  <a:lnTo>
                    <a:pt x="347" y="13705"/>
                  </a:lnTo>
                  <a:lnTo>
                    <a:pt x="487" y="14217"/>
                  </a:lnTo>
                  <a:lnTo>
                    <a:pt x="667" y="14730"/>
                  </a:lnTo>
                  <a:lnTo>
                    <a:pt x="859" y="15229"/>
                  </a:lnTo>
                  <a:lnTo>
                    <a:pt x="1077" y="15716"/>
                  </a:lnTo>
                  <a:lnTo>
                    <a:pt x="1320" y="16190"/>
                  </a:lnTo>
                  <a:lnTo>
                    <a:pt x="1589" y="16651"/>
                  </a:lnTo>
                  <a:lnTo>
                    <a:pt x="1871" y="17086"/>
                  </a:lnTo>
                  <a:lnTo>
                    <a:pt x="2178" y="17522"/>
                  </a:lnTo>
                  <a:lnTo>
                    <a:pt x="2498" y="17932"/>
                  </a:lnTo>
                  <a:lnTo>
                    <a:pt x="2844" y="18329"/>
                  </a:lnTo>
                  <a:lnTo>
                    <a:pt x="3203" y="18713"/>
                  </a:lnTo>
                  <a:lnTo>
                    <a:pt x="3587" y="19072"/>
                  </a:lnTo>
                  <a:lnTo>
                    <a:pt x="3984" y="19417"/>
                  </a:lnTo>
                  <a:lnTo>
                    <a:pt x="4407" y="19750"/>
                  </a:lnTo>
                  <a:lnTo>
                    <a:pt x="4829" y="20058"/>
                  </a:lnTo>
                  <a:lnTo>
                    <a:pt x="5278" y="20339"/>
                  </a:lnTo>
                  <a:lnTo>
                    <a:pt x="5739" y="20596"/>
                  </a:lnTo>
                  <a:lnTo>
                    <a:pt x="6213" y="20839"/>
                  </a:lnTo>
                  <a:lnTo>
                    <a:pt x="6699" y="21070"/>
                  </a:lnTo>
                  <a:lnTo>
                    <a:pt x="7186" y="21262"/>
                  </a:lnTo>
                  <a:lnTo>
                    <a:pt x="7698" y="21428"/>
                  </a:lnTo>
                  <a:lnTo>
                    <a:pt x="8223" y="21582"/>
                  </a:lnTo>
                  <a:lnTo>
                    <a:pt x="8749" y="21697"/>
                  </a:lnTo>
                  <a:lnTo>
                    <a:pt x="9286" y="21800"/>
                  </a:lnTo>
                  <a:lnTo>
                    <a:pt x="9837" y="21864"/>
                  </a:lnTo>
                  <a:lnTo>
                    <a:pt x="10401" y="21915"/>
                  </a:lnTo>
                  <a:lnTo>
                    <a:pt x="10964" y="21928"/>
                  </a:lnTo>
                  <a:lnTo>
                    <a:pt x="11528" y="21915"/>
                  </a:lnTo>
                  <a:lnTo>
                    <a:pt x="12079" y="21864"/>
                  </a:lnTo>
                  <a:lnTo>
                    <a:pt x="12629" y="21800"/>
                  </a:lnTo>
                  <a:lnTo>
                    <a:pt x="13167" y="21697"/>
                  </a:lnTo>
                  <a:lnTo>
                    <a:pt x="13705" y="21582"/>
                  </a:lnTo>
                  <a:lnTo>
                    <a:pt x="14217" y="21428"/>
                  </a:lnTo>
                  <a:lnTo>
                    <a:pt x="14730" y="21262"/>
                  </a:lnTo>
                  <a:lnTo>
                    <a:pt x="15229" y="21070"/>
                  </a:lnTo>
                  <a:lnTo>
                    <a:pt x="15716" y="20839"/>
                  </a:lnTo>
                  <a:lnTo>
                    <a:pt x="16190" y="20596"/>
                  </a:lnTo>
                  <a:lnTo>
                    <a:pt x="16651" y="20339"/>
                  </a:lnTo>
                  <a:lnTo>
                    <a:pt x="17086" y="20058"/>
                  </a:lnTo>
                  <a:lnTo>
                    <a:pt x="17522" y="19750"/>
                  </a:lnTo>
                  <a:lnTo>
                    <a:pt x="17932" y="19417"/>
                  </a:lnTo>
                  <a:lnTo>
                    <a:pt x="18329" y="19072"/>
                  </a:lnTo>
                  <a:lnTo>
                    <a:pt x="18713" y="18713"/>
                  </a:lnTo>
                  <a:lnTo>
                    <a:pt x="19072" y="18329"/>
                  </a:lnTo>
                  <a:lnTo>
                    <a:pt x="19417" y="17932"/>
                  </a:lnTo>
                  <a:lnTo>
                    <a:pt x="19750" y="17522"/>
                  </a:lnTo>
                  <a:lnTo>
                    <a:pt x="20058" y="17086"/>
                  </a:lnTo>
                  <a:lnTo>
                    <a:pt x="20340" y="16651"/>
                  </a:lnTo>
                  <a:lnTo>
                    <a:pt x="20609" y="16190"/>
                  </a:lnTo>
                  <a:lnTo>
                    <a:pt x="20839" y="15716"/>
                  </a:lnTo>
                  <a:lnTo>
                    <a:pt x="21070" y="15229"/>
                  </a:lnTo>
                  <a:lnTo>
                    <a:pt x="21262" y="14730"/>
                  </a:lnTo>
                  <a:lnTo>
                    <a:pt x="21428" y="14217"/>
                  </a:lnTo>
                  <a:lnTo>
                    <a:pt x="21582" y="13705"/>
                  </a:lnTo>
                  <a:lnTo>
                    <a:pt x="21697" y="13167"/>
                  </a:lnTo>
                  <a:lnTo>
                    <a:pt x="21800" y="12629"/>
                  </a:lnTo>
                  <a:lnTo>
                    <a:pt x="21864" y="12078"/>
                  </a:lnTo>
                  <a:lnTo>
                    <a:pt x="21915" y="11528"/>
                  </a:lnTo>
                  <a:lnTo>
                    <a:pt x="21928" y="10964"/>
                  </a:lnTo>
                  <a:lnTo>
                    <a:pt x="21915" y="10401"/>
                  </a:lnTo>
                  <a:lnTo>
                    <a:pt x="21864" y="9837"/>
                  </a:lnTo>
                  <a:lnTo>
                    <a:pt x="21800" y="9286"/>
                  </a:lnTo>
                  <a:lnTo>
                    <a:pt x="21697" y="8748"/>
                  </a:lnTo>
                  <a:lnTo>
                    <a:pt x="21582" y="8223"/>
                  </a:lnTo>
                  <a:lnTo>
                    <a:pt x="21428" y="7698"/>
                  </a:lnTo>
                  <a:lnTo>
                    <a:pt x="21262" y="7186"/>
                  </a:lnTo>
                  <a:lnTo>
                    <a:pt x="21070" y="6686"/>
                  </a:lnTo>
                  <a:lnTo>
                    <a:pt x="20839" y="6200"/>
                  </a:lnTo>
                  <a:lnTo>
                    <a:pt x="20609" y="5738"/>
                  </a:lnTo>
                  <a:lnTo>
                    <a:pt x="20340" y="5277"/>
                  </a:lnTo>
                  <a:lnTo>
                    <a:pt x="20058" y="4829"/>
                  </a:lnTo>
                  <a:lnTo>
                    <a:pt x="19750" y="4394"/>
                  </a:lnTo>
                  <a:lnTo>
                    <a:pt x="19417" y="3984"/>
                  </a:lnTo>
                  <a:lnTo>
                    <a:pt x="19072" y="3587"/>
                  </a:lnTo>
                  <a:lnTo>
                    <a:pt x="18713" y="3203"/>
                  </a:lnTo>
                  <a:lnTo>
                    <a:pt x="18329" y="2844"/>
                  </a:lnTo>
                  <a:lnTo>
                    <a:pt x="17932" y="2498"/>
                  </a:lnTo>
                  <a:lnTo>
                    <a:pt x="17522" y="2178"/>
                  </a:lnTo>
                  <a:lnTo>
                    <a:pt x="17086" y="1871"/>
                  </a:lnTo>
                  <a:lnTo>
                    <a:pt x="16651" y="1576"/>
                  </a:lnTo>
                  <a:lnTo>
                    <a:pt x="16190" y="1320"/>
                  </a:lnTo>
                  <a:lnTo>
                    <a:pt x="15716" y="1076"/>
                  </a:lnTo>
                  <a:lnTo>
                    <a:pt x="15229" y="859"/>
                  </a:lnTo>
                  <a:lnTo>
                    <a:pt x="14730" y="654"/>
                  </a:lnTo>
                  <a:lnTo>
                    <a:pt x="14217" y="487"/>
                  </a:lnTo>
                  <a:lnTo>
                    <a:pt x="13705" y="334"/>
                  </a:lnTo>
                  <a:lnTo>
                    <a:pt x="13167" y="218"/>
                  </a:lnTo>
                  <a:lnTo>
                    <a:pt x="12629" y="116"/>
                  </a:lnTo>
                  <a:lnTo>
                    <a:pt x="12079" y="52"/>
                  </a:lnTo>
                  <a:lnTo>
                    <a:pt x="11528" y="13"/>
                  </a:lnTo>
                  <a:lnTo>
                    <a:pt x="10964" y="1"/>
                  </a:lnTo>
                  <a:close/>
                </a:path>
              </a:pathLst>
            </a:custGeom>
            <a:solidFill>
              <a:srgbClr val="FAFF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44"/>
            <p:cNvSpPr/>
            <p:nvPr/>
          </p:nvSpPr>
          <p:spPr>
            <a:xfrm>
              <a:off x="3652775" y="288230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8" y="321"/>
                  </a:lnTo>
                  <a:lnTo>
                    <a:pt x="64" y="449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2"/>
                  </a:lnTo>
                  <a:lnTo>
                    <a:pt x="64" y="1000"/>
                  </a:lnTo>
                  <a:lnTo>
                    <a:pt x="128" y="1128"/>
                  </a:lnTo>
                  <a:lnTo>
                    <a:pt x="218" y="1230"/>
                  </a:lnTo>
                  <a:lnTo>
                    <a:pt x="321" y="1320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20"/>
                  </a:lnTo>
                  <a:lnTo>
                    <a:pt x="10977" y="1230"/>
                  </a:lnTo>
                  <a:lnTo>
                    <a:pt x="11066" y="1128"/>
                  </a:lnTo>
                  <a:lnTo>
                    <a:pt x="11130" y="1000"/>
                  </a:lnTo>
                  <a:lnTo>
                    <a:pt x="11169" y="872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49"/>
                  </a:lnTo>
                  <a:lnTo>
                    <a:pt x="11066" y="321"/>
                  </a:lnTo>
                  <a:lnTo>
                    <a:pt x="10977" y="218"/>
                  </a:lnTo>
                  <a:lnTo>
                    <a:pt x="10874" y="129"/>
                  </a:lnTo>
                  <a:lnTo>
                    <a:pt x="10746" y="65"/>
                  </a:lnTo>
                  <a:lnTo>
                    <a:pt x="10605" y="13"/>
                  </a:lnTo>
                  <a:lnTo>
                    <a:pt x="10464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44"/>
            <p:cNvSpPr/>
            <p:nvPr/>
          </p:nvSpPr>
          <p:spPr>
            <a:xfrm>
              <a:off x="3652775" y="2949550"/>
              <a:ext cx="279875" cy="36200"/>
            </a:xfrm>
            <a:custGeom>
              <a:avLst/>
              <a:gdLst/>
              <a:ahLst/>
              <a:cxnLst/>
              <a:rect l="l" t="t" r="r" b="b"/>
              <a:pathLst>
                <a:path w="11195" h="1448" extrusionOk="0">
                  <a:moveTo>
                    <a:pt x="730" y="0"/>
                  </a:moveTo>
                  <a:lnTo>
                    <a:pt x="577" y="13"/>
                  </a:lnTo>
                  <a:lnTo>
                    <a:pt x="449" y="52"/>
                  </a:lnTo>
                  <a:lnTo>
                    <a:pt x="321" y="128"/>
                  </a:lnTo>
                  <a:lnTo>
                    <a:pt x="218" y="218"/>
                  </a:lnTo>
                  <a:lnTo>
                    <a:pt x="128" y="320"/>
                  </a:lnTo>
                  <a:lnTo>
                    <a:pt x="64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1"/>
                  </a:lnTo>
                  <a:lnTo>
                    <a:pt x="64" y="999"/>
                  </a:lnTo>
                  <a:lnTo>
                    <a:pt x="128" y="1127"/>
                  </a:lnTo>
                  <a:lnTo>
                    <a:pt x="218" y="1230"/>
                  </a:lnTo>
                  <a:lnTo>
                    <a:pt x="321" y="1319"/>
                  </a:lnTo>
                  <a:lnTo>
                    <a:pt x="449" y="1384"/>
                  </a:lnTo>
                  <a:lnTo>
                    <a:pt x="577" y="1435"/>
                  </a:lnTo>
                  <a:lnTo>
                    <a:pt x="730" y="1448"/>
                  </a:lnTo>
                  <a:lnTo>
                    <a:pt x="10464" y="1448"/>
                  </a:lnTo>
                  <a:lnTo>
                    <a:pt x="10605" y="1435"/>
                  </a:lnTo>
                  <a:lnTo>
                    <a:pt x="10746" y="1384"/>
                  </a:lnTo>
                  <a:lnTo>
                    <a:pt x="10874" y="1319"/>
                  </a:lnTo>
                  <a:lnTo>
                    <a:pt x="10977" y="1230"/>
                  </a:lnTo>
                  <a:lnTo>
                    <a:pt x="11066" y="1127"/>
                  </a:lnTo>
                  <a:lnTo>
                    <a:pt x="11130" y="999"/>
                  </a:lnTo>
                  <a:lnTo>
                    <a:pt x="11169" y="871"/>
                  </a:lnTo>
                  <a:lnTo>
                    <a:pt x="11194" y="718"/>
                  </a:lnTo>
                  <a:lnTo>
                    <a:pt x="11169" y="577"/>
                  </a:lnTo>
                  <a:lnTo>
                    <a:pt x="11130" y="436"/>
                  </a:lnTo>
                  <a:lnTo>
                    <a:pt x="11066" y="320"/>
                  </a:lnTo>
                  <a:lnTo>
                    <a:pt x="10977" y="218"/>
                  </a:lnTo>
                  <a:lnTo>
                    <a:pt x="10874" y="128"/>
                  </a:lnTo>
                  <a:lnTo>
                    <a:pt x="10746" y="52"/>
                  </a:lnTo>
                  <a:lnTo>
                    <a:pt x="10605" y="13"/>
                  </a:lnTo>
                  <a:lnTo>
                    <a:pt x="1046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44"/>
            <p:cNvSpPr/>
            <p:nvPr/>
          </p:nvSpPr>
          <p:spPr>
            <a:xfrm>
              <a:off x="3678075" y="2576200"/>
              <a:ext cx="229275" cy="270275"/>
            </a:xfrm>
            <a:custGeom>
              <a:avLst/>
              <a:gdLst/>
              <a:ahLst/>
              <a:cxnLst/>
              <a:rect l="l" t="t" r="r" b="b"/>
              <a:pathLst>
                <a:path w="9171" h="10811" extrusionOk="0">
                  <a:moveTo>
                    <a:pt x="487" y="0"/>
                  </a:moveTo>
                  <a:lnTo>
                    <a:pt x="384" y="13"/>
                  </a:lnTo>
                  <a:lnTo>
                    <a:pt x="295" y="39"/>
                  </a:lnTo>
                  <a:lnTo>
                    <a:pt x="205" y="90"/>
                  </a:lnTo>
                  <a:lnTo>
                    <a:pt x="141" y="141"/>
                  </a:lnTo>
                  <a:lnTo>
                    <a:pt x="77" y="218"/>
                  </a:lnTo>
                  <a:lnTo>
                    <a:pt x="39" y="295"/>
                  </a:lnTo>
                  <a:lnTo>
                    <a:pt x="0" y="385"/>
                  </a:lnTo>
                  <a:lnTo>
                    <a:pt x="0" y="487"/>
                  </a:lnTo>
                  <a:lnTo>
                    <a:pt x="0" y="10298"/>
                  </a:lnTo>
                  <a:lnTo>
                    <a:pt x="474" y="10516"/>
                  </a:lnTo>
                  <a:lnTo>
                    <a:pt x="961" y="10708"/>
                  </a:lnTo>
                  <a:lnTo>
                    <a:pt x="961" y="974"/>
                  </a:lnTo>
                  <a:lnTo>
                    <a:pt x="2485" y="974"/>
                  </a:lnTo>
                  <a:lnTo>
                    <a:pt x="2844" y="1499"/>
                  </a:lnTo>
                  <a:lnTo>
                    <a:pt x="3010" y="1717"/>
                  </a:lnTo>
                  <a:lnTo>
                    <a:pt x="3202" y="1921"/>
                  </a:lnTo>
                  <a:lnTo>
                    <a:pt x="3305" y="2011"/>
                  </a:lnTo>
                  <a:lnTo>
                    <a:pt x="3407" y="2088"/>
                  </a:lnTo>
                  <a:lnTo>
                    <a:pt x="3510" y="2165"/>
                  </a:lnTo>
                  <a:lnTo>
                    <a:pt x="3612" y="2229"/>
                  </a:lnTo>
                  <a:lnTo>
                    <a:pt x="3727" y="2293"/>
                  </a:lnTo>
                  <a:lnTo>
                    <a:pt x="3843" y="2344"/>
                  </a:lnTo>
                  <a:lnTo>
                    <a:pt x="3958" y="2383"/>
                  </a:lnTo>
                  <a:lnTo>
                    <a:pt x="4086" y="2421"/>
                  </a:lnTo>
                  <a:lnTo>
                    <a:pt x="4201" y="2447"/>
                  </a:lnTo>
                  <a:lnTo>
                    <a:pt x="4329" y="2472"/>
                  </a:lnTo>
                  <a:lnTo>
                    <a:pt x="4457" y="2485"/>
                  </a:lnTo>
                  <a:lnTo>
                    <a:pt x="4713" y="2485"/>
                  </a:lnTo>
                  <a:lnTo>
                    <a:pt x="4842" y="2472"/>
                  </a:lnTo>
                  <a:lnTo>
                    <a:pt x="4957" y="2447"/>
                  </a:lnTo>
                  <a:lnTo>
                    <a:pt x="5085" y="2421"/>
                  </a:lnTo>
                  <a:lnTo>
                    <a:pt x="5200" y="2383"/>
                  </a:lnTo>
                  <a:lnTo>
                    <a:pt x="5315" y="2344"/>
                  </a:lnTo>
                  <a:lnTo>
                    <a:pt x="5431" y="2293"/>
                  </a:lnTo>
                  <a:lnTo>
                    <a:pt x="5546" y="2229"/>
                  </a:lnTo>
                  <a:lnTo>
                    <a:pt x="5661" y="2165"/>
                  </a:lnTo>
                  <a:lnTo>
                    <a:pt x="5764" y="2088"/>
                  </a:lnTo>
                  <a:lnTo>
                    <a:pt x="5866" y="2011"/>
                  </a:lnTo>
                  <a:lnTo>
                    <a:pt x="5969" y="1921"/>
                  </a:lnTo>
                  <a:lnTo>
                    <a:pt x="6148" y="1717"/>
                  </a:lnTo>
                  <a:lnTo>
                    <a:pt x="6327" y="1499"/>
                  </a:lnTo>
                  <a:lnTo>
                    <a:pt x="6673" y="974"/>
                  </a:lnTo>
                  <a:lnTo>
                    <a:pt x="8197" y="974"/>
                  </a:lnTo>
                  <a:lnTo>
                    <a:pt x="8197" y="10810"/>
                  </a:lnTo>
                  <a:lnTo>
                    <a:pt x="8697" y="10631"/>
                  </a:lnTo>
                  <a:lnTo>
                    <a:pt x="9171" y="10426"/>
                  </a:lnTo>
                  <a:lnTo>
                    <a:pt x="9171" y="487"/>
                  </a:lnTo>
                  <a:lnTo>
                    <a:pt x="9158" y="385"/>
                  </a:lnTo>
                  <a:lnTo>
                    <a:pt x="9132" y="295"/>
                  </a:lnTo>
                  <a:lnTo>
                    <a:pt x="9094" y="218"/>
                  </a:lnTo>
                  <a:lnTo>
                    <a:pt x="9030" y="141"/>
                  </a:lnTo>
                  <a:lnTo>
                    <a:pt x="8953" y="90"/>
                  </a:lnTo>
                  <a:lnTo>
                    <a:pt x="8876" y="39"/>
                  </a:lnTo>
                  <a:lnTo>
                    <a:pt x="8786" y="13"/>
                  </a:lnTo>
                  <a:lnTo>
                    <a:pt x="8684" y="0"/>
                  </a:lnTo>
                  <a:lnTo>
                    <a:pt x="6417" y="0"/>
                  </a:lnTo>
                  <a:lnTo>
                    <a:pt x="6302" y="13"/>
                  </a:lnTo>
                  <a:lnTo>
                    <a:pt x="6199" y="51"/>
                  </a:lnTo>
                  <a:lnTo>
                    <a:pt x="6097" y="128"/>
                  </a:lnTo>
                  <a:lnTo>
                    <a:pt x="6020" y="218"/>
                  </a:lnTo>
                  <a:lnTo>
                    <a:pt x="5520" y="948"/>
                  </a:lnTo>
                  <a:lnTo>
                    <a:pt x="5418" y="1076"/>
                  </a:lnTo>
                  <a:lnTo>
                    <a:pt x="5315" y="1191"/>
                  </a:lnTo>
                  <a:lnTo>
                    <a:pt x="5200" y="1281"/>
                  </a:lnTo>
                  <a:lnTo>
                    <a:pt x="5085" y="1358"/>
                  </a:lnTo>
                  <a:lnTo>
                    <a:pt x="4970" y="1422"/>
                  </a:lnTo>
                  <a:lnTo>
                    <a:pt x="4842" y="1460"/>
                  </a:lnTo>
                  <a:lnTo>
                    <a:pt x="4713" y="1486"/>
                  </a:lnTo>
                  <a:lnTo>
                    <a:pt x="4585" y="1499"/>
                  </a:lnTo>
                  <a:lnTo>
                    <a:pt x="4457" y="1486"/>
                  </a:lnTo>
                  <a:lnTo>
                    <a:pt x="4329" y="1460"/>
                  </a:lnTo>
                  <a:lnTo>
                    <a:pt x="4201" y="1422"/>
                  </a:lnTo>
                  <a:lnTo>
                    <a:pt x="4073" y="1358"/>
                  </a:lnTo>
                  <a:lnTo>
                    <a:pt x="3958" y="1281"/>
                  </a:lnTo>
                  <a:lnTo>
                    <a:pt x="3855" y="1191"/>
                  </a:lnTo>
                  <a:lnTo>
                    <a:pt x="3740" y="1076"/>
                  </a:lnTo>
                  <a:lnTo>
                    <a:pt x="3650" y="948"/>
                  </a:lnTo>
                  <a:lnTo>
                    <a:pt x="3151" y="218"/>
                  </a:lnTo>
                  <a:lnTo>
                    <a:pt x="3074" y="128"/>
                  </a:lnTo>
                  <a:lnTo>
                    <a:pt x="2972" y="51"/>
                  </a:lnTo>
                  <a:lnTo>
                    <a:pt x="2869" y="13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44"/>
            <p:cNvSpPr/>
            <p:nvPr/>
          </p:nvSpPr>
          <p:spPr>
            <a:xfrm>
              <a:off x="4134025" y="21202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9" y="270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18" y="539"/>
                  </a:lnTo>
                  <a:lnTo>
                    <a:pt x="154" y="628"/>
                  </a:lnTo>
                  <a:lnTo>
                    <a:pt x="103" y="744"/>
                  </a:lnTo>
                  <a:lnTo>
                    <a:pt x="65" y="846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8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65" y="1576"/>
                  </a:lnTo>
                  <a:lnTo>
                    <a:pt x="103" y="1691"/>
                  </a:lnTo>
                  <a:lnTo>
                    <a:pt x="154" y="1794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6"/>
                  </a:lnTo>
                  <a:lnTo>
                    <a:pt x="449" y="2153"/>
                  </a:lnTo>
                  <a:lnTo>
                    <a:pt x="538" y="2217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89" y="2422"/>
                  </a:lnTo>
                  <a:lnTo>
                    <a:pt x="1345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1"/>
                  </a:lnTo>
                  <a:lnTo>
                    <a:pt x="1896" y="2217"/>
                  </a:lnTo>
                  <a:lnTo>
                    <a:pt x="1986" y="2153"/>
                  </a:lnTo>
                  <a:lnTo>
                    <a:pt x="2075" y="2076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83" y="1576"/>
                  </a:lnTo>
                  <a:lnTo>
                    <a:pt x="2408" y="1461"/>
                  </a:lnTo>
                  <a:lnTo>
                    <a:pt x="2421" y="1333"/>
                  </a:lnTo>
                  <a:lnTo>
                    <a:pt x="2434" y="1218"/>
                  </a:lnTo>
                  <a:lnTo>
                    <a:pt x="2421" y="1089"/>
                  </a:lnTo>
                  <a:lnTo>
                    <a:pt x="2408" y="974"/>
                  </a:lnTo>
                  <a:lnTo>
                    <a:pt x="2383" y="846"/>
                  </a:lnTo>
                  <a:lnTo>
                    <a:pt x="2332" y="744"/>
                  </a:lnTo>
                  <a:lnTo>
                    <a:pt x="2280" y="628"/>
                  </a:lnTo>
                  <a:lnTo>
                    <a:pt x="2229" y="539"/>
                  </a:lnTo>
                  <a:lnTo>
                    <a:pt x="2152" y="436"/>
                  </a:lnTo>
                  <a:lnTo>
                    <a:pt x="2075" y="359"/>
                  </a:lnTo>
                  <a:lnTo>
                    <a:pt x="1986" y="270"/>
                  </a:lnTo>
                  <a:lnTo>
                    <a:pt x="1896" y="206"/>
                  </a:lnTo>
                  <a:lnTo>
                    <a:pt x="1794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44"/>
            <p:cNvSpPr/>
            <p:nvPr/>
          </p:nvSpPr>
          <p:spPr>
            <a:xfrm>
              <a:off x="4114500" y="230115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52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9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80"/>
                  </a:lnTo>
                  <a:lnTo>
                    <a:pt x="743" y="2331"/>
                  </a:lnTo>
                  <a:lnTo>
                    <a:pt x="858" y="2370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3" y="2280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6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9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05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52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44"/>
            <p:cNvSpPr/>
            <p:nvPr/>
          </p:nvSpPr>
          <p:spPr>
            <a:xfrm>
              <a:off x="3768675" y="2134000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218" y="1"/>
                  </a:moveTo>
                  <a:lnTo>
                    <a:pt x="1089" y="13"/>
                  </a:lnTo>
                  <a:lnTo>
                    <a:pt x="974" y="26"/>
                  </a:lnTo>
                  <a:lnTo>
                    <a:pt x="859" y="65"/>
                  </a:lnTo>
                  <a:lnTo>
                    <a:pt x="744" y="103"/>
                  </a:lnTo>
                  <a:lnTo>
                    <a:pt x="641" y="154"/>
                  </a:lnTo>
                  <a:lnTo>
                    <a:pt x="539" y="218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83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29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83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29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45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18"/>
                  </a:lnTo>
                  <a:lnTo>
                    <a:pt x="1794" y="154"/>
                  </a:lnTo>
                  <a:lnTo>
                    <a:pt x="1691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18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44"/>
            <p:cNvSpPr/>
            <p:nvPr/>
          </p:nvSpPr>
          <p:spPr>
            <a:xfrm>
              <a:off x="3468650" y="2192600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090" y="0"/>
                  </a:moveTo>
                  <a:lnTo>
                    <a:pt x="974" y="26"/>
                  </a:lnTo>
                  <a:lnTo>
                    <a:pt x="846" y="52"/>
                  </a:lnTo>
                  <a:lnTo>
                    <a:pt x="744" y="90"/>
                  </a:lnTo>
                  <a:lnTo>
                    <a:pt x="628" y="141"/>
                  </a:lnTo>
                  <a:lnTo>
                    <a:pt x="539" y="205"/>
                  </a:lnTo>
                  <a:lnTo>
                    <a:pt x="436" y="282"/>
                  </a:lnTo>
                  <a:lnTo>
                    <a:pt x="359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59" y="2075"/>
                  </a:lnTo>
                  <a:lnTo>
                    <a:pt x="436" y="2152"/>
                  </a:lnTo>
                  <a:lnTo>
                    <a:pt x="539" y="2216"/>
                  </a:lnTo>
                  <a:lnTo>
                    <a:pt x="628" y="2280"/>
                  </a:lnTo>
                  <a:lnTo>
                    <a:pt x="744" y="2331"/>
                  </a:lnTo>
                  <a:lnTo>
                    <a:pt x="846" y="2370"/>
                  </a:lnTo>
                  <a:lnTo>
                    <a:pt x="974" y="2408"/>
                  </a:lnTo>
                  <a:lnTo>
                    <a:pt x="1090" y="2421"/>
                  </a:lnTo>
                  <a:lnTo>
                    <a:pt x="1218" y="2434"/>
                  </a:lnTo>
                  <a:lnTo>
                    <a:pt x="1333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1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44"/>
            <p:cNvSpPr/>
            <p:nvPr/>
          </p:nvSpPr>
          <p:spPr>
            <a:xfrm>
              <a:off x="3351775" y="2175950"/>
              <a:ext cx="60550" cy="60550"/>
            </a:xfrm>
            <a:custGeom>
              <a:avLst/>
              <a:gdLst/>
              <a:ahLst/>
              <a:cxnLst/>
              <a:rect l="l" t="t" r="r" b="b"/>
              <a:pathLst>
                <a:path w="2422" h="2422" extrusionOk="0">
                  <a:moveTo>
                    <a:pt x="1090" y="0"/>
                  </a:moveTo>
                  <a:lnTo>
                    <a:pt x="962" y="26"/>
                  </a:lnTo>
                  <a:lnTo>
                    <a:pt x="846" y="52"/>
                  </a:lnTo>
                  <a:lnTo>
                    <a:pt x="731" y="90"/>
                  </a:lnTo>
                  <a:lnTo>
                    <a:pt x="629" y="141"/>
                  </a:lnTo>
                  <a:lnTo>
                    <a:pt x="526" y="205"/>
                  </a:lnTo>
                  <a:lnTo>
                    <a:pt x="436" y="269"/>
                  </a:lnTo>
                  <a:lnTo>
                    <a:pt x="347" y="359"/>
                  </a:lnTo>
                  <a:lnTo>
                    <a:pt x="270" y="436"/>
                  </a:lnTo>
                  <a:lnTo>
                    <a:pt x="206" y="538"/>
                  </a:lnTo>
                  <a:lnTo>
                    <a:pt x="142" y="628"/>
                  </a:lnTo>
                  <a:lnTo>
                    <a:pt x="91" y="743"/>
                  </a:lnTo>
                  <a:lnTo>
                    <a:pt x="52" y="846"/>
                  </a:lnTo>
                  <a:lnTo>
                    <a:pt x="14" y="961"/>
                  </a:lnTo>
                  <a:lnTo>
                    <a:pt x="1" y="1089"/>
                  </a:lnTo>
                  <a:lnTo>
                    <a:pt x="1" y="1217"/>
                  </a:lnTo>
                  <a:lnTo>
                    <a:pt x="1" y="1332"/>
                  </a:lnTo>
                  <a:lnTo>
                    <a:pt x="14" y="1460"/>
                  </a:lnTo>
                  <a:lnTo>
                    <a:pt x="52" y="1576"/>
                  </a:lnTo>
                  <a:lnTo>
                    <a:pt x="91" y="1678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86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16"/>
                  </a:lnTo>
                  <a:lnTo>
                    <a:pt x="629" y="2280"/>
                  </a:lnTo>
                  <a:lnTo>
                    <a:pt x="731" y="2331"/>
                  </a:lnTo>
                  <a:lnTo>
                    <a:pt x="846" y="2370"/>
                  </a:lnTo>
                  <a:lnTo>
                    <a:pt x="962" y="2395"/>
                  </a:lnTo>
                  <a:lnTo>
                    <a:pt x="1090" y="2421"/>
                  </a:lnTo>
                  <a:lnTo>
                    <a:pt x="1333" y="2421"/>
                  </a:lnTo>
                  <a:lnTo>
                    <a:pt x="1448" y="2395"/>
                  </a:lnTo>
                  <a:lnTo>
                    <a:pt x="1576" y="2370"/>
                  </a:lnTo>
                  <a:lnTo>
                    <a:pt x="1679" y="2331"/>
                  </a:lnTo>
                  <a:lnTo>
                    <a:pt x="1794" y="2280"/>
                  </a:lnTo>
                  <a:lnTo>
                    <a:pt x="1884" y="2216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8"/>
                  </a:lnTo>
                  <a:lnTo>
                    <a:pt x="2370" y="1576"/>
                  </a:lnTo>
                  <a:lnTo>
                    <a:pt x="2396" y="1460"/>
                  </a:lnTo>
                  <a:lnTo>
                    <a:pt x="2422" y="1332"/>
                  </a:lnTo>
                  <a:lnTo>
                    <a:pt x="2422" y="1217"/>
                  </a:lnTo>
                  <a:lnTo>
                    <a:pt x="2422" y="1089"/>
                  </a:lnTo>
                  <a:lnTo>
                    <a:pt x="2396" y="961"/>
                  </a:lnTo>
                  <a:lnTo>
                    <a:pt x="2370" y="846"/>
                  </a:lnTo>
                  <a:lnTo>
                    <a:pt x="2332" y="743"/>
                  </a:lnTo>
                  <a:lnTo>
                    <a:pt x="2281" y="628"/>
                  </a:lnTo>
                  <a:lnTo>
                    <a:pt x="2217" y="538"/>
                  </a:lnTo>
                  <a:lnTo>
                    <a:pt x="2153" y="436"/>
                  </a:lnTo>
                  <a:lnTo>
                    <a:pt x="2063" y="359"/>
                  </a:lnTo>
                  <a:lnTo>
                    <a:pt x="1986" y="269"/>
                  </a:lnTo>
                  <a:lnTo>
                    <a:pt x="1884" y="205"/>
                  </a:lnTo>
                  <a:lnTo>
                    <a:pt x="1794" y="141"/>
                  </a:lnTo>
                  <a:lnTo>
                    <a:pt x="1679" y="90"/>
                  </a:lnTo>
                  <a:lnTo>
                    <a:pt x="1576" y="52"/>
                  </a:lnTo>
                  <a:lnTo>
                    <a:pt x="1448" y="26"/>
                  </a:lnTo>
                  <a:lnTo>
                    <a:pt x="1333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44"/>
            <p:cNvSpPr/>
            <p:nvPr/>
          </p:nvSpPr>
          <p:spPr>
            <a:xfrm>
              <a:off x="3268225" y="2432100"/>
              <a:ext cx="60525" cy="60550"/>
            </a:xfrm>
            <a:custGeom>
              <a:avLst/>
              <a:gdLst/>
              <a:ahLst/>
              <a:cxnLst/>
              <a:rect l="l" t="t" r="r" b="b"/>
              <a:pathLst>
                <a:path w="2421" h="2422" extrusionOk="0">
                  <a:moveTo>
                    <a:pt x="1089" y="1"/>
                  </a:moveTo>
                  <a:lnTo>
                    <a:pt x="961" y="26"/>
                  </a:lnTo>
                  <a:lnTo>
                    <a:pt x="845" y="52"/>
                  </a:lnTo>
                  <a:lnTo>
                    <a:pt x="743" y="90"/>
                  </a:lnTo>
                  <a:lnTo>
                    <a:pt x="628" y="142"/>
                  </a:lnTo>
                  <a:lnTo>
                    <a:pt x="525" y="206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36"/>
                  </a:lnTo>
                  <a:lnTo>
                    <a:pt x="205" y="539"/>
                  </a:lnTo>
                  <a:lnTo>
                    <a:pt x="141" y="628"/>
                  </a:lnTo>
                  <a:lnTo>
                    <a:pt x="90" y="744"/>
                  </a:lnTo>
                  <a:lnTo>
                    <a:pt x="51" y="846"/>
                  </a:lnTo>
                  <a:lnTo>
                    <a:pt x="26" y="974"/>
                  </a:lnTo>
                  <a:lnTo>
                    <a:pt x="0" y="1089"/>
                  </a:lnTo>
                  <a:lnTo>
                    <a:pt x="0" y="1217"/>
                  </a:lnTo>
                  <a:lnTo>
                    <a:pt x="0" y="1333"/>
                  </a:lnTo>
                  <a:lnTo>
                    <a:pt x="26" y="1461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4"/>
                  </a:lnTo>
                  <a:lnTo>
                    <a:pt x="205" y="1896"/>
                  </a:lnTo>
                  <a:lnTo>
                    <a:pt x="269" y="1986"/>
                  </a:lnTo>
                  <a:lnTo>
                    <a:pt x="346" y="2076"/>
                  </a:lnTo>
                  <a:lnTo>
                    <a:pt x="436" y="2152"/>
                  </a:lnTo>
                  <a:lnTo>
                    <a:pt x="525" y="2216"/>
                  </a:lnTo>
                  <a:lnTo>
                    <a:pt x="628" y="2281"/>
                  </a:lnTo>
                  <a:lnTo>
                    <a:pt x="743" y="2332"/>
                  </a:lnTo>
                  <a:lnTo>
                    <a:pt x="845" y="2370"/>
                  </a:lnTo>
                  <a:lnTo>
                    <a:pt x="961" y="2409"/>
                  </a:lnTo>
                  <a:lnTo>
                    <a:pt x="1089" y="2421"/>
                  </a:lnTo>
                  <a:lnTo>
                    <a:pt x="1332" y="2421"/>
                  </a:lnTo>
                  <a:lnTo>
                    <a:pt x="1460" y="2409"/>
                  </a:lnTo>
                  <a:lnTo>
                    <a:pt x="1575" y="2370"/>
                  </a:lnTo>
                  <a:lnTo>
                    <a:pt x="1678" y="2332"/>
                  </a:lnTo>
                  <a:lnTo>
                    <a:pt x="1793" y="2281"/>
                  </a:lnTo>
                  <a:lnTo>
                    <a:pt x="1883" y="2216"/>
                  </a:lnTo>
                  <a:lnTo>
                    <a:pt x="1985" y="2152"/>
                  </a:lnTo>
                  <a:lnTo>
                    <a:pt x="2062" y="2076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1"/>
                  </a:lnTo>
                  <a:lnTo>
                    <a:pt x="2421" y="1333"/>
                  </a:lnTo>
                  <a:lnTo>
                    <a:pt x="2421" y="1217"/>
                  </a:lnTo>
                  <a:lnTo>
                    <a:pt x="2421" y="1089"/>
                  </a:lnTo>
                  <a:lnTo>
                    <a:pt x="2395" y="974"/>
                  </a:lnTo>
                  <a:lnTo>
                    <a:pt x="2370" y="846"/>
                  </a:lnTo>
                  <a:lnTo>
                    <a:pt x="2331" y="744"/>
                  </a:lnTo>
                  <a:lnTo>
                    <a:pt x="2280" y="628"/>
                  </a:lnTo>
                  <a:lnTo>
                    <a:pt x="2216" y="539"/>
                  </a:lnTo>
                  <a:lnTo>
                    <a:pt x="2152" y="436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06"/>
                  </a:lnTo>
                  <a:lnTo>
                    <a:pt x="1793" y="142"/>
                  </a:lnTo>
                  <a:lnTo>
                    <a:pt x="1678" y="90"/>
                  </a:lnTo>
                  <a:lnTo>
                    <a:pt x="1575" y="52"/>
                  </a:lnTo>
                  <a:lnTo>
                    <a:pt x="1460" y="26"/>
                  </a:lnTo>
                  <a:lnTo>
                    <a:pt x="1332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44"/>
            <p:cNvSpPr/>
            <p:nvPr/>
          </p:nvSpPr>
          <p:spPr>
            <a:xfrm>
              <a:off x="3334825" y="2618775"/>
              <a:ext cx="60850" cy="60550"/>
            </a:xfrm>
            <a:custGeom>
              <a:avLst/>
              <a:gdLst/>
              <a:ahLst/>
              <a:cxnLst/>
              <a:rect l="l" t="t" r="r" b="b"/>
              <a:pathLst>
                <a:path w="2434" h="2422" extrusionOk="0">
                  <a:moveTo>
                    <a:pt x="1089" y="1"/>
                  </a:moveTo>
                  <a:lnTo>
                    <a:pt x="974" y="14"/>
                  </a:lnTo>
                  <a:lnTo>
                    <a:pt x="858" y="52"/>
                  </a:lnTo>
                  <a:lnTo>
                    <a:pt x="743" y="90"/>
                  </a:lnTo>
                  <a:lnTo>
                    <a:pt x="641" y="142"/>
                  </a:lnTo>
                  <a:lnTo>
                    <a:pt x="538" y="206"/>
                  </a:lnTo>
                  <a:lnTo>
                    <a:pt x="448" y="270"/>
                  </a:lnTo>
                  <a:lnTo>
                    <a:pt x="359" y="347"/>
                  </a:lnTo>
                  <a:lnTo>
                    <a:pt x="282" y="436"/>
                  </a:lnTo>
                  <a:lnTo>
                    <a:pt x="218" y="526"/>
                  </a:lnTo>
                  <a:lnTo>
                    <a:pt x="154" y="628"/>
                  </a:lnTo>
                  <a:lnTo>
                    <a:pt x="103" y="731"/>
                  </a:lnTo>
                  <a:lnTo>
                    <a:pt x="64" y="846"/>
                  </a:lnTo>
                  <a:lnTo>
                    <a:pt x="26" y="961"/>
                  </a:lnTo>
                  <a:lnTo>
                    <a:pt x="13" y="1089"/>
                  </a:lnTo>
                  <a:lnTo>
                    <a:pt x="0" y="1205"/>
                  </a:lnTo>
                  <a:lnTo>
                    <a:pt x="13" y="1333"/>
                  </a:lnTo>
                  <a:lnTo>
                    <a:pt x="26" y="1448"/>
                  </a:lnTo>
                  <a:lnTo>
                    <a:pt x="64" y="1576"/>
                  </a:lnTo>
                  <a:lnTo>
                    <a:pt x="103" y="1679"/>
                  </a:lnTo>
                  <a:lnTo>
                    <a:pt x="154" y="1794"/>
                  </a:lnTo>
                  <a:lnTo>
                    <a:pt x="218" y="1883"/>
                  </a:lnTo>
                  <a:lnTo>
                    <a:pt x="282" y="1986"/>
                  </a:lnTo>
                  <a:lnTo>
                    <a:pt x="359" y="2063"/>
                  </a:lnTo>
                  <a:lnTo>
                    <a:pt x="448" y="2140"/>
                  </a:lnTo>
                  <a:lnTo>
                    <a:pt x="538" y="2216"/>
                  </a:lnTo>
                  <a:lnTo>
                    <a:pt x="641" y="2281"/>
                  </a:lnTo>
                  <a:lnTo>
                    <a:pt x="743" y="2332"/>
                  </a:lnTo>
                  <a:lnTo>
                    <a:pt x="858" y="2370"/>
                  </a:lnTo>
                  <a:lnTo>
                    <a:pt x="974" y="2396"/>
                  </a:lnTo>
                  <a:lnTo>
                    <a:pt x="1089" y="2421"/>
                  </a:lnTo>
                  <a:lnTo>
                    <a:pt x="1345" y="2421"/>
                  </a:lnTo>
                  <a:lnTo>
                    <a:pt x="1460" y="2396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3" y="2281"/>
                  </a:lnTo>
                  <a:lnTo>
                    <a:pt x="1896" y="2216"/>
                  </a:lnTo>
                  <a:lnTo>
                    <a:pt x="1985" y="2140"/>
                  </a:lnTo>
                  <a:lnTo>
                    <a:pt x="2075" y="2063"/>
                  </a:lnTo>
                  <a:lnTo>
                    <a:pt x="2152" y="1986"/>
                  </a:lnTo>
                  <a:lnTo>
                    <a:pt x="2229" y="1883"/>
                  </a:lnTo>
                  <a:lnTo>
                    <a:pt x="2293" y="1794"/>
                  </a:lnTo>
                  <a:lnTo>
                    <a:pt x="2344" y="1679"/>
                  </a:lnTo>
                  <a:lnTo>
                    <a:pt x="2382" y="1576"/>
                  </a:lnTo>
                  <a:lnTo>
                    <a:pt x="2408" y="1448"/>
                  </a:lnTo>
                  <a:lnTo>
                    <a:pt x="2421" y="1333"/>
                  </a:lnTo>
                  <a:lnTo>
                    <a:pt x="2434" y="1205"/>
                  </a:lnTo>
                  <a:lnTo>
                    <a:pt x="2421" y="1089"/>
                  </a:lnTo>
                  <a:lnTo>
                    <a:pt x="2408" y="961"/>
                  </a:lnTo>
                  <a:lnTo>
                    <a:pt x="2382" y="846"/>
                  </a:lnTo>
                  <a:lnTo>
                    <a:pt x="2344" y="731"/>
                  </a:lnTo>
                  <a:lnTo>
                    <a:pt x="2293" y="628"/>
                  </a:lnTo>
                  <a:lnTo>
                    <a:pt x="2229" y="526"/>
                  </a:lnTo>
                  <a:lnTo>
                    <a:pt x="2152" y="436"/>
                  </a:lnTo>
                  <a:lnTo>
                    <a:pt x="2075" y="347"/>
                  </a:lnTo>
                  <a:lnTo>
                    <a:pt x="1985" y="270"/>
                  </a:lnTo>
                  <a:lnTo>
                    <a:pt x="1896" y="206"/>
                  </a:lnTo>
                  <a:lnTo>
                    <a:pt x="1793" y="142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0" y="14"/>
                  </a:lnTo>
                  <a:lnTo>
                    <a:pt x="1345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44"/>
            <p:cNvSpPr/>
            <p:nvPr/>
          </p:nvSpPr>
          <p:spPr>
            <a:xfrm>
              <a:off x="3268225" y="2759675"/>
              <a:ext cx="60525" cy="60850"/>
            </a:xfrm>
            <a:custGeom>
              <a:avLst/>
              <a:gdLst/>
              <a:ahLst/>
              <a:cxnLst/>
              <a:rect l="l" t="t" r="r" b="b"/>
              <a:pathLst>
                <a:path w="2421" h="2434" extrusionOk="0">
                  <a:moveTo>
                    <a:pt x="1204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5" y="64"/>
                  </a:lnTo>
                  <a:lnTo>
                    <a:pt x="743" y="103"/>
                  </a:lnTo>
                  <a:lnTo>
                    <a:pt x="628" y="154"/>
                  </a:lnTo>
                  <a:lnTo>
                    <a:pt x="525" y="218"/>
                  </a:lnTo>
                  <a:lnTo>
                    <a:pt x="436" y="282"/>
                  </a:lnTo>
                  <a:lnTo>
                    <a:pt x="346" y="359"/>
                  </a:lnTo>
                  <a:lnTo>
                    <a:pt x="269" y="448"/>
                  </a:lnTo>
                  <a:lnTo>
                    <a:pt x="205" y="538"/>
                  </a:lnTo>
                  <a:lnTo>
                    <a:pt x="141" y="641"/>
                  </a:lnTo>
                  <a:lnTo>
                    <a:pt x="90" y="743"/>
                  </a:lnTo>
                  <a:lnTo>
                    <a:pt x="51" y="858"/>
                  </a:lnTo>
                  <a:lnTo>
                    <a:pt x="26" y="974"/>
                  </a:lnTo>
                  <a:lnTo>
                    <a:pt x="0" y="1102"/>
                  </a:lnTo>
                  <a:lnTo>
                    <a:pt x="0" y="1217"/>
                  </a:lnTo>
                  <a:lnTo>
                    <a:pt x="0" y="1345"/>
                  </a:lnTo>
                  <a:lnTo>
                    <a:pt x="26" y="1460"/>
                  </a:lnTo>
                  <a:lnTo>
                    <a:pt x="51" y="1576"/>
                  </a:lnTo>
                  <a:lnTo>
                    <a:pt x="90" y="1691"/>
                  </a:lnTo>
                  <a:lnTo>
                    <a:pt x="141" y="1793"/>
                  </a:lnTo>
                  <a:lnTo>
                    <a:pt x="205" y="1896"/>
                  </a:lnTo>
                  <a:lnTo>
                    <a:pt x="269" y="1985"/>
                  </a:lnTo>
                  <a:lnTo>
                    <a:pt x="346" y="2075"/>
                  </a:lnTo>
                  <a:lnTo>
                    <a:pt x="436" y="2152"/>
                  </a:lnTo>
                  <a:lnTo>
                    <a:pt x="525" y="2229"/>
                  </a:lnTo>
                  <a:lnTo>
                    <a:pt x="628" y="2293"/>
                  </a:lnTo>
                  <a:lnTo>
                    <a:pt x="743" y="2344"/>
                  </a:lnTo>
                  <a:lnTo>
                    <a:pt x="845" y="2382"/>
                  </a:lnTo>
                  <a:lnTo>
                    <a:pt x="961" y="2408"/>
                  </a:lnTo>
                  <a:lnTo>
                    <a:pt x="1089" y="2421"/>
                  </a:lnTo>
                  <a:lnTo>
                    <a:pt x="1204" y="2434"/>
                  </a:lnTo>
                  <a:lnTo>
                    <a:pt x="1332" y="2421"/>
                  </a:lnTo>
                  <a:lnTo>
                    <a:pt x="1460" y="2408"/>
                  </a:lnTo>
                  <a:lnTo>
                    <a:pt x="1575" y="2382"/>
                  </a:lnTo>
                  <a:lnTo>
                    <a:pt x="1678" y="2344"/>
                  </a:lnTo>
                  <a:lnTo>
                    <a:pt x="1793" y="2293"/>
                  </a:lnTo>
                  <a:lnTo>
                    <a:pt x="1883" y="2229"/>
                  </a:lnTo>
                  <a:lnTo>
                    <a:pt x="1985" y="2152"/>
                  </a:lnTo>
                  <a:lnTo>
                    <a:pt x="2062" y="2075"/>
                  </a:lnTo>
                  <a:lnTo>
                    <a:pt x="2152" y="1985"/>
                  </a:lnTo>
                  <a:lnTo>
                    <a:pt x="2216" y="1896"/>
                  </a:lnTo>
                  <a:lnTo>
                    <a:pt x="2280" y="1793"/>
                  </a:lnTo>
                  <a:lnTo>
                    <a:pt x="2331" y="1691"/>
                  </a:lnTo>
                  <a:lnTo>
                    <a:pt x="2370" y="1576"/>
                  </a:lnTo>
                  <a:lnTo>
                    <a:pt x="2395" y="1460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5" y="974"/>
                  </a:lnTo>
                  <a:lnTo>
                    <a:pt x="2370" y="858"/>
                  </a:lnTo>
                  <a:lnTo>
                    <a:pt x="2331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48"/>
                  </a:lnTo>
                  <a:lnTo>
                    <a:pt x="2062" y="359"/>
                  </a:lnTo>
                  <a:lnTo>
                    <a:pt x="1985" y="282"/>
                  </a:lnTo>
                  <a:lnTo>
                    <a:pt x="1883" y="218"/>
                  </a:lnTo>
                  <a:lnTo>
                    <a:pt x="1793" y="154"/>
                  </a:lnTo>
                  <a:lnTo>
                    <a:pt x="1678" y="103"/>
                  </a:lnTo>
                  <a:lnTo>
                    <a:pt x="1575" y="64"/>
                  </a:lnTo>
                  <a:lnTo>
                    <a:pt x="1460" y="26"/>
                  </a:lnTo>
                  <a:lnTo>
                    <a:pt x="1332" y="13"/>
                  </a:lnTo>
                  <a:lnTo>
                    <a:pt x="1204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44"/>
            <p:cNvSpPr/>
            <p:nvPr/>
          </p:nvSpPr>
          <p:spPr>
            <a:xfrm>
              <a:off x="3385075" y="2966825"/>
              <a:ext cx="60875" cy="60550"/>
            </a:xfrm>
            <a:custGeom>
              <a:avLst/>
              <a:gdLst/>
              <a:ahLst/>
              <a:cxnLst/>
              <a:rect l="l" t="t" r="r" b="b"/>
              <a:pathLst>
                <a:path w="2435" h="2422" extrusionOk="0">
                  <a:moveTo>
                    <a:pt x="1090" y="1"/>
                  </a:moveTo>
                  <a:lnTo>
                    <a:pt x="974" y="27"/>
                  </a:lnTo>
                  <a:lnTo>
                    <a:pt x="859" y="52"/>
                  </a:lnTo>
                  <a:lnTo>
                    <a:pt x="744" y="91"/>
                  </a:lnTo>
                  <a:lnTo>
                    <a:pt x="641" y="142"/>
                  </a:lnTo>
                  <a:lnTo>
                    <a:pt x="539" y="206"/>
                  </a:lnTo>
                  <a:lnTo>
                    <a:pt x="436" y="270"/>
                  </a:lnTo>
                  <a:lnTo>
                    <a:pt x="360" y="360"/>
                  </a:lnTo>
                  <a:lnTo>
                    <a:pt x="283" y="436"/>
                  </a:lnTo>
                  <a:lnTo>
                    <a:pt x="206" y="539"/>
                  </a:lnTo>
                  <a:lnTo>
                    <a:pt x="142" y="628"/>
                  </a:lnTo>
                  <a:lnTo>
                    <a:pt x="91" y="744"/>
                  </a:lnTo>
                  <a:lnTo>
                    <a:pt x="52" y="846"/>
                  </a:lnTo>
                  <a:lnTo>
                    <a:pt x="27" y="961"/>
                  </a:lnTo>
                  <a:lnTo>
                    <a:pt x="1" y="1090"/>
                  </a:lnTo>
                  <a:lnTo>
                    <a:pt x="1" y="1218"/>
                  </a:lnTo>
                  <a:lnTo>
                    <a:pt x="1" y="1333"/>
                  </a:lnTo>
                  <a:lnTo>
                    <a:pt x="27" y="1461"/>
                  </a:lnTo>
                  <a:lnTo>
                    <a:pt x="52" y="1576"/>
                  </a:lnTo>
                  <a:lnTo>
                    <a:pt x="91" y="1679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3" y="1986"/>
                  </a:lnTo>
                  <a:lnTo>
                    <a:pt x="360" y="2076"/>
                  </a:lnTo>
                  <a:lnTo>
                    <a:pt x="436" y="2153"/>
                  </a:lnTo>
                  <a:lnTo>
                    <a:pt x="539" y="2217"/>
                  </a:lnTo>
                  <a:lnTo>
                    <a:pt x="641" y="2281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396"/>
                  </a:lnTo>
                  <a:lnTo>
                    <a:pt x="1090" y="2422"/>
                  </a:lnTo>
                  <a:lnTo>
                    <a:pt x="1333" y="2422"/>
                  </a:lnTo>
                  <a:lnTo>
                    <a:pt x="1461" y="2396"/>
                  </a:lnTo>
                  <a:lnTo>
                    <a:pt x="1576" y="2370"/>
                  </a:lnTo>
                  <a:lnTo>
                    <a:pt x="1692" y="2332"/>
                  </a:lnTo>
                  <a:lnTo>
                    <a:pt x="1794" y="2281"/>
                  </a:lnTo>
                  <a:lnTo>
                    <a:pt x="1897" y="2217"/>
                  </a:lnTo>
                  <a:lnTo>
                    <a:pt x="1986" y="2153"/>
                  </a:lnTo>
                  <a:lnTo>
                    <a:pt x="2076" y="2076"/>
                  </a:lnTo>
                  <a:lnTo>
                    <a:pt x="2153" y="1986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79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2" y="1333"/>
                  </a:lnTo>
                  <a:lnTo>
                    <a:pt x="2434" y="1218"/>
                  </a:lnTo>
                  <a:lnTo>
                    <a:pt x="2422" y="1090"/>
                  </a:lnTo>
                  <a:lnTo>
                    <a:pt x="2409" y="961"/>
                  </a:lnTo>
                  <a:lnTo>
                    <a:pt x="2370" y="846"/>
                  </a:lnTo>
                  <a:lnTo>
                    <a:pt x="2332" y="744"/>
                  </a:lnTo>
                  <a:lnTo>
                    <a:pt x="2281" y="628"/>
                  </a:lnTo>
                  <a:lnTo>
                    <a:pt x="2217" y="539"/>
                  </a:lnTo>
                  <a:lnTo>
                    <a:pt x="2153" y="436"/>
                  </a:lnTo>
                  <a:lnTo>
                    <a:pt x="2076" y="360"/>
                  </a:lnTo>
                  <a:lnTo>
                    <a:pt x="1986" y="270"/>
                  </a:lnTo>
                  <a:lnTo>
                    <a:pt x="1897" y="206"/>
                  </a:lnTo>
                  <a:lnTo>
                    <a:pt x="1794" y="142"/>
                  </a:lnTo>
                  <a:lnTo>
                    <a:pt x="1692" y="91"/>
                  </a:lnTo>
                  <a:lnTo>
                    <a:pt x="1576" y="52"/>
                  </a:lnTo>
                  <a:lnTo>
                    <a:pt x="1461" y="27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44"/>
            <p:cNvSpPr/>
            <p:nvPr/>
          </p:nvSpPr>
          <p:spPr>
            <a:xfrm>
              <a:off x="4036050" y="2993100"/>
              <a:ext cx="60850" cy="60850"/>
            </a:xfrm>
            <a:custGeom>
              <a:avLst/>
              <a:gdLst/>
              <a:ahLst/>
              <a:cxnLst/>
              <a:rect l="l" t="t" r="r" b="b"/>
              <a:pathLst>
                <a:path w="2434" h="2434" extrusionOk="0">
                  <a:moveTo>
                    <a:pt x="1217" y="0"/>
                  </a:moveTo>
                  <a:lnTo>
                    <a:pt x="1102" y="13"/>
                  </a:lnTo>
                  <a:lnTo>
                    <a:pt x="974" y="26"/>
                  </a:lnTo>
                  <a:lnTo>
                    <a:pt x="858" y="64"/>
                  </a:lnTo>
                  <a:lnTo>
                    <a:pt x="743" y="103"/>
                  </a:lnTo>
                  <a:lnTo>
                    <a:pt x="641" y="154"/>
                  </a:lnTo>
                  <a:lnTo>
                    <a:pt x="538" y="218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48"/>
                  </a:lnTo>
                  <a:lnTo>
                    <a:pt x="218" y="538"/>
                  </a:lnTo>
                  <a:lnTo>
                    <a:pt x="154" y="641"/>
                  </a:lnTo>
                  <a:lnTo>
                    <a:pt x="103" y="743"/>
                  </a:lnTo>
                  <a:lnTo>
                    <a:pt x="64" y="858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0" y="1217"/>
                  </a:lnTo>
                  <a:lnTo>
                    <a:pt x="13" y="1345"/>
                  </a:lnTo>
                  <a:lnTo>
                    <a:pt x="26" y="1460"/>
                  </a:lnTo>
                  <a:lnTo>
                    <a:pt x="64" y="1576"/>
                  </a:lnTo>
                  <a:lnTo>
                    <a:pt x="103" y="1691"/>
                  </a:lnTo>
                  <a:lnTo>
                    <a:pt x="154" y="1793"/>
                  </a:lnTo>
                  <a:lnTo>
                    <a:pt x="218" y="1896"/>
                  </a:lnTo>
                  <a:lnTo>
                    <a:pt x="282" y="1985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8" y="2229"/>
                  </a:lnTo>
                  <a:lnTo>
                    <a:pt x="641" y="2293"/>
                  </a:lnTo>
                  <a:lnTo>
                    <a:pt x="743" y="2344"/>
                  </a:lnTo>
                  <a:lnTo>
                    <a:pt x="858" y="2382"/>
                  </a:lnTo>
                  <a:lnTo>
                    <a:pt x="974" y="2408"/>
                  </a:lnTo>
                  <a:lnTo>
                    <a:pt x="1102" y="2421"/>
                  </a:lnTo>
                  <a:lnTo>
                    <a:pt x="1217" y="2434"/>
                  </a:lnTo>
                  <a:lnTo>
                    <a:pt x="1345" y="2421"/>
                  </a:lnTo>
                  <a:lnTo>
                    <a:pt x="1460" y="2408"/>
                  </a:lnTo>
                  <a:lnTo>
                    <a:pt x="1576" y="2382"/>
                  </a:lnTo>
                  <a:lnTo>
                    <a:pt x="1691" y="2344"/>
                  </a:lnTo>
                  <a:lnTo>
                    <a:pt x="1793" y="2293"/>
                  </a:lnTo>
                  <a:lnTo>
                    <a:pt x="1896" y="2229"/>
                  </a:lnTo>
                  <a:lnTo>
                    <a:pt x="1998" y="2152"/>
                  </a:lnTo>
                  <a:lnTo>
                    <a:pt x="2075" y="2075"/>
                  </a:lnTo>
                  <a:lnTo>
                    <a:pt x="2152" y="1985"/>
                  </a:lnTo>
                  <a:lnTo>
                    <a:pt x="2229" y="1896"/>
                  </a:lnTo>
                  <a:lnTo>
                    <a:pt x="2293" y="1793"/>
                  </a:lnTo>
                  <a:lnTo>
                    <a:pt x="2344" y="1691"/>
                  </a:lnTo>
                  <a:lnTo>
                    <a:pt x="2383" y="1576"/>
                  </a:lnTo>
                  <a:lnTo>
                    <a:pt x="2408" y="1460"/>
                  </a:lnTo>
                  <a:lnTo>
                    <a:pt x="2434" y="1345"/>
                  </a:lnTo>
                  <a:lnTo>
                    <a:pt x="2434" y="1217"/>
                  </a:lnTo>
                  <a:lnTo>
                    <a:pt x="2434" y="1089"/>
                  </a:lnTo>
                  <a:lnTo>
                    <a:pt x="2408" y="974"/>
                  </a:lnTo>
                  <a:lnTo>
                    <a:pt x="2383" y="858"/>
                  </a:lnTo>
                  <a:lnTo>
                    <a:pt x="2344" y="743"/>
                  </a:lnTo>
                  <a:lnTo>
                    <a:pt x="2293" y="641"/>
                  </a:lnTo>
                  <a:lnTo>
                    <a:pt x="2229" y="538"/>
                  </a:lnTo>
                  <a:lnTo>
                    <a:pt x="2152" y="448"/>
                  </a:lnTo>
                  <a:lnTo>
                    <a:pt x="2075" y="359"/>
                  </a:lnTo>
                  <a:lnTo>
                    <a:pt x="1998" y="282"/>
                  </a:lnTo>
                  <a:lnTo>
                    <a:pt x="1896" y="218"/>
                  </a:lnTo>
                  <a:lnTo>
                    <a:pt x="1793" y="154"/>
                  </a:lnTo>
                  <a:lnTo>
                    <a:pt x="1691" y="103"/>
                  </a:lnTo>
                  <a:lnTo>
                    <a:pt x="1576" y="64"/>
                  </a:lnTo>
                  <a:lnTo>
                    <a:pt x="1460" y="26"/>
                  </a:lnTo>
                  <a:lnTo>
                    <a:pt x="1345" y="13"/>
                  </a:lnTo>
                  <a:lnTo>
                    <a:pt x="1217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44"/>
            <p:cNvSpPr/>
            <p:nvPr/>
          </p:nvSpPr>
          <p:spPr>
            <a:xfrm>
              <a:off x="4228800" y="2822425"/>
              <a:ext cx="60875" cy="60875"/>
            </a:xfrm>
            <a:custGeom>
              <a:avLst/>
              <a:gdLst/>
              <a:ahLst/>
              <a:cxnLst/>
              <a:rect l="l" t="t" r="r" b="b"/>
              <a:pathLst>
                <a:path w="2435" h="2435" extrusionOk="0">
                  <a:moveTo>
                    <a:pt x="1089" y="1"/>
                  </a:moveTo>
                  <a:lnTo>
                    <a:pt x="974" y="26"/>
                  </a:lnTo>
                  <a:lnTo>
                    <a:pt x="859" y="52"/>
                  </a:lnTo>
                  <a:lnTo>
                    <a:pt x="744" y="90"/>
                  </a:lnTo>
                  <a:lnTo>
                    <a:pt x="641" y="141"/>
                  </a:lnTo>
                  <a:lnTo>
                    <a:pt x="539" y="205"/>
                  </a:lnTo>
                  <a:lnTo>
                    <a:pt x="449" y="282"/>
                  </a:lnTo>
                  <a:lnTo>
                    <a:pt x="359" y="359"/>
                  </a:lnTo>
                  <a:lnTo>
                    <a:pt x="282" y="436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3" y="1089"/>
                  </a:lnTo>
                  <a:lnTo>
                    <a:pt x="1" y="1217"/>
                  </a:lnTo>
                  <a:lnTo>
                    <a:pt x="13" y="1333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82" y="1986"/>
                  </a:lnTo>
                  <a:lnTo>
                    <a:pt x="359" y="2075"/>
                  </a:lnTo>
                  <a:lnTo>
                    <a:pt x="449" y="2152"/>
                  </a:lnTo>
                  <a:lnTo>
                    <a:pt x="539" y="2216"/>
                  </a:lnTo>
                  <a:lnTo>
                    <a:pt x="641" y="2280"/>
                  </a:lnTo>
                  <a:lnTo>
                    <a:pt x="744" y="2332"/>
                  </a:lnTo>
                  <a:lnTo>
                    <a:pt x="859" y="2370"/>
                  </a:lnTo>
                  <a:lnTo>
                    <a:pt x="974" y="2408"/>
                  </a:lnTo>
                  <a:lnTo>
                    <a:pt x="1089" y="2421"/>
                  </a:lnTo>
                  <a:lnTo>
                    <a:pt x="1217" y="2434"/>
                  </a:lnTo>
                  <a:lnTo>
                    <a:pt x="1346" y="2421"/>
                  </a:lnTo>
                  <a:lnTo>
                    <a:pt x="1461" y="2408"/>
                  </a:lnTo>
                  <a:lnTo>
                    <a:pt x="1576" y="2370"/>
                  </a:lnTo>
                  <a:lnTo>
                    <a:pt x="1691" y="2332"/>
                  </a:lnTo>
                  <a:lnTo>
                    <a:pt x="1794" y="2280"/>
                  </a:lnTo>
                  <a:lnTo>
                    <a:pt x="1896" y="2216"/>
                  </a:lnTo>
                  <a:lnTo>
                    <a:pt x="1986" y="2152"/>
                  </a:lnTo>
                  <a:lnTo>
                    <a:pt x="2076" y="2075"/>
                  </a:lnTo>
                  <a:lnTo>
                    <a:pt x="2152" y="1986"/>
                  </a:lnTo>
                  <a:lnTo>
                    <a:pt x="2216" y="1896"/>
                  </a:lnTo>
                  <a:lnTo>
                    <a:pt x="2280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409" y="1461"/>
                  </a:lnTo>
                  <a:lnTo>
                    <a:pt x="2421" y="1333"/>
                  </a:lnTo>
                  <a:lnTo>
                    <a:pt x="2434" y="1217"/>
                  </a:lnTo>
                  <a:lnTo>
                    <a:pt x="2421" y="1089"/>
                  </a:lnTo>
                  <a:lnTo>
                    <a:pt x="2409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0" y="641"/>
                  </a:lnTo>
                  <a:lnTo>
                    <a:pt x="2216" y="538"/>
                  </a:lnTo>
                  <a:lnTo>
                    <a:pt x="2152" y="436"/>
                  </a:lnTo>
                  <a:lnTo>
                    <a:pt x="2076" y="359"/>
                  </a:lnTo>
                  <a:lnTo>
                    <a:pt x="1986" y="282"/>
                  </a:lnTo>
                  <a:lnTo>
                    <a:pt x="1896" y="205"/>
                  </a:lnTo>
                  <a:lnTo>
                    <a:pt x="1794" y="141"/>
                  </a:lnTo>
                  <a:lnTo>
                    <a:pt x="1691" y="90"/>
                  </a:lnTo>
                  <a:lnTo>
                    <a:pt x="1576" y="52"/>
                  </a:lnTo>
                  <a:lnTo>
                    <a:pt x="1461" y="26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44"/>
            <p:cNvSpPr/>
            <p:nvPr/>
          </p:nvSpPr>
          <p:spPr>
            <a:xfrm>
              <a:off x="4315250" y="2674175"/>
              <a:ext cx="60550" cy="60850"/>
            </a:xfrm>
            <a:custGeom>
              <a:avLst/>
              <a:gdLst/>
              <a:ahLst/>
              <a:cxnLst/>
              <a:rect l="l" t="t" r="r" b="b"/>
              <a:pathLst>
                <a:path w="2422" h="2434" extrusionOk="0">
                  <a:moveTo>
                    <a:pt x="1205" y="0"/>
                  </a:moveTo>
                  <a:lnTo>
                    <a:pt x="1089" y="13"/>
                  </a:lnTo>
                  <a:lnTo>
                    <a:pt x="961" y="26"/>
                  </a:lnTo>
                  <a:lnTo>
                    <a:pt x="846" y="65"/>
                  </a:lnTo>
                  <a:lnTo>
                    <a:pt x="744" y="103"/>
                  </a:lnTo>
                  <a:lnTo>
                    <a:pt x="628" y="154"/>
                  </a:lnTo>
                  <a:lnTo>
                    <a:pt x="526" y="218"/>
                  </a:lnTo>
                  <a:lnTo>
                    <a:pt x="436" y="282"/>
                  </a:lnTo>
                  <a:lnTo>
                    <a:pt x="347" y="359"/>
                  </a:lnTo>
                  <a:lnTo>
                    <a:pt x="270" y="449"/>
                  </a:lnTo>
                  <a:lnTo>
                    <a:pt x="206" y="538"/>
                  </a:lnTo>
                  <a:lnTo>
                    <a:pt x="142" y="641"/>
                  </a:lnTo>
                  <a:lnTo>
                    <a:pt x="90" y="743"/>
                  </a:lnTo>
                  <a:lnTo>
                    <a:pt x="52" y="859"/>
                  </a:lnTo>
                  <a:lnTo>
                    <a:pt x="26" y="974"/>
                  </a:lnTo>
                  <a:lnTo>
                    <a:pt x="1" y="1102"/>
                  </a:lnTo>
                  <a:lnTo>
                    <a:pt x="1" y="1217"/>
                  </a:lnTo>
                  <a:lnTo>
                    <a:pt x="1" y="1345"/>
                  </a:lnTo>
                  <a:lnTo>
                    <a:pt x="26" y="1461"/>
                  </a:lnTo>
                  <a:lnTo>
                    <a:pt x="52" y="1576"/>
                  </a:lnTo>
                  <a:lnTo>
                    <a:pt x="90" y="1691"/>
                  </a:lnTo>
                  <a:lnTo>
                    <a:pt x="142" y="1794"/>
                  </a:lnTo>
                  <a:lnTo>
                    <a:pt x="206" y="1896"/>
                  </a:lnTo>
                  <a:lnTo>
                    <a:pt x="270" y="1999"/>
                  </a:lnTo>
                  <a:lnTo>
                    <a:pt x="347" y="2075"/>
                  </a:lnTo>
                  <a:lnTo>
                    <a:pt x="436" y="2152"/>
                  </a:lnTo>
                  <a:lnTo>
                    <a:pt x="526" y="2229"/>
                  </a:lnTo>
                  <a:lnTo>
                    <a:pt x="628" y="2293"/>
                  </a:lnTo>
                  <a:lnTo>
                    <a:pt x="744" y="2344"/>
                  </a:lnTo>
                  <a:lnTo>
                    <a:pt x="846" y="2383"/>
                  </a:lnTo>
                  <a:lnTo>
                    <a:pt x="961" y="2408"/>
                  </a:lnTo>
                  <a:lnTo>
                    <a:pt x="1089" y="2434"/>
                  </a:lnTo>
                  <a:lnTo>
                    <a:pt x="1333" y="2434"/>
                  </a:lnTo>
                  <a:lnTo>
                    <a:pt x="1461" y="2408"/>
                  </a:lnTo>
                  <a:lnTo>
                    <a:pt x="1576" y="2383"/>
                  </a:lnTo>
                  <a:lnTo>
                    <a:pt x="1679" y="2344"/>
                  </a:lnTo>
                  <a:lnTo>
                    <a:pt x="1794" y="2293"/>
                  </a:lnTo>
                  <a:lnTo>
                    <a:pt x="1884" y="2229"/>
                  </a:lnTo>
                  <a:lnTo>
                    <a:pt x="1986" y="2152"/>
                  </a:lnTo>
                  <a:lnTo>
                    <a:pt x="2063" y="2075"/>
                  </a:lnTo>
                  <a:lnTo>
                    <a:pt x="2153" y="1999"/>
                  </a:lnTo>
                  <a:lnTo>
                    <a:pt x="2217" y="1896"/>
                  </a:lnTo>
                  <a:lnTo>
                    <a:pt x="2281" y="1794"/>
                  </a:lnTo>
                  <a:lnTo>
                    <a:pt x="2332" y="1691"/>
                  </a:lnTo>
                  <a:lnTo>
                    <a:pt x="2370" y="1576"/>
                  </a:lnTo>
                  <a:lnTo>
                    <a:pt x="2396" y="1461"/>
                  </a:lnTo>
                  <a:lnTo>
                    <a:pt x="2421" y="1345"/>
                  </a:lnTo>
                  <a:lnTo>
                    <a:pt x="2421" y="1217"/>
                  </a:lnTo>
                  <a:lnTo>
                    <a:pt x="2421" y="1102"/>
                  </a:lnTo>
                  <a:lnTo>
                    <a:pt x="2396" y="974"/>
                  </a:lnTo>
                  <a:lnTo>
                    <a:pt x="2370" y="859"/>
                  </a:lnTo>
                  <a:lnTo>
                    <a:pt x="2332" y="743"/>
                  </a:lnTo>
                  <a:lnTo>
                    <a:pt x="2281" y="641"/>
                  </a:lnTo>
                  <a:lnTo>
                    <a:pt x="2217" y="538"/>
                  </a:lnTo>
                  <a:lnTo>
                    <a:pt x="2153" y="449"/>
                  </a:lnTo>
                  <a:lnTo>
                    <a:pt x="2063" y="359"/>
                  </a:lnTo>
                  <a:lnTo>
                    <a:pt x="1986" y="282"/>
                  </a:lnTo>
                  <a:lnTo>
                    <a:pt x="1884" y="218"/>
                  </a:lnTo>
                  <a:lnTo>
                    <a:pt x="1794" y="154"/>
                  </a:lnTo>
                  <a:lnTo>
                    <a:pt x="1679" y="103"/>
                  </a:lnTo>
                  <a:lnTo>
                    <a:pt x="1576" y="65"/>
                  </a:lnTo>
                  <a:lnTo>
                    <a:pt x="1461" y="26"/>
                  </a:lnTo>
                  <a:lnTo>
                    <a:pt x="1333" y="13"/>
                  </a:lnTo>
                  <a:lnTo>
                    <a:pt x="1205" y="0"/>
                  </a:lnTo>
                  <a:close/>
                </a:path>
              </a:pathLst>
            </a:custGeom>
            <a:solidFill>
              <a:srgbClr val="4EFF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45"/>
          <p:cNvSpPr/>
          <p:nvPr/>
        </p:nvSpPr>
        <p:spPr>
          <a:xfrm>
            <a:off x="3543300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99B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45"/>
          <p:cNvSpPr/>
          <p:nvPr/>
        </p:nvSpPr>
        <p:spPr>
          <a:xfrm>
            <a:off x="6619875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A48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45"/>
          <p:cNvSpPr/>
          <p:nvPr/>
        </p:nvSpPr>
        <p:spPr>
          <a:xfrm>
            <a:off x="466725" y="116205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E4EA27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p4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316" name="Google Shape;2316;p45"/>
          <p:cNvGrpSpPr/>
          <p:nvPr/>
        </p:nvGrpSpPr>
        <p:grpSpPr>
          <a:xfrm>
            <a:off x="6629400" y="934075"/>
            <a:ext cx="2057400" cy="1081675"/>
            <a:chOff x="6629400" y="934075"/>
            <a:chExt cx="2057400" cy="1081675"/>
          </a:xfrm>
        </p:grpSpPr>
        <p:sp>
          <p:nvSpPr>
            <p:cNvPr id="2317" name="Google Shape;2317;p45"/>
            <p:cNvSpPr/>
            <p:nvPr/>
          </p:nvSpPr>
          <p:spPr>
            <a:xfrm>
              <a:off x="7379250" y="93407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18" name="Google Shape;2318;p45"/>
            <p:cNvSpPr txBox="1"/>
            <p:nvPr/>
          </p:nvSpPr>
          <p:spPr>
            <a:xfrm>
              <a:off x="6629400" y="1344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Analytical model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19" name="Google Shape;2319;p45"/>
            <p:cNvSpPr txBox="1"/>
            <p:nvPr/>
          </p:nvSpPr>
          <p:spPr>
            <a:xfrm>
              <a:off x="6629400" y="16839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0" name="Google Shape;2320;p45"/>
          <p:cNvGrpSpPr/>
          <p:nvPr/>
        </p:nvGrpSpPr>
        <p:grpSpPr>
          <a:xfrm>
            <a:off x="3543300" y="934075"/>
            <a:ext cx="2057411" cy="1083827"/>
            <a:chOff x="3543300" y="934075"/>
            <a:chExt cx="2057411" cy="1083827"/>
          </a:xfrm>
        </p:grpSpPr>
        <p:sp>
          <p:nvSpPr>
            <p:cNvPr id="2321" name="Google Shape;2321;p45"/>
            <p:cNvSpPr/>
            <p:nvPr/>
          </p:nvSpPr>
          <p:spPr>
            <a:xfrm>
              <a:off x="4302675" y="93407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18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2" name="Google Shape;2322;p45"/>
            <p:cNvSpPr txBox="1"/>
            <p:nvPr/>
          </p:nvSpPr>
          <p:spPr>
            <a:xfrm>
              <a:off x="3543300" y="1344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Choose algorithm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3" name="Google Shape;2323;p45"/>
            <p:cNvSpPr txBox="1"/>
            <p:nvPr/>
          </p:nvSpPr>
          <p:spPr>
            <a:xfrm>
              <a:off x="3543311" y="1686102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Mercury is the closest planet to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24" name="Google Shape;2324;p45"/>
          <p:cNvGrpSpPr/>
          <p:nvPr/>
        </p:nvGrpSpPr>
        <p:grpSpPr>
          <a:xfrm>
            <a:off x="457201" y="934075"/>
            <a:ext cx="2057400" cy="1083825"/>
            <a:chOff x="457201" y="934075"/>
            <a:chExt cx="2057400" cy="1083825"/>
          </a:xfrm>
        </p:grpSpPr>
        <p:sp>
          <p:nvSpPr>
            <p:cNvPr id="2325" name="Google Shape;2325;p45"/>
            <p:cNvSpPr txBox="1"/>
            <p:nvPr/>
          </p:nvSpPr>
          <p:spPr>
            <a:xfrm>
              <a:off x="457201" y="1344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Identify data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26" name="Google Shape;2326;p45"/>
            <p:cNvSpPr txBox="1"/>
            <p:nvPr/>
          </p:nvSpPr>
          <p:spPr>
            <a:xfrm>
              <a:off x="457201" y="16861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Venus has a beautiful name, but it’s hot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27" name="Google Shape;2327;p45"/>
            <p:cNvSpPr/>
            <p:nvPr/>
          </p:nvSpPr>
          <p:spPr>
            <a:xfrm>
              <a:off x="1226100" y="93407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2328" name="Google Shape;2328;p45"/>
          <p:cNvSpPr/>
          <p:nvPr/>
        </p:nvSpPr>
        <p:spPr>
          <a:xfrm>
            <a:off x="6619875" y="323360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2776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9" name="Google Shape;2329;p45"/>
          <p:cNvSpPr/>
          <p:nvPr/>
        </p:nvSpPr>
        <p:spPr>
          <a:xfrm>
            <a:off x="466725" y="3233600"/>
            <a:ext cx="2057400" cy="1038300"/>
          </a:xfrm>
          <a:prstGeom prst="roundRect">
            <a:avLst>
              <a:gd name="adj" fmla="val 16667"/>
            </a:avLst>
          </a:prstGeom>
          <a:solidFill>
            <a:srgbClr val="8027EA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0" name="Google Shape;2330;p45"/>
          <p:cNvGrpSpPr/>
          <p:nvPr/>
        </p:nvGrpSpPr>
        <p:grpSpPr>
          <a:xfrm>
            <a:off x="6629400" y="3005625"/>
            <a:ext cx="2057400" cy="1081675"/>
            <a:chOff x="6629400" y="3005625"/>
            <a:chExt cx="2057400" cy="1081675"/>
          </a:xfrm>
        </p:grpSpPr>
        <p:sp>
          <p:nvSpPr>
            <p:cNvPr id="2331" name="Google Shape;2331;p45"/>
            <p:cNvSpPr/>
            <p:nvPr/>
          </p:nvSpPr>
          <p:spPr>
            <a:xfrm>
              <a:off x="7379250" y="300562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32" name="Google Shape;2332;p45"/>
            <p:cNvSpPr txBox="1"/>
            <p:nvPr/>
          </p:nvSpPr>
          <p:spPr>
            <a:xfrm>
              <a:off x="6629400" y="34160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Run the model</a:t>
              </a:r>
              <a:endParaRPr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33" name="Google Shape;2333;p45"/>
            <p:cNvSpPr txBox="1"/>
            <p:nvPr/>
          </p:nvSpPr>
          <p:spPr>
            <a:xfrm>
              <a:off x="6629400" y="375550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Neptune is very far away from the Sun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34" name="Google Shape;2334;p45"/>
          <p:cNvGrpSpPr/>
          <p:nvPr/>
        </p:nvGrpSpPr>
        <p:grpSpPr>
          <a:xfrm>
            <a:off x="457201" y="3005625"/>
            <a:ext cx="2057400" cy="1083825"/>
            <a:chOff x="457201" y="3005625"/>
            <a:chExt cx="2057400" cy="1083825"/>
          </a:xfrm>
        </p:grpSpPr>
        <p:sp>
          <p:nvSpPr>
            <p:cNvPr id="2335" name="Google Shape;2335;p45"/>
            <p:cNvSpPr txBox="1"/>
            <p:nvPr/>
          </p:nvSpPr>
          <p:spPr>
            <a:xfrm>
              <a:off x="457201" y="34160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Train the model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336" name="Google Shape;2336;p45"/>
            <p:cNvSpPr txBox="1"/>
            <p:nvPr/>
          </p:nvSpPr>
          <p:spPr>
            <a:xfrm>
              <a:off x="457201" y="37576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37" name="Google Shape;2337;p45"/>
            <p:cNvSpPr/>
            <p:nvPr/>
          </p:nvSpPr>
          <p:spPr>
            <a:xfrm>
              <a:off x="1226100" y="3005625"/>
              <a:ext cx="519600" cy="3714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1800" b="1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2338" name="Google Shape;2338;p45"/>
          <p:cNvGrpSpPr/>
          <p:nvPr/>
        </p:nvGrpSpPr>
        <p:grpSpPr>
          <a:xfrm>
            <a:off x="3124753" y="2097067"/>
            <a:ext cx="2904005" cy="2684408"/>
            <a:chOff x="3124753" y="2097067"/>
            <a:chExt cx="2904005" cy="2684408"/>
          </a:xfrm>
        </p:grpSpPr>
        <p:sp>
          <p:nvSpPr>
            <p:cNvPr id="2339" name="Google Shape;2339;p45"/>
            <p:cNvSpPr/>
            <p:nvPr/>
          </p:nvSpPr>
          <p:spPr>
            <a:xfrm>
              <a:off x="3938625" y="4524375"/>
              <a:ext cx="1247700" cy="2571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0" name="Google Shape;2340;p45"/>
            <p:cNvGrpSpPr/>
            <p:nvPr/>
          </p:nvGrpSpPr>
          <p:grpSpPr>
            <a:xfrm>
              <a:off x="3124761" y="2266506"/>
              <a:ext cx="1173544" cy="1038290"/>
              <a:chOff x="3039603" y="2097081"/>
              <a:chExt cx="1372888" cy="1214659"/>
            </a:xfrm>
          </p:grpSpPr>
          <p:sp>
            <p:nvSpPr>
              <p:cNvPr id="2341" name="Google Shape;2341;p45"/>
              <p:cNvSpPr/>
              <p:nvPr/>
            </p:nvSpPr>
            <p:spPr>
              <a:xfrm>
                <a:off x="3039603" y="2097081"/>
                <a:ext cx="1372888" cy="1214659"/>
              </a:xfrm>
              <a:custGeom>
                <a:avLst/>
                <a:gdLst/>
                <a:ahLst/>
                <a:cxnLst/>
                <a:rect l="l" t="t" r="r" b="b"/>
                <a:pathLst>
                  <a:path w="76484" h="67669" extrusionOk="0">
                    <a:moveTo>
                      <a:pt x="0" y="1"/>
                    </a:moveTo>
                    <a:lnTo>
                      <a:pt x="0" y="67668"/>
                    </a:lnTo>
                    <a:lnTo>
                      <a:pt x="76484" y="67668"/>
                    </a:lnTo>
                    <a:lnTo>
                      <a:pt x="764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45"/>
              <p:cNvSpPr/>
              <p:nvPr/>
            </p:nvSpPr>
            <p:spPr>
              <a:xfrm>
                <a:off x="3527987" y="2179974"/>
                <a:ext cx="797142" cy="317212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72" extrusionOk="0">
                    <a:moveTo>
                      <a:pt x="565" y="0"/>
                    </a:moveTo>
                    <a:lnTo>
                      <a:pt x="447" y="14"/>
                    </a:lnTo>
                    <a:lnTo>
                      <a:pt x="342" y="53"/>
                    </a:lnTo>
                    <a:lnTo>
                      <a:pt x="250" y="105"/>
                    </a:lnTo>
                    <a:lnTo>
                      <a:pt x="171" y="171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65"/>
                    </a:lnTo>
                    <a:lnTo>
                      <a:pt x="1" y="17121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14"/>
                    </a:lnTo>
                    <a:lnTo>
                      <a:pt x="250" y="17580"/>
                    </a:lnTo>
                    <a:lnTo>
                      <a:pt x="342" y="17632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32"/>
                    </a:lnTo>
                    <a:lnTo>
                      <a:pt x="44159" y="17580"/>
                    </a:lnTo>
                    <a:lnTo>
                      <a:pt x="44238" y="17514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21"/>
                    </a:lnTo>
                    <a:lnTo>
                      <a:pt x="44408" y="565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71"/>
                    </a:lnTo>
                    <a:lnTo>
                      <a:pt x="44159" y="105"/>
                    </a:lnTo>
                    <a:lnTo>
                      <a:pt x="44067" y="53"/>
                    </a:lnTo>
                    <a:lnTo>
                      <a:pt x="43962" y="14"/>
                    </a:lnTo>
                    <a:lnTo>
                      <a:pt x="4384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45"/>
              <p:cNvSpPr/>
              <p:nvPr/>
            </p:nvSpPr>
            <p:spPr>
              <a:xfrm>
                <a:off x="3557425" y="2204943"/>
                <a:ext cx="214538" cy="33441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3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45"/>
              <p:cNvSpPr/>
              <p:nvPr/>
            </p:nvSpPr>
            <p:spPr>
              <a:xfrm>
                <a:off x="3557425" y="2256746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45"/>
              <p:cNvSpPr/>
              <p:nvPr/>
            </p:nvSpPr>
            <p:spPr>
              <a:xfrm>
                <a:off x="3557425" y="2310435"/>
                <a:ext cx="721303" cy="16203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27" extrusionOk="0">
                    <a:moveTo>
                      <a:pt x="1" y="0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45"/>
              <p:cNvSpPr/>
              <p:nvPr/>
            </p:nvSpPr>
            <p:spPr>
              <a:xfrm>
                <a:off x="3527987" y="2544270"/>
                <a:ext cx="797142" cy="317212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72" extrusionOk="0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2"/>
                    </a:lnTo>
                    <a:lnTo>
                      <a:pt x="171" y="158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80"/>
                    </a:lnTo>
                    <a:lnTo>
                      <a:pt x="342" y="17619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19"/>
                    </a:lnTo>
                    <a:lnTo>
                      <a:pt x="44159" y="17580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58"/>
                    </a:lnTo>
                    <a:lnTo>
                      <a:pt x="44159" y="92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45"/>
              <p:cNvSpPr/>
              <p:nvPr/>
            </p:nvSpPr>
            <p:spPr>
              <a:xfrm>
                <a:off x="3557425" y="2569005"/>
                <a:ext cx="214538" cy="33441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3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45"/>
              <p:cNvSpPr/>
              <p:nvPr/>
            </p:nvSpPr>
            <p:spPr>
              <a:xfrm>
                <a:off x="3557425" y="2620808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45"/>
              <p:cNvSpPr/>
              <p:nvPr/>
            </p:nvSpPr>
            <p:spPr>
              <a:xfrm>
                <a:off x="3557425" y="2674730"/>
                <a:ext cx="721303" cy="161801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14" extrusionOk="0">
                    <a:moveTo>
                      <a:pt x="1" y="1"/>
                    </a:moveTo>
                    <a:lnTo>
                      <a:pt x="1" y="9013"/>
                    </a:lnTo>
                    <a:lnTo>
                      <a:pt x="40184" y="9013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45"/>
              <p:cNvSpPr/>
              <p:nvPr/>
            </p:nvSpPr>
            <p:spPr>
              <a:xfrm>
                <a:off x="3527987" y="2908565"/>
                <a:ext cx="797142" cy="316979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59" extrusionOk="0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3"/>
                    </a:lnTo>
                    <a:lnTo>
                      <a:pt x="171" y="158"/>
                    </a:lnTo>
                    <a:lnTo>
                      <a:pt x="106" y="237"/>
                    </a:lnTo>
                    <a:lnTo>
                      <a:pt x="53" y="342"/>
                    </a:lnTo>
                    <a:lnTo>
                      <a:pt x="14" y="434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67"/>
                    </a:lnTo>
                    <a:lnTo>
                      <a:pt x="342" y="17620"/>
                    </a:lnTo>
                    <a:lnTo>
                      <a:pt x="447" y="17659"/>
                    </a:lnTo>
                    <a:lnTo>
                      <a:pt x="43962" y="17659"/>
                    </a:lnTo>
                    <a:lnTo>
                      <a:pt x="44067" y="17620"/>
                    </a:lnTo>
                    <a:lnTo>
                      <a:pt x="44159" y="17567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34"/>
                    </a:lnTo>
                    <a:lnTo>
                      <a:pt x="44356" y="342"/>
                    </a:lnTo>
                    <a:lnTo>
                      <a:pt x="44317" y="237"/>
                    </a:lnTo>
                    <a:lnTo>
                      <a:pt x="44238" y="158"/>
                    </a:lnTo>
                    <a:lnTo>
                      <a:pt x="44159" y="93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45"/>
              <p:cNvSpPr/>
              <p:nvPr/>
            </p:nvSpPr>
            <p:spPr>
              <a:xfrm>
                <a:off x="3557425" y="2933300"/>
                <a:ext cx="214538" cy="3345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4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45"/>
              <p:cNvSpPr/>
              <p:nvPr/>
            </p:nvSpPr>
            <p:spPr>
              <a:xfrm>
                <a:off x="3557425" y="2985104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5"/>
              <p:cNvSpPr/>
              <p:nvPr/>
            </p:nvSpPr>
            <p:spPr>
              <a:xfrm>
                <a:off x="3557425" y="3038792"/>
                <a:ext cx="721303" cy="16203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27" extrusionOk="0">
                    <a:moveTo>
                      <a:pt x="1" y="1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45"/>
              <p:cNvSpPr/>
              <p:nvPr/>
            </p:nvSpPr>
            <p:spPr>
              <a:xfrm>
                <a:off x="3294386" y="2851825"/>
                <a:ext cx="107395" cy="4828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0" extrusionOk="0">
                    <a:moveTo>
                      <a:pt x="1339" y="0"/>
                    </a:moveTo>
                    <a:lnTo>
                      <a:pt x="1208" y="13"/>
                    </a:lnTo>
                    <a:lnTo>
                      <a:pt x="1076" y="26"/>
                    </a:lnTo>
                    <a:lnTo>
                      <a:pt x="945" y="66"/>
                    </a:lnTo>
                    <a:lnTo>
                      <a:pt x="827" y="105"/>
                    </a:lnTo>
                    <a:lnTo>
                      <a:pt x="709" y="157"/>
                    </a:lnTo>
                    <a:lnTo>
                      <a:pt x="591" y="223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5"/>
                    </a:lnTo>
                    <a:lnTo>
                      <a:pt x="224" y="590"/>
                    </a:lnTo>
                    <a:lnTo>
                      <a:pt x="158" y="708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7"/>
                    </a:lnTo>
                    <a:lnTo>
                      <a:pt x="1" y="1351"/>
                    </a:lnTo>
                    <a:lnTo>
                      <a:pt x="1" y="1482"/>
                    </a:lnTo>
                    <a:lnTo>
                      <a:pt x="27" y="1614"/>
                    </a:lnTo>
                    <a:lnTo>
                      <a:pt x="53" y="1745"/>
                    </a:lnTo>
                    <a:lnTo>
                      <a:pt x="106" y="1863"/>
                    </a:lnTo>
                    <a:lnTo>
                      <a:pt x="158" y="1981"/>
                    </a:lnTo>
                    <a:lnTo>
                      <a:pt x="224" y="2099"/>
                    </a:lnTo>
                    <a:lnTo>
                      <a:pt x="302" y="2204"/>
                    </a:lnTo>
                    <a:lnTo>
                      <a:pt x="394" y="2296"/>
                    </a:lnTo>
                    <a:lnTo>
                      <a:pt x="486" y="2388"/>
                    </a:lnTo>
                    <a:lnTo>
                      <a:pt x="591" y="2466"/>
                    </a:lnTo>
                    <a:lnTo>
                      <a:pt x="709" y="2532"/>
                    </a:lnTo>
                    <a:lnTo>
                      <a:pt x="827" y="2584"/>
                    </a:lnTo>
                    <a:lnTo>
                      <a:pt x="945" y="2624"/>
                    </a:lnTo>
                    <a:lnTo>
                      <a:pt x="1076" y="2663"/>
                    </a:lnTo>
                    <a:lnTo>
                      <a:pt x="1208" y="2689"/>
                    </a:lnTo>
                    <a:lnTo>
                      <a:pt x="4776" y="2689"/>
                    </a:lnTo>
                    <a:lnTo>
                      <a:pt x="4907" y="2663"/>
                    </a:lnTo>
                    <a:lnTo>
                      <a:pt x="5038" y="2624"/>
                    </a:lnTo>
                    <a:lnTo>
                      <a:pt x="5156" y="2584"/>
                    </a:lnTo>
                    <a:lnTo>
                      <a:pt x="5275" y="2532"/>
                    </a:lnTo>
                    <a:lnTo>
                      <a:pt x="5393" y="2466"/>
                    </a:lnTo>
                    <a:lnTo>
                      <a:pt x="5498" y="2388"/>
                    </a:lnTo>
                    <a:lnTo>
                      <a:pt x="5589" y="2296"/>
                    </a:lnTo>
                    <a:lnTo>
                      <a:pt x="5681" y="2204"/>
                    </a:lnTo>
                    <a:lnTo>
                      <a:pt x="5747" y="2099"/>
                    </a:lnTo>
                    <a:lnTo>
                      <a:pt x="5826" y="1981"/>
                    </a:lnTo>
                    <a:lnTo>
                      <a:pt x="5878" y="1863"/>
                    </a:lnTo>
                    <a:lnTo>
                      <a:pt x="5917" y="1745"/>
                    </a:lnTo>
                    <a:lnTo>
                      <a:pt x="5957" y="1614"/>
                    </a:lnTo>
                    <a:lnTo>
                      <a:pt x="5970" y="1482"/>
                    </a:lnTo>
                    <a:lnTo>
                      <a:pt x="5983" y="1351"/>
                    </a:lnTo>
                    <a:lnTo>
                      <a:pt x="5970" y="1207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8"/>
                    </a:lnTo>
                    <a:lnTo>
                      <a:pt x="5747" y="590"/>
                    </a:lnTo>
                    <a:lnTo>
                      <a:pt x="5681" y="485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3"/>
                    </a:lnTo>
                    <a:lnTo>
                      <a:pt x="5275" y="157"/>
                    </a:lnTo>
                    <a:lnTo>
                      <a:pt x="5156" y="105"/>
                    </a:lnTo>
                    <a:lnTo>
                      <a:pt x="5038" y="66"/>
                    </a:lnTo>
                    <a:lnTo>
                      <a:pt x="4907" y="26"/>
                    </a:lnTo>
                    <a:lnTo>
                      <a:pt x="4776" y="13"/>
                    </a:lnTo>
                    <a:lnTo>
                      <a:pt x="46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45"/>
              <p:cNvSpPr/>
              <p:nvPr/>
            </p:nvSpPr>
            <p:spPr>
              <a:xfrm>
                <a:off x="3300040" y="2857946"/>
                <a:ext cx="36044" cy="36044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08" extrusionOk="0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46"/>
                    </a:lnTo>
                    <a:lnTo>
                      <a:pt x="119" y="525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00"/>
                    </a:lnTo>
                    <a:lnTo>
                      <a:pt x="1" y="905"/>
                    </a:lnTo>
                    <a:lnTo>
                      <a:pt x="1" y="1010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3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84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94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94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84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1010"/>
                    </a:lnTo>
                    <a:lnTo>
                      <a:pt x="2008" y="905"/>
                    </a:lnTo>
                    <a:lnTo>
                      <a:pt x="1995" y="800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25"/>
                    </a:lnTo>
                    <a:lnTo>
                      <a:pt x="1837" y="446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45"/>
              <p:cNvSpPr/>
              <p:nvPr/>
            </p:nvSpPr>
            <p:spPr>
              <a:xfrm>
                <a:off x="3304043" y="2861949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30"/>
                    </a:lnTo>
                    <a:lnTo>
                      <a:pt x="1" y="695"/>
                    </a:lnTo>
                    <a:lnTo>
                      <a:pt x="1" y="787"/>
                    </a:lnTo>
                    <a:lnTo>
                      <a:pt x="1" y="866"/>
                    </a:lnTo>
                    <a:lnTo>
                      <a:pt x="14" y="932"/>
                    </a:lnTo>
                    <a:lnTo>
                      <a:pt x="66" y="1089"/>
                    </a:lnTo>
                    <a:lnTo>
                      <a:pt x="132" y="1220"/>
                    </a:lnTo>
                    <a:lnTo>
                      <a:pt x="224" y="1338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61"/>
                    </a:lnTo>
                    <a:lnTo>
                      <a:pt x="866" y="1561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38"/>
                    </a:lnTo>
                    <a:lnTo>
                      <a:pt x="1431" y="1220"/>
                    </a:lnTo>
                    <a:lnTo>
                      <a:pt x="1496" y="1089"/>
                    </a:lnTo>
                    <a:lnTo>
                      <a:pt x="1549" y="932"/>
                    </a:lnTo>
                    <a:lnTo>
                      <a:pt x="1562" y="866"/>
                    </a:lnTo>
                    <a:lnTo>
                      <a:pt x="1562" y="787"/>
                    </a:lnTo>
                    <a:lnTo>
                      <a:pt x="1562" y="695"/>
                    </a:lnTo>
                    <a:lnTo>
                      <a:pt x="1549" y="630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45"/>
              <p:cNvSpPr/>
              <p:nvPr/>
            </p:nvSpPr>
            <p:spPr>
              <a:xfrm>
                <a:off x="3294386" y="2916804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71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99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9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9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99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71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45"/>
              <p:cNvSpPr/>
              <p:nvPr/>
            </p:nvSpPr>
            <p:spPr>
              <a:xfrm>
                <a:off x="3360083" y="2922925"/>
                <a:ext cx="36062" cy="3629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22" extrusionOk="0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2"/>
                    </a:lnTo>
                    <a:lnTo>
                      <a:pt x="368" y="237"/>
                    </a:lnTo>
                    <a:lnTo>
                      <a:pt x="290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8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08"/>
                    </a:lnTo>
                    <a:lnTo>
                      <a:pt x="40" y="1313"/>
                    </a:lnTo>
                    <a:lnTo>
                      <a:pt x="80" y="1405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90" y="1720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20"/>
                    </a:lnTo>
                    <a:lnTo>
                      <a:pt x="1785" y="1654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405"/>
                    </a:lnTo>
                    <a:lnTo>
                      <a:pt x="1969" y="1313"/>
                    </a:lnTo>
                    <a:lnTo>
                      <a:pt x="1995" y="1208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8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1" y="237"/>
                    </a:lnTo>
                    <a:lnTo>
                      <a:pt x="1562" y="172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45"/>
              <p:cNvSpPr/>
              <p:nvPr/>
            </p:nvSpPr>
            <p:spPr>
              <a:xfrm>
                <a:off x="3364085" y="2926928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27"/>
                    </a:lnTo>
                    <a:lnTo>
                      <a:pt x="473" y="67"/>
                    </a:lnTo>
                    <a:lnTo>
                      <a:pt x="342" y="145"/>
                    </a:lnTo>
                    <a:lnTo>
                      <a:pt x="224" y="237"/>
                    </a:lnTo>
                    <a:lnTo>
                      <a:pt x="132" y="355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6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510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510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6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55"/>
                    </a:lnTo>
                    <a:lnTo>
                      <a:pt x="1326" y="237"/>
                    </a:lnTo>
                    <a:lnTo>
                      <a:pt x="1221" y="145"/>
                    </a:lnTo>
                    <a:lnTo>
                      <a:pt x="1090" y="67"/>
                    </a:lnTo>
                    <a:lnTo>
                      <a:pt x="932" y="27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45"/>
              <p:cNvSpPr/>
              <p:nvPr/>
            </p:nvSpPr>
            <p:spPr>
              <a:xfrm>
                <a:off x="3294386" y="2982267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5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6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6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5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45"/>
              <p:cNvSpPr/>
              <p:nvPr/>
            </p:nvSpPr>
            <p:spPr>
              <a:xfrm>
                <a:off x="3300040" y="2988406"/>
                <a:ext cx="36044" cy="36044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08" extrusionOk="0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33"/>
                    </a:lnTo>
                    <a:lnTo>
                      <a:pt x="119" y="525"/>
                    </a:lnTo>
                    <a:lnTo>
                      <a:pt x="79" y="604"/>
                    </a:lnTo>
                    <a:lnTo>
                      <a:pt x="40" y="708"/>
                    </a:lnTo>
                    <a:lnTo>
                      <a:pt x="14" y="800"/>
                    </a:lnTo>
                    <a:lnTo>
                      <a:pt x="1" y="892"/>
                    </a:lnTo>
                    <a:lnTo>
                      <a:pt x="1" y="997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2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71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81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81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71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2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997"/>
                    </a:lnTo>
                    <a:lnTo>
                      <a:pt x="2008" y="892"/>
                    </a:lnTo>
                    <a:lnTo>
                      <a:pt x="1995" y="800"/>
                    </a:lnTo>
                    <a:lnTo>
                      <a:pt x="1968" y="708"/>
                    </a:lnTo>
                    <a:lnTo>
                      <a:pt x="1929" y="604"/>
                    </a:lnTo>
                    <a:lnTo>
                      <a:pt x="1890" y="525"/>
                    </a:lnTo>
                    <a:lnTo>
                      <a:pt x="1837" y="433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5"/>
              <p:cNvSpPr/>
              <p:nvPr/>
            </p:nvSpPr>
            <p:spPr>
              <a:xfrm>
                <a:off x="3304043" y="2992409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2"/>
                    </a:lnTo>
                    <a:lnTo>
                      <a:pt x="66" y="1076"/>
                    </a:lnTo>
                    <a:lnTo>
                      <a:pt x="132" y="1220"/>
                    </a:lnTo>
                    <a:lnTo>
                      <a:pt x="224" y="1325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25"/>
                    </a:lnTo>
                    <a:lnTo>
                      <a:pt x="1431" y="1220"/>
                    </a:lnTo>
                    <a:lnTo>
                      <a:pt x="1496" y="1076"/>
                    </a:lnTo>
                    <a:lnTo>
                      <a:pt x="1549" y="932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5"/>
              <p:cNvSpPr/>
              <p:nvPr/>
            </p:nvSpPr>
            <p:spPr>
              <a:xfrm>
                <a:off x="3294386" y="3047264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5"/>
              <p:cNvSpPr/>
              <p:nvPr/>
            </p:nvSpPr>
            <p:spPr>
              <a:xfrm>
                <a:off x="3360083" y="3053385"/>
                <a:ext cx="36062" cy="36062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09" extrusionOk="0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90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2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392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90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5"/>
              <p:cNvSpPr/>
              <p:nvPr/>
            </p:nvSpPr>
            <p:spPr>
              <a:xfrm>
                <a:off x="3364085" y="3057388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14"/>
                    </a:lnTo>
                    <a:lnTo>
                      <a:pt x="473" y="67"/>
                    </a:lnTo>
                    <a:lnTo>
                      <a:pt x="342" y="132"/>
                    </a:lnTo>
                    <a:lnTo>
                      <a:pt x="224" y="237"/>
                    </a:lnTo>
                    <a:lnTo>
                      <a:pt x="132" y="342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5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5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42"/>
                    </a:lnTo>
                    <a:lnTo>
                      <a:pt x="1326" y="237"/>
                    </a:lnTo>
                    <a:lnTo>
                      <a:pt x="1221" y="132"/>
                    </a:lnTo>
                    <a:lnTo>
                      <a:pt x="1090" y="67"/>
                    </a:lnTo>
                    <a:lnTo>
                      <a:pt x="932" y="14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45"/>
              <p:cNvSpPr/>
              <p:nvPr/>
            </p:nvSpPr>
            <p:spPr>
              <a:xfrm>
                <a:off x="3294386" y="3112728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5"/>
                    </a:lnTo>
                    <a:lnTo>
                      <a:pt x="27" y="1064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087"/>
                    </a:lnTo>
                    <a:lnTo>
                      <a:pt x="302" y="2192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192"/>
                    </a:lnTo>
                    <a:lnTo>
                      <a:pt x="5747" y="2087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64"/>
                    </a:lnTo>
                    <a:lnTo>
                      <a:pt x="5917" y="945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45"/>
              <p:cNvSpPr/>
              <p:nvPr/>
            </p:nvSpPr>
            <p:spPr>
              <a:xfrm>
                <a:off x="3300040" y="3118616"/>
                <a:ext cx="36044" cy="3629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22" extrusionOk="0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5" y="132"/>
                    </a:lnTo>
                    <a:lnTo>
                      <a:pt x="447" y="185"/>
                    </a:lnTo>
                    <a:lnTo>
                      <a:pt x="368" y="237"/>
                    </a:lnTo>
                    <a:lnTo>
                      <a:pt x="289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39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14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21"/>
                    </a:lnTo>
                    <a:lnTo>
                      <a:pt x="40" y="1313"/>
                    </a:lnTo>
                    <a:lnTo>
                      <a:pt x="79" y="1405"/>
                    </a:lnTo>
                    <a:lnTo>
                      <a:pt x="119" y="1496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89" y="1719"/>
                    </a:lnTo>
                    <a:lnTo>
                      <a:pt x="368" y="1785"/>
                    </a:lnTo>
                    <a:lnTo>
                      <a:pt x="447" y="1851"/>
                    </a:lnTo>
                    <a:lnTo>
                      <a:pt x="525" y="1903"/>
                    </a:lnTo>
                    <a:lnTo>
                      <a:pt x="617" y="1942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299" y="1969"/>
                    </a:lnTo>
                    <a:lnTo>
                      <a:pt x="1391" y="1942"/>
                    </a:lnTo>
                    <a:lnTo>
                      <a:pt x="1483" y="1903"/>
                    </a:lnTo>
                    <a:lnTo>
                      <a:pt x="1562" y="1851"/>
                    </a:lnTo>
                    <a:lnTo>
                      <a:pt x="1640" y="1785"/>
                    </a:lnTo>
                    <a:lnTo>
                      <a:pt x="1719" y="1719"/>
                    </a:lnTo>
                    <a:lnTo>
                      <a:pt x="1785" y="1654"/>
                    </a:lnTo>
                    <a:lnTo>
                      <a:pt x="1837" y="1575"/>
                    </a:lnTo>
                    <a:lnTo>
                      <a:pt x="1890" y="1496"/>
                    </a:lnTo>
                    <a:lnTo>
                      <a:pt x="1929" y="1405"/>
                    </a:lnTo>
                    <a:lnTo>
                      <a:pt x="1968" y="1313"/>
                    </a:lnTo>
                    <a:lnTo>
                      <a:pt x="1995" y="1221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14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39"/>
                    </a:lnTo>
                    <a:lnTo>
                      <a:pt x="1837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0" y="237"/>
                    </a:lnTo>
                    <a:lnTo>
                      <a:pt x="1562" y="185"/>
                    </a:lnTo>
                    <a:lnTo>
                      <a:pt x="1483" y="132"/>
                    </a:lnTo>
                    <a:lnTo>
                      <a:pt x="1391" y="80"/>
                    </a:lnTo>
                    <a:lnTo>
                      <a:pt x="1299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5"/>
              <p:cNvSpPr/>
              <p:nvPr/>
            </p:nvSpPr>
            <p:spPr>
              <a:xfrm>
                <a:off x="3304043" y="3122870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52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1"/>
                    </a:lnTo>
                    <a:lnTo>
                      <a:pt x="66" y="1076"/>
                    </a:lnTo>
                    <a:lnTo>
                      <a:pt x="132" y="1207"/>
                    </a:lnTo>
                    <a:lnTo>
                      <a:pt x="224" y="1325"/>
                    </a:lnTo>
                    <a:lnTo>
                      <a:pt x="342" y="1417"/>
                    </a:lnTo>
                    <a:lnTo>
                      <a:pt x="473" y="1496"/>
                    </a:lnTo>
                    <a:lnTo>
                      <a:pt x="617" y="1535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35"/>
                    </a:lnTo>
                    <a:lnTo>
                      <a:pt x="1089" y="1496"/>
                    </a:lnTo>
                    <a:lnTo>
                      <a:pt x="1221" y="1417"/>
                    </a:lnTo>
                    <a:lnTo>
                      <a:pt x="1326" y="1325"/>
                    </a:lnTo>
                    <a:lnTo>
                      <a:pt x="1431" y="1207"/>
                    </a:lnTo>
                    <a:lnTo>
                      <a:pt x="1496" y="1076"/>
                    </a:lnTo>
                    <a:lnTo>
                      <a:pt x="1549" y="931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52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45"/>
              <p:cNvSpPr/>
              <p:nvPr/>
            </p:nvSpPr>
            <p:spPr>
              <a:xfrm>
                <a:off x="3294386" y="3177725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54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54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45"/>
              <p:cNvSpPr/>
              <p:nvPr/>
            </p:nvSpPr>
            <p:spPr>
              <a:xfrm>
                <a:off x="3360083" y="3183846"/>
                <a:ext cx="36062" cy="36062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09" extrusionOk="0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89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998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1"/>
                    </a:lnTo>
                    <a:lnTo>
                      <a:pt x="119" y="1483"/>
                    </a:lnTo>
                    <a:lnTo>
                      <a:pt x="171" y="1562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7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7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62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998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89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5"/>
              <p:cNvSpPr/>
              <p:nvPr/>
            </p:nvSpPr>
            <p:spPr>
              <a:xfrm>
                <a:off x="3364085" y="3187849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696" y="1"/>
                    </a:moveTo>
                    <a:lnTo>
                      <a:pt x="618" y="14"/>
                    </a:lnTo>
                    <a:lnTo>
                      <a:pt x="473" y="66"/>
                    </a:lnTo>
                    <a:lnTo>
                      <a:pt x="342" y="132"/>
                    </a:lnTo>
                    <a:lnTo>
                      <a:pt x="224" y="224"/>
                    </a:lnTo>
                    <a:lnTo>
                      <a:pt x="132" y="342"/>
                    </a:lnTo>
                    <a:lnTo>
                      <a:pt x="67" y="473"/>
                    </a:lnTo>
                    <a:lnTo>
                      <a:pt x="14" y="617"/>
                    </a:lnTo>
                    <a:lnTo>
                      <a:pt x="1" y="696"/>
                    </a:lnTo>
                    <a:lnTo>
                      <a:pt x="1" y="775"/>
                    </a:lnTo>
                    <a:lnTo>
                      <a:pt x="1" y="867"/>
                    </a:lnTo>
                    <a:lnTo>
                      <a:pt x="14" y="932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26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26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32"/>
                    </a:lnTo>
                    <a:lnTo>
                      <a:pt x="1562" y="867"/>
                    </a:lnTo>
                    <a:lnTo>
                      <a:pt x="1562" y="775"/>
                    </a:lnTo>
                    <a:lnTo>
                      <a:pt x="1562" y="696"/>
                    </a:lnTo>
                    <a:lnTo>
                      <a:pt x="1549" y="617"/>
                    </a:lnTo>
                    <a:lnTo>
                      <a:pt x="1496" y="473"/>
                    </a:lnTo>
                    <a:lnTo>
                      <a:pt x="1431" y="342"/>
                    </a:lnTo>
                    <a:lnTo>
                      <a:pt x="1326" y="224"/>
                    </a:lnTo>
                    <a:lnTo>
                      <a:pt x="1221" y="132"/>
                    </a:lnTo>
                    <a:lnTo>
                      <a:pt x="1090" y="66"/>
                    </a:lnTo>
                    <a:lnTo>
                      <a:pt x="932" y="14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45"/>
              <p:cNvSpPr/>
              <p:nvPr/>
            </p:nvSpPr>
            <p:spPr>
              <a:xfrm>
                <a:off x="3126248" y="2186095"/>
                <a:ext cx="42183" cy="41931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36" extrusionOk="0">
                    <a:moveTo>
                      <a:pt x="1050" y="1"/>
                    </a:moveTo>
                    <a:lnTo>
                      <a:pt x="932" y="14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32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0"/>
                    </a:lnTo>
                    <a:lnTo>
                      <a:pt x="198" y="512"/>
                    </a:lnTo>
                    <a:lnTo>
                      <a:pt x="132" y="604"/>
                    </a:lnTo>
                    <a:lnTo>
                      <a:pt x="93" y="709"/>
                    </a:lnTo>
                    <a:lnTo>
                      <a:pt x="53" y="814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86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3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44"/>
                    </a:lnTo>
                    <a:lnTo>
                      <a:pt x="814" y="2283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83"/>
                    </a:lnTo>
                    <a:lnTo>
                      <a:pt x="1628" y="2244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3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86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14"/>
                    </a:lnTo>
                    <a:lnTo>
                      <a:pt x="2244" y="709"/>
                    </a:lnTo>
                    <a:lnTo>
                      <a:pt x="2205" y="604"/>
                    </a:lnTo>
                    <a:lnTo>
                      <a:pt x="2139" y="512"/>
                    </a:lnTo>
                    <a:lnTo>
                      <a:pt x="2074" y="420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32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14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45"/>
              <p:cNvSpPr/>
              <p:nvPr/>
            </p:nvSpPr>
            <p:spPr>
              <a:xfrm>
                <a:off x="3190311" y="2188680"/>
                <a:ext cx="207951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8" extrusionOk="0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45"/>
              <p:cNvSpPr/>
              <p:nvPr/>
            </p:nvSpPr>
            <p:spPr>
              <a:xfrm>
                <a:off x="3126248" y="2272758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45"/>
              <p:cNvSpPr/>
              <p:nvPr/>
            </p:nvSpPr>
            <p:spPr>
              <a:xfrm>
                <a:off x="3190311" y="2275343"/>
                <a:ext cx="207951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1" extrusionOk="0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45"/>
              <p:cNvSpPr/>
              <p:nvPr/>
            </p:nvSpPr>
            <p:spPr>
              <a:xfrm>
                <a:off x="3126248" y="2416394"/>
                <a:ext cx="42183" cy="42183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50" extrusionOk="0">
                    <a:moveTo>
                      <a:pt x="1050" y="1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198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1"/>
                    </a:lnTo>
                    <a:lnTo>
                      <a:pt x="198" y="513"/>
                    </a:lnTo>
                    <a:lnTo>
                      <a:pt x="132" y="618"/>
                    </a:lnTo>
                    <a:lnTo>
                      <a:pt x="93" y="709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9"/>
                    </a:lnTo>
                    <a:lnTo>
                      <a:pt x="1" y="1287"/>
                    </a:lnTo>
                    <a:lnTo>
                      <a:pt x="14" y="1405"/>
                    </a:lnTo>
                    <a:lnTo>
                      <a:pt x="53" y="1523"/>
                    </a:lnTo>
                    <a:lnTo>
                      <a:pt x="93" y="1628"/>
                    </a:lnTo>
                    <a:lnTo>
                      <a:pt x="132" y="1733"/>
                    </a:lnTo>
                    <a:lnTo>
                      <a:pt x="198" y="1825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4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4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5"/>
                    </a:lnTo>
                    <a:lnTo>
                      <a:pt x="2205" y="1733"/>
                    </a:lnTo>
                    <a:lnTo>
                      <a:pt x="2244" y="1628"/>
                    </a:lnTo>
                    <a:lnTo>
                      <a:pt x="2283" y="1523"/>
                    </a:lnTo>
                    <a:lnTo>
                      <a:pt x="2323" y="1405"/>
                    </a:lnTo>
                    <a:lnTo>
                      <a:pt x="2336" y="1287"/>
                    </a:lnTo>
                    <a:lnTo>
                      <a:pt x="2349" y="1169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09"/>
                    </a:lnTo>
                    <a:lnTo>
                      <a:pt x="2205" y="618"/>
                    </a:lnTo>
                    <a:lnTo>
                      <a:pt x="2139" y="513"/>
                    </a:lnTo>
                    <a:lnTo>
                      <a:pt x="2074" y="421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8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45"/>
              <p:cNvSpPr/>
              <p:nvPr/>
            </p:nvSpPr>
            <p:spPr>
              <a:xfrm>
                <a:off x="3190311" y="2418996"/>
                <a:ext cx="207951" cy="36744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7" extrusionOk="0">
                    <a:moveTo>
                      <a:pt x="0" y="0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45"/>
              <p:cNvSpPr/>
              <p:nvPr/>
            </p:nvSpPr>
            <p:spPr>
              <a:xfrm>
                <a:off x="3126248" y="2503056"/>
                <a:ext cx="42183" cy="42183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50" extrusionOk="0">
                    <a:moveTo>
                      <a:pt x="1168" y="1"/>
                    </a:moveTo>
                    <a:lnTo>
                      <a:pt x="1050" y="14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211"/>
                    </a:lnTo>
                    <a:lnTo>
                      <a:pt x="421" y="276"/>
                    </a:lnTo>
                    <a:lnTo>
                      <a:pt x="342" y="342"/>
                    </a:lnTo>
                    <a:lnTo>
                      <a:pt x="263" y="434"/>
                    </a:lnTo>
                    <a:lnTo>
                      <a:pt x="198" y="526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300"/>
                    </a:lnTo>
                    <a:lnTo>
                      <a:pt x="14" y="1418"/>
                    </a:lnTo>
                    <a:lnTo>
                      <a:pt x="53" y="1523"/>
                    </a:lnTo>
                    <a:lnTo>
                      <a:pt x="93" y="1641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8"/>
                    </a:lnTo>
                    <a:lnTo>
                      <a:pt x="421" y="2087"/>
                    </a:lnTo>
                    <a:lnTo>
                      <a:pt x="512" y="2152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49"/>
                    </a:lnTo>
                    <a:lnTo>
                      <a:pt x="1286" y="2349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52"/>
                    </a:lnTo>
                    <a:lnTo>
                      <a:pt x="1916" y="2087"/>
                    </a:lnTo>
                    <a:lnTo>
                      <a:pt x="1995" y="2008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41"/>
                    </a:lnTo>
                    <a:lnTo>
                      <a:pt x="2283" y="1523"/>
                    </a:lnTo>
                    <a:lnTo>
                      <a:pt x="2323" y="1418"/>
                    </a:lnTo>
                    <a:lnTo>
                      <a:pt x="2336" y="1300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6"/>
                    </a:lnTo>
                    <a:lnTo>
                      <a:pt x="2074" y="434"/>
                    </a:lnTo>
                    <a:lnTo>
                      <a:pt x="1995" y="342"/>
                    </a:lnTo>
                    <a:lnTo>
                      <a:pt x="1916" y="276"/>
                    </a:lnTo>
                    <a:lnTo>
                      <a:pt x="1824" y="211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4"/>
                    </a:lnTo>
                    <a:lnTo>
                      <a:pt x="1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45"/>
              <p:cNvSpPr/>
              <p:nvPr/>
            </p:nvSpPr>
            <p:spPr>
              <a:xfrm>
                <a:off x="3190311" y="2505659"/>
                <a:ext cx="207951" cy="36977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0" extrusionOk="0">
                    <a:moveTo>
                      <a:pt x="0" y="0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45"/>
              <p:cNvSpPr/>
              <p:nvPr/>
            </p:nvSpPr>
            <p:spPr>
              <a:xfrm>
                <a:off x="3126248" y="2646710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050" y="0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73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73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45"/>
              <p:cNvSpPr/>
              <p:nvPr/>
            </p:nvSpPr>
            <p:spPr>
              <a:xfrm>
                <a:off x="3190311" y="2649295"/>
                <a:ext cx="207951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1" extrusionOk="0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45"/>
              <p:cNvSpPr/>
              <p:nvPr/>
            </p:nvSpPr>
            <p:spPr>
              <a:xfrm>
                <a:off x="3126248" y="2733373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6"/>
                    </a:lnTo>
                    <a:lnTo>
                      <a:pt x="814" y="66"/>
                    </a:lnTo>
                    <a:lnTo>
                      <a:pt x="709" y="105"/>
                    </a:lnTo>
                    <a:lnTo>
                      <a:pt x="604" y="144"/>
                    </a:lnTo>
                    <a:lnTo>
                      <a:pt x="512" y="210"/>
                    </a:lnTo>
                    <a:lnTo>
                      <a:pt x="421" y="276"/>
                    </a:lnTo>
                    <a:lnTo>
                      <a:pt x="342" y="354"/>
                    </a:lnTo>
                    <a:lnTo>
                      <a:pt x="263" y="433"/>
                    </a:lnTo>
                    <a:lnTo>
                      <a:pt x="198" y="525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35"/>
                    </a:lnTo>
                    <a:lnTo>
                      <a:pt x="93" y="1640"/>
                    </a:lnTo>
                    <a:lnTo>
                      <a:pt x="132" y="1745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7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17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35"/>
                    </a:lnTo>
                    <a:lnTo>
                      <a:pt x="1050" y="2348"/>
                    </a:lnTo>
                    <a:lnTo>
                      <a:pt x="1286" y="2348"/>
                    </a:lnTo>
                    <a:lnTo>
                      <a:pt x="1405" y="2335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17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7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45"/>
                    </a:lnTo>
                    <a:lnTo>
                      <a:pt x="2244" y="1640"/>
                    </a:lnTo>
                    <a:lnTo>
                      <a:pt x="2283" y="1535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5"/>
                    </a:lnTo>
                    <a:lnTo>
                      <a:pt x="2074" y="433"/>
                    </a:lnTo>
                    <a:lnTo>
                      <a:pt x="1995" y="354"/>
                    </a:lnTo>
                    <a:lnTo>
                      <a:pt x="1916" y="276"/>
                    </a:lnTo>
                    <a:lnTo>
                      <a:pt x="1824" y="210"/>
                    </a:lnTo>
                    <a:lnTo>
                      <a:pt x="1732" y="144"/>
                    </a:lnTo>
                    <a:lnTo>
                      <a:pt x="1628" y="105"/>
                    </a:lnTo>
                    <a:lnTo>
                      <a:pt x="1523" y="66"/>
                    </a:lnTo>
                    <a:lnTo>
                      <a:pt x="1405" y="26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45"/>
              <p:cNvSpPr/>
              <p:nvPr/>
            </p:nvSpPr>
            <p:spPr>
              <a:xfrm>
                <a:off x="3190311" y="2736191"/>
                <a:ext cx="207951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8" extrusionOk="0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45"/>
              <p:cNvSpPr/>
              <p:nvPr/>
            </p:nvSpPr>
            <p:spPr>
              <a:xfrm>
                <a:off x="3076562" y="236719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0"/>
                    </a:moveTo>
                    <a:lnTo>
                      <a:pt x="20689" y="0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45"/>
              <p:cNvSpPr/>
              <p:nvPr/>
            </p:nvSpPr>
            <p:spPr>
              <a:xfrm>
                <a:off x="3076562" y="259607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45"/>
              <p:cNvSpPr/>
              <p:nvPr/>
            </p:nvSpPr>
            <p:spPr>
              <a:xfrm>
                <a:off x="3076562" y="281366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45"/>
              <p:cNvSpPr/>
              <p:nvPr/>
            </p:nvSpPr>
            <p:spPr>
              <a:xfrm>
                <a:off x="3128133" y="2857461"/>
                <a:ext cx="134248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61" extrusionOk="0">
                    <a:moveTo>
                      <a:pt x="1" y="1"/>
                    </a:moveTo>
                    <a:lnTo>
                      <a:pt x="1" y="2061"/>
                    </a:lnTo>
                    <a:lnTo>
                      <a:pt x="7479" y="2061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45"/>
              <p:cNvSpPr/>
              <p:nvPr/>
            </p:nvSpPr>
            <p:spPr>
              <a:xfrm>
                <a:off x="3128133" y="2922691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45"/>
              <p:cNvSpPr/>
              <p:nvPr/>
            </p:nvSpPr>
            <p:spPr>
              <a:xfrm>
                <a:off x="3128133" y="2987688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45"/>
              <p:cNvSpPr/>
              <p:nvPr/>
            </p:nvSpPr>
            <p:spPr>
              <a:xfrm>
                <a:off x="3128133" y="3052685"/>
                <a:ext cx="134248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61" extrusionOk="0">
                    <a:moveTo>
                      <a:pt x="1" y="1"/>
                    </a:moveTo>
                    <a:lnTo>
                      <a:pt x="1" y="2060"/>
                    </a:lnTo>
                    <a:lnTo>
                      <a:pt x="7479" y="2060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45"/>
              <p:cNvSpPr/>
              <p:nvPr/>
            </p:nvSpPr>
            <p:spPr>
              <a:xfrm>
                <a:off x="3128133" y="3117916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45"/>
              <p:cNvSpPr/>
              <p:nvPr/>
            </p:nvSpPr>
            <p:spPr>
              <a:xfrm>
                <a:off x="3128133" y="3182913"/>
                <a:ext cx="134248" cy="36744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7" extrusionOk="0">
                    <a:moveTo>
                      <a:pt x="1" y="0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3" name="Google Shape;2393;p45"/>
            <p:cNvGrpSpPr/>
            <p:nvPr/>
          </p:nvGrpSpPr>
          <p:grpSpPr>
            <a:xfrm>
              <a:off x="4962121" y="2452285"/>
              <a:ext cx="1066388" cy="666717"/>
              <a:chOff x="5097171" y="2413221"/>
              <a:chExt cx="931587" cy="582388"/>
            </a:xfrm>
          </p:grpSpPr>
          <p:sp>
            <p:nvSpPr>
              <p:cNvPr id="2394" name="Google Shape;2394;p45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519" extrusionOk="0">
                    <a:moveTo>
                      <a:pt x="0" y="1"/>
                    </a:moveTo>
                    <a:lnTo>
                      <a:pt x="0" y="29518"/>
                    </a:lnTo>
                    <a:lnTo>
                      <a:pt x="51899" y="29518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45"/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519" fill="none" extrusionOk="0">
                    <a:moveTo>
                      <a:pt x="51899" y="29518"/>
                    </a:moveTo>
                    <a:lnTo>
                      <a:pt x="0" y="29518"/>
                    </a:lnTo>
                    <a:lnTo>
                      <a:pt x="0" y="1"/>
                    </a:lnTo>
                    <a:lnTo>
                      <a:pt x="51899" y="1"/>
                    </a:lnTo>
                    <a:lnTo>
                      <a:pt x="51899" y="295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45"/>
              <p:cNvSpPr/>
              <p:nvPr/>
            </p:nvSpPr>
            <p:spPr>
              <a:xfrm>
                <a:off x="5097171" y="2865364"/>
                <a:ext cx="931587" cy="130245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7256" extrusionOk="0">
                    <a:moveTo>
                      <a:pt x="0" y="0"/>
                    </a:moveTo>
                    <a:lnTo>
                      <a:pt x="0" y="7255"/>
                    </a:lnTo>
                    <a:lnTo>
                      <a:pt x="51899" y="7255"/>
                    </a:lnTo>
                    <a:lnTo>
                      <a:pt x="518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45"/>
              <p:cNvSpPr/>
              <p:nvPr/>
            </p:nvSpPr>
            <p:spPr>
              <a:xfrm>
                <a:off x="5125658" y="2917885"/>
                <a:ext cx="745338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41523" h="1391" extrusionOk="0">
                    <a:moveTo>
                      <a:pt x="1" y="0"/>
                    </a:moveTo>
                    <a:lnTo>
                      <a:pt x="1" y="1391"/>
                    </a:lnTo>
                    <a:lnTo>
                      <a:pt x="41522" y="1391"/>
                    </a:lnTo>
                    <a:lnTo>
                      <a:pt x="415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5"/>
              <p:cNvSpPr/>
              <p:nvPr/>
            </p:nvSpPr>
            <p:spPr>
              <a:xfrm>
                <a:off x="5125658" y="2917885"/>
                <a:ext cx="372552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20755" h="1391" extrusionOk="0">
                    <a:moveTo>
                      <a:pt x="1" y="0"/>
                    </a:moveTo>
                    <a:lnTo>
                      <a:pt x="1" y="1391"/>
                    </a:lnTo>
                    <a:lnTo>
                      <a:pt x="20755" y="1391"/>
                    </a:lnTo>
                    <a:lnTo>
                      <a:pt x="207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5"/>
              <p:cNvSpPr/>
              <p:nvPr/>
            </p:nvSpPr>
            <p:spPr>
              <a:xfrm>
                <a:off x="5956689" y="2917885"/>
                <a:ext cx="11093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42" extrusionOk="0">
                    <a:moveTo>
                      <a:pt x="1" y="0"/>
                    </a:moveTo>
                    <a:lnTo>
                      <a:pt x="1" y="341"/>
                    </a:lnTo>
                    <a:lnTo>
                      <a:pt x="171" y="341"/>
                    </a:lnTo>
                    <a:lnTo>
                      <a:pt x="171" y="184"/>
                    </a:lnTo>
                    <a:lnTo>
                      <a:pt x="617" y="184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5"/>
              <p:cNvSpPr/>
              <p:nvPr/>
            </p:nvSpPr>
            <p:spPr>
              <a:xfrm>
                <a:off x="5989196" y="2917885"/>
                <a:ext cx="11075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617" h="342" extrusionOk="0">
                    <a:moveTo>
                      <a:pt x="0" y="0"/>
                    </a:moveTo>
                    <a:lnTo>
                      <a:pt x="0" y="184"/>
                    </a:lnTo>
                    <a:lnTo>
                      <a:pt x="446" y="184"/>
                    </a:lnTo>
                    <a:lnTo>
                      <a:pt x="446" y="341"/>
                    </a:lnTo>
                    <a:lnTo>
                      <a:pt x="617" y="341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5"/>
              <p:cNvSpPr/>
              <p:nvPr/>
            </p:nvSpPr>
            <p:spPr>
              <a:xfrm>
                <a:off x="5989196" y="2936948"/>
                <a:ext cx="1107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17" h="329" extrusionOk="0">
                    <a:moveTo>
                      <a:pt x="446" y="1"/>
                    </a:moveTo>
                    <a:lnTo>
                      <a:pt x="446" y="158"/>
                    </a:lnTo>
                    <a:lnTo>
                      <a:pt x="0" y="158"/>
                    </a:lnTo>
                    <a:lnTo>
                      <a:pt x="0" y="329"/>
                    </a:lnTo>
                    <a:lnTo>
                      <a:pt x="617" y="329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5"/>
              <p:cNvSpPr/>
              <p:nvPr/>
            </p:nvSpPr>
            <p:spPr>
              <a:xfrm>
                <a:off x="5956689" y="2936948"/>
                <a:ext cx="11093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29" extrusionOk="0">
                    <a:moveTo>
                      <a:pt x="1" y="1"/>
                    </a:moveTo>
                    <a:lnTo>
                      <a:pt x="1" y="329"/>
                    </a:lnTo>
                    <a:lnTo>
                      <a:pt x="617" y="329"/>
                    </a:lnTo>
                    <a:lnTo>
                      <a:pt x="617" y="158"/>
                    </a:lnTo>
                    <a:lnTo>
                      <a:pt x="171" y="158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5"/>
              <p:cNvSpPr/>
              <p:nvPr/>
            </p:nvSpPr>
            <p:spPr>
              <a:xfrm>
                <a:off x="5890292" y="2917885"/>
                <a:ext cx="47101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391" extrusionOk="0">
                    <a:moveTo>
                      <a:pt x="0" y="0"/>
                    </a:moveTo>
                    <a:lnTo>
                      <a:pt x="0" y="1391"/>
                    </a:lnTo>
                    <a:lnTo>
                      <a:pt x="2624" y="1391"/>
                    </a:lnTo>
                    <a:lnTo>
                      <a:pt x="26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5"/>
              <p:cNvSpPr/>
              <p:nvPr/>
            </p:nvSpPr>
            <p:spPr>
              <a:xfrm>
                <a:off x="5907237" y="2922121"/>
                <a:ext cx="15796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880" h="932" extrusionOk="0">
                    <a:moveTo>
                      <a:pt x="1" y="0"/>
                    </a:moveTo>
                    <a:lnTo>
                      <a:pt x="1" y="459"/>
                    </a:lnTo>
                    <a:lnTo>
                      <a:pt x="1" y="932"/>
                    </a:lnTo>
                    <a:lnTo>
                      <a:pt x="447" y="695"/>
                    </a:lnTo>
                    <a:lnTo>
                      <a:pt x="880" y="459"/>
                    </a:lnTo>
                    <a:lnTo>
                      <a:pt x="447" y="22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5"/>
              <p:cNvSpPr/>
              <p:nvPr/>
            </p:nvSpPr>
            <p:spPr>
              <a:xfrm>
                <a:off x="5097171" y="2413221"/>
                <a:ext cx="931587" cy="52540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27" extrusionOk="0">
                    <a:moveTo>
                      <a:pt x="0" y="1"/>
                    </a:moveTo>
                    <a:lnTo>
                      <a:pt x="0" y="2927"/>
                    </a:lnTo>
                    <a:lnTo>
                      <a:pt x="51899" y="2927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extrusionOk="0"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fill="none" extrusionOk="0">
                    <a:moveTo>
                      <a:pt x="5720" y="1"/>
                    </a:moveTo>
                    <a:lnTo>
                      <a:pt x="5720" y="1"/>
                    </a:lnTo>
                    <a:lnTo>
                      <a:pt x="5982" y="1"/>
                    </a:lnTo>
                    <a:lnTo>
                      <a:pt x="6245" y="14"/>
                    </a:lnTo>
                    <a:lnTo>
                      <a:pt x="6507" y="53"/>
                    </a:lnTo>
                    <a:lnTo>
                      <a:pt x="6756" y="93"/>
                    </a:lnTo>
                    <a:lnTo>
                      <a:pt x="7019" y="145"/>
                    </a:lnTo>
                    <a:lnTo>
                      <a:pt x="7268" y="197"/>
                    </a:lnTo>
                    <a:lnTo>
                      <a:pt x="7504" y="276"/>
                    </a:lnTo>
                    <a:lnTo>
                      <a:pt x="7740" y="355"/>
                    </a:lnTo>
                    <a:lnTo>
                      <a:pt x="7976" y="460"/>
                    </a:lnTo>
                    <a:lnTo>
                      <a:pt x="8213" y="552"/>
                    </a:lnTo>
                    <a:lnTo>
                      <a:pt x="8436" y="670"/>
                    </a:lnTo>
                    <a:lnTo>
                      <a:pt x="8659" y="801"/>
                    </a:lnTo>
                    <a:lnTo>
                      <a:pt x="8868" y="932"/>
                    </a:lnTo>
                    <a:lnTo>
                      <a:pt x="9078" y="1063"/>
                    </a:lnTo>
                    <a:lnTo>
                      <a:pt x="9275" y="1221"/>
                    </a:lnTo>
                    <a:lnTo>
                      <a:pt x="9472" y="1378"/>
                    </a:lnTo>
                    <a:lnTo>
                      <a:pt x="9656" y="1549"/>
                    </a:lnTo>
                    <a:lnTo>
                      <a:pt x="9839" y="1719"/>
                    </a:lnTo>
                    <a:lnTo>
                      <a:pt x="10010" y="1903"/>
                    </a:lnTo>
                    <a:lnTo>
                      <a:pt x="10167" y="2087"/>
                    </a:lnTo>
                    <a:lnTo>
                      <a:pt x="10325" y="2283"/>
                    </a:lnTo>
                    <a:lnTo>
                      <a:pt x="10482" y="2493"/>
                    </a:lnTo>
                    <a:lnTo>
                      <a:pt x="10613" y="2703"/>
                    </a:lnTo>
                    <a:lnTo>
                      <a:pt x="10745" y="2913"/>
                    </a:lnTo>
                    <a:lnTo>
                      <a:pt x="10863" y="3136"/>
                    </a:lnTo>
                    <a:lnTo>
                      <a:pt x="10981" y="3372"/>
                    </a:lnTo>
                    <a:lnTo>
                      <a:pt x="11072" y="3595"/>
                    </a:lnTo>
                    <a:lnTo>
                      <a:pt x="11164" y="3845"/>
                    </a:lnTo>
                    <a:lnTo>
                      <a:pt x="11256" y="4081"/>
                    </a:lnTo>
                    <a:lnTo>
                      <a:pt x="11322" y="4330"/>
                    </a:lnTo>
                    <a:lnTo>
                      <a:pt x="11374" y="4579"/>
                    </a:lnTo>
                    <a:lnTo>
                      <a:pt x="11427" y="4842"/>
                    </a:lnTo>
                    <a:lnTo>
                      <a:pt x="11427" y="4842"/>
                    </a:lnTo>
                    <a:lnTo>
                      <a:pt x="11610" y="4789"/>
                    </a:lnTo>
                    <a:lnTo>
                      <a:pt x="11794" y="4763"/>
                    </a:lnTo>
                    <a:lnTo>
                      <a:pt x="11991" y="4750"/>
                    </a:lnTo>
                    <a:lnTo>
                      <a:pt x="12188" y="4737"/>
                    </a:lnTo>
                    <a:lnTo>
                      <a:pt x="12188" y="4737"/>
                    </a:lnTo>
                    <a:lnTo>
                      <a:pt x="12384" y="4750"/>
                    </a:lnTo>
                    <a:lnTo>
                      <a:pt x="12581" y="4763"/>
                    </a:lnTo>
                    <a:lnTo>
                      <a:pt x="12778" y="4789"/>
                    </a:lnTo>
                    <a:lnTo>
                      <a:pt x="12988" y="4842"/>
                    </a:lnTo>
                    <a:lnTo>
                      <a:pt x="12988" y="4842"/>
                    </a:lnTo>
                    <a:lnTo>
                      <a:pt x="13040" y="4579"/>
                    </a:lnTo>
                    <a:lnTo>
                      <a:pt x="13093" y="4330"/>
                    </a:lnTo>
                    <a:lnTo>
                      <a:pt x="13172" y="4081"/>
                    </a:lnTo>
                    <a:lnTo>
                      <a:pt x="13250" y="3845"/>
                    </a:lnTo>
                    <a:lnTo>
                      <a:pt x="13342" y="3608"/>
                    </a:lnTo>
                    <a:lnTo>
                      <a:pt x="13434" y="3385"/>
                    </a:lnTo>
                    <a:lnTo>
                      <a:pt x="13552" y="3162"/>
                    </a:lnTo>
                    <a:lnTo>
                      <a:pt x="13670" y="2939"/>
                    </a:lnTo>
                    <a:lnTo>
                      <a:pt x="13801" y="2729"/>
                    </a:lnTo>
                    <a:lnTo>
                      <a:pt x="13932" y="2520"/>
                    </a:lnTo>
                    <a:lnTo>
                      <a:pt x="14077" y="2323"/>
                    </a:lnTo>
                    <a:lnTo>
                      <a:pt x="14234" y="2126"/>
                    </a:lnTo>
                    <a:lnTo>
                      <a:pt x="14392" y="1942"/>
                    </a:lnTo>
                    <a:lnTo>
                      <a:pt x="14562" y="1759"/>
                    </a:lnTo>
                    <a:lnTo>
                      <a:pt x="14746" y="1588"/>
                    </a:lnTo>
                    <a:lnTo>
                      <a:pt x="14929" y="1431"/>
                    </a:lnTo>
                    <a:lnTo>
                      <a:pt x="15113" y="1273"/>
                    </a:lnTo>
                    <a:lnTo>
                      <a:pt x="15310" y="1129"/>
                    </a:lnTo>
                    <a:lnTo>
                      <a:pt x="15520" y="985"/>
                    </a:lnTo>
                    <a:lnTo>
                      <a:pt x="15730" y="853"/>
                    </a:lnTo>
                    <a:lnTo>
                      <a:pt x="15940" y="735"/>
                    </a:lnTo>
                    <a:lnTo>
                      <a:pt x="16163" y="617"/>
                    </a:lnTo>
                    <a:lnTo>
                      <a:pt x="16399" y="525"/>
                    </a:lnTo>
                    <a:lnTo>
                      <a:pt x="16622" y="420"/>
                    </a:lnTo>
                    <a:lnTo>
                      <a:pt x="16858" y="342"/>
                    </a:lnTo>
                    <a:lnTo>
                      <a:pt x="17107" y="276"/>
                    </a:lnTo>
                    <a:lnTo>
                      <a:pt x="17343" y="211"/>
                    </a:lnTo>
                    <a:lnTo>
                      <a:pt x="17593" y="158"/>
                    </a:lnTo>
                    <a:lnTo>
                      <a:pt x="17855" y="119"/>
                    </a:lnTo>
                    <a:lnTo>
                      <a:pt x="18104" y="79"/>
                    </a:lnTo>
                    <a:lnTo>
                      <a:pt x="18367" y="66"/>
                    </a:lnTo>
                    <a:lnTo>
                      <a:pt x="18629" y="53"/>
                    </a:lnTo>
                    <a:lnTo>
                      <a:pt x="18629" y="53"/>
                    </a:lnTo>
                    <a:lnTo>
                      <a:pt x="18918" y="66"/>
                    </a:lnTo>
                    <a:lnTo>
                      <a:pt x="19219" y="93"/>
                    </a:lnTo>
                    <a:lnTo>
                      <a:pt x="19508" y="119"/>
                    </a:lnTo>
                    <a:lnTo>
                      <a:pt x="19783" y="171"/>
                    </a:lnTo>
                    <a:lnTo>
                      <a:pt x="20059" y="237"/>
                    </a:lnTo>
                    <a:lnTo>
                      <a:pt x="20334" y="316"/>
                    </a:lnTo>
                    <a:lnTo>
                      <a:pt x="20610" y="394"/>
                    </a:lnTo>
                    <a:lnTo>
                      <a:pt x="20859" y="499"/>
                    </a:lnTo>
                    <a:lnTo>
                      <a:pt x="21122" y="617"/>
                    </a:lnTo>
                    <a:lnTo>
                      <a:pt x="21371" y="735"/>
                    </a:lnTo>
                    <a:lnTo>
                      <a:pt x="21607" y="880"/>
                    </a:lnTo>
                    <a:lnTo>
                      <a:pt x="21843" y="1024"/>
                    </a:lnTo>
                    <a:lnTo>
                      <a:pt x="22066" y="1181"/>
                    </a:lnTo>
                    <a:lnTo>
                      <a:pt x="22289" y="1352"/>
                    </a:lnTo>
                    <a:lnTo>
                      <a:pt x="22499" y="1536"/>
                    </a:lnTo>
                    <a:lnTo>
                      <a:pt x="22696" y="1732"/>
                    </a:lnTo>
                    <a:lnTo>
                      <a:pt x="22893" y="1929"/>
                    </a:lnTo>
                    <a:lnTo>
                      <a:pt x="23076" y="2139"/>
                    </a:lnTo>
                    <a:lnTo>
                      <a:pt x="23247" y="2349"/>
                    </a:lnTo>
                    <a:lnTo>
                      <a:pt x="23404" y="2572"/>
                    </a:lnTo>
                    <a:lnTo>
                      <a:pt x="23562" y="2808"/>
                    </a:lnTo>
                    <a:lnTo>
                      <a:pt x="23693" y="3044"/>
                    </a:lnTo>
                    <a:lnTo>
                      <a:pt x="23824" y="3294"/>
                    </a:lnTo>
                    <a:lnTo>
                      <a:pt x="23942" y="3543"/>
                    </a:lnTo>
                    <a:lnTo>
                      <a:pt x="24047" y="3805"/>
                    </a:lnTo>
                    <a:lnTo>
                      <a:pt x="24139" y="4081"/>
                    </a:lnTo>
                    <a:lnTo>
                      <a:pt x="24218" y="4343"/>
                    </a:lnTo>
                    <a:lnTo>
                      <a:pt x="24283" y="4632"/>
                    </a:lnTo>
                    <a:lnTo>
                      <a:pt x="24336" y="4907"/>
                    </a:lnTo>
                    <a:lnTo>
                      <a:pt x="24375" y="5196"/>
                    </a:lnTo>
                    <a:lnTo>
                      <a:pt x="24401" y="5484"/>
                    </a:lnTo>
                    <a:lnTo>
                      <a:pt x="24401" y="5786"/>
                    </a:lnTo>
                    <a:lnTo>
                      <a:pt x="24401" y="5786"/>
                    </a:lnTo>
                    <a:lnTo>
                      <a:pt x="24401" y="6075"/>
                    </a:lnTo>
                    <a:lnTo>
                      <a:pt x="24375" y="6377"/>
                    </a:lnTo>
                    <a:lnTo>
                      <a:pt x="24336" y="6652"/>
                    </a:lnTo>
                    <a:lnTo>
                      <a:pt x="24296" y="6941"/>
                    </a:lnTo>
                    <a:lnTo>
                      <a:pt x="24231" y="7216"/>
                    </a:lnTo>
                    <a:lnTo>
                      <a:pt x="24152" y="7492"/>
                    </a:lnTo>
                    <a:lnTo>
                      <a:pt x="24060" y="7754"/>
                    </a:lnTo>
                    <a:lnTo>
                      <a:pt x="23968" y="8016"/>
                    </a:lnTo>
                    <a:lnTo>
                      <a:pt x="23850" y="8279"/>
                    </a:lnTo>
                    <a:lnTo>
                      <a:pt x="23719" y="8528"/>
                    </a:lnTo>
                    <a:lnTo>
                      <a:pt x="23588" y="8764"/>
                    </a:lnTo>
                    <a:lnTo>
                      <a:pt x="23431" y="9000"/>
                    </a:lnTo>
                    <a:lnTo>
                      <a:pt x="23273" y="9223"/>
                    </a:lnTo>
                    <a:lnTo>
                      <a:pt x="23103" y="9446"/>
                    </a:lnTo>
                    <a:lnTo>
                      <a:pt x="22932" y="9656"/>
                    </a:lnTo>
                    <a:lnTo>
                      <a:pt x="22735" y="9853"/>
                    </a:lnTo>
                    <a:lnTo>
                      <a:pt x="22538" y="10050"/>
                    </a:lnTo>
                    <a:lnTo>
                      <a:pt x="22329" y="10234"/>
                    </a:lnTo>
                    <a:lnTo>
                      <a:pt x="22119" y="10404"/>
                    </a:lnTo>
                    <a:lnTo>
                      <a:pt x="21882" y="10561"/>
                    </a:lnTo>
                    <a:lnTo>
                      <a:pt x="21659" y="10719"/>
                    </a:lnTo>
                    <a:lnTo>
                      <a:pt x="21410" y="10850"/>
                    </a:lnTo>
                    <a:lnTo>
                      <a:pt x="21174" y="10981"/>
                    </a:lnTo>
                    <a:lnTo>
                      <a:pt x="20912" y="11099"/>
                    </a:lnTo>
                    <a:lnTo>
                      <a:pt x="20649" y="11204"/>
                    </a:lnTo>
                    <a:lnTo>
                      <a:pt x="20387" y="11296"/>
                    </a:lnTo>
                    <a:lnTo>
                      <a:pt x="20111" y="11375"/>
                    </a:lnTo>
                    <a:lnTo>
                      <a:pt x="19836" y="11440"/>
                    </a:lnTo>
                    <a:lnTo>
                      <a:pt x="19560" y="11493"/>
                    </a:lnTo>
                    <a:lnTo>
                      <a:pt x="19272" y="11532"/>
                    </a:lnTo>
                    <a:lnTo>
                      <a:pt x="18970" y="11545"/>
                    </a:lnTo>
                    <a:lnTo>
                      <a:pt x="18681" y="11559"/>
                    </a:lnTo>
                    <a:lnTo>
                      <a:pt x="18681" y="11559"/>
                    </a:lnTo>
                    <a:lnTo>
                      <a:pt x="18393" y="11559"/>
                    </a:lnTo>
                    <a:lnTo>
                      <a:pt x="18104" y="11532"/>
                    </a:lnTo>
                    <a:lnTo>
                      <a:pt x="17829" y="11506"/>
                    </a:lnTo>
                    <a:lnTo>
                      <a:pt x="17553" y="11454"/>
                    </a:lnTo>
                    <a:lnTo>
                      <a:pt x="17278" y="11388"/>
                    </a:lnTo>
                    <a:lnTo>
                      <a:pt x="17002" y="11322"/>
                    </a:lnTo>
                    <a:lnTo>
                      <a:pt x="16740" y="11231"/>
                    </a:lnTo>
                    <a:lnTo>
                      <a:pt x="16491" y="11139"/>
                    </a:lnTo>
                    <a:lnTo>
                      <a:pt x="16241" y="11034"/>
                    </a:lnTo>
                    <a:lnTo>
                      <a:pt x="15992" y="10903"/>
                    </a:lnTo>
                    <a:lnTo>
                      <a:pt x="15756" y="10771"/>
                    </a:lnTo>
                    <a:lnTo>
                      <a:pt x="15520" y="10627"/>
                    </a:lnTo>
                    <a:lnTo>
                      <a:pt x="15297" y="10483"/>
                    </a:lnTo>
                    <a:lnTo>
                      <a:pt x="15087" y="10312"/>
                    </a:lnTo>
                    <a:lnTo>
                      <a:pt x="14877" y="10142"/>
                    </a:lnTo>
                    <a:lnTo>
                      <a:pt x="14680" y="9958"/>
                    </a:lnTo>
                    <a:lnTo>
                      <a:pt x="14483" y="9774"/>
                    </a:lnTo>
                    <a:lnTo>
                      <a:pt x="14313" y="9564"/>
                    </a:lnTo>
                    <a:lnTo>
                      <a:pt x="14129" y="9355"/>
                    </a:lnTo>
                    <a:lnTo>
                      <a:pt x="13972" y="9145"/>
                    </a:lnTo>
                    <a:lnTo>
                      <a:pt x="13814" y="8922"/>
                    </a:lnTo>
                    <a:lnTo>
                      <a:pt x="13683" y="8685"/>
                    </a:lnTo>
                    <a:lnTo>
                      <a:pt x="13552" y="8449"/>
                    </a:lnTo>
                    <a:lnTo>
                      <a:pt x="13434" y="8200"/>
                    </a:lnTo>
                    <a:lnTo>
                      <a:pt x="13316" y="7951"/>
                    </a:lnTo>
                    <a:lnTo>
                      <a:pt x="13224" y="7688"/>
                    </a:lnTo>
                    <a:lnTo>
                      <a:pt x="13132" y="7426"/>
                    </a:lnTo>
                    <a:lnTo>
                      <a:pt x="13067" y="7151"/>
                    </a:lnTo>
                    <a:lnTo>
                      <a:pt x="13001" y="6875"/>
                    </a:lnTo>
                    <a:lnTo>
                      <a:pt x="12962" y="6600"/>
                    </a:lnTo>
                    <a:lnTo>
                      <a:pt x="12922" y="6311"/>
                    </a:lnTo>
                    <a:lnTo>
                      <a:pt x="12909" y="6022"/>
                    </a:lnTo>
                    <a:lnTo>
                      <a:pt x="12909" y="6022"/>
                    </a:lnTo>
                    <a:lnTo>
                      <a:pt x="12725" y="5970"/>
                    </a:lnTo>
                    <a:lnTo>
                      <a:pt x="12542" y="5930"/>
                    </a:lnTo>
                    <a:lnTo>
                      <a:pt x="12358" y="5904"/>
                    </a:lnTo>
                    <a:lnTo>
                      <a:pt x="12188" y="5904"/>
                    </a:lnTo>
                    <a:lnTo>
                      <a:pt x="12188" y="5904"/>
                    </a:lnTo>
                    <a:lnTo>
                      <a:pt x="11978" y="5917"/>
                    </a:lnTo>
                    <a:lnTo>
                      <a:pt x="11781" y="5944"/>
                    </a:lnTo>
                    <a:lnTo>
                      <a:pt x="11623" y="5996"/>
                    </a:lnTo>
                    <a:lnTo>
                      <a:pt x="11492" y="6049"/>
                    </a:lnTo>
                    <a:lnTo>
                      <a:pt x="11492" y="6049"/>
                    </a:lnTo>
                    <a:lnTo>
                      <a:pt x="11466" y="6324"/>
                    </a:lnTo>
                    <a:lnTo>
                      <a:pt x="11427" y="6600"/>
                    </a:lnTo>
                    <a:lnTo>
                      <a:pt x="11387" y="6875"/>
                    </a:lnTo>
                    <a:lnTo>
                      <a:pt x="11322" y="7137"/>
                    </a:lnTo>
                    <a:lnTo>
                      <a:pt x="11243" y="7413"/>
                    </a:lnTo>
                    <a:lnTo>
                      <a:pt x="11164" y="7662"/>
                    </a:lnTo>
                    <a:lnTo>
                      <a:pt x="11059" y="7925"/>
                    </a:lnTo>
                    <a:lnTo>
                      <a:pt x="10954" y="8161"/>
                    </a:lnTo>
                    <a:lnTo>
                      <a:pt x="10836" y="8410"/>
                    </a:lnTo>
                    <a:lnTo>
                      <a:pt x="10705" y="8646"/>
                    </a:lnTo>
                    <a:lnTo>
                      <a:pt x="10561" y="8869"/>
                    </a:lnTo>
                    <a:lnTo>
                      <a:pt x="10417" y="9092"/>
                    </a:lnTo>
                    <a:lnTo>
                      <a:pt x="10246" y="9302"/>
                    </a:lnTo>
                    <a:lnTo>
                      <a:pt x="10075" y="9512"/>
                    </a:lnTo>
                    <a:lnTo>
                      <a:pt x="9905" y="9709"/>
                    </a:lnTo>
                    <a:lnTo>
                      <a:pt x="9708" y="9892"/>
                    </a:lnTo>
                    <a:lnTo>
                      <a:pt x="9511" y="10076"/>
                    </a:lnTo>
                    <a:lnTo>
                      <a:pt x="9301" y="10247"/>
                    </a:lnTo>
                    <a:lnTo>
                      <a:pt x="9092" y="10404"/>
                    </a:lnTo>
                    <a:lnTo>
                      <a:pt x="8868" y="10561"/>
                    </a:lnTo>
                    <a:lnTo>
                      <a:pt x="8645" y="10706"/>
                    </a:lnTo>
                    <a:lnTo>
                      <a:pt x="8409" y="10837"/>
                    </a:lnTo>
                    <a:lnTo>
                      <a:pt x="8173" y="10955"/>
                    </a:lnTo>
                    <a:lnTo>
                      <a:pt x="7924" y="11060"/>
                    </a:lnTo>
                    <a:lnTo>
                      <a:pt x="7675" y="11165"/>
                    </a:lnTo>
                    <a:lnTo>
                      <a:pt x="7412" y="11244"/>
                    </a:lnTo>
                    <a:lnTo>
                      <a:pt x="7150" y="11322"/>
                    </a:lnTo>
                    <a:lnTo>
                      <a:pt x="6888" y="11388"/>
                    </a:lnTo>
                    <a:lnTo>
                      <a:pt x="6612" y="11427"/>
                    </a:lnTo>
                    <a:lnTo>
                      <a:pt x="6337" y="11467"/>
                    </a:lnTo>
                    <a:lnTo>
                      <a:pt x="6061" y="11493"/>
                    </a:lnTo>
                    <a:lnTo>
                      <a:pt x="5772" y="11493"/>
                    </a:lnTo>
                    <a:lnTo>
                      <a:pt x="5772" y="11493"/>
                    </a:lnTo>
                    <a:lnTo>
                      <a:pt x="5484" y="11493"/>
                    </a:lnTo>
                    <a:lnTo>
                      <a:pt x="5195" y="11467"/>
                    </a:lnTo>
                    <a:lnTo>
                      <a:pt x="4907" y="11440"/>
                    </a:lnTo>
                    <a:lnTo>
                      <a:pt x="4618" y="11388"/>
                    </a:lnTo>
                    <a:lnTo>
                      <a:pt x="4342" y="11322"/>
                    </a:lnTo>
                    <a:lnTo>
                      <a:pt x="4067" y="11244"/>
                    </a:lnTo>
                    <a:lnTo>
                      <a:pt x="3805" y="11152"/>
                    </a:lnTo>
                    <a:lnTo>
                      <a:pt x="3542" y="11060"/>
                    </a:lnTo>
                    <a:lnTo>
                      <a:pt x="3280" y="10942"/>
                    </a:lnTo>
                    <a:lnTo>
                      <a:pt x="3031" y="10811"/>
                    </a:lnTo>
                    <a:lnTo>
                      <a:pt x="2794" y="10680"/>
                    </a:lnTo>
                    <a:lnTo>
                      <a:pt x="2558" y="10522"/>
                    </a:lnTo>
                    <a:lnTo>
                      <a:pt x="2335" y="10365"/>
                    </a:lnTo>
                    <a:lnTo>
                      <a:pt x="2112" y="10194"/>
                    </a:lnTo>
                    <a:lnTo>
                      <a:pt x="1902" y="10024"/>
                    </a:lnTo>
                    <a:lnTo>
                      <a:pt x="1706" y="9827"/>
                    </a:lnTo>
                    <a:lnTo>
                      <a:pt x="1509" y="9630"/>
                    </a:lnTo>
                    <a:lnTo>
                      <a:pt x="1338" y="9420"/>
                    </a:lnTo>
                    <a:lnTo>
                      <a:pt x="1155" y="9210"/>
                    </a:lnTo>
                    <a:lnTo>
                      <a:pt x="997" y="8987"/>
                    </a:lnTo>
                    <a:lnTo>
                      <a:pt x="853" y="8751"/>
                    </a:lnTo>
                    <a:lnTo>
                      <a:pt x="708" y="8515"/>
                    </a:lnTo>
                    <a:lnTo>
                      <a:pt x="577" y="8266"/>
                    </a:lnTo>
                    <a:lnTo>
                      <a:pt x="459" y="8003"/>
                    </a:lnTo>
                    <a:lnTo>
                      <a:pt x="354" y="7741"/>
                    </a:lnTo>
                    <a:lnTo>
                      <a:pt x="262" y="7479"/>
                    </a:lnTo>
                    <a:lnTo>
                      <a:pt x="184" y="7203"/>
                    </a:lnTo>
                    <a:lnTo>
                      <a:pt x="118" y="6928"/>
                    </a:lnTo>
                    <a:lnTo>
                      <a:pt x="66" y="6652"/>
                    </a:lnTo>
                    <a:lnTo>
                      <a:pt x="26" y="6363"/>
                    </a:lnTo>
                    <a:lnTo>
                      <a:pt x="13" y="6075"/>
                    </a:lnTo>
                    <a:lnTo>
                      <a:pt x="0" y="5773"/>
                    </a:lnTo>
                    <a:lnTo>
                      <a:pt x="0" y="5773"/>
                    </a:lnTo>
                    <a:lnTo>
                      <a:pt x="0" y="5471"/>
                    </a:lnTo>
                    <a:lnTo>
                      <a:pt x="26" y="5183"/>
                    </a:lnTo>
                    <a:lnTo>
                      <a:pt x="66" y="4894"/>
                    </a:lnTo>
                    <a:lnTo>
                      <a:pt x="105" y="4619"/>
                    </a:lnTo>
                    <a:lnTo>
                      <a:pt x="171" y="4343"/>
                    </a:lnTo>
                    <a:lnTo>
                      <a:pt x="249" y="4068"/>
                    </a:lnTo>
                    <a:lnTo>
                      <a:pt x="341" y="3792"/>
                    </a:lnTo>
                    <a:lnTo>
                      <a:pt x="446" y="3530"/>
                    </a:lnTo>
                    <a:lnTo>
                      <a:pt x="551" y="3280"/>
                    </a:lnTo>
                    <a:lnTo>
                      <a:pt x="682" y="3031"/>
                    </a:lnTo>
                    <a:lnTo>
                      <a:pt x="813" y="2795"/>
                    </a:lnTo>
                    <a:lnTo>
                      <a:pt x="971" y="2559"/>
                    </a:lnTo>
                    <a:lnTo>
                      <a:pt x="1128" y="2336"/>
                    </a:lnTo>
                    <a:lnTo>
                      <a:pt x="1299" y="2113"/>
                    </a:lnTo>
                    <a:lnTo>
                      <a:pt x="1483" y="1903"/>
                    </a:lnTo>
                    <a:lnTo>
                      <a:pt x="1666" y="1706"/>
                    </a:lnTo>
                    <a:lnTo>
                      <a:pt x="1863" y="1509"/>
                    </a:lnTo>
                    <a:lnTo>
                      <a:pt x="2073" y="1326"/>
                    </a:lnTo>
                    <a:lnTo>
                      <a:pt x="2296" y="1155"/>
                    </a:lnTo>
                    <a:lnTo>
                      <a:pt x="2519" y="998"/>
                    </a:lnTo>
                    <a:lnTo>
                      <a:pt x="2742" y="840"/>
                    </a:lnTo>
                    <a:lnTo>
                      <a:pt x="2991" y="709"/>
                    </a:lnTo>
                    <a:lnTo>
                      <a:pt x="3240" y="578"/>
                    </a:lnTo>
                    <a:lnTo>
                      <a:pt x="3490" y="460"/>
                    </a:lnTo>
                    <a:lnTo>
                      <a:pt x="3752" y="355"/>
                    </a:lnTo>
                    <a:lnTo>
                      <a:pt x="4014" y="263"/>
                    </a:lnTo>
                    <a:lnTo>
                      <a:pt x="4290" y="184"/>
                    </a:lnTo>
                    <a:lnTo>
                      <a:pt x="4565" y="119"/>
                    </a:lnTo>
                    <a:lnTo>
                      <a:pt x="4854" y="66"/>
                    </a:lnTo>
                    <a:lnTo>
                      <a:pt x="5143" y="27"/>
                    </a:lnTo>
                    <a:lnTo>
                      <a:pt x="5431" y="1"/>
                    </a:lnTo>
                    <a:lnTo>
                      <a:pt x="57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5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9106" extrusionOk="0">
                    <a:moveTo>
                      <a:pt x="7963" y="1"/>
                    </a:move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45"/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9106" fill="none" extrusionOk="0">
                    <a:moveTo>
                      <a:pt x="7963" y="1"/>
                    </a:moveTo>
                    <a:lnTo>
                      <a:pt x="7963" y="1"/>
                    </a:ln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45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avLst/>
                <a:gdLst/>
                <a:ahLst/>
                <a:cxnLst/>
                <a:rect l="l" t="t" r="r" b="b"/>
                <a:pathLst>
                  <a:path w="9119" h="9198" extrusionOk="0">
                    <a:moveTo>
                      <a:pt x="7583" y="1"/>
                    </a:move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45"/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avLst/>
                <a:gdLst/>
                <a:ahLst/>
                <a:cxnLst/>
                <a:rect l="l" t="t" r="r" b="b"/>
                <a:pathLst>
                  <a:path w="9119" h="9198" fill="none" extrusionOk="0">
                    <a:moveTo>
                      <a:pt x="7583" y="1"/>
                    </a:moveTo>
                    <a:lnTo>
                      <a:pt x="7583" y="1"/>
                    </a:ln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45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8397" h="8463" extrusionOk="0">
                    <a:moveTo>
                      <a:pt x="7859" y="1"/>
                    </a:move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Google Shape;2413;p45"/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8397" h="8463" fill="none" extrusionOk="0">
                    <a:moveTo>
                      <a:pt x="7859" y="1"/>
                    </a:moveTo>
                    <a:lnTo>
                      <a:pt x="1" y="7951"/>
                    </a:ln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45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702" extrusionOk="0">
                    <a:moveTo>
                      <a:pt x="7452" y="1"/>
                    </a:move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45"/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702" fill="none" extrusionOk="0">
                    <a:moveTo>
                      <a:pt x="7452" y="1"/>
                    </a:moveTo>
                    <a:lnTo>
                      <a:pt x="1" y="7518"/>
                    </a:ln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45"/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extrusionOk="0">
                    <a:moveTo>
                      <a:pt x="5733" y="1155"/>
                    </a:moveTo>
                    <a:lnTo>
                      <a:pt x="5969" y="1168"/>
                    </a:lnTo>
                    <a:lnTo>
                      <a:pt x="6192" y="1181"/>
                    </a:lnTo>
                    <a:lnTo>
                      <a:pt x="6428" y="1208"/>
                    </a:lnTo>
                    <a:lnTo>
                      <a:pt x="6651" y="1247"/>
                    </a:lnTo>
                    <a:lnTo>
                      <a:pt x="6874" y="1299"/>
                    </a:lnTo>
                    <a:lnTo>
                      <a:pt x="7097" y="1365"/>
                    </a:lnTo>
                    <a:lnTo>
                      <a:pt x="7307" y="1431"/>
                    </a:lnTo>
                    <a:lnTo>
                      <a:pt x="7517" y="1509"/>
                    </a:lnTo>
                    <a:lnTo>
                      <a:pt x="7714" y="1601"/>
                    </a:lnTo>
                    <a:lnTo>
                      <a:pt x="7911" y="1706"/>
                    </a:lnTo>
                    <a:lnTo>
                      <a:pt x="8108" y="1811"/>
                    </a:lnTo>
                    <a:lnTo>
                      <a:pt x="8291" y="1929"/>
                    </a:lnTo>
                    <a:lnTo>
                      <a:pt x="8475" y="2060"/>
                    </a:lnTo>
                    <a:lnTo>
                      <a:pt x="8645" y="2192"/>
                    </a:lnTo>
                    <a:lnTo>
                      <a:pt x="8816" y="2336"/>
                    </a:lnTo>
                    <a:lnTo>
                      <a:pt x="8973" y="2493"/>
                    </a:lnTo>
                    <a:lnTo>
                      <a:pt x="9131" y="2651"/>
                    </a:lnTo>
                    <a:lnTo>
                      <a:pt x="9275" y="2821"/>
                    </a:lnTo>
                    <a:lnTo>
                      <a:pt x="9406" y="2992"/>
                    </a:lnTo>
                    <a:lnTo>
                      <a:pt x="9538" y="3162"/>
                    </a:lnTo>
                    <a:lnTo>
                      <a:pt x="9656" y="3346"/>
                    </a:lnTo>
                    <a:lnTo>
                      <a:pt x="9774" y="3543"/>
                    </a:lnTo>
                    <a:lnTo>
                      <a:pt x="9879" y="3740"/>
                    </a:lnTo>
                    <a:lnTo>
                      <a:pt x="9970" y="3949"/>
                    </a:lnTo>
                    <a:lnTo>
                      <a:pt x="10049" y="4146"/>
                    </a:lnTo>
                    <a:lnTo>
                      <a:pt x="10128" y="4369"/>
                    </a:lnTo>
                    <a:lnTo>
                      <a:pt x="10180" y="4579"/>
                    </a:lnTo>
                    <a:lnTo>
                      <a:pt x="10233" y="4802"/>
                    </a:lnTo>
                    <a:lnTo>
                      <a:pt x="10285" y="5025"/>
                    </a:lnTo>
                    <a:lnTo>
                      <a:pt x="10312" y="5261"/>
                    </a:lnTo>
                    <a:lnTo>
                      <a:pt x="10325" y="5484"/>
                    </a:lnTo>
                    <a:lnTo>
                      <a:pt x="10338" y="5721"/>
                    </a:lnTo>
                    <a:lnTo>
                      <a:pt x="10325" y="5957"/>
                    </a:lnTo>
                    <a:lnTo>
                      <a:pt x="10312" y="6193"/>
                    </a:lnTo>
                    <a:lnTo>
                      <a:pt x="10285" y="6429"/>
                    </a:lnTo>
                    <a:lnTo>
                      <a:pt x="10246" y="6652"/>
                    </a:lnTo>
                    <a:lnTo>
                      <a:pt x="10194" y="6875"/>
                    </a:lnTo>
                    <a:lnTo>
                      <a:pt x="10141" y="7085"/>
                    </a:lnTo>
                    <a:lnTo>
                      <a:pt x="10062" y="7295"/>
                    </a:lnTo>
                    <a:lnTo>
                      <a:pt x="9984" y="7505"/>
                    </a:lnTo>
                    <a:lnTo>
                      <a:pt x="9892" y="7715"/>
                    </a:lnTo>
                    <a:lnTo>
                      <a:pt x="9787" y="7911"/>
                    </a:lnTo>
                    <a:lnTo>
                      <a:pt x="9682" y="8108"/>
                    </a:lnTo>
                    <a:lnTo>
                      <a:pt x="9564" y="8292"/>
                    </a:lnTo>
                    <a:lnTo>
                      <a:pt x="9433" y="8476"/>
                    </a:lnTo>
                    <a:lnTo>
                      <a:pt x="9301" y="8646"/>
                    </a:lnTo>
                    <a:lnTo>
                      <a:pt x="9157" y="8817"/>
                    </a:lnTo>
                    <a:lnTo>
                      <a:pt x="9013" y="8974"/>
                    </a:lnTo>
                    <a:lnTo>
                      <a:pt x="8842" y="9118"/>
                    </a:lnTo>
                    <a:lnTo>
                      <a:pt x="8685" y="9276"/>
                    </a:lnTo>
                    <a:lnTo>
                      <a:pt x="8514" y="9407"/>
                    </a:lnTo>
                    <a:lnTo>
                      <a:pt x="8331" y="9538"/>
                    </a:lnTo>
                    <a:lnTo>
                      <a:pt x="8147" y="9656"/>
                    </a:lnTo>
                    <a:lnTo>
                      <a:pt x="7950" y="9761"/>
                    </a:lnTo>
                    <a:lnTo>
                      <a:pt x="7753" y="9866"/>
                    </a:lnTo>
                    <a:lnTo>
                      <a:pt x="7557" y="9958"/>
                    </a:lnTo>
                    <a:lnTo>
                      <a:pt x="7347" y="10050"/>
                    </a:lnTo>
                    <a:lnTo>
                      <a:pt x="7137" y="10115"/>
                    </a:lnTo>
                    <a:lnTo>
                      <a:pt x="6914" y="10181"/>
                    </a:lnTo>
                    <a:lnTo>
                      <a:pt x="6691" y="10234"/>
                    </a:lnTo>
                    <a:lnTo>
                      <a:pt x="6468" y="10273"/>
                    </a:lnTo>
                    <a:lnTo>
                      <a:pt x="6245" y="10299"/>
                    </a:lnTo>
                    <a:lnTo>
                      <a:pt x="6009" y="10325"/>
                    </a:lnTo>
                    <a:lnTo>
                      <a:pt x="5536" y="10325"/>
                    </a:lnTo>
                    <a:lnTo>
                      <a:pt x="5300" y="10312"/>
                    </a:lnTo>
                    <a:lnTo>
                      <a:pt x="5077" y="10286"/>
                    </a:lnTo>
                    <a:lnTo>
                      <a:pt x="4854" y="10247"/>
                    </a:lnTo>
                    <a:lnTo>
                      <a:pt x="4631" y="10194"/>
                    </a:lnTo>
                    <a:lnTo>
                      <a:pt x="4408" y="10129"/>
                    </a:lnTo>
                    <a:lnTo>
                      <a:pt x="4198" y="10063"/>
                    </a:lnTo>
                    <a:lnTo>
                      <a:pt x="3988" y="9984"/>
                    </a:lnTo>
                    <a:lnTo>
                      <a:pt x="3778" y="9892"/>
                    </a:lnTo>
                    <a:lnTo>
                      <a:pt x="3582" y="9787"/>
                    </a:lnTo>
                    <a:lnTo>
                      <a:pt x="3398" y="9683"/>
                    </a:lnTo>
                    <a:lnTo>
                      <a:pt x="3201" y="9564"/>
                    </a:lnTo>
                    <a:lnTo>
                      <a:pt x="3031" y="9433"/>
                    </a:lnTo>
                    <a:lnTo>
                      <a:pt x="2847" y="9302"/>
                    </a:lnTo>
                    <a:lnTo>
                      <a:pt x="2689" y="9158"/>
                    </a:lnTo>
                    <a:lnTo>
                      <a:pt x="2519" y="9000"/>
                    </a:lnTo>
                    <a:lnTo>
                      <a:pt x="2375" y="8843"/>
                    </a:lnTo>
                    <a:lnTo>
                      <a:pt x="2230" y="8672"/>
                    </a:lnTo>
                    <a:lnTo>
                      <a:pt x="2086" y="8502"/>
                    </a:lnTo>
                    <a:lnTo>
                      <a:pt x="1968" y="8331"/>
                    </a:lnTo>
                    <a:lnTo>
                      <a:pt x="1837" y="8134"/>
                    </a:lnTo>
                    <a:lnTo>
                      <a:pt x="1732" y="7951"/>
                    </a:lnTo>
                    <a:lnTo>
                      <a:pt x="1627" y="7754"/>
                    </a:lnTo>
                    <a:lnTo>
                      <a:pt x="1535" y="7544"/>
                    </a:lnTo>
                    <a:lnTo>
                      <a:pt x="1456" y="7347"/>
                    </a:lnTo>
                    <a:lnTo>
                      <a:pt x="1378" y="7124"/>
                    </a:lnTo>
                    <a:lnTo>
                      <a:pt x="1312" y="6914"/>
                    </a:lnTo>
                    <a:lnTo>
                      <a:pt x="1259" y="6691"/>
                    </a:lnTo>
                    <a:lnTo>
                      <a:pt x="1220" y="6468"/>
                    </a:lnTo>
                    <a:lnTo>
                      <a:pt x="1194" y="6232"/>
                    </a:lnTo>
                    <a:lnTo>
                      <a:pt x="1168" y="6009"/>
                    </a:lnTo>
                    <a:lnTo>
                      <a:pt x="1168" y="5773"/>
                    </a:lnTo>
                    <a:lnTo>
                      <a:pt x="1168" y="5537"/>
                    </a:lnTo>
                    <a:lnTo>
                      <a:pt x="1181" y="5301"/>
                    </a:lnTo>
                    <a:lnTo>
                      <a:pt x="1220" y="5065"/>
                    </a:lnTo>
                    <a:lnTo>
                      <a:pt x="1259" y="4842"/>
                    </a:lnTo>
                    <a:lnTo>
                      <a:pt x="1299" y="4619"/>
                    </a:lnTo>
                    <a:lnTo>
                      <a:pt x="1364" y="4409"/>
                    </a:lnTo>
                    <a:lnTo>
                      <a:pt x="1443" y="4186"/>
                    </a:lnTo>
                    <a:lnTo>
                      <a:pt x="1522" y="3989"/>
                    </a:lnTo>
                    <a:lnTo>
                      <a:pt x="1614" y="3779"/>
                    </a:lnTo>
                    <a:lnTo>
                      <a:pt x="1706" y="3582"/>
                    </a:lnTo>
                    <a:lnTo>
                      <a:pt x="1824" y="3385"/>
                    </a:lnTo>
                    <a:lnTo>
                      <a:pt x="1942" y="3202"/>
                    </a:lnTo>
                    <a:lnTo>
                      <a:pt x="2060" y="3018"/>
                    </a:lnTo>
                    <a:lnTo>
                      <a:pt x="2204" y="2847"/>
                    </a:lnTo>
                    <a:lnTo>
                      <a:pt x="2348" y="2677"/>
                    </a:lnTo>
                    <a:lnTo>
                      <a:pt x="2493" y="2520"/>
                    </a:lnTo>
                    <a:lnTo>
                      <a:pt x="2650" y="2362"/>
                    </a:lnTo>
                    <a:lnTo>
                      <a:pt x="2821" y="2218"/>
                    </a:lnTo>
                    <a:lnTo>
                      <a:pt x="2991" y="2087"/>
                    </a:lnTo>
                    <a:lnTo>
                      <a:pt x="3175" y="1955"/>
                    </a:lnTo>
                    <a:lnTo>
                      <a:pt x="3359" y="1837"/>
                    </a:lnTo>
                    <a:lnTo>
                      <a:pt x="3542" y="1719"/>
                    </a:lnTo>
                    <a:lnTo>
                      <a:pt x="3739" y="1627"/>
                    </a:lnTo>
                    <a:lnTo>
                      <a:pt x="3949" y="1536"/>
                    </a:lnTo>
                    <a:lnTo>
                      <a:pt x="4159" y="1444"/>
                    </a:lnTo>
                    <a:lnTo>
                      <a:pt x="4369" y="1378"/>
                    </a:lnTo>
                    <a:lnTo>
                      <a:pt x="4592" y="1313"/>
                    </a:lnTo>
                    <a:lnTo>
                      <a:pt x="4802" y="1260"/>
                    </a:lnTo>
                    <a:lnTo>
                      <a:pt x="5038" y="1221"/>
                    </a:lnTo>
                    <a:lnTo>
                      <a:pt x="5261" y="1181"/>
                    </a:lnTo>
                    <a:lnTo>
                      <a:pt x="5497" y="1168"/>
                    </a:lnTo>
                    <a:lnTo>
                      <a:pt x="5733" y="1155"/>
                    </a:lnTo>
                    <a:close/>
                    <a:moveTo>
                      <a:pt x="18629" y="1221"/>
                    </a:moveTo>
                    <a:lnTo>
                      <a:pt x="18865" y="1234"/>
                    </a:lnTo>
                    <a:lnTo>
                      <a:pt x="19101" y="1247"/>
                    </a:lnTo>
                    <a:lnTo>
                      <a:pt x="19324" y="1273"/>
                    </a:lnTo>
                    <a:lnTo>
                      <a:pt x="19560" y="1313"/>
                    </a:lnTo>
                    <a:lnTo>
                      <a:pt x="19783" y="1365"/>
                    </a:lnTo>
                    <a:lnTo>
                      <a:pt x="19993" y="1431"/>
                    </a:lnTo>
                    <a:lnTo>
                      <a:pt x="20203" y="1496"/>
                    </a:lnTo>
                    <a:lnTo>
                      <a:pt x="20413" y="1575"/>
                    </a:lnTo>
                    <a:lnTo>
                      <a:pt x="20623" y="1667"/>
                    </a:lnTo>
                    <a:lnTo>
                      <a:pt x="20820" y="1772"/>
                    </a:lnTo>
                    <a:lnTo>
                      <a:pt x="21017" y="1877"/>
                    </a:lnTo>
                    <a:lnTo>
                      <a:pt x="21200" y="1995"/>
                    </a:lnTo>
                    <a:lnTo>
                      <a:pt x="21384" y="2126"/>
                    </a:lnTo>
                    <a:lnTo>
                      <a:pt x="21555" y="2257"/>
                    </a:lnTo>
                    <a:lnTo>
                      <a:pt x="21725" y="2401"/>
                    </a:lnTo>
                    <a:lnTo>
                      <a:pt x="21882" y="2559"/>
                    </a:lnTo>
                    <a:lnTo>
                      <a:pt x="22027" y="2716"/>
                    </a:lnTo>
                    <a:lnTo>
                      <a:pt x="22171" y="2874"/>
                    </a:lnTo>
                    <a:lnTo>
                      <a:pt x="22315" y="3057"/>
                    </a:lnTo>
                    <a:lnTo>
                      <a:pt x="22447" y="3228"/>
                    </a:lnTo>
                    <a:lnTo>
                      <a:pt x="22565" y="3412"/>
                    </a:lnTo>
                    <a:lnTo>
                      <a:pt x="22670" y="3608"/>
                    </a:lnTo>
                    <a:lnTo>
                      <a:pt x="22775" y="3805"/>
                    </a:lnTo>
                    <a:lnTo>
                      <a:pt x="22866" y="4002"/>
                    </a:lnTo>
                    <a:lnTo>
                      <a:pt x="22958" y="4212"/>
                    </a:lnTo>
                    <a:lnTo>
                      <a:pt x="23024" y="4422"/>
                    </a:lnTo>
                    <a:lnTo>
                      <a:pt x="23089" y="4645"/>
                    </a:lnTo>
                    <a:lnTo>
                      <a:pt x="23142" y="4868"/>
                    </a:lnTo>
                    <a:lnTo>
                      <a:pt x="23181" y="5091"/>
                    </a:lnTo>
                    <a:lnTo>
                      <a:pt x="23208" y="5327"/>
                    </a:lnTo>
                    <a:lnTo>
                      <a:pt x="23234" y="5550"/>
                    </a:lnTo>
                    <a:lnTo>
                      <a:pt x="23234" y="5786"/>
                    </a:lnTo>
                    <a:lnTo>
                      <a:pt x="23234" y="6022"/>
                    </a:lnTo>
                    <a:lnTo>
                      <a:pt x="23221" y="6258"/>
                    </a:lnTo>
                    <a:lnTo>
                      <a:pt x="23194" y="6481"/>
                    </a:lnTo>
                    <a:lnTo>
                      <a:pt x="23155" y="6718"/>
                    </a:lnTo>
                    <a:lnTo>
                      <a:pt x="23103" y="6928"/>
                    </a:lnTo>
                    <a:lnTo>
                      <a:pt x="23037" y="7151"/>
                    </a:lnTo>
                    <a:lnTo>
                      <a:pt x="22971" y="7360"/>
                    </a:lnTo>
                    <a:lnTo>
                      <a:pt x="22893" y="7570"/>
                    </a:lnTo>
                    <a:lnTo>
                      <a:pt x="22801" y="7780"/>
                    </a:lnTo>
                    <a:lnTo>
                      <a:pt x="22696" y="7977"/>
                    </a:lnTo>
                    <a:lnTo>
                      <a:pt x="22591" y="8174"/>
                    </a:lnTo>
                    <a:lnTo>
                      <a:pt x="22473" y="8357"/>
                    </a:lnTo>
                    <a:lnTo>
                      <a:pt x="22342" y="8528"/>
                    </a:lnTo>
                    <a:lnTo>
                      <a:pt x="22210" y="8712"/>
                    </a:lnTo>
                    <a:lnTo>
                      <a:pt x="22066" y="8869"/>
                    </a:lnTo>
                    <a:lnTo>
                      <a:pt x="21909" y="9040"/>
                    </a:lnTo>
                    <a:lnTo>
                      <a:pt x="21751" y="9184"/>
                    </a:lnTo>
                    <a:lnTo>
                      <a:pt x="21581" y="9328"/>
                    </a:lnTo>
                    <a:lnTo>
                      <a:pt x="21410" y="9473"/>
                    </a:lnTo>
                    <a:lnTo>
                      <a:pt x="21240" y="9604"/>
                    </a:lnTo>
                    <a:lnTo>
                      <a:pt x="21043" y="9722"/>
                    </a:lnTo>
                    <a:lnTo>
                      <a:pt x="20859" y="9827"/>
                    </a:lnTo>
                    <a:lnTo>
                      <a:pt x="20662" y="9932"/>
                    </a:lnTo>
                    <a:lnTo>
                      <a:pt x="20453" y="10024"/>
                    </a:lnTo>
                    <a:lnTo>
                      <a:pt x="20243" y="10115"/>
                    </a:lnTo>
                    <a:lnTo>
                      <a:pt x="20033" y="10181"/>
                    </a:lnTo>
                    <a:lnTo>
                      <a:pt x="19823" y="10247"/>
                    </a:lnTo>
                    <a:lnTo>
                      <a:pt x="19600" y="10299"/>
                    </a:lnTo>
                    <a:lnTo>
                      <a:pt x="19377" y="10338"/>
                    </a:lnTo>
                    <a:lnTo>
                      <a:pt x="19141" y="10365"/>
                    </a:lnTo>
                    <a:lnTo>
                      <a:pt x="18904" y="10391"/>
                    </a:lnTo>
                    <a:lnTo>
                      <a:pt x="18472" y="10391"/>
                    </a:lnTo>
                    <a:lnTo>
                      <a:pt x="18275" y="10378"/>
                    </a:lnTo>
                    <a:lnTo>
                      <a:pt x="18065" y="10352"/>
                    </a:lnTo>
                    <a:lnTo>
                      <a:pt x="17868" y="10325"/>
                    </a:lnTo>
                    <a:lnTo>
                      <a:pt x="17671" y="10286"/>
                    </a:lnTo>
                    <a:lnTo>
                      <a:pt x="17475" y="10234"/>
                    </a:lnTo>
                    <a:lnTo>
                      <a:pt x="17278" y="10181"/>
                    </a:lnTo>
                    <a:lnTo>
                      <a:pt x="17081" y="10115"/>
                    </a:lnTo>
                    <a:lnTo>
                      <a:pt x="16897" y="10050"/>
                    </a:lnTo>
                    <a:lnTo>
                      <a:pt x="16714" y="9958"/>
                    </a:lnTo>
                    <a:lnTo>
                      <a:pt x="16530" y="9866"/>
                    </a:lnTo>
                    <a:lnTo>
                      <a:pt x="16359" y="9774"/>
                    </a:lnTo>
                    <a:lnTo>
                      <a:pt x="16176" y="9669"/>
                    </a:lnTo>
                    <a:lnTo>
                      <a:pt x="16018" y="9551"/>
                    </a:lnTo>
                    <a:lnTo>
                      <a:pt x="15848" y="9433"/>
                    </a:lnTo>
                    <a:lnTo>
                      <a:pt x="15690" y="9302"/>
                    </a:lnTo>
                    <a:lnTo>
                      <a:pt x="15480" y="9118"/>
                    </a:lnTo>
                    <a:lnTo>
                      <a:pt x="15284" y="8908"/>
                    </a:lnTo>
                    <a:lnTo>
                      <a:pt x="15100" y="8699"/>
                    </a:lnTo>
                    <a:lnTo>
                      <a:pt x="14929" y="8476"/>
                    </a:lnTo>
                    <a:lnTo>
                      <a:pt x="14772" y="8239"/>
                    </a:lnTo>
                    <a:lnTo>
                      <a:pt x="14628" y="7990"/>
                    </a:lnTo>
                    <a:lnTo>
                      <a:pt x="14497" y="7741"/>
                    </a:lnTo>
                    <a:lnTo>
                      <a:pt x="14392" y="7492"/>
                    </a:lnTo>
                    <a:lnTo>
                      <a:pt x="14300" y="7216"/>
                    </a:lnTo>
                    <a:lnTo>
                      <a:pt x="14221" y="6954"/>
                    </a:lnTo>
                    <a:lnTo>
                      <a:pt x="14155" y="6678"/>
                    </a:lnTo>
                    <a:lnTo>
                      <a:pt x="14116" y="6403"/>
                    </a:lnTo>
                    <a:lnTo>
                      <a:pt x="14090" y="6114"/>
                    </a:lnTo>
                    <a:lnTo>
                      <a:pt x="14077" y="5839"/>
                    </a:lnTo>
                    <a:lnTo>
                      <a:pt x="14077" y="5550"/>
                    </a:lnTo>
                    <a:lnTo>
                      <a:pt x="14103" y="5261"/>
                    </a:lnTo>
                    <a:lnTo>
                      <a:pt x="14129" y="5051"/>
                    </a:lnTo>
                    <a:lnTo>
                      <a:pt x="14182" y="4842"/>
                    </a:lnTo>
                    <a:lnTo>
                      <a:pt x="14221" y="4645"/>
                    </a:lnTo>
                    <a:lnTo>
                      <a:pt x="14287" y="4448"/>
                    </a:lnTo>
                    <a:lnTo>
                      <a:pt x="14352" y="4238"/>
                    </a:lnTo>
                    <a:lnTo>
                      <a:pt x="14431" y="4054"/>
                    </a:lnTo>
                    <a:lnTo>
                      <a:pt x="14510" y="3858"/>
                    </a:lnTo>
                    <a:lnTo>
                      <a:pt x="14601" y="3674"/>
                    </a:lnTo>
                    <a:lnTo>
                      <a:pt x="14706" y="3503"/>
                    </a:lnTo>
                    <a:lnTo>
                      <a:pt x="14811" y="3320"/>
                    </a:lnTo>
                    <a:lnTo>
                      <a:pt x="14929" y="3149"/>
                    </a:lnTo>
                    <a:lnTo>
                      <a:pt x="15048" y="2992"/>
                    </a:lnTo>
                    <a:lnTo>
                      <a:pt x="15179" y="2834"/>
                    </a:lnTo>
                    <a:lnTo>
                      <a:pt x="15310" y="2677"/>
                    </a:lnTo>
                    <a:lnTo>
                      <a:pt x="15454" y="2533"/>
                    </a:lnTo>
                    <a:lnTo>
                      <a:pt x="15599" y="2401"/>
                    </a:lnTo>
                    <a:lnTo>
                      <a:pt x="15756" y="2270"/>
                    </a:lnTo>
                    <a:lnTo>
                      <a:pt x="15913" y="2139"/>
                    </a:lnTo>
                    <a:lnTo>
                      <a:pt x="16084" y="2021"/>
                    </a:lnTo>
                    <a:lnTo>
                      <a:pt x="16254" y="1903"/>
                    </a:lnTo>
                    <a:lnTo>
                      <a:pt x="16438" y="1811"/>
                    </a:lnTo>
                    <a:lnTo>
                      <a:pt x="16609" y="1706"/>
                    </a:lnTo>
                    <a:lnTo>
                      <a:pt x="16792" y="1627"/>
                    </a:lnTo>
                    <a:lnTo>
                      <a:pt x="16989" y="1536"/>
                    </a:lnTo>
                    <a:lnTo>
                      <a:pt x="17186" y="1470"/>
                    </a:lnTo>
                    <a:lnTo>
                      <a:pt x="17383" y="1404"/>
                    </a:lnTo>
                    <a:lnTo>
                      <a:pt x="17579" y="1352"/>
                    </a:lnTo>
                    <a:lnTo>
                      <a:pt x="17789" y="1313"/>
                    </a:lnTo>
                    <a:lnTo>
                      <a:pt x="17999" y="1273"/>
                    </a:lnTo>
                    <a:lnTo>
                      <a:pt x="18209" y="1247"/>
                    </a:lnTo>
                    <a:lnTo>
                      <a:pt x="18419" y="1234"/>
                    </a:lnTo>
                    <a:lnTo>
                      <a:pt x="18629" y="1221"/>
                    </a:lnTo>
                    <a:close/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7" name="Google Shape;2417;p45"/>
            <p:cNvGrpSpPr/>
            <p:nvPr/>
          </p:nvGrpSpPr>
          <p:grpSpPr>
            <a:xfrm>
              <a:off x="3124753" y="2097067"/>
              <a:ext cx="2904005" cy="2628275"/>
              <a:chOff x="735516" y="1544617"/>
              <a:chExt cx="2904005" cy="2628275"/>
            </a:xfrm>
          </p:grpSpPr>
          <p:sp>
            <p:nvSpPr>
              <p:cNvPr id="2418" name="Google Shape;2418;p45"/>
              <p:cNvSpPr/>
              <p:nvPr/>
            </p:nvSpPr>
            <p:spPr>
              <a:xfrm>
                <a:off x="1961914" y="2680601"/>
                <a:ext cx="305922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17043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17042" y="919"/>
                    </a:lnTo>
                    <a:lnTo>
                      <a:pt x="17042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45"/>
              <p:cNvSpPr/>
              <p:nvPr/>
            </p:nvSpPr>
            <p:spPr>
              <a:xfrm>
                <a:off x="2274872" y="2680601"/>
                <a:ext cx="97738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5445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5445" y="919"/>
                    </a:lnTo>
                    <a:lnTo>
                      <a:pt x="5445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45"/>
              <p:cNvSpPr/>
              <p:nvPr/>
            </p:nvSpPr>
            <p:spPr>
              <a:xfrm>
                <a:off x="2379664" y="2680601"/>
                <a:ext cx="115167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6416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6416" y="919"/>
                    </a:lnTo>
                    <a:lnTo>
                      <a:pt x="6416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45"/>
              <p:cNvSpPr/>
              <p:nvPr/>
            </p:nvSpPr>
            <p:spPr>
              <a:xfrm>
                <a:off x="1896683" y="2717111"/>
                <a:ext cx="254818" cy="16496"/>
              </a:xfrm>
              <a:custGeom>
                <a:avLst/>
                <a:gdLst/>
                <a:ahLst/>
                <a:cxnLst/>
                <a:rect l="l" t="t" r="r" b="b"/>
                <a:pathLst>
                  <a:path w="14196" h="919" extrusionOk="0">
                    <a:moveTo>
                      <a:pt x="1" y="0"/>
                    </a:moveTo>
                    <a:lnTo>
                      <a:pt x="1" y="919"/>
                    </a:lnTo>
                    <a:lnTo>
                      <a:pt x="14195" y="919"/>
                    </a:lnTo>
                    <a:lnTo>
                      <a:pt x="14195" y="0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45"/>
              <p:cNvSpPr/>
              <p:nvPr/>
            </p:nvSpPr>
            <p:spPr>
              <a:xfrm>
                <a:off x="2159723" y="2717111"/>
                <a:ext cx="83378" cy="16496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919" extrusionOk="0">
                    <a:moveTo>
                      <a:pt x="0" y="0"/>
                    </a:moveTo>
                    <a:lnTo>
                      <a:pt x="0" y="919"/>
                    </a:lnTo>
                    <a:lnTo>
                      <a:pt x="4645" y="919"/>
                    </a:lnTo>
                    <a:lnTo>
                      <a:pt x="4645" y="0"/>
                    </a:lnTo>
                    <a:close/>
                  </a:path>
                </a:pathLst>
              </a:custGeom>
              <a:solidFill>
                <a:srgbClr val="E7C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45"/>
              <p:cNvSpPr/>
              <p:nvPr/>
            </p:nvSpPr>
            <p:spPr>
              <a:xfrm>
                <a:off x="2050928" y="4038428"/>
                <a:ext cx="116119" cy="75139"/>
              </a:xfrm>
              <a:custGeom>
                <a:avLst/>
                <a:gdLst/>
                <a:ahLst/>
                <a:cxnLst/>
                <a:rect l="l" t="t" r="r" b="b"/>
                <a:pathLst>
                  <a:path w="6469" h="4186" extrusionOk="0">
                    <a:moveTo>
                      <a:pt x="1" y="0"/>
                    </a:moveTo>
                    <a:lnTo>
                      <a:pt x="132" y="4185"/>
                    </a:lnTo>
                    <a:lnTo>
                      <a:pt x="1483" y="4185"/>
                    </a:lnTo>
                    <a:lnTo>
                      <a:pt x="1732" y="4172"/>
                    </a:lnTo>
                    <a:lnTo>
                      <a:pt x="1995" y="4146"/>
                    </a:lnTo>
                    <a:lnTo>
                      <a:pt x="2244" y="4106"/>
                    </a:lnTo>
                    <a:lnTo>
                      <a:pt x="2493" y="4054"/>
                    </a:lnTo>
                    <a:lnTo>
                      <a:pt x="2729" y="4001"/>
                    </a:lnTo>
                    <a:lnTo>
                      <a:pt x="2979" y="3923"/>
                    </a:lnTo>
                    <a:lnTo>
                      <a:pt x="3215" y="3844"/>
                    </a:lnTo>
                    <a:lnTo>
                      <a:pt x="3451" y="3765"/>
                    </a:lnTo>
                    <a:lnTo>
                      <a:pt x="3674" y="3660"/>
                    </a:lnTo>
                    <a:lnTo>
                      <a:pt x="3910" y="3555"/>
                    </a:lnTo>
                    <a:lnTo>
                      <a:pt x="4120" y="3437"/>
                    </a:lnTo>
                    <a:lnTo>
                      <a:pt x="4343" y="3306"/>
                    </a:lnTo>
                    <a:lnTo>
                      <a:pt x="4553" y="3162"/>
                    </a:lnTo>
                    <a:lnTo>
                      <a:pt x="4763" y="3017"/>
                    </a:lnTo>
                    <a:lnTo>
                      <a:pt x="4959" y="2860"/>
                    </a:lnTo>
                    <a:lnTo>
                      <a:pt x="6245" y="1797"/>
                    </a:lnTo>
                    <a:lnTo>
                      <a:pt x="6311" y="1732"/>
                    </a:lnTo>
                    <a:lnTo>
                      <a:pt x="6363" y="1666"/>
                    </a:lnTo>
                    <a:lnTo>
                      <a:pt x="6403" y="1601"/>
                    </a:lnTo>
                    <a:lnTo>
                      <a:pt x="6429" y="1522"/>
                    </a:lnTo>
                    <a:lnTo>
                      <a:pt x="6455" y="1443"/>
                    </a:lnTo>
                    <a:lnTo>
                      <a:pt x="6468" y="1364"/>
                    </a:lnTo>
                    <a:lnTo>
                      <a:pt x="6468" y="1286"/>
                    </a:lnTo>
                    <a:lnTo>
                      <a:pt x="6455" y="1207"/>
                    </a:lnTo>
                    <a:lnTo>
                      <a:pt x="6416" y="1076"/>
                    </a:lnTo>
                    <a:lnTo>
                      <a:pt x="6363" y="945"/>
                    </a:lnTo>
                    <a:lnTo>
                      <a:pt x="6298" y="827"/>
                    </a:lnTo>
                    <a:lnTo>
                      <a:pt x="6232" y="722"/>
                    </a:lnTo>
                    <a:lnTo>
                      <a:pt x="6153" y="617"/>
                    </a:lnTo>
                    <a:lnTo>
                      <a:pt x="6075" y="512"/>
                    </a:lnTo>
                    <a:lnTo>
                      <a:pt x="5983" y="420"/>
                    </a:lnTo>
                    <a:lnTo>
                      <a:pt x="5878" y="341"/>
                    </a:lnTo>
                    <a:lnTo>
                      <a:pt x="5773" y="262"/>
                    </a:lnTo>
                    <a:lnTo>
                      <a:pt x="5668" y="197"/>
                    </a:lnTo>
                    <a:lnTo>
                      <a:pt x="5550" y="131"/>
                    </a:lnTo>
                    <a:lnTo>
                      <a:pt x="5419" y="92"/>
                    </a:lnTo>
                    <a:lnTo>
                      <a:pt x="5301" y="53"/>
                    </a:lnTo>
                    <a:lnTo>
                      <a:pt x="5169" y="26"/>
                    </a:lnTo>
                    <a:lnTo>
                      <a:pt x="5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45"/>
              <p:cNvSpPr/>
              <p:nvPr/>
            </p:nvSpPr>
            <p:spPr>
              <a:xfrm>
                <a:off x="2212711" y="4039128"/>
                <a:ext cx="116101" cy="75139"/>
              </a:xfrm>
              <a:custGeom>
                <a:avLst/>
                <a:gdLst/>
                <a:ahLst/>
                <a:cxnLst/>
                <a:rect l="l" t="t" r="r" b="b"/>
                <a:pathLst>
                  <a:path w="6468" h="4186" extrusionOk="0">
                    <a:moveTo>
                      <a:pt x="1443" y="0"/>
                    </a:moveTo>
                    <a:lnTo>
                      <a:pt x="1312" y="14"/>
                    </a:lnTo>
                    <a:lnTo>
                      <a:pt x="1168" y="53"/>
                    </a:lnTo>
                    <a:lnTo>
                      <a:pt x="1050" y="92"/>
                    </a:lnTo>
                    <a:lnTo>
                      <a:pt x="919" y="132"/>
                    </a:lnTo>
                    <a:lnTo>
                      <a:pt x="800" y="197"/>
                    </a:lnTo>
                    <a:lnTo>
                      <a:pt x="696" y="263"/>
                    </a:lnTo>
                    <a:lnTo>
                      <a:pt x="591" y="342"/>
                    </a:lnTo>
                    <a:lnTo>
                      <a:pt x="486" y="420"/>
                    </a:lnTo>
                    <a:lnTo>
                      <a:pt x="394" y="512"/>
                    </a:lnTo>
                    <a:lnTo>
                      <a:pt x="315" y="617"/>
                    </a:lnTo>
                    <a:lnTo>
                      <a:pt x="236" y="722"/>
                    </a:lnTo>
                    <a:lnTo>
                      <a:pt x="171" y="827"/>
                    </a:lnTo>
                    <a:lnTo>
                      <a:pt x="105" y="945"/>
                    </a:lnTo>
                    <a:lnTo>
                      <a:pt x="66" y="1076"/>
                    </a:lnTo>
                    <a:lnTo>
                      <a:pt x="26" y="1194"/>
                    </a:lnTo>
                    <a:lnTo>
                      <a:pt x="0" y="1286"/>
                    </a:lnTo>
                    <a:lnTo>
                      <a:pt x="0" y="1365"/>
                    </a:lnTo>
                    <a:lnTo>
                      <a:pt x="13" y="1443"/>
                    </a:lnTo>
                    <a:lnTo>
                      <a:pt x="40" y="1522"/>
                    </a:lnTo>
                    <a:lnTo>
                      <a:pt x="66" y="1601"/>
                    </a:lnTo>
                    <a:lnTo>
                      <a:pt x="118" y="1667"/>
                    </a:lnTo>
                    <a:lnTo>
                      <a:pt x="171" y="1732"/>
                    </a:lnTo>
                    <a:lnTo>
                      <a:pt x="223" y="1798"/>
                    </a:lnTo>
                    <a:lnTo>
                      <a:pt x="1509" y="2860"/>
                    </a:lnTo>
                    <a:lnTo>
                      <a:pt x="1706" y="3018"/>
                    </a:lnTo>
                    <a:lnTo>
                      <a:pt x="1916" y="3162"/>
                    </a:lnTo>
                    <a:lnTo>
                      <a:pt x="2126" y="3306"/>
                    </a:lnTo>
                    <a:lnTo>
                      <a:pt x="2349" y="3424"/>
                    </a:lnTo>
                    <a:lnTo>
                      <a:pt x="2572" y="3556"/>
                    </a:lnTo>
                    <a:lnTo>
                      <a:pt x="2795" y="3661"/>
                    </a:lnTo>
                    <a:lnTo>
                      <a:pt x="3018" y="3766"/>
                    </a:lnTo>
                    <a:lnTo>
                      <a:pt x="3254" y="3844"/>
                    </a:lnTo>
                    <a:lnTo>
                      <a:pt x="3503" y="3923"/>
                    </a:lnTo>
                    <a:lnTo>
                      <a:pt x="3739" y="4002"/>
                    </a:lnTo>
                    <a:lnTo>
                      <a:pt x="3988" y="4054"/>
                    </a:lnTo>
                    <a:lnTo>
                      <a:pt x="4238" y="4107"/>
                    </a:lnTo>
                    <a:lnTo>
                      <a:pt x="4487" y="4146"/>
                    </a:lnTo>
                    <a:lnTo>
                      <a:pt x="4736" y="4172"/>
                    </a:lnTo>
                    <a:lnTo>
                      <a:pt x="4985" y="4185"/>
                    </a:lnTo>
                    <a:lnTo>
                      <a:pt x="6337" y="4185"/>
                    </a:lnTo>
                    <a:lnTo>
                      <a:pt x="64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45"/>
              <p:cNvSpPr/>
              <p:nvPr/>
            </p:nvSpPr>
            <p:spPr>
              <a:xfrm>
                <a:off x="735516" y="2825188"/>
                <a:ext cx="2904005" cy="59845"/>
              </a:xfrm>
              <a:custGeom>
                <a:avLst/>
                <a:gdLst/>
                <a:ahLst/>
                <a:cxnLst/>
                <a:rect l="l" t="t" r="r" b="b"/>
                <a:pathLst>
                  <a:path w="161783" h="3334" extrusionOk="0">
                    <a:moveTo>
                      <a:pt x="0" y="1"/>
                    </a:moveTo>
                    <a:lnTo>
                      <a:pt x="0" y="3333"/>
                    </a:lnTo>
                    <a:lnTo>
                      <a:pt x="161783" y="3333"/>
                    </a:lnTo>
                    <a:lnTo>
                      <a:pt x="16178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45"/>
              <p:cNvSpPr/>
              <p:nvPr/>
            </p:nvSpPr>
            <p:spPr>
              <a:xfrm>
                <a:off x="2005245" y="4066448"/>
                <a:ext cx="86914" cy="4758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265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5" y="1837"/>
                    </a:lnTo>
                    <a:lnTo>
                      <a:pt x="158" y="1955"/>
                    </a:lnTo>
                    <a:lnTo>
                      <a:pt x="223" y="2060"/>
                    </a:lnTo>
                    <a:lnTo>
                      <a:pt x="302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696" y="2493"/>
                    </a:lnTo>
                    <a:lnTo>
                      <a:pt x="814" y="2545"/>
                    </a:lnTo>
                    <a:lnTo>
                      <a:pt x="945" y="2585"/>
                    </a:lnTo>
                    <a:lnTo>
                      <a:pt x="1063" y="2624"/>
                    </a:lnTo>
                    <a:lnTo>
                      <a:pt x="1207" y="2637"/>
                    </a:lnTo>
                    <a:lnTo>
                      <a:pt x="1339" y="2650"/>
                    </a:lnTo>
                    <a:lnTo>
                      <a:pt x="3490" y="2650"/>
                    </a:lnTo>
                    <a:lnTo>
                      <a:pt x="3634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43" y="2349"/>
                    </a:lnTo>
                    <a:lnTo>
                      <a:pt x="4448" y="2257"/>
                    </a:lnTo>
                    <a:lnTo>
                      <a:pt x="4526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6" y="1837"/>
                    </a:lnTo>
                    <a:lnTo>
                      <a:pt x="4776" y="1706"/>
                    </a:lnTo>
                    <a:lnTo>
                      <a:pt x="4802" y="1574"/>
                    </a:lnTo>
                    <a:lnTo>
                      <a:pt x="4828" y="1443"/>
                    </a:lnTo>
                    <a:lnTo>
                      <a:pt x="4841" y="1312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45"/>
              <p:cNvSpPr/>
              <p:nvPr/>
            </p:nvSpPr>
            <p:spPr>
              <a:xfrm>
                <a:off x="1903900" y="3163581"/>
                <a:ext cx="191688" cy="90477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50405" extrusionOk="0">
                    <a:moveTo>
                      <a:pt x="0" y="1"/>
                    </a:moveTo>
                    <a:lnTo>
                      <a:pt x="4723" y="50404"/>
                    </a:lnTo>
                    <a:lnTo>
                      <a:pt x="10679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45"/>
              <p:cNvSpPr/>
              <p:nvPr/>
            </p:nvSpPr>
            <p:spPr>
              <a:xfrm>
                <a:off x="2267477" y="4066448"/>
                <a:ext cx="86914" cy="4758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2651" extrusionOk="0">
                    <a:moveTo>
                      <a:pt x="1" y="0"/>
                    </a:moveTo>
                    <a:lnTo>
                      <a:pt x="1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6" y="1837"/>
                    </a:lnTo>
                    <a:lnTo>
                      <a:pt x="171" y="1955"/>
                    </a:lnTo>
                    <a:lnTo>
                      <a:pt x="237" y="2060"/>
                    </a:lnTo>
                    <a:lnTo>
                      <a:pt x="316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709" y="2493"/>
                    </a:lnTo>
                    <a:lnTo>
                      <a:pt x="827" y="2545"/>
                    </a:lnTo>
                    <a:lnTo>
                      <a:pt x="945" y="2585"/>
                    </a:lnTo>
                    <a:lnTo>
                      <a:pt x="1076" y="2624"/>
                    </a:lnTo>
                    <a:lnTo>
                      <a:pt x="1208" y="2637"/>
                    </a:lnTo>
                    <a:lnTo>
                      <a:pt x="1339" y="2650"/>
                    </a:lnTo>
                    <a:lnTo>
                      <a:pt x="3503" y="2650"/>
                    </a:lnTo>
                    <a:lnTo>
                      <a:pt x="3635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56" y="2349"/>
                    </a:lnTo>
                    <a:lnTo>
                      <a:pt x="4448" y="2257"/>
                    </a:lnTo>
                    <a:lnTo>
                      <a:pt x="4527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7" y="1837"/>
                    </a:lnTo>
                    <a:lnTo>
                      <a:pt x="4776" y="1706"/>
                    </a:lnTo>
                    <a:lnTo>
                      <a:pt x="4815" y="1574"/>
                    </a:lnTo>
                    <a:lnTo>
                      <a:pt x="4828" y="1443"/>
                    </a:lnTo>
                    <a:lnTo>
                      <a:pt x="4842" y="1312"/>
                    </a:lnTo>
                    <a:lnTo>
                      <a:pt x="48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45"/>
              <p:cNvSpPr/>
              <p:nvPr/>
            </p:nvSpPr>
            <p:spPr>
              <a:xfrm>
                <a:off x="2260423" y="3163581"/>
                <a:ext cx="191688" cy="90477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50405" extrusionOk="0">
                    <a:moveTo>
                      <a:pt x="0" y="1"/>
                    </a:moveTo>
                    <a:lnTo>
                      <a:pt x="0" y="50404"/>
                    </a:lnTo>
                    <a:lnTo>
                      <a:pt x="5956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45"/>
              <p:cNvSpPr/>
              <p:nvPr/>
            </p:nvSpPr>
            <p:spPr>
              <a:xfrm>
                <a:off x="1640950" y="2743246"/>
                <a:ext cx="66415" cy="99622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5550" extrusionOk="0">
                    <a:moveTo>
                      <a:pt x="3503" y="0"/>
                    </a:moveTo>
                    <a:lnTo>
                      <a:pt x="3319" y="14"/>
                    </a:lnTo>
                    <a:lnTo>
                      <a:pt x="3136" y="40"/>
                    </a:lnTo>
                    <a:lnTo>
                      <a:pt x="2952" y="66"/>
                    </a:lnTo>
                    <a:lnTo>
                      <a:pt x="2769" y="119"/>
                    </a:lnTo>
                    <a:lnTo>
                      <a:pt x="2598" y="158"/>
                    </a:lnTo>
                    <a:lnTo>
                      <a:pt x="2427" y="224"/>
                    </a:lnTo>
                    <a:lnTo>
                      <a:pt x="2257" y="289"/>
                    </a:lnTo>
                    <a:lnTo>
                      <a:pt x="2086" y="368"/>
                    </a:lnTo>
                    <a:lnTo>
                      <a:pt x="1929" y="447"/>
                    </a:lnTo>
                    <a:lnTo>
                      <a:pt x="1771" y="538"/>
                    </a:lnTo>
                    <a:lnTo>
                      <a:pt x="1627" y="630"/>
                    </a:lnTo>
                    <a:lnTo>
                      <a:pt x="1483" y="735"/>
                    </a:lnTo>
                    <a:lnTo>
                      <a:pt x="1339" y="840"/>
                    </a:lnTo>
                    <a:lnTo>
                      <a:pt x="1207" y="958"/>
                    </a:lnTo>
                    <a:lnTo>
                      <a:pt x="1076" y="1076"/>
                    </a:lnTo>
                    <a:lnTo>
                      <a:pt x="958" y="1207"/>
                    </a:lnTo>
                    <a:lnTo>
                      <a:pt x="840" y="1339"/>
                    </a:lnTo>
                    <a:lnTo>
                      <a:pt x="735" y="1483"/>
                    </a:lnTo>
                    <a:lnTo>
                      <a:pt x="630" y="1627"/>
                    </a:lnTo>
                    <a:lnTo>
                      <a:pt x="525" y="1772"/>
                    </a:lnTo>
                    <a:lnTo>
                      <a:pt x="446" y="1929"/>
                    </a:lnTo>
                    <a:lnTo>
                      <a:pt x="355" y="2086"/>
                    </a:lnTo>
                    <a:lnTo>
                      <a:pt x="289" y="2257"/>
                    </a:lnTo>
                    <a:lnTo>
                      <a:pt x="223" y="2427"/>
                    </a:lnTo>
                    <a:lnTo>
                      <a:pt x="158" y="2598"/>
                    </a:lnTo>
                    <a:lnTo>
                      <a:pt x="118" y="2769"/>
                    </a:lnTo>
                    <a:lnTo>
                      <a:pt x="66" y="2952"/>
                    </a:lnTo>
                    <a:lnTo>
                      <a:pt x="40" y="3136"/>
                    </a:lnTo>
                    <a:lnTo>
                      <a:pt x="14" y="3320"/>
                    </a:lnTo>
                    <a:lnTo>
                      <a:pt x="0" y="3503"/>
                    </a:lnTo>
                    <a:lnTo>
                      <a:pt x="0" y="3700"/>
                    </a:ln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45"/>
              <p:cNvSpPr/>
              <p:nvPr/>
            </p:nvSpPr>
            <p:spPr>
              <a:xfrm>
                <a:off x="1640716" y="2524005"/>
                <a:ext cx="235019" cy="385045"/>
              </a:xfrm>
              <a:custGeom>
                <a:avLst/>
                <a:gdLst/>
                <a:ahLst/>
                <a:cxnLst/>
                <a:rect l="l" t="t" r="r" b="b"/>
                <a:pathLst>
                  <a:path w="13093" h="21451" extrusionOk="0">
                    <a:moveTo>
                      <a:pt x="6442" y="1"/>
                    </a:moveTo>
                    <a:lnTo>
                      <a:pt x="145" y="17134"/>
                    </a:lnTo>
                    <a:lnTo>
                      <a:pt x="66" y="17370"/>
                    </a:lnTo>
                    <a:lnTo>
                      <a:pt x="13" y="17620"/>
                    </a:lnTo>
                    <a:lnTo>
                      <a:pt x="0" y="17869"/>
                    </a:lnTo>
                    <a:lnTo>
                      <a:pt x="0" y="18118"/>
                    </a:lnTo>
                    <a:lnTo>
                      <a:pt x="27" y="18367"/>
                    </a:lnTo>
                    <a:lnTo>
                      <a:pt x="79" y="18603"/>
                    </a:lnTo>
                    <a:lnTo>
                      <a:pt x="145" y="18853"/>
                    </a:lnTo>
                    <a:lnTo>
                      <a:pt x="250" y="19076"/>
                    </a:lnTo>
                    <a:lnTo>
                      <a:pt x="761" y="20099"/>
                    </a:lnTo>
                    <a:lnTo>
                      <a:pt x="866" y="20283"/>
                    </a:lnTo>
                    <a:lnTo>
                      <a:pt x="984" y="20453"/>
                    </a:lnTo>
                    <a:lnTo>
                      <a:pt x="1115" y="20624"/>
                    </a:lnTo>
                    <a:lnTo>
                      <a:pt x="1247" y="20768"/>
                    </a:lnTo>
                    <a:lnTo>
                      <a:pt x="1404" y="20899"/>
                    </a:lnTo>
                    <a:lnTo>
                      <a:pt x="1561" y="21017"/>
                    </a:lnTo>
                    <a:lnTo>
                      <a:pt x="1732" y="21135"/>
                    </a:lnTo>
                    <a:lnTo>
                      <a:pt x="1916" y="21227"/>
                    </a:lnTo>
                    <a:lnTo>
                      <a:pt x="2099" y="21306"/>
                    </a:lnTo>
                    <a:lnTo>
                      <a:pt x="2283" y="21358"/>
                    </a:lnTo>
                    <a:lnTo>
                      <a:pt x="2480" y="21411"/>
                    </a:lnTo>
                    <a:lnTo>
                      <a:pt x="2690" y="21437"/>
                    </a:lnTo>
                    <a:lnTo>
                      <a:pt x="2886" y="21450"/>
                    </a:lnTo>
                    <a:lnTo>
                      <a:pt x="3096" y="21450"/>
                    </a:lnTo>
                    <a:lnTo>
                      <a:pt x="3306" y="21437"/>
                    </a:lnTo>
                    <a:lnTo>
                      <a:pt x="3503" y="21398"/>
                    </a:lnTo>
                    <a:lnTo>
                      <a:pt x="3844" y="21306"/>
                    </a:lnTo>
                    <a:lnTo>
                      <a:pt x="4172" y="21201"/>
                    </a:lnTo>
                    <a:lnTo>
                      <a:pt x="4500" y="21070"/>
                    </a:lnTo>
                    <a:lnTo>
                      <a:pt x="4802" y="20912"/>
                    </a:lnTo>
                    <a:lnTo>
                      <a:pt x="5104" y="20755"/>
                    </a:lnTo>
                    <a:lnTo>
                      <a:pt x="5392" y="20571"/>
                    </a:lnTo>
                    <a:lnTo>
                      <a:pt x="5668" y="20361"/>
                    </a:lnTo>
                    <a:lnTo>
                      <a:pt x="5930" y="20151"/>
                    </a:lnTo>
                    <a:lnTo>
                      <a:pt x="6179" y="19915"/>
                    </a:lnTo>
                    <a:lnTo>
                      <a:pt x="6415" y="19666"/>
                    </a:lnTo>
                    <a:lnTo>
                      <a:pt x="6638" y="19404"/>
                    </a:lnTo>
                    <a:lnTo>
                      <a:pt x="6835" y="19128"/>
                    </a:lnTo>
                    <a:lnTo>
                      <a:pt x="7019" y="18840"/>
                    </a:lnTo>
                    <a:lnTo>
                      <a:pt x="7189" y="18538"/>
                    </a:lnTo>
                    <a:lnTo>
                      <a:pt x="7334" y="18223"/>
                    </a:lnTo>
                    <a:lnTo>
                      <a:pt x="7465" y="17895"/>
                    </a:lnTo>
                    <a:lnTo>
                      <a:pt x="13093" y="2598"/>
                    </a:lnTo>
                    <a:lnTo>
                      <a:pt x="6442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45"/>
              <p:cNvSpPr/>
              <p:nvPr/>
            </p:nvSpPr>
            <p:spPr>
              <a:xfrm>
                <a:off x="2667672" y="2743246"/>
                <a:ext cx="66415" cy="99622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5550" extrusionOk="0">
                    <a:moveTo>
                      <a:pt x="0" y="0"/>
                    </a:move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3700"/>
                    </a:lnTo>
                    <a:lnTo>
                      <a:pt x="3700" y="3503"/>
                    </a:lnTo>
                    <a:lnTo>
                      <a:pt x="3686" y="3320"/>
                    </a:lnTo>
                    <a:lnTo>
                      <a:pt x="3660" y="3136"/>
                    </a:lnTo>
                    <a:lnTo>
                      <a:pt x="3634" y="2952"/>
                    </a:lnTo>
                    <a:lnTo>
                      <a:pt x="3582" y="2769"/>
                    </a:lnTo>
                    <a:lnTo>
                      <a:pt x="3542" y="2598"/>
                    </a:lnTo>
                    <a:lnTo>
                      <a:pt x="3477" y="2427"/>
                    </a:lnTo>
                    <a:lnTo>
                      <a:pt x="3411" y="2257"/>
                    </a:lnTo>
                    <a:lnTo>
                      <a:pt x="3332" y="2086"/>
                    </a:lnTo>
                    <a:lnTo>
                      <a:pt x="3254" y="1929"/>
                    </a:lnTo>
                    <a:lnTo>
                      <a:pt x="3162" y="1772"/>
                    </a:lnTo>
                    <a:lnTo>
                      <a:pt x="3070" y="1627"/>
                    </a:lnTo>
                    <a:lnTo>
                      <a:pt x="2965" y="1483"/>
                    </a:lnTo>
                    <a:lnTo>
                      <a:pt x="2860" y="1339"/>
                    </a:lnTo>
                    <a:lnTo>
                      <a:pt x="2742" y="1207"/>
                    </a:lnTo>
                    <a:lnTo>
                      <a:pt x="2624" y="1076"/>
                    </a:lnTo>
                    <a:lnTo>
                      <a:pt x="2493" y="958"/>
                    </a:lnTo>
                    <a:lnTo>
                      <a:pt x="2361" y="840"/>
                    </a:lnTo>
                    <a:lnTo>
                      <a:pt x="2217" y="735"/>
                    </a:lnTo>
                    <a:lnTo>
                      <a:pt x="2073" y="630"/>
                    </a:lnTo>
                    <a:lnTo>
                      <a:pt x="1929" y="538"/>
                    </a:lnTo>
                    <a:lnTo>
                      <a:pt x="1771" y="447"/>
                    </a:lnTo>
                    <a:lnTo>
                      <a:pt x="1614" y="368"/>
                    </a:lnTo>
                    <a:lnTo>
                      <a:pt x="1443" y="289"/>
                    </a:lnTo>
                    <a:lnTo>
                      <a:pt x="1273" y="224"/>
                    </a:lnTo>
                    <a:lnTo>
                      <a:pt x="1102" y="158"/>
                    </a:lnTo>
                    <a:lnTo>
                      <a:pt x="932" y="119"/>
                    </a:lnTo>
                    <a:lnTo>
                      <a:pt x="748" y="66"/>
                    </a:lnTo>
                    <a:lnTo>
                      <a:pt x="564" y="40"/>
                    </a:lnTo>
                    <a:lnTo>
                      <a:pt x="381" y="14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45"/>
              <p:cNvSpPr/>
              <p:nvPr/>
            </p:nvSpPr>
            <p:spPr>
              <a:xfrm>
                <a:off x="2499301" y="2524005"/>
                <a:ext cx="235019" cy="385045"/>
              </a:xfrm>
              <a:custGeom>
                <a:avLst/>
                <a:gdLst/>
                <a:ahLst/>
                <a:cxnLst/>
                <a:rect l="l" t="t" r="r" b="b"/>
                <a:pathLst>
                  <a:path w="13093" h="21451" extrusionOk="0">
                    <a:moveTo>
                      <a:pt x="6651" y="1"/>
                    </a:moveTo>
                    <a:lnTo>
                      <a:pt x="0" y="2598"/>
                    </a:lnTo>
                    <a:lnTo>
                      <a:pt x="5615" y="17895"/>
                    </a:lnTo>
                    <a:lnTo>
                      <a:pt x="5746" y="18223"/>
                    </a:lnTo>
                    <a:lnTo>
                      <a:pt x="5904" y="18538"/>
                    </a:lnTo>
                    <a:lnTo>
                      <a:pt x="6074" y="18840"/>
                    </a:lnTo>
                    <a:lnTo>
                      <a:pt x="6258" y="19128"/>
                    </a:lnTo>
                    <a:lnTo>
                      <a:pt x="6455" y="19404"/>
                    </a:lnTo>
                    <a:lnTo>
                      <a:pt x="6678" y="19666"/>
                    </a:lnTo>
                    <a:lnTo>
                      <a:pt x="6914" y="19915"/>
                    </a:lnTo>
                    <a:lnTo>
                      <a:pt x="7163" y="20151"/>
                    </a:lnTo>
                    <a:lnTo>
                      <a:pt x="7425" y="20361"/>
                    </a:lnTo>
                    <a:lnTo>
                      <a:pt x="7701" y="20571"/>
                    </a:lnTo>
                    <a:lnTo>
                      <a:pt x="7989" y="20755"/>
                    </a:lnTo>
                    <a:lnTo>
                      <a:pt x="8278" y="20912"/>
                    </a:lnTo>
                    <a:lnTo>
                      <a:pt x="8593" y="21070"/>
                    </a:lnTo>
                    <a:lnTo>
                      <a:pt x="8921" y="21201"/>
                    </a:lnTo>
                    <a:lnTo>
                      <a:pt x="9249" y="21306"/>
                    </a:lnTo>
                    <a:lnTo>
                      <a:pt x="9577" y="21398"/>
                    </a:lnTo>
                    <a:lnTo>
                      <a:pt x="9787" y="21437"/>
                    </a:lnTo>
                    <a:lnTo>
                      <a:pt x="9997" y="21450"/>
                    </a:lnTo>
                    <a:lnTo>
                      <a:pt x="10207" y="21450"/>
                    </a:lnTo>
                    <a:lnTo>
                      <a:pt x="10403" y="21437"/>
                    </a:lnTo>
                    <a:lnTo>
                      <a:pt x="10600" y="21411"/>
                    </a:lnTo>
                    <a:lnTo>
                      <a:pt x="10797" y="21358"/>
                    </a:lnTo>
                    <a:lnTo>
                      <a:pt x="10994" y="21306"/>
                    </a:lnTo>
                    <a:lnTo>
                      <a:pt x="11177" y="21227"/>
                    </a:lnTo>
                    <a:lnTo>
                      <a:pt x="11361" y="21135"/>
                    </a:lnTo>
                    <a:lnTo>
                      <a:pt x="11532" y="21017"/>
                    </a:lnTo>
                    <a:lnTo>
                      <a:pt x="11689" y="20899"/>
                    </a:lnTo>
                    <a:lnTo>
                      <a:pt x="11846" y="20768"/>
                    </a:lnTo>
                    <a:lnTo>
                      <a:pt x="11978" y="20624"/>
                    </a:lnTo>
                    <a:lnTo>
                      <a:pt x="12109" y="20453"/>
                    </a:lnTo>
                    <a:lnTo>
                      <a:pt x="12227" y="20283"/>
                    </a:lnTo>
                    <a:lnTo>
                      <a:pt x="12332" y="20099"/>
                    </a:lnTo>
                    <a:lnTo>
                      <a:pt x="12843" y="19076"/>
                    </a:lnTo>
                    <a:lnTo>
                      <a:pt x="12935" y="18853"/>
                    </a:lnTo>
                    <a:lnTo>
                      <a:pt x="13014" y="18603"/>
                    </a:lnTo>
                    <a:lnTo>
                      <a:pt x="13066" y="18367"/>
                    </a:lnTo>
                    <a:lnTo>
                      <a:pt x="13093" y="18118"/>
                    </a:lnTo>
                    <a:lnTo>
                      <a:pt x="13093" y="17869"/>
                    </a:lnTo>
                    <a:lnTo>
                      <a:pt x="13066" y="17620"/>
                    </a:lnTo>
                    <a:lnTo>
                      <a:pt x="13027" y="17370"/>
                    </a:lnTo>
                    <a:lnTo>
                      <a:pt x="12948" y="17134"/>
                    </a:lnTo>
                    <a:lnTo>
                      <a:pt x="6651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45"/>
              <p:cNvSpPr/>
              <p:nvPr/>
            </p:nvSpPr>
            <p:spPr>
              <a:xfrm>
                <a:off x="1896683" y="3002516"/>
                <a:ext cx="581670" cy="312276"/>
              </a:xfrm>
              <a:custGeom>
                <a:avLst/>
                <a:gdLst/>
                <a:ahLst/>
                <a:cxnLst/>
                <a:rect l="l" t="t" r="r" b="b"/>
                <a:pathLst>
                  <a:path w="32405" h="17397" extrusionOk="0">
                    <a:moveTo>
                      <a:pt x="1" y="1"/>
                    </a:moveTo>
                    <a:lnTo>
                      <a:pt x="14" y="1076"/>
                    </a:lnTo>
                    <a:lnTo>
                      <a:pt x="1" y="2165"/>
                    </a:lnTo>
                    <a:lnTo>
                      <a:pt x="1" y="4277"/>
                    </a:lnTo>
                    <a:lnTo>
                      <a:pt x="1" y="5314"/>
                    </a:lnTo>
                    <a:lnTo>
                      <a:pt x="14" y="6324"/>
                    </a:lnTo>
                    <a:lnTo>
                      <a:pt x="53" y="7308"/>
                    </a:lnTo>
                    <a:lnTo>
                      <a:pt x="106" y="8252"/>
                    </a:lnTo>
                    <a:lnTo>
                      <a:pt x="145" y="8698"/>
                    </a:lnTo>
                    <a:lnTo>
                      <a:pt x="184" y="9144"/>
                    </a:lnTo>
                    <a:lnTo>
                      <a:pt x="237" y="9577"/>
                    </a:lnTo>
                    <a:lnTo>
                      <a:pt x="289" y="9997"/>
                    </a:lnTo>
                    <a:lnTo>
                      <a:pt x="355" y="10404"/>
                    </a:lnTo>
                    <a:lnTo>
                      <a:pt x="434" y="10797"/>
                    </a:lnTo>
                    <a:lnTo>
                      <a:pt x="525" y="11165"/>
                    </a:lnTo>
                    <a:lnTo>
                      <a:pt x="630" y="11532"/>
                    </a:lnTo>
                    <a:lnTo>
                      <a:pt x="735" y="11873"/>
                    </a:lnTo>
                    <a:lnTo>
                      <a:pt x="853" y="12201"/>
                    </a:lnTo>
                    <a:lnTo>
                      <a:pt x="998" y="12503"/>
                    </a:lnTo>
                    <a:lnTo>
                      <a:pt x="1142" y="12805"/>
                    </a:lnTo>
                    <a:lnTo>
                      <a:pt x="1299" y="13067"/>
                    </a:lnTo>
                    <a:lnTo>
                      <a:pt x="1483" y="13316"/>
                    </a:lnTo>
                    <a:lnTo>
                      <a:pt x="1680" y="13552"/>
                    </a:lnTo>
                    <a:lnTo>
                      <a:pt x="1877" y="13762"/>
                    </a:lnTo>
                    <a:lnTo>
                      <a:pt x="2139" y="13985"/>
                    </a:lnTo>
                    <a:lnTo>
                      <a:pt x="2414" y="14195"/>
                    </a:lnTo>
                    <a:lnTo>
                      <a:pt x="2703" y="14405"/>
                    </a:lnTo>
                    <a:lnTo>
                      <a:pt x="3018" y="14615"/>
                    </a:lnTo>
                    <a:lnTo>
                      <a:pt x="3346" y="14812"/>
                    </a:lnTo>
                    <a:lnTo>
                      <a:pt x="3687" y="14996"/>
                    </a:lnTo>
                    <a:lnTo>
                      <a:pt x="4041" y="15179"/>
                    </a:lnTo>
                    <a:lnTo>
                      <a:pt x="4409" y="15350"/>
                    </a:lnTo>
                    <a:lnTo>
                      <a:pt x="4802" y="15520"/>
                    </a:lnTo>
                    <a:lnTo>
                      <a:pt x="5196" y="15678"/>
                    </a:lnTo>
                    <a:lnTo>
                      <a:pt x="5602" y="15822"/>
                    </a:lnTo>
                    <a:lnTo>
                      <a:pt x="6035" y="15966"/>
                    </a:lnTo>
                    <a:lnTo>
                      <a:pt x="6468" y="16111"/>
                    </a:lnTo>
                    <a:lnTo>
                      <a:pt x="6914" y="16242"/>
                    </a:lnTo>
                    <a:lnTo>
                      <a:pt x="7373" y="16360"/>
                    </a:lnTo>
                    <a:lnTo>
                      <a:pt x="7846" y="16478"/>
                    </a:lnTo>
                    <a:lnTo>
                      <a:pt x="8318" y="16596"/>
                    </a:lnTo>
                    <a:lnTo>
                      <a:pt x="8803" y="16701"/>
                    </a:lnTo>
                    <a:lnTo>
                      <a:pt x="9302" y="16793"/>
                    </a:lnTo>
                    <a:lnTo>
                      <a:pt x="9800" y="16885"/>
                    </a:lnTo>
                    <a:lnTo>
                      <a:pt x="10312" y="16963"/>
                    </a:lnTo>
                    <a:lnTo>
                      <a:pt x="10824" y="17029"/>
                    </a:lnTo>
                    <a:lnTo>
                      <a:pt x="11873" y="17160"/>
                    </a:lnTo>
                    <a:lnTo>
                      <a:pt x="12936" y="17265"/>
                    </a:lnTo>
                    <a:lnTo>
                      <a:pt x="14012" y="17331"/>
                    </a:lnTo>
                    <a:lnTo>
                      <a:pt x="15114" y="17370"/>
                    </a:lnTo>
                    <a:lnTo>
                      <a:pt x="16203" y="17396"/>
                    </a:lnTo>
                    <a:lnTo>
                      <a:pt x="17291" y="17370"/>
                    </a:lnTo>
                    <a:lnTo>
                      <a:pt x="18380" y="17331"/>
                    </a:lnTo>
                    <a:lnTo>
                      <a:pt x="19469" y="17265"/>
                    </a:lnTo>
                    <a:lnTo>
                      <a:pt x="20532" y="17160"/>
                    </a:lnTo>
                    <a:lnTo>
                      <a:pt x="21581" y="17029"/>
                    </a:lnTo>
                    <a:lnTo>
                      <a:pt x="22093" y="16963"/>
                    </a:lnTo>
                    <a:lnTo>
                      <a:pt x="22605" y="16885"/>
                    </a:lnTo>
                    <a:lnTo>
                      <a:pt x="23103" y="16793"/>
                    </a:lnTo>
                    <a:lnTo>
                      <a:pt x="23602" y="16701"/>
                    </a:lnTo>
                    <a:lnTo>
                      <a:pt x="24087" y="16596"/>
                    </a:lnTo>
                    <a:lnTo>
                      <a:pt x="24559" y="16478"/>
                    </a:lnTo>
                    <a:lnTo>
                      <a:pt x="25032" y="16360"/>
                    </a:lnTo>
                    <a:lnTo>
                      <a:pt x="25491" y="16242"/>
                    </a:lnTo>
                    <a:lnTo>
                      <a:pt x="25937" y="16111"/>
                    </a:lnTo>
                    <a:lnTo>
                      <a:pt x="26370" y="15966"/>
                    </a:lnTo>
                    <a:lnTo>
                      <a:pt x="26790" y="15822"/>
                    </a:lnTo>
                    <a:lnTo>
                      <a:pt x="27209" y="15678"/>
                    </a:lnTo>
                    <a:lnTo>
                      <a:pt x="27603" y="15520"/>
                    </a:lnTo>
                    <a:lnTo>
                      <a:pt x="27996" y="15350"/>
                    </a:lnTo>
                    <a:lnTo>
                      <a:pt x="28364" y="15179"/>
                    </a:lnTo>
                    <a:lnTo>
                      <a:pt x="28718" y="14996"/>
                    </a:lnTo>
                    <a:lnTo>
                      <a:pt x="29059" y="14812"/>
                    </a:lnTo>
                    <a:lnTo>
                      <a:pt x="29387" y="14615"/>
                    </a:lnTo>
                    <a:lnTo>
                      <a:pt x="29702" y="14405"/>
                    </a:lnTo>
                    <a:lnTo>
                      <a:pt x="29991" y="14195"/>
                    </a:lnTo>
                    <a:lnTo>
                      <a:pt x="30266" y="13985"/>
                    </a:lnTo>
                    <a:lnTo>
                      <a:pt x="30515" y="13762"/>
                    </a:lnTo>
                    <a:lnTo>
                      <a:pt x="30725" y="13552"/>
                    </a:lnTo>
                    <a:lnTo>
                      <a:pt x="30922" y="13316"/>
                    </a:lnTo>
                    <a:lnTo>
                      <a:pt x="31093" y="13067"/>
                    </a:lnTo>
                    <a:lnTo>
                      <a:pt x="31263" y="12805"/>
                    </a:lnTo>
                    <a:lnTo>
                      <a:pt x="31407" y="12503"/>
                    </a:lnTo>
                    <a:lnTo>
                      <a:pt x="31539" y="12201"/>
                    </a:lnTo>
                    <a:lnTo>
                      <a:pt x="31670" y="11873"/>
                    </a:lnTo>
                    <a:lnTo>
                      <a:pt x="31775" y="11532"/>
                    </a:lnTo>
                    <a:lnTo>
                      <a:pt x="31880" y="11165"/>
                    </a:lnTo>
                    <a:lnTo>
                      <a:pt x="31958" y="10797"/>
                    </a:lnTo>
                    <a:lnTo>
                      <a:pt x="32037" y="10404"/>
                    </a:lnTo>
                    <a:lnTo>
                      <a:pt x="32116" y="9997"/>
                    </a:lnTo>
                    <a:lnTo>
                      <a:pt x="32168" y="9577"/>
                    </a:lnTo>
                    <a:lnTo>
                      <a:pt x="32221" y="9144"/>
                    </a:lnTo>
                    <a:lnTo>
                      <a:pt x="32260" y="8698"/>
                    </a:lnTo>
                    <a:lnTo>
                      <a:pt x="32299" y="8252"/>
                    </a:lnTo>
                    <a:lnTo>
                      <a:pt x="32352" y="7308"/>
                    </a:lnTo>
                    <a:lnTo>
                      <a:pt x="32391" y="6324"/>
                    </a:lnTo>
                    <a:lnTo>
                      <a:pt x="32404" y="5314"/>
                    </a:lnTo>
                    <a:lnTo>
                      <a:pt x="32404" y="4277"/>
                    </a:lnTo>
                    <a:lnTo>
                      <a:pt x="32391" y="2165"/>
                    </a:lnTo>
                    <a:lnTo>
                      <a:pt x="32391" y="1076"/>
                    </a:lnTo>
                    <a:lnTo>
                      <a:pt x="324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45"/>
              <p:cNvSpPr/>
              <p:nvPr/>
            </p:nvSpPr>
            <p:spPr>
              <a:xfrm>
                <a:off x="1715604" y="2185378"/>
                <a:ext cx="943829" cy="944080"/>
              </a:xfrm>
              <a:custGeom>
                <a:avLst/>
                <a:gdLst/>
                <a:ahLst/>
                <a:cxnLst/>
                <a:rect l="l" t="t" r="r" b="b"/>
                <a:pathLst>
                  <a:path w="52581" h="52595" extrusionOk="0">
                    <a:moveTo>
                      <a:pt x="22053" y="1"/>
                    </a:moveTo>
                    <a:lnTo>
                      <a:pt x="21436" y="14"/>
                    </a:lnTo>
                    <a:lnTo>
                      <a:pt x="20833" y="40"/>
                    </a:lnTo>
                    <a:lnTo>
                      <a:pt x="20230" y="92"/>
                    </a:lnTo>
                    <a:lnTo>
                      <a:pt x="19626" y="158"/>
                    </a:lnTo>
                    <a:lnTo>
                      <a:pt x="19036" y="237"/>
                    </a:lnTo>
                    <a:lnTo>
                      <a:pt x="18432" y="342"/>
                    </a:lnTo>
                    <a:lnTo>
                      <a:pt x="17842" y="460"/>
                    </a:lnTo>
                    <a:lnTo>
                      <a:pt x="17252" y="591"/>
                    </a:lnTo>
                    <a:lnTo>
                      <a:pt x="16674" y="748"/>
                    </a:lnTo>
                    <a:lnTo>
                      <a:pt x="16097" y="919"/>
                    </a:lnTo>
                    <a:lnTo>
                      <a:pt x="15520" y="1116"/>
                    </a:lnTo>
                    <a:lnTo>
                      <a:pt x="14956" y="1326"/>
                    </a:lnTo>
                    <a:lnTo>
                      <a:pt x="14392" y="1549"/>
                    </a:lnTo>
                    <a:lnTo>
                      <a:pt x="13841" y="1798"/>
                    </a:lnTo>
                    <a:lnTo>
                      <a:pt x="13303" y="2073"/>
                    </a:lnTo>
                    <a:lnTo>
                      <a:pt x="12765" y="2349"/>
                    </a:lnTo>
                    <a:lnTo>
                      <a:pt x="12345" y="2585"/>
                    </a:lnTo>
                    <a:lnTo>
                      <a:pt x="11912" y="2834"/>
                    </a:lnTo>
                    <a:lnTo>
                      <a:pt x="11492" y="3097"/>
                    </a:lnTo>
                    <a:lnTo>
                      <a:pt x="11059" y="3385"/>
                    </a:lnTo>
                    <a:lnTo>
                      <a:pt x="10613" y="3674"/>
                    </a:lnTo>
                    <a:lnTo>
                      <a:pt x="10180" y="3989"/>
                    </a:lnTo>
                    <a:lnTo>
                      <a:pt x="9734" y="4317"/>
                    </a:lnTo>
                    <a:lnTo>
                      <a:pt x="9288" y="4671"/>
                    </a:lnTo>
                    <a:lnTo>
                      <a:pt x="8842" y="5038"/>
                    </a:lnTo>
                    <a:lnTo>
                      <a:pt x="8396" y="5419"/>
                    </a:lnTo>
                    <a:lnTo>
                      <a:pt x="7963" y="5825"/>
                    </a:lnTo>
                    <a:lnTo>
                      <a:pt x="7517" y="6245"/>
                    </a:lnTo>
                    <a:lnTo>
                      <a:pt x="7071" y="6678"/>
                    </a:lnTo>
                    <a:lnTo>
                      <a:pt x="6638" y="7150"/>
                    </a:lnTo>
                    <a:lnTo>
                      <a:pt x="6205" y="7623"/>
                    </a:lnTo>
                    <a:lnTo>
                      <a:pt x="5772" y="8134"/>
                    </a:lnTo>
                    <a:lnTo>
                      <a:pt x="5340" y="8659"/>
                    </a:lnTo>
                    <a:lnTo>
                      <a:pt x="4920" y="9197"/>
                    </a:lnTo>
                    <a:lnTo>
                      <a:pt x="4513" y="9774"/>
                    </a:lnTo>
                    <a:lnTo>
                      <a:pt x="4106" y="10365"/>
                    </a:lnTo>
                    <a:lnTo>
                      <a:pt x="3700" y="10968"/>
                    </a:lnTo>
                    <a:lnTo>
                      <a:pt x="3306" y="11611"/>
                    </a:lnTo>
                    <a:lnTo>
                      <a:pt x="2926" y="12267"/>
                    </a:lnTo>
                    <a:lnTo>
                      <a:pt x="2558" y="12962"/>
                    </a:lnTo>
                    <a:lnTo>
                      <a:pt x="2191" y="13671"/>
                    </a:lnTo>
                    <a:lnTo>
                      <a:pt x="1837" y="14405"/>
                    </a:lnTo>
                    <a:lnTo>
                      <a:pt x="1496" y="15166"/>
                    </a:lnTo>
                    <a:lnTo>
                      <a:pt x="1168" y="15953"/>
                    </a:lnTo>
                    <a:lnTo>
                      <a:pt x="866" y="16767"/>
                    </a:lnTo>
                    <a:lnTo>
                      <a:pt x="564" y="17606"/>
                    </a:lnTo>
                    <a:lnTo>
                      <a:pt x="276" y="18485"/>
                    </a:lnTo>
                    <a:lnTo>
                      <a:pt x="0" y="19377"/>
                    </a:lnTo>
                    <a:lnTo>
                      <a:pt x="10679" y="23720"/>
                    </a:lnTo>
                    <a:lnTo>
                      <a:pt x="10574" y="24638"/>
                    </a:lnTo>
                    <a:lnTo>
                      <a:pt x="10469" y="25701"/>
                    </a:lnTo>
                    <a:lnTo>
                      <a:pt x="10351" y="27091"/>
                    </a:lnTo>
                    <a:lnTo>
                      <a:pt x="10233" y="28757"/>
                    </a:lnTo>
                    <a:lnTo>
                      <a:pt x="10180" y="29676"/>
                    </a:lnTo>
                    <a:lnTo>
                      <a:pt x="10128" y="30647"/>
                    </a:lnTo>
                    <a:lnTo>
                      <a:pt x="10089" y="31657"/>
                    </a:lnTo>
                    <a:lnTo>
                      <a:pt x="10049" y="32693"/>
                    </a:lnTo>
                    <a:lnTo>
                      <a:pt x="10023" y="33756"/>
                    </a:lnTo>
                    <a:lnTo>
                      <a:pt x="10010" y="34845"/>
                    </a:lnTo>
                    <a:lnTo>
                      <a:pt x="10010" y="35947"/>
                    </a:lnTo>
                    <a:lnTo>
                      <a:pt x="10023" y="37049"/>
                    </a:lnTo>
                    <a:lnTo>
                      <a:pt x="10062" y="38151"/>
                    </a:lnTo>
                    <a:lnTo>
                      <a:pt x="10115" y="39240"/>
                    </a:lnTo>
                    <a:lnTo>
                      <a:pt x="10194" y="40315"/>
                    </a:lnTo>
                    <a:lnTo>
                      <a:pt x="10285" y="41378"/>
                    </a:lnTo>
                    <a:lnTo>
                      <a:pt x="10403" y="42401"/>
                    </a:lnTo>
                    <a:lnTo>
                      <a:pt x="10469" y="42900"/>
                    </a:lnTo>
                    <a:lnTo>
                      <a:pt x="10548" y="43398"/>
                    </a:lnTo>
                    <a:lnTo>
                      <a:pt x="10640" y="43884"/>
                    </a:lnTo>
                    <a:lnTo>
                      <a:pt x="10731" y="44343"/>
                    </a:lnTo>
                    <a:lnTo>
                      <a:pt x="10823" y="44802"/>
                    </a:lnTo>
                    <a:lnTo>
                      <a:pt x="10928" y="45248"/>
                    </a:lnTo>
                    <a:lnTo>
                      <a:pt x="11046" y="45668"/>
                    </a:lnTo>
                    <a:lnTo>
                      <a:pt x="11164" y="46088"/>
                    </a:lnTo>
                    <a:lnTo>
                      <a:pt x="11296" y="46481"/>
                    </a:lnTo>
                    <a:lnTo>
                      <a:pt x="11440" y="46862"/>
                    </a:lnTo>
                    <a:lnTo>
                      <a:pt x="11584" y="47229"/>
                    </a:lnTo>
                    <a:lnTo>
                      <a:pt x="11742" y="47570"/>
                    </a:lnTo>
                    <a:lnTo>
                      <a:pt x="11912" y="47898"/>
                    </a:lnTo>
                    <a:lnTo>
                      <a:pt x="12083" y="48200"/>
                    </a:lnTo>
                    <a:lnTo>
                      <a:pt x="12266" y="48488"/>
                    </a:lnTo>
                    <a:lnTo>
                      <a:pt x="12463" y="48751"/>
                    </a:lnTo>
                    <a:lnTo>
                      <a:pt x="12673" y="48987"/>
                    </a:lnTo>
                    <a:lnTo>
                      <a:pt x="12883" y="49197"/>
                    </a:lnTo>
                    <a:lnTo>
                      <a:pt x="13119" y="49407"/>
                    </a:lnTo>
                    <a:lnTo>
                      <a:pt x="13381" y="49617"/>
                    </a:lnTo>
                    <a:lnTo>
                      <a:pt x="13657" y="49813"/>
                    </a:lnTo>
                    <a:lnTo>
                      <a:pt x="13946" y="49997"/>
                    </a:lnTo>
                    <a:lnTo>
                      <a:pt x="14247" y="50181"/>
                    </a:lnTo>
                    <a:lnTo>
                      <a:pt x="14562" y="50351"/>
                    </a:lnTo>
                    <a:lnTo>
                      <a:pt x="14903" y="50522"/>
                    </a:lnTo>
                    <a:lnTo>
                      <a:pt x="15244" y="50692"/>
                    </a:lnTo>
                    <a:lnTo>
                      <a:pt x="15612" y="50837"/>
                    </a:lnTo>
                    <a:lnTo>
                      <a:pt x="15979" y="50994"/>
                    </a:lnTo>
                    <a:lnTo>
                      <a:pt x="16373" y="51138"/>
                    </a:lnTo>
                    <a:lnTo>
                      <a:pt x="16766" y="51270"/>
                    </a:lnTo>
                    <a:lnTo>
                      <a:pt x="17173" y="51401"/>
                    </a:lnTo>
                    <a:lnTo>
                      <a:pt x="17593" y="51519"/>
                    </a:lnTo>
                    <a:lnTo>
                      <a:pt x="18026" y="51637"/>
                    </a:lnTo>
                    <a:lnTo>
                      <a:pt x="18458" y="51755"/>
                    </a:lnTo>
                    <a:lnTo>
                      <a:pt x="18905" y="51847"/>
                    </a:lnTo>
                    <a:lnTo>
                      <a:pt x="19364" y="51952"/>
                    </a:lnTo>
                    <a:lnTo>
                      <a:pt x="20295" y="52122"/>
                    </a:lnTo>
                    <a:lnTo>
                      <a:pt x="21253" y="52267"/>
                    </a:lnTo>
                    <a:lnTo>
                      <a:pt x="22237" y="52385"/>
                    </a:lnTo>
                    <a:lnTo>
                      <a:pt x="23234" y="52477"/>
                    </a:lnTo>
                    <a:lnTo>
                      <a:pt x="24244" y="52542"/>
                    </a:lnTo>
                    <a:lnTo>
                      <a:pt x="25267" y="52582"/>
                    </a:lnTo>
                    <a:lnTo>
                      <a:pt x="26291" y="52595"/>
                    </a:lnTo>
                    <a:lnTo>
                      <a:pt x="27314" y="52582"/>
                    </a:lnTo>
                    <a:lnTo>
                      <a:pt x="28337" y="52542"/>
                    </a:lnTo>
                    <a:lnTo>
                      <a:pt x="29347" y="52477"/>
                    </a:lnTo>
                    <a:lnTo>
                      <a:pt x="30344" y="52385"/>
                    </a:lnTo>
                    <a:lnTo>
                      <a:pt x="31328" y="52267"/>
                    </a:lnTo>
                    <a:lnTo>
                      <a:pt x="32286" y="52122"/>
                    </a:lnTo>
                    <a:lnTo>
                      <a:pt x="33217" y="51952"/>
                    </a:lnTo>
                    <a:lnTo>
                      <a:pt x="33676" y="51847"/>
                    </a:lnTo>
                    <a:lnTo>
                      <a:pt x="34123" y="51755"/>
                    </a:lnTo>
                    <a:lnTo>
                      <a:pt x="34555" y="51637"/>
                    </a:lnTo>
                    <a:lnTo>
                      <a:pt x="34988" y="51519"/>
                    </a:lnTo>
                    <a:lnTo>
                      <a:pt x="35408" y="51401"/>
                    </a:lnTo>
                    <a:lnTo>
                      <a:pt x="35815" y="51270"/>
                    </a:lnTo>
                    <a:lnTo>
                      <a:pt x="36208" y="51138"/>
                    </a:lnTo>
                    <a:lnTo>
                      <a:pt x="36589" y="50994"/>
                    </a:lnTo>
                    <a:lnTo>
                      <a:pt x="36969" y="50837"/>
                    </a:lnTo>
                    <a:lnTo>
                      <a:pt x="37324" y="50692"/>
                    </a:lnTo>
                    <a:lnTo>
                      <a:pt x="37678" y="50522"/>
                    </a:lnTo>
                    <a:lnTo>
                      <a:pt x="38006" y="50351"/>
                    </a:lnTo>
                    <a:lnTo>
                      <a:pt x="38334" y="50181"/>
                    </a:lnTo>
                    <a:lnTo>
                      <a:pt x="38635" y="49997"/>
                    </a:lnTo>
                    <a:lnTo>
                      <a:pt x="38924" y="49813"/>
                    </a:lnTo>
                    <a:lnTo>
                      <a:pt x="39200" y="49617"/>
                    </a:lnTo>
                    <a:lnTo>
                      <a:pt x="39462" y="49407"/>
                    </a:lnTo>
                    <a:lnTo>
                      <a:pt x="39698" y="49197"/>
                    </a:lnTo>
                    <a:lnTo>
                      <a:pt x="39908" y="48987"/>
                    </a:lnTo>
                    <a:lnTo>
                      <a:pt x="40118" y="48751"/>
                    </a:lnTo>
                    <a:lnTo>
                      <a:pt x="40315" y="48488"/>
                    </a:lnTo>
                    <a:lnTo>
                      <a:pt x="40498" y="48200"/>
                    </a:lnTo>
                    <a:lnTo>
                      <a:pt x="40669" y="47898"/>
                    </a:lnTo>
                    <a:lnTo>
                      <a:pt x="40839" y="47570"/>
                    </a:lnTo>
                    <a:lnTo>
                      <a:pt x="40997" y="47229"/>
                    </a:lnTo>
                    <a:lnTo>
                      <a:pt x="41141" y="46862"/>
                    </a:lnTo>
                    <a:lnTo>
                      <a:pt x="41285" y="46481"/>
                    </a:lnTo>
                    <a:lnTo>
                      <a:pt x="41417" y="46088"/>
                    </a:lnTo>
                    <a:lnTo>
                      <a:pt x="41535" y="45668"/>
                    </a:lnTo>
                    <a:lnTo>
                      <a:pt x="41653" y="45248"/>
                    </a:lnTo>
                    <a:lnTo>
                      <a:pt x="41758" y="44802"/>
                    </a:lnTo>
                    <a:lnTo>
                      <a:pt x="41850" y="44343"/>
                    </a:lnTo>
                    <a:lnTo>
                      <a:pt x="41941" y="43884"/>
                    </a:lnTo>
                    <a:lnTo>
                      <a:pt x="42033" y="43398"/>
                    </a:lnTo>
                    <a:lnTo>
                      <a:pt x="42112" y="42900"/>
                    </a:lnTo>
                    <a:lnTo>
                      <a:pt x="42178" y="42401"/>
                    </a:lnTo>
                    <a:lnTo>
                      <a:pt x="42296" y="41378"/>
                    </a:lnTo>
                    <a:lnTo>
                      <a:pt x="42387" y="40315"/>
                    </a:lnTo>
                    <a:lnTo>
                      <a:pt x="42466" y="39240"/>
                    </a:lnTo>
                    <a:lnTo>
                      <a:pt x="42519" y="38151"/>
                    </a:lnTo>
                    <a:lnTo>
                      <a:pt x="42545" y="37049"/>
                    </a:lnTo>
                    <a:lnTo>
                      <a:pt x="42571" y="35947"/>
                    </a:lnTo>
                    <a:lnTo>
                      <a:pt x="42571" y="34845"/>
                    </a:lnTo>
                    <a:lnTo>
                      <a:pt x="42558" y="33756"/>
                    </a:lnTo>
                    <a:lnTo>
                      <a:pt x="42532" y="32693"/>
                    </a:lnTo>
                    <a:lnTo>
                      <a:pt x="42492" y="31657"/>
                    </a:lnTo>
                    <a:lnTo>
                      <a:pt x="42453" y="30647"/>
                    </a:lnTo>
                    <a:lnTo>
                      <a:pt x="42401" y="29676"/>
                    </a:lnTo>
                    <a:lnTo>
                      <a:pt x="42335" y="28757"/>
                    </a:lnTo>
                    <a:lnTo>
                      <a:pt x="42217" y="27091"/>
                    </a:lnTo>
                    <a:lnTo>
                      <a:pt x="42099" y="25701"/>
                    </a:lnTo>
                    <a:lnTo>
                      <a:pt x="42007" y="24638"/>
                    </a:lnTo>
                    <a:lnTo>
                      <a:pt x="41902" y="23720"/>
                    </a:lnTo>
                    <a:lnTo>
                      <a:pt x="52581" y="19377"/>
                    </a:lnTo>
                    <a:lnTo>
                      <a:pt x="52292" y="18459"/>
                    </a:lnTo>
                    <a:lnTo>
                      <a:pt x="52004" y="17554"/>
                    </a:lnTo>
                    <a:lnTo>
                      <a:pt x="51689" y="16688"/>
                    </a:lnTo>
                    <a:lnTo>
                      <a:pt x="51361" y="15861"/>
                    </a:lnTo>
                    <a:lnTo>
                      <a:pt x="51033" y="15048"/>
                    </a:lnTo>
                    <a:lnTo>
                      <a:pt x="50679" y="14274"/>
                    </a:lnTo>
                    <a:lnTo>
                      <a:pt x="50311" y="13513"/>
                    </a:lnTo>
                    <a:lnTo>
                      <a:pt x="49931" y="12792"/>
                    </a:lnTo>
                    <a:lnTo>
                      <a:pt x="49550" y="12083"/>
                    </a:lnTo>
                    <a:lnTo>
                      <a:pt x="49144" y="11414"/>
                    </a:lnTo>
                    <a:lnTo>
                      <a:pt x="48737" y="10758"/>
                    </a:lnTo>
                    <a:lnTo>
                      <a:pt x="48330" y="10142"/>
                    </a:lnTo>
                    <a:lnTo>
                      <a:pt x="47911" y="9538"/>
                    </a:lnTo>
                    <a:lnTo>
                      <a:pt x="47478" y="8961"/>
                    </a:lnTo>
                    <a:lnTo>
                      <a:pt x="47045" y="8410"/>
                    </a:lnTo>
                    <a:lnTo>
                      <a:pt x="46599" y="7885"/>
                    </a:lnTo>
                    <a:lnTo>
                      <a:pt x="46153" y="7373"/>
                    </a:lnTo>
                    <a:lnTo>
                      <a:pt x="45707" y="6888"/>
                    </a:lnTo>
                    <a:lnTo>
                      <a:pt x="45247" y="6429"/>
                    </a:lnTo>
                    <a:lnTo>
                      <a:pt x="44788" y="5983"/>
                    </a:lnTo>
                    <a:lnTo>
                      <a:pt x="44342" y="5563"/>
                    </a:lnTo>
                    <a:lnTo>
                      <a:pt x="43883" y="5156"/>
                    </a:lnTo>
                    <a:lnTo>
                      <a:pt x="43424" y="4776"/>
                    </a:lnTo>
                    <a:lnTo>
                      <a:pt x="42965" y="4409"/>
                    </a:lnTo>
                    <a:lnTo>
                      <a:pt x="42506" y="4067"/>
                    </a:lnTo>
                    <a:lnTo>
                      <a:pt x="42046" y="3739"/>
                    </a:lnTo>
                    <a:lnTo>
                      <a:pt x="41600" y="3425"/>
                    </a:lnTo>
                    <a:lnTo>
                      <a:pt x="41154" y="3136"/>
                    </a:lnTo>
                    <a:lnTo>
                      <a:pt x="40708" y="2860"/>
                    </a:lnTo>
                    <a:lnTo>
                      <a:pt x="40275" y="2598"/>
                    </a:lnTo>
                    <a:lnTo>
                      <a:pt x="39842" y="2362"/>
                    </a:lnTo>
                    <a:lnTo>
                      <a:pt x="39423" y="2139"/>
                    </a:lnTo>
                    <a:lnTo>
                      <a:pt x="38898" y="1877"/>
                    </a:lnTo>
                    <a:lnTo>
                      <a:pt x="38373" y="1627"/>
                    </a:lnTo>
                    <a:lnTo>
                      <a:pt x="37848" y="1404"/>
                    </a:lnTo>
                    <a:lnTo>
                      <a:pt x="37310" y="1194"/>
                    </a:lnTo>
                    <a:lnTo>
                      <a:pt x="36773" y="1011"/>
                    </a:lnTo>
                    <a:lnTo>
                      <a:pt x="36222" y="827"/>
                    </a:lnTo>
                    <a:lnTo>
                      <a:pt x="35671" y="670"/>
                    </a:lnTo>
                    <a:lnTo>
                      <a:pt x="35106" y="538"/>
                    </a:lnTo>
                    <a:lnTo>
                      <a:pt x="34555" y="407"/>
                    </a:lnTo>
                    <a:lnTo>
                      <a:pt x="33978" y="302"/>
                    </a:lnTo>
                    <a:lnTo>
                      <a:pt x="33414" y="210"/>
                    </a:lnTo>
                    <a:lnTo>
                      <a:pt x="32850" y="132"/>
                    </a:lnTo>
                    <a:lnTo>
                      <a:pt x="32273" y="79"/>
                    </a:lnTo>
                    <a:lnTo>
                      <a:pt x="31696" y="40"/>
                    </a:lnTo>
                    <a:lnTo>
                      <a:pt x="31118" y="14"/>
                    </a:lnTo>
                    <a:lnTo>
                      <a:pt x="305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45"/>
              <p:cNvSpPr/>
              <p:nvPr/>
            </p:nvSpPr>
            <p:spPr>
              <a:xfrm>
                <a:off x="1737269" y="3217521"/>
                <a:ext cx="900498" cy="138484"/>
              </a:xfrm>
              <a:custGeom>
                <a:avLst/>
                <a:gdLst/>
                <a:ahLst/>
                <a:cxnLst/>
                <a:rect l="l" t="t" r="r" b="b"/>
                <a:pathLst>
                  <a:path w="50167" h="7715" extrusionOk="0">
                    <a:moveTo>
                      <a:pt x="5143" y="0"/>
                    </a:moveTo>
                    <a:lnTo>
                      <a:pt x="4880" y="26"/>
                    </a:lnTo>
                    <a:lnTo>
                      <a:pt x="4605" y="53"/>
                    </a:lnTo>
                    <a:lnTo>
                      <a:pt x="4329" y="105"/>
                    </a:lnTo>
                    <a:lnTo>
                      <a:pt x="4067" y="158"/>
                    </a:lnTo>
                    <a:lnTo>
                      <a:pt x="3805" y="223"/>
                    </a:lnTo>
                    <a:lnTo>
                      <a:pt x="3555" y="315"/>
                    </a:lnTo>
                    <a:lnTo>
                      <a:pt x="3306" y="407"/>
                    </a:lnTo>
                    <a:lnTo>
                      <a:pt x="3057" y="512"/>
                    </a:lnTo>
                    <a:lnTo>
                      <a:pt x="2821" y="630"/>
                    </a:lnTo>
                    <a:lnTo>
                      <a:pt x="2584" y="761"/>
                    </a:lnTo>
                    <a:lnTo>
                      <a:pt x="2361" y="905"/>
                    </a:lnTo>
                    <a:lnTo>
                      <a:pt x="2152" y="1050"/>
                    </a:lnTo>
                    <a:lnTo>
                      <a:pt x="1942" y="1207"/>
                    </a:lnTo>
                    <a:lnTo>
                      <a:pt x="1732" y="1378"/>
                    </a:lnTo>
                    <a:lnTo>
                      <a:pt x="1548" y="1561"/>
                    </a:lnTo>
                    <a:lnTo>
                      <a:pt x="1364" y="1758"/>
                    </a:lnTo>
                    <a:lnTo>
                      <a:pt x="1194" y="1955"/>
                    </a:lnTo>
                    <a:lnTo>
                      <a:pt x="1023" y="2152"/>
                    </a:lnTo>
                    <a:lnTo>
                      <a:pt x="866" y="2375"/>
                    </a:lnTo>
                    <a:lnTo>
                      <a:pt x="722" y="2598"/>
                    </a:lnTo>
                    <a:lnTo>
                      <a:pt x="590" y="2821"/>
                    </a:lnTo>
                    <a:lnTo>
                      <a:pt x="472" y="3070"/>
                    </a:lnTo>
                    <a:lnTo>
                      <a:pt x="367" y="3306"/>
                    </a:lnTo>
                    <a:lnTo>
                      <a:pt x="276" y="3555"/>
                    </a:lnTo>
                    <a:lnTo>
                      <a:pt x="197" y="3818"/>
                    </a:lnTo>
                    <a:lnTo>
                      <a:pt x="131" y="4080"/>
                    </a:lnTo>
                    <a:lnTo>
                      <a:pt x="66" y="4356"/>
                    </a:lnTo>
                    <a:lnTo>
                      <a:pt x="26" y="4631"/>
                    </a:lnTo>
                    <a:lnTo>
                      <a:pt x="0" y="4907"/>
                    </a:lnTo>
                    <a:lnTo>
                      <a:pt x="0" y="4999"/>
                    </a:lnTo>
                    <a:lnTo>
                      <a:pt x="0" y="5274"/>
                    </a:lnTo>
                    <a:lnTo>
                      <a:pt x="26" y="5536"/>
                    </a:lnTo>
                    <a:lnTo>
                      <a:pt x="92" y="5799"/>
                    </a:lnTo>
                    <a:lnTo>
                      <a:pt x="171" y="6048"/>
                    </a:lnTo>
                    <a:lnTo>
                      <a:pt x="276" y="6284"/>
                    </a:lnTo>
                    <a:lnTo>
                      <a:pt x="407" y="6507"/>
                    </a:lnTo>
                    <a:lnTo>
                      <a:pt x="564" y="6717"/>
                    </a:lnTo>
                    <a:lnTo>
                      <a:pt x="735" y="6914"/>
                    </a:lnTo>
                    <a:lnTo>
                      <a:pt x="932" y="7084"/>
                    </a:lnTo>
                    <a:lnTo>
                      <a:pt x="1128" y="7242"/>
                    </a:lnTo>
                    <a:lnTo>
                      <a:pt x="1351" y="7373"/>
                    </a:lnTo>
                    <a:lnTo>
                      <a:pt x="1587" y="7491"/>
                    </a:lnTo>
                    <a:lnTo>
                      <a:pt x="1837" y="7583"/>
                    </a:lnTo>
                    <a:lnTo>
                      <a:pt x="2099" y="7649"/>
                    </a:lnTo>
                    <a:lnTo>
                      <a:pt x="2361" y="7701"/>
                    </a:lnTo>
                    <a:lnTo>
                      <a:pt x="2637" y="7714"/>
                    </a:lnTo>
                    <a:lnTo>
                      <a:pt x="47530" y="7714"/>
                    </a:lnTo>
                    <a:lnTo>
                      <a:pt x="47806" y="7701"/>
                    </a:lnTo>
                    <a:lnTo>
                      <a:pt x="48068" y="7649"/>
                    </a:lnTo>
                    <a:lnTo>
                      <a:pt x="48330" y="7583"/>
                    </a:lnTo>
                    <a:lnTo>
                      <a:pt x="48580" y="7491"/>
                    </a:lnTo>
                    <a:lnTo>
                      <a:pt x="48816" y="7373"/>
                    </a:lnTo>
                    <a:lnTo>
                      <a:pt x="49039" y="7242"/>
                    </a:lnTo>
                    <a:lnTo>
                      <a:pt x="49236" y="7084"/>
                    </a:lnTo>
                    <a:lnTo>
                      <a:pt x="49432" y="6914"/>
                    </a:lnTo>
                    <a:lnTo>
                      <a:pt x="49603" y="6717"/>
                    </a:lnTo>
                    <a:lnTo>
                      <a:pt x="49747" y="6507"/>
                    </a:lnTo>
                    <a:lnTo>
                      <a:pt x="49878" y="6284"/>
                    </a:lnTo>
                    <a:lnTo>
                      <a:pt x="49996" y="6048"/>
                    </a:lnTo>
                    <a:lnTo>
                      <a:pt x="50075" y="5799"/>
                    </a:lnTo>
                    <a:lnTo>
                      <a:pt x="50128" y="5536"/>
                    </a:lnTo>
                    <a:lnTo>
                      <a:pt x="50167" y="5274"/>
                    </a:lnTo>
                    <a:lnTo>
                      <a:pt x="50167" y="4999"/>
                    </a:lnTo>
                    <a:lnTo>
                      <a:pt x="50167" y="4907"/>
                    </a:lnTo>
                    <a:lnTo>
                      <a:pt x="50141" y="4631"/>
                    </a:lnTo>
                    <a:lnTo>
                      <a:pt x="50101" y="4356"/>
                    </a:lnTo>
                    <a:lnTo>
                      <a:pt x="50036" y="4080"/>
                    </a:lnTo>
                    <a:lnTo>
                      <a:pt x="49970" y="3818"/>
                    </a:lnTo>
                    <a:lnTo>
                      <a:pt x="49891" y="3555"/>
                    </a:lnTo>
                    <a:lnTo>
                      <a:pt x="49800" y="3306"/>
                    </a:lnTo>
                    <a:lnTo>
                      <a:pt x="49695" y="3070"/>
                    </a:lnTo>
                    <a:lnTo>
                      <a:pt x="49563" y="2821"/>
                    </a:lnTo>
                    <a:lnTo>
                      <a:pt x="49432" y="2598"/>
                    </a:lnTo>
                    <a:lnTo>
                      <a:pt x="49301" y="2375"/>
                    </a:lnTo>
                    <a:lnTo>
                      <a:pt x="49144" y="2152"/>
                    </a:lnTo>
                    <a:lnTo>
                      <a:pt x="48973" y="1955"/>
                    </a:lnTo>
                    <a:lnTo>
                      <a:pt x="48803" y="1758"/>
                    </a:lnTo>
                    <a:lnTo>
                      <a:pt x="48619" y="1561"/>
                    </a:lnTo>
                    <a:lnTo>
                      <a:pt x="48422" y="1378"/>
                    </a:lnTo>
                    <a:lnTo>
                      <a:pt x="48225" y="1207"/>
                    </a:lnTo>
                    <a:lnTo>
                      <a:pt x="48015" y="1050"/>
                    </a:lnTo>
                    <a:lnTo>
                      <a:pt x="47806" y="905"/>
                    </a:lnTo>
                    <a:lnTo>
                      <a:pt x="47569" y="761"/>
                    </a:lnTo>
                    <a:lnTo>
                      <a:pt x="47346" y="630"/>
                    </a:lnTo>
                    <a:lnTo>
                      <a:pt x="47110" y="512"/>
                    </a:lnTo>
                    <a:lnTo>
                      <a:pt x="46861" y="407"/>
                    </a:lnTo>
                    <a:lnTo>
                      <a:pt x="46612" y="315"/>
                    </a:lnTo>
                    <a:lnTo>
                      <a:pt x="46362" y="223"/>
                    </a:lnTo>
                    <a:lnTo>
                      <a:pt x="46100" y="158"/>
                    </a:lnTo>
                    <a:lnTo>
                      <a:pt x="45838" y="105"/>
                    </a:lnTo>
                    <a:lnTo>
                      <a:pt x="45562" y="53"/>
                    </a:lnTo>
                    <a:lnTo>
                      <a:pt x="45287" y="26"/>
                    </a:lnTo>
                    <a:lnTo>
                      <a:pt x="45011" y="0"/>
                    </a:lnTo>
                    <a:lnTo>
                      <a:pt x="44736" y="0"/>
                    </a:lnTo>
                    <a:lnTo>
                      <a:pt x="44460" y="13"/>
                    </a:lnTo>
                    <a:lnTo>
                      <a:pt x="44172" y="26"/>
                    </a:lnTo>
                    <a:lnTo>
                      <a:pt x="38622" y="643"/>
                    </a:lnTo>
                    <a:lnTo>
                      <a:pt x="36943" y="827"/>
                    </a:lnTo>
                    <a:lnTo>
                      <a:pt x="35251" y="971"/>
                    </a:lnTo>
                    <a:lnTo>
                      <a:pt x="33558" y="1102"/>
                    </a:lnTo>
                    <a:lnTo>
                      <a:pt x="31866" y="1207"/>
                    </a:lnTo>
                    <a:lnTo>
                      <a:pt x="30174" y="1299"/>
                    </a:lnTo>
                    <a:lnTo>
                      <a:pt x="28468" y="1351"/>
                    </a:lnTo>
                    <a:lnTo>
                      <a:pt x="26776" y="1391"/>
                    </a:lnTo>
                    <a:lnTo>
                      <a:pt x="25084" y="1404"/>
                    </a:lnTo>
                    <a:lnTo>
                      <a:pt x="23391" y="1391"/>
                    </a:lnTo>
                    <a:lnTo>
                      <a:pt x="21686" y="1351"/>
                    </a:lnTo>
                    <a:lnTo>
                      <a:pt x="19993" y="1299"/>
                    </a:lnTo>
                    <a:lnTo>
                      <a:pt x="18301" y="1207"/>
                    </a:lnTo>
                    <a:lnTo>
                      <a:pt x="16609" y="1102"/>
                    </a:lnTo>
                    <a:lnTo>
                      <a:pt x="14916" y="971"/>
                    </a:lnTo>
                    <a:lnTo>
                      <a:pt x="13224" y="827"/>
                    </a:lnTo>
                    <a:lnTo>
                      <a:pt x="11545" y="643"/>
                    </a:lnTo>
                    <a:lnTo>
                      <a:pt x="5982" y="26"/>
                    </a:lnTo>
                    <a:lnTo>
                      <a:pt x="5707" y="13"/>
                    </a:lnTo>
                    <a:lnTo>
                      <a:pt x="54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45"/>
              <p:cNvSpPr/>
              <p:nvPr/>
            </p:nvSpPr>
            <p:spPr>
              <a:xfrm>
                <a:off x="1845813" y="2327380"/>
                <a:ext cx="683159" cy="855766"/>
              </a:xfrm>
              <a:custGeom>
                <a:avLst/>
                <a:gdLst/>
                <a:ahLst/>
                <a:cxnLst/>
                <a:rect l="l" t="t" r="r" b="b"/>
                <a:pathLst>
                  <a:path w="38059" h="47675" extrusionOk="0">
                    <a:moveTo>
                      <a:pt x="18958" y="0"/>
                    </a:moveTo>
                    <a:lnTo>
                      <a:pt x="18381" y="13"/>
                    </a:lnTo>
                    <a:lnTo>
                      <a:pt x="17790" y="40"/>
                    </a:lnTo>
                    <a:lnTo>
                      <a:pt x="17200" y="79"/>
                    </a:lnTo>
                    <a:lnTo>
                      <a:pt x="16610" y="158"/>
                    </a:lnTo>
                    <a:lnTo>
                      <a:pt x="16019" y="236"/>
                    </a:lnTo>
                    <a:lnTo>
                      <a:pt x="15429" y="341"/>
                    </a:lnTo>
                    <a:lnTo>
                      <a:pt x="14825" y="473"/>
                    </a:lnTo>
                    <a:lnTo>
                      <a:pt x="14235" y="617"/>
                    </a:lnTo>
                    <a:lnTo>
                      <a:pt x="13631" y="787"/>
                    </a:lnTo>
                    <a:lnTo>
                      <a:pt x="13185" y="932"/>
                    </a:lnTo>
                    <a:lnTo>
                      <a:pt x="12739" y="1076"/>
                    </a:lnTo>
                    <a:lnTo>
                      <a:pt x="12359" y="1207"/>
                    </a:lnTo>
                    <a:lnTo>
                      <a:pt x="11979" y="1352"/>
                    </a:lnTo>
                    <a:lnTo>
                      <a:pt x="11611" y="1509"/>
                    </a:lnTo>
                    <a:lnTo>
                      <a:pt x="11244" y="1653"/>
                    </a:lnTo>
                    <a:lnTo>
                      <a:pt x="10890" y="1824"/>
                    </a:lnTo>
                    <a:lnTo>
                      <a:pt x="10522" y="1994"/>
                    </a:lnTo>
                    <a:lnTo>
                      <a:pt x="10181" y="2178"/>
                    </a:lnTo>
                    <a:lnTo>
                      <a:pt x="9827" y="2362"/>
                    </a:lnTo>
                    <a:lnTo>
                      <a:pt x="9486" y="2559"/>
                    </a:lnTo>
                    <a:lnTo>
                      <a:pt x="9145" y="2755"/>
                    </a:lnTo>
                    <a:lnTo>
                      <a:pt x="8817" y="2952"/>
                    </a:lnTo>
                    <a:lnTo>
                      <a:pt x="8489" y="3175"/>
                    </a:lnTo>
                    <a:lnTo>
                      <a:pt x="8174" y="3385"/>
                    </a:lnTo>
                    <a:lnTo>
                      <a:pt x="7859" y="3608"/>
                    </a:lnTo>
                    <a:lnTo>
                      <a:pt x="7544" y="3844"/>
                    </a:lnTo>
                    <a:lnTo>
                      <a:pt x="7243" y="4080"/>
                    </a:lnTo>
                    <a:lnTo>
                      <a:pt x="6941" y="4330"/>
                    </a:lnTo>
                    <a:lnTo>
                      <a:pt x="6639" y="4579"/>
                    </a:lnTo>
                    <a:lnTo>
                      <a:pt x="6350" y="4828"/>
                    </a:lnTo>
                    <a:lnTo>
                      <a:pt x="6062" y="5090"/>
                    </a:lnTo>
                    <a:lnTo>
                      <a:pt x="5786" y="5353"/>
                    </a:lnTo>
                    <a:lnTo>
                      <a:pt x="5511" y="5628"/>
                    </a:lnTo>
                    <a:lnTo>
                      <a:pt x="4986" y="6192"/>
                    </a:lnTo>
                    <a:lnTo>
                      <a:pt x="4488" y="6770"/>
                    </a:lnTo>
                    <a:lnTo>
                      <a:pt x="4002" y="7373"/>
                    </a:lnTo>
                    <a:lnTo>
                      <a:pt x="3556" y="7990"/>
                    </a:lnTo>
                    <a:lnTo>
                      <a:pt x="3123" y="8619"/>
                    </a:lnTo>
                    <a:lnTo>
                      <a:pt x="2717" y="9275"/>
                    </a:lnTo>
                    <a:lnTo>
                      <a:pt x="2336" y="9945"/>
                    </a:lnTo>
                    <a:lnTo>
                      <a:pt x="1982" y="10627"/>
                    </a:lnTo>
                    <a:lnTo>
                      <a:pt x="1654" y="11322"/>
                    </a:lnTo>
                    <a:lnTo>
                      <a:pt x="1365" y="12044"/>
                    </a:lnTo>
                    <a:lnTo>
                      <a:pt x="1090" y="12765"/>
                    </a:lnTo>
                    <a:lnTo>
                      <a:pt x="854" y="13500"/>
                    </a:lnTo>
                    <a:lnTo>
                      <a:pt x="644" y="14248"/>
                    </a:lnTo>
                    <a:lnTo>
                      <a:pt x="460" y="15008"/>
                    </a:lnTo>
                    <a:lnTo>
                      <a:pt x="303" y="15769"/>
                    </a:lnTo>
                    <a:lnTo>
                      <a:pt x="237" y="16163"/>
                    </a:lnTo>
                    <a:lnTo>
                      <a:pt x="185" y="16543"/>
                    </a:lnTo>
                    <a:lnTo>
                      <a:pt x="132" y="16937"/>
                    </a:lnTo>
                    <a:lnTo>
                      <a:pt x="93" y="17331"/>
                    </a:lnTo>
                    <a:lnTo>
                      <a:pt x="53" y="17724"/>
                    </a:lnTo>
                    <a:lnTo>
                      <a:pt x="27" y="18118"/>
                    </a:lnTo>
                    <a:lnTo>
                      <a:pt x="14" y="18511"/>
                    </a:lnTo>
                    <a:lnTo>
                      <a:pt x="1" y="18918"/>
                    </a:lnTo>
                    <a:lnTo>
                      <a:pt x="1" y="19311"/>
                    </a:lnTo>
                    <a:lnTo>
                      <a:pt x="14" y="19718"/>
                    </a:lnTo>
                    <a:lnTo>
                      <a:pt x="27" y="20112"/>
                    </a:lnTo>
                    <a:lnTo>
                      <a:pt x="53" y="20518"/>
                    </a:lnTo>
                    <a:lnTo>
                      <a:pt x="906" y="33060"/>
                    </a:lnTo>
                    <a:lnTo>
                      <a:pt x="932" y="33493"/>
                    </a:lnTo>
                    <a:lnTo>
                      <a:pt x="985" y="33939"/>
                    </a:lnTo>
                    <a:lnTo>
                      <a:pt x="1037" y="34372"/>
                    </a:lnTo>
                    <a:lnTo>
                      <a:pt x="1103" y="34792"/>
                    </a:lnTo>
                    <a:lnTo>
                      <a:pt x="1182" y="35212"/>
                    </a:lnTo>
                    <a:lnTo>
                      <a:pt x="1273" y="35618"/>
                    </a:lnTo>
                    <a:lnTo>
                      <a:pt x="1365" y="36025"/>
                    </a:lnTo>
                    <a:lnTo>
                      <a:pt x="1470" y="36419"/>
                    </a:lnTo>
                    <a:lnTo>
                      <a:pt x="1588" y="36812"/>
                    </a:lnTo>
                    <a:lnTo>
                      <a:pt x="1719" y="37193"/>
                    </a:lnTo>
                    <a:lnTo>
                      <a:pt x="1851" y="37573"/>
                    </a:lnTo>
                    <a:lnTo>
                      <a:pt x="1995" y="37940"/>
                    </a:lnTo>
                    <a:lnTo>
                      <a:pt x="2152" y="38308"/>
                    </a:lnTo>
                    <a:lnTo>
                      <a:pt x="2310" y="38662"/>
                    </a:lnTo>
                    <a:lnTo>
                      <a:pt x="2480" y="39016"/>
                    </a:lnTo>
                    <a:lnTo>
                      <a:pt x="2664" y="39357"/>
                    </a:lnTo>
                    <a:lnTo>
                      <a:pt x="2861" y="39698"/>
                    </a:lnTo>
                    <a:lnTo>
                      <a:pt x="3058" y="40026"/>
                    </a:lnTo>
                    <a:lnTo>
                      <a:pt x="3254" y="40354"/>
                    </a:lnTo>
                    <a:lnTo>
                      <a:pt x="3477" y="40669"/>
                    </a:lnTo>
                    <a:lnTo>
                      <a:pt x="3687" y="40984"/>
                    </a:lnTo>
                    <a:lnTo>
                      <a:pt x="3923" y="41286"/>
                    </a:lnTo>
                    <a:lnTo>
                      <a:pt x="4160" y="41588"/>
                    </a:lnTo>
                    <a:lnTo>
                      <a:pt x="4409" y="41876"/>
                    </a:lnTo>
                    <a:lnTo>
                      <a:pt x="4724" y="42230"/>
                    </a:lnTo>
                    <a:lnTo>
                      <a:pt x="5052" y="42571"/>
                    </a:lnTo>
                    <a:lnTo>
                      <a:pt x="5393" y="42899"/>
                    </a:lnTo>
                    <a:lnTo>
                      <a:pt x="5747" y="43214"/>
                    </a:lnTo>
                    <a:lnTo>
                      <a:pt x="6101" y="43529"/>
                    </a:lnTo>
                    <a:lnTo>
                      <a:pt x="6482" y="43831"/>
                    </a:lnTo>
                    <a:lnTo>
                      <a:pt x="6862" y="44120"/>
                    </a:lnTo>
                    <a:lnTo>
                      <a:pt x="7256" y="44395"/>
                    </a:lnTo>
                    <a:lnTo>
                      <a:pt x="7649" y="44657"/>
                    </a:lnTo>
                    <a:lnTo>
                      <a:pt x="8069" y="44907"/>
                    </a:lnTo>
                    <a:lnTo>
                      <a:pt x="8489" y="45156"/>
                    </a:lnTo>
                    <a:lnTo>
                      <a:pt x="8922" y="45392"/>
                    </a:lnTo>
                    <a:lnTo>
                      <a:pt x="9355" y="45615"/>
                    </a:lnTo>
                    <a:lnTo>
                      <a:pt x="9801" y="45825"/>
                    </a:lnTo>
                    <a:lnTo>
                      <a:pt x="10260" y="46022"/>
                    </a:lnTo>
                    <a:lnTo>
                      <a:pt x="10719" y="46205"/>
                    </a:lnTo>
                    <a:lnTo>
                      <a:pt x="11191" y="46389"/>
                    </a:lnTo>
                    <a:lnTo>
                      <a:pt x="11677" y="46547"/>
                    </a:lnTo>
                    <a:lnTo>
                      <a:pt x="12162" y="46704"/>
                    </a:lnTo>
                    <a:lnTo>
                      <a:pt x="12661" y="46848"/>
                    </a:lnTo>
                    <a:lnTo>
                      <a:pt x="13159" y="46979"/>
                    </a:lnTo>
                    <a:lnTo>
                      <a:pt x="13658" y="47098"/>
                    </a:lnTo>
                    <a:lnTo>
                      <a:pt x="14182" y="47216"/>
                    </a:lnTo>
                    <a:lnTo>
                      <a:pt x="14694" y="47307"/>
                    </a:lnTo>
                    <a:lnTo>
                      <a:pt x="15219" y="47399"/>
                    </a:lnTo>
                    <a:lnTo>
                      <a:pt x="15757" y="47465"/>
                    </a:lnTo>
                    <a:lnTo>
                      <a:pt x="16282" y="47530"/>
                    </a:lnTo>
                    <a:lnTo>
                      <a:pt x="16833" y="47583"/>
                    </a:lnTo>
                    <a:lnTo>
                      <a:pt x="17370" y="47622"/>
                    </a:lnTo>
                    <a:lnTo>
                      <a:pt x="17921" y="47662"/>
                    </a:lnTo>
                    <a:lnTo>
                      <a:pt x="18472" y="47675"/>
                    </a:lnTo>
                    <a:lnTo>
                      <a:pt x="19037" y="47675"/>
                    </a:lnTo>
                    <a:lnTo>
                      <a:pt x="19929" y="47662"/>
                    </a:lnTo>
                    <a:lnTo>
                      <a:pt x="20808" y="47622"/>
                    </a:lnTo>
                    <a:lnTo>
                      <a:pt x="21673" y="47544"/>
                    </a:lnTo>
                    <a:lnTo>
                      <a:pt x="22526" y="47439"/>
                    </a:lnTo>
                    <a:lnTo>
                      <a:pt x="23379" y="47307"/>
                    </a:lnTo>
                    <a:lnTo>
                      <a:pt x="23786" y="47229"/>
                    </a:lnTo>
                    <a:lnTo>
                      <a:pt x="24205" y="47150"/>
                    </a:lnTo>
                    <a:lnTo>
                      <a:pt x="24612" y="47058"/>
                    </a:lnTo>
                    <a:lnTo>
                      <a:pt x="25019" y="46953"/>
                    </a:lnTo>
                    <a:lnTo>
                      <a:pt x="25412" y="46848"/>
                    </a:lnTo>
                    <a:lnTo>
                      <a:pt x="25806" y="46730"/>
                    </a:lnTo>
                    <a:lnTo>
                      <a:pt x="26199" y="46612"/>
                    </a:lnTo>
                    <a:lnTo>
                      <a:pt x="26593" y="46481"/>
                    </a:lnTo>
                    <a:lnTo>
                      <a:pt x="26973" y="46350"/>
                    </a:lnTo>
                    <a:lnTo>
                      <a:pt x="27341" y="46205"/>
                    </a:lnTo>
                    <a:lnTo>
                      <a:pt x="27721" y="46061"/>
                    </a:lnTo>
                    <a:lnTo>
                      <a:pt x="28089" y="45904"/>
                    </a:lnTo>
                    <a:lnTo>
                      <a:pt x="28443" y="45733"/>
                    </a:lnTo>
                    <a:lnTo>
                      <a:pt x="28797" y="45563"/>
                    </a:lnTo>
                    <a:lnTo>
                      <a:pt x="29151" y="45392"/>
                    </a:lnTo>
                    <a:lnTo>
                      <a:pt x="29492" y="45208"/>
                    </a:lnTo>
                    <a:lnTo>
                      <a:pt x="29833" y="45012"/>
                    </a:lnTo>
                    <a:lnTo>
                      <a:pt x="30175" y="44815"/>
                    </a:lnTo>
                    <a:lnTo>
                      <a:pt x="30502" y="44605"/>
                    </a:lnTo>
                    <a:lnTo>
                      <a:pt x="30817" y="44395"/>
                    </a:lnTo>
                    <a:lnTo>
                      <a:pt x="31132" y="44172"/>
                    </a:lnTo>
                    <a:lnTo>
                      <a:pt x="31447" y="43949"/>
                    </a:lnTo>
                    <a:lnTo>
                      <a:pt x="31749" y="43713"/>
                    </a:lnTo>
                    <a:lnTo>
                      <a:pt x="32037" y="43464"/>
                    </a:lnTo>
                    <a:lnTo>
                      <a:pt x="32326" y="43214"/>
                    </a:lnTo>
                    <a:lnTo>
                      <a:pt x="32615" y="42965"/>
                    </a:lnTo>
                    <a:lnTo>
                      <a:pt x="32890" y="42703"/>
                    </a:lnTo>
                    <a:lnTo>
                      <a:pt x="33153" y="42427"/>
                    </a:lnTo>
                    <a:lnTo>
                      <a:pt x="33415" y="42152"/>
                    </a:lnTo>
                    <a:lnTo>
                      <a:pt x="33664" y="41876"/>
                    </a:lnTo>
                    <a:lnTo>
                      <a:pt x="33913" y="41588"/>
                    </a:lnTo>
                    <a:lnTo>
                      <a:pt x="34150" y="41286"/>
                    </a:lnTo>
                    <a:lnTo>
                      <a:pt x="34373" y="40984"/>
                    </a:lnTo>
                    <a:lnTo>
                      <a:pt x="34596" y="40669"/>
                    </a:lnTo>
                    <a:lnTo>
                      <a:pt x="34819" y="40354"/>
                    </a:lnTo>
                    <a:lnTo>
                      <a:pt x="35015" y="40026"/>
                    </a:lnTo>
                    <a:lnTo>
                      <a:pt x="35212" y="39698"/>
                    </a:lnTo>
                    <a:lnTo>
                      <a:pt x="35409" y="39357"/>
                    </a:lnTo>
                    <a:lnTo>
                      <a:pt x="35580" y="39016"/>
                    </a:lnTo>
                    <a:lnTo>
                      <a:pt x="35763" y="38662"/>
                    </a:lnTo>
                    <a:lnTo>
                      <a:pt x="35921" y="38308"/>
                    </a:lnTo>
                    <a:lnTo>
                      <a:pt x="36078" y="37940"/>
                    </a:lnTo>
                    <a:lnTo>
                      <a:pt x="36222" y="37573"/>
                    </a:lnTo>
                    <a:lnTo>
                      <a:pt x="36354" y="37193"/>
                    </a:lnTo>
                    <a:lnTo>
                      <a:pt x="36485" y="36812"/>
                    </a:lnTo>
                    <a:lnTo>
                      <a:pt x="36590" y="36419"/>
                    </a:lnTo>
                    <a:lnTo>
                      <a:pt x="36708" y="36025"/>
                    </a:lnTo>
                    <a:lnTo>
                      <a:pt x="36800" y="35618"/>
                    </a:lnTo>
                    <a:lnTo>
                      <a:pt x="36891" y="35212"/>
                    </a:lnTo>
                    <a:lnTo>
                      <a:pt x="36970" y="34792"/>
                    </a:lnTo>
                    <a:lnTo>
                      <a:pt x="37036" y="34372"/>
                    </a:lnTo>
                    <a:lnTo>
                      <a:pt x="37088" y="33939"/>
                    </a:lnTo>
                    <a:lnTo>
                      <a:pt x="37128" y="33493"/>
                    </a:lnTo>
                    <a:lnTo>
                      <a:pt x="37167" y="33060"/>
                    </a:lnTo>
                    <a:lnTo>
                      <a:pt x="37062" y="33349"/>
                    </a:lnTo>
                    <a:lnTo>
                      <a:pt x="36931" y="33690"/>
                    </a:lnTo>
                    <a:lnTo>
                      <a:pt x="36747" y="34136"/>
                    </a:lnTo>
                    <a:lnTo>
                      <a:pt x="36852" y="33703"/>
                    </a:lnTo>
                    <a:lnTo>
                      <a:pt x="36957" y="33270"/>
                    </a:lnTo>
                    <a:lnTo>
                      <a:pt x="37049" y="32837"/>
                    </a:lnTo>
                    <a:lnTo>
                      <a:pt x="37128" y="32391"/>
                    </a:lnTo>
                    <a:lnTo>
                      <a:pt x="37193" y="31945"/>
                    </a:lnTo>
                    <a:lnTo>
                      <a:pt x="37259" y="31499"/>
                    </a:lnTo>
                    <a:lnTo>
                      <a:pt x="37298" y="31040"/>
                    </a:lnTo>
                    <a:lnTo>
                      <a:pt x="37337" y="30581"/>
                    </a:lnTo>
                    <a:lnTo>
                      <a:pt x="38020" y="20676"/>
                    </a:lnTo>
                    <a:lnTo>
                      <a:pt x="38046" y="20046"/>
                    </a:lnTo>
                    <a:lnTo>
                      <a:pt x="38059" y="19430"/>
                    </a:lnTo>
                    <a:lnTo>
                      <a:pt x="38059" y="18826"/>
                    </a:lnTo>
                    <a:lnTo>
                      <a:pt x="38033" y="18223"/>
                    </a:lnTo>
                    <a:lnTo>
                      <a:pt x="37980" y="17619"/>
                    </a:lnTo>
                    <a:lnTo>
                      <a:pt x="37928" y="17029"/>
                    </a:lnTo>
                    <a:lnTo>
                      <a:pt x="37849" y="16438"/>
                    </a:lnTo>
                    <a:lnTo>
                      <a:pt x="37744" y="15848"/>
                    </a:lnTo>
                    <a:lnTo>
                      <a:pt x="37639" y="15271"/>
                    </a:lnTo>
                    <a:lnTo>
                      <a:pt x="37508" y="14707"/>
                    </a:lnTo>
                    <a:lnTo>
                      <a:pt x="37351" y="14143"/>
                    </a:lnTo>
                    <a:lnTo>
                      <a:pt x="37193" y="13592"/>
                    </a:lnTo>
                    <a:lnTo>
                      <a:pt x="37009" y="13041"/>
                    </a:lnTo>
                    <a:lnTo>
                      <a:pt x="36813" y="12490"/>
                    </a:lnTo>
                    <a:lnTo>
                      <a:pt x="36603" y="11965"/>
                    </a:lnTo>
                    <a:lnTo>
                      <a:pt x="36380" y="11440"/>
                    </a:lnTo>
                    <a:lnTo>
                      <a:pt x="36131" y="10915"/>
                    </a:lnTo>
                    <a:lnTo>
                      <a:pt x="35881" y="10404"/>
                    </a:lnTo>
                    <a:lnTo>
                      <a:pt x="35606" y="9905"/>
                    </a:lnTo>
                    <a:lnTo>
                      <a:pt x="35330" y="9420"/>
                    </a:lnTo>
                    <a:lnTo>
                      <a:pt x="35029" y="8934"/>
                    </a:lnTo>
                    <a:lnTo>
                      <a:pt x="34714" y="8462"/>
                    </a:lnTo>
                    <a:lnTo>
                      <a:pt x="34399" y="8003"/>
                    </a:lnTo>
                    <a:lnTo>
                      <a:pt x="34058" y="7557"/>
                    </a:lnTo>
                    <a:lnTo>
                      <a:pt x="33704" y="7111"/>
                    </a:lnTo>
                    <a:lnTo>
                      <a:pt x="33349" y="6678"/>
                    </a:lnTo>
                    <a:lnTo>
                      <a:pt x="32969" y="6258"/>
                    </a:lnTo>
                    <a:lnTo>
                      <a:pt x="32588" y="5851"/>
                    </a:lnTo>
                    <a:lnTo>
                      <a:pt x="32195" y="5458"/>
                    </a:lnTo>
                    <a:lnTo>
                      <a:pt x="31788" y="5064"/>
                    </a:lnTo>
                    <a:lnTo>
                      <a:pt x="31368" y="4697"/>
                    </a:lnTo>
                    <a:lnTo>
                      <a:pt x="30935" y="4330"/>
                    </a:lnTo>
                    <a:lnTo>
                      <a:pt x="30502" y="3988"/>
                    </a:lnTo>
                    <a:lnTo>
                      <a:pt x="30056" y="3647"/>
                    </a:lnTo>
                    <a:lnTo>
                      <a:pt x="29597" y="3319"/>
                    </a:lnTo>
                    <a:lnTo>
                      <a:pt x="29138" y="3018"/>
                    </a:lnTo>
                    <a:lnTo>
                      <a:pt x="28653" y="2716"/>
                    </a:lnTo>
                    <a:lnTo>
                      <a:pt x="28180" y="2440"/>
                    </a:lnTo>
                    <a:lnTo>
                      <a:pt x="27682" y="2165"/>
                    </a:lnTo>
                    <a:lnTo>
                      <a:pt x="27183" y="1916"/>
                    </a:lnTo>
                    <a:lnTo>
                      <a:pt x="26685" y="1680"/>
                    </a:lnTo>
                    <a:lnTo>
                      <a:pt x="26160" y="1443"/>
                    </a:lnTo>
                    <a:lnTo>
                      <a:pt x="25648" y="1233"/>
                    </a:lnTo>
                    <a:lnTo>
                      <a:pt x="25111" y="1050"/>
                    </a:lnTo>
                    <a:lnTo>
                      <a:pt x="24586" y="866"/>
                    </a:lnTo>
                    <a:lnTo>
                      <a:pt x="24048" y="709"/>
                    </a:lnTo>
                    <a:lnTo>
                      <a:pt x="23497" y="551"/>
                    </a:lnTo>
                    <a:lnTo>
                      <a:pt x="22946" y="433"/>
                    </a:lnTo>
                    <a:lnTo>
                      <a:pt x="22395" y="315"/>
                    </a:lnTo>
                    <a:lnTo>
                      <a:pt x="21831" y="223"/>
                    </a:lnTo>
                    <a:lnTo>
                      <a:pt x="21267" y="145"/>
                    </a:lnTo>
                    <a:lnTo>
                      <a:pt x="20689" y="79"/>
                    </a:lnTo>
                    <a:lnTo>
                      <a:pt x="20125" y="27"/>
                    </a:lnTo>
                    <a:lnTo>
                      <a:pt x="195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45"/>
              <p:cNvSpPr/>
              <p:nvPr/>
            </p:nvSpPr>
            <p:spPr>
              <a:xfrm>
                <a:off x="2064354" y="2534129"/>
                <a:ext cx="246328" cy="126942"/>
              </a:xfrm>
              <a:custGeom>
                <a:avLst/>
                <a:gdLst/>
                <a:ahLst/>
                <a:cxnLst/>
                <a:rect l="l" t="t" r="r" b="b"/>
                <a:pathLst>
                  <a:path w="13723" h="7072" extrusionOk="0">
                    <a:moveTo>
                      <a:pt x="3346" y="1"/>
                    </a:moveTo>
                    <a:lnTo>
                      <a:pt x="3175" y="14"/>
                    </a:lnTo>
                    <a:lnTo>
                      <a:pt x="2991" y="40"/>
                    </a:lnTo>
                    <a:lnTo>
                      <a:pt x="2821" y="66"/>
                    </a:lnTo>
                    <a:lnTo>
                      <a:pt x="2650" y="106"/>
                    </a:lnTo>
                    <a:lnTo>
                      <a:pt x="2480" y="158"/>
                    </a:lnTo>
                    <a:lnTo>
                      <a:pt x="2322" y="211"/>
                    </a:lnTo>
                    <a:lnTo>
                      <a:pt x="2152" y="276"/>
                    </a:lnTo>
                    <a:lnTo>
                      <a:pt x="2007" y="342"/>
                    </a:lnTo>
                    <a:lnTo>
                      <a:pt x="1850" y="421"/>
                    </a:lnTo>
                    <a:lnTo>
                      <a:pt x="1706" y="512"/>
                    </a:lnTo>
                    <a:lnTo>
                      <a:pt x="1561" y="604"/>
                    </a:lnTo>
                    <a:lnTo>
                      <a:pt x="1417" y="696"/>
                    </a:lnTo>
                    <a:lnTo>
                      <a:pt x="1286" y="801"/>
                    </a:lnTo>
                    <a:lnTo>
                      <a:pt x="1155" y="919"/>
                    </a:lnTo>
                    <a:lnTo>
                      <a:pt x="1037" y="1037"/>
                    </a:lnTo>
                    <a:lnTo>
                      <a:pt x="919" y="1155"/>
                    </a:lnTo>
                    <a:lnTo>
                      <a:pt x="801" y="1286"/>
                    </a:lnTo>
                    <a:lnTo>
                      <a:pt x="696" y="1418"/>
                    </a:lnTo>
                    <a:lnTo>
                      <a:pt x="604" y="1562"/>
                    </a:lnTo>
                    <a:lnTo>
                      <a:pt x="512" y="1706"/>
                    </a:lnTo>
                    <a:lnTo>
                      <a:pt x="420" y="1851"/>
                    </a:lnTo>
                    <a:lnTo>
                      <a:pt x="341" y="1995"/>
                    </a:lnTo>
                    <a:lnTo>
                      <a:pt x="276" y="2152"/>
                    </a:lnTo>
                    <a:lnTo>
                      <a:pt x="210" y="2323"/>
                    </a:lnTo>
                    <a:lnTo>
                      <a:pt x="158" y="2480"/>
                    </a:lnTo>
                    <a:lnTo>
                      <a:pt x="105" y="2651"/>
                    </a:lnTo>
                    <a:lnTo>
                      <a:pt x="66" y="2821"/>
                    </a:lnTo>
                    <a:lnTo>
                      <a:pt x="40" y="2992"/>
                    </a:lnTo>
                    <a:lnTo>
                      <a:pt x="13" y="3176"/>
                    </a:lnTo>
                    <a:lnTo>
                      <a:pt x="0" y="3346"/>
                    </a:lnTo>
                    <a:lnTo>
                      <a:pt x="0" y="3530"/>
                    </a:lnTo>
                    <a:lnTo>
                      <a:pt x="0" y="3713"/>
                    </a:lnTo>
                    <a:lnTo>
                      <a:pt x="13" y="3897"/>
                    </a:lnTo>
                    <a:lnTo>
                      <a:pt x="40" y="4068"/>
                    </a:lnTo>
                    <a:lnTo>
                      <a:pt x="66" y="4251"/>
                    </a:lnTo>
                    <a:lnTo>
                      <a:pt x="105" y="4422"/>
                    </a:lnTo>
                    <a:lnTo>
                      <a:pt x="158" y="4579"/>
                    </a:lnTo>
                    <a:lnTo>
                      <a:pt x="210" y="4750"/>
                    </a:lnTo>
                    <a:lnTo>
                      <a:pt x="276" y="4907"/>
                    </a:lnTo>
                    <a:lnTo>
                      <a:pt x="341" y="5065"/>
                    </a:lnTo>
                    <a:lnTo>
                      <a:pt x="420" y="5222"/>
                    </a:lnTo>
                    <a:lnTo>
                      <a:pt x="512" y="5366"/>
                    </a:lnTo>
                    <a:lnTo>
                      <a:pt x="604" y="5511"/>
                    </a:lnTo>
                    <a:lnTo>
                      <a:pt x="696" y="5655"/>
                    </a:lnTo>
                    <a:lnTo>
                      <a:pt x="801" y="5786"/>
                    </a:lnTo>
                    <a:lnTo>
                      <a:pt x="919" y="5904"/>
                    </a:lnTo>
                    <a:lnTo>
                      <a:pt x="1037" y="6036"/>
                    </a:lnTo>
                    <a:lnTo>
                      <a:pt x="1155" y="6154"/>
                    </a:lnTo>
                    <a:lnTo>
                      <a:pt x="1286" y="6259"/>
                    </a:lnTo>
                    <a:lnTo>
                      <a:pt x="1417" y="6364"/>
                    </a:lnTo>
                    <a:lnTo>
                      <a:pt x="1561" y="6468"/>
                    </a:lnTo>
                    <a:lnTo>
                      <a:pt x="1706" y="6560"/>
                    </a:lnTo>
                    <a:lnTo>
                      <a:pt x="1850" y="6639"/>
                    </a:lnTo>
                    <a:lnTo>
                      <a:pt x="2007" y="6718"/>
                    </a:lnTo>
                    <a:lnTo>
                      <a:pt x="2152" y="6796"/>
                    </a:lnTo>
                    <a:lnTo>
                      <a:pt x="2322" y="6849"/>
                    </a:lnTo>
                    <a:lnTo>
                      <a:pt x="2480" y="6915"/>
                    </a:lnTo>
                    <a:lnTo>
                      <a:pt x="2650" y="6954"/>
                    </a:lnTo>
                    <a:lnTo>
                      <a:pt x="2821" y="6993"/>
                    </a:lnTo>
                    <a:lnTo>
                      <a:pt x="2991" y="7033"/>
                    </a:lnTo>
                    <a:lnTo>
                      <a:pt x="3175" y="7046"/>
                    </a:lnTo>
                    <a:lnTo>
                      <a:pt x="3346" y="7059"/>
                    </a:lnTo>
                    <a:lnTo>
                      <a:pt x="3529" y="7072"/>
                    </a:lnTo>
                    <a:lnTo>
                      <a:pt x="10194" y="7072"/>
                    </a:lnTo>
                    <a:lnTo>
                      <a:pt x="10364" y="7059"/>
                    </a:lnTo>
                    <a:lnTo>
                      <a:pt x="10548" y="7046"/>
                    </a:lnTo>
                    <a:lnTo>
                      <a:pt x="10732" y="7033"/>
                    </a:lnTo>
                    <a:lnTo>
                      <a:pt x="10902" y="6993"/>
                    </a:lnTo>
                    <a:lnTo>
                      <a:pt x="11073" y="6954"/>
                    </a:lnTo>
                    <a:lnTo>
                      <a:pt x="11243" y="6915"/>
                    </a:lnTo>
                    <a:lnTo>
                      <a:pt x="11401" y="6849"/>
                    </a:lnTo>
                    <a:lnTo>
                      <a:pt x="11558" y="6796"/>
                    </a:lnTo>
                    <a:lnTo>
                      <a:pt x="11716" y="6718"/>
                    </a:lnTo>
                    <a:lnTo>
                      <a:pt x="11873" y="6639"/>
                    </a:lnTo>
                    <a:lnTo>
                      <a:pt x="12017" y="6560"/>
                    </a:lnTo>
                    <a:lnTo>
                      <a:pt x="12162" y="6468"/>
                    </a:lnTo>
                    <a:lnTo>
                      <a:pt x="12306" y="6364"/>
                    </a:lnTo>
                    <a:lnTo>
                      <a:pt x="12437" y="6259"/>
                    </a:lnTo>
                    <a:lnTo>
                      <a:pt x="12568" y="6154"/>
                    </a:lnTo>
                    <a:lnTo>
                      <a:pt x="12686" y="6036"/>
                    </a:lnTo>
                    <a:lnTo>
                      <a:pt x="12804" y="5904"/>
                    </a:lnTo>
                    <a:lnTo>
                      <a:pt x="12909" y="5786"/>
                    </a:lnTo>
                    <a:lnTo>
                      <a:pt x="13014" y="5655"/>
                    </a:lnTo>
                    <a:lnTo>
                      <a:pt x="13119" y="5511"/>
                    </a:lnTo>
                    <a:lnTo>
                      <a:pt x="13211" y="5366"/>
                    </a:lnTo>
                    <a:lnTo>
                      <a:pt x="13290" y="5222"/>
                    </a:lnTo>
                    <a:lnTo>
                      <a:pt x="13369" y="5065"/>
                    </a:lnTo>
                    <a:lnTo>
                      <a:pt x="13447" y="4907"/>
                    </a:lnTo>
                    <a:lnTo>
                      <a:pt x="13513" y="4750"/>
                    </a:lnTo>
                    <a:lnTo>
                      <a:pt x="13565" y="4579"/>
                    </a:lnTo>
                    <a:lnTo>
                      <a:pt x="13618" y="4422"/>
                    </a:lnTo>
                    <a:lnTo>
                      <a:pt x="13657" y="4251"/>
                    </a:lnTo>
                    <a:lnTo>
                      <a:pt x="13683" y="4068"/>
                    </a:lnTo>
                    <a:lnTo>
                      <a:pt x="13710" y="3897"/>
                    </a:lnTo>
                    <a:lnTo>
                      <a:pt x="13723" y="3713"/>
                    </a:lnTo>
                    <a:lnTo>
                      <a:pt x="13723" y="3530"/>
                    </a:lnTo>
                    <a:lnTo>
                      <a:pt x="13723" y="3346"/>
                    </a:lnTo>
                    <a:lnTo>
                      <a:pt x="13710" y="3176"/>
                    </a:lnTo>
                    <a:lnTo>
                      <a:pt x="13683" y="2992"/>
                    </a:lnTo>
                    <a:lnTo>
                      <a:pt x="13657" y="2821"/>
                    </a:lnTo>
                    <a:lnTo>
                      <a:pt x="13618" y="2651"/>
                    </a:lnTo>
                    <a:lnTo>
                      <a:pt x="13565" y="2480"/>
                    </a:lnTo>
                    <a:lnTo>
                      <a:pt x="13513" y="2323"/>
                    </a:lnTo>
                    <a:lnTo>
                      <a:pt x="13447" y="2152"/>
                    </a:lnTo>
                    <a:lnTo>
                      <a:pt x="13369" y="1995"/>
                    </a:lnTo>
                    <a:lnTo>
                      <a:pt x="13290" y="1851"/>
                    </a:lnTo>
                    <a:lnTo>
                      <a:pt x="13211" y="1706"/>
                    </a:lnTo>
                    <a:lnTo>
                      <a:pt x="13119" y="1562"/>
                    </a:lnTo>
                    <a:lnTo>
                      <a:pt x="13014" y="1418"/>
                    </a:lnTo>
                    <a:lnTo>
                      <a:pt x="12909" y="1286"/>
                    </a:lnTo>
                    <a:lnTo>
                      <a:pt x="12804" y="1155"/>
                    </a:lnTo>
                    <a:lnTo>
                      <a:pt x="12686" y="1037"/>
                    </a:lnTo>
                    <a:lnTo>
                      <a:pt x="12568" y="919"/>
                    </a:lnTo>
                    <a:lnTo>
                      <a:pt x="12437" y="801"/>
                    </a:lnTo>
                    <a:lnTo>
                      <a:pt x="12306" y="696"/>
                    </a:lnTo>
                    <a:lnTo>
                      <a:pt x="12162" y="604"/>
                    </a:lnTo>
                    <a:lnTo>
                      <a:pt x="12017" y="512"/>
                    </a:lnTo>
                    <a:lnTo>
                      <a:pt x="11873" y="421"/>
                    </a:lnTo>
                    <a:lnTo>
                      <a:pt x="11716" y="342"/>
                    </a:lnTo>
                    <a:lnTo>
                      <a:pt x="11558" y="276"/>
                    </a:lnTo>
                    <a:lnTo>
                      <a:pt x="11401" y="211"/>
                    </a:lnTo>
                    <a:lnTo>
                      <a:pt x="11243" y="158"/>
                    </a:lnTo>
                    <a:lnTo>
                      <a:pt x="11073" y="106"/>
                    </a:lnTo>
                    <a:lnTo>
                      <a:pt x="10902" y="66"/>
                    </a:lnTo>
                    <a:lnTo>
                      <a:pt x="10732" y="40"/>
                    </a:lnTo>
                    <a:lnTo>
                      <a:pt x="10548" y="14"/>
                    </a:lnTo>
                    <a:lnTo>
                      <a:pt x="103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45"/>
              <p:cNvSpPr/>
              <p:nvPr/>
            </p:nvSpPr>
            <p:spPr>
              <a:xfrm>
                <a:off x="2165143" y="3497038"/>
                <a:ext cx="44749" cy="533869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9742" extrusionOk="0">
                    <a:moveTo>
                      <a:pt x="0" y="0"/>
                    </a:moveTo>
                    <a:lnTo>
                      <a:pt x="0" y="29741"/>
                    </a:lnTo>
                    <a:lnTo>
                      <a:pt x="2493" y="29741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45"/>
              <p:cNvSpPr/>
              <p:nvPr/>
            </p:nvSpPr>
            <p:spPr>
              <a:xfrm>
                <a:off x="2131469" y="2564033"/>
                <a:ext cx="112098" cy="955389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53225" extrusionOk="0">
                    <a:moveTo>
                      <a:pt x="1023" y="1"/>
                    </a:moveTo>
                    <a:lnTo>
                      <a:pt x="905" y="14"/>
                    </a:lnTo>
                    <a:lnTo>
                      <a:pt x="800" y="53"/>
                    </a:lnTo>
                    <a:lnTo>
                      <a:pt x="696" y="80"/>
                    </a:lnTo>
                    <a:lnTo>
                      <a:pt x="604" y="132"/>
                    </a:lnTo>
                    <a:lnTo>
                      <a:pt x="499" y="185"/>
                    </a:lnTo>
                    <a:lnTo>
                      <a:pt x="420" y="250"/>
                    </a:lnTo>
                    <a:lnTo>
                      <a:pt x="341" y="329"/>
                    </a:lnTo>
                    <a:lnTo>
                      <a:pt x="263" y="408"/>
                    </a:lnTo>
                    <a:lnTo>
                      <a:pt x="197" y="499"/>
                    </a:lnTo>
                    <a:lnTo>
                      <a:pt x="145" y="591"/>
                    </a:lnTo>
                    <a:lnTo>
                      <a:pt x="92" y="696"/>
                    </a:lnTo>
                    <a:lnTo>
                      <a:pt x="53" y="801"/>
                    </a:lnTo>
                    <a:lnTo>
                      <a:pt x="26" y="906"/>
                    </a:lnTo>
                    <a:lnTo>
                      <a:pt x="13" y="1024"/>
                    </a:lnTo>
                    <a:lnTo>
                      <a:pt x="0" y="1129"/>
                    </a:lnTo>
                    <a:lnTo>
                      <a:pt x="0" y="50116"/>
                    </a:lnTo>
                    <a:lnTo>
                      <a:pt x="0" y="50273"/>
                    </a:lnTo>
                    <a:lnTo>
                      <a:pt x="13" y="50430"/>
                    </a:lnTo>
                    <a:lnTo>
                      <a:pt x="40" y="50588"/>
                    </a:lnTo>
                    <a:lnTo>
                      <a:pt x="66" y="50745"/>
                    </a:lnTo>
                    <a:lnTo>
                      <a:pt x="145" y="51034"/>
                    </a:lnTo>
                    <a:lnTo>
                      <a:pt x="249" y="51322"/>
                    </a:lnTo>
                    <a:lnTo>
                      <a:pt x="381" y="51598"/>
                    </a:lnTo>
                    <a:lnTo>
                      <a:pt x="538" y="51860"/>
                    </a:lnTo>
                    <a:lnTo>
                      <a:pt x="709" y="52097"/>
                    </a:lnTo>
                    <a:lnTo>
                      <a:pt x="919" y="52320"/>
                    </a:lnTo>
                    <a:lnTo>
                      <a:pt x="1142" y="52516"/>
                    </a:lnTo>
                    <a:lnTo>
                      <a:pt x="1378" y="52700"/>
                    </a:lnTo>
                    <a:lnTo>
                      <a:pt x="1640" y="52857"/>
                    </a:lnTo>
                    <a:lnTo>
                      <a:pt x="1902" y="52989"/>
                    </a:lnTo>
                    <a:lnTo>
                      <a:pt x="2191" y="53094"/>
                    </a:lnTo>
                    <a:lnTo>
                      <a:pt x="2493" y="53172"/>
                    </a:lnTo>
                    <a:lnTo>
                      <a:pt x="2650" y="53199"/>
                    </a:lnTo>
                    <a:lnTo>
                      <a:pt x="2808" y="53212"/>
                    </a:lnTo>
                    <a:lnTo>
                      <a:pt x="2965" y="53225"/>
                    </a:lnTo>
                    <a:lnTo>
                      <a:pt x="3280" y="53225"/>
                    </a:lnTo>
                    <a:lnTo>
                      <a:pt x="3437" y="53212"/>
                    </a:lnTo>
                    <a:lnTo>
                      <a:pt x="3595" y="53199"/>
                    </a:lnTo>
                    <a:lnTo>
                      <a:pt x="3752" y="53172"/>
                    </a:lnTo>
                    <a:lnTo>
                      <a:pt x="4054" y="53094"/>
                    </a:lnTo>
                    <a:lnTo>
                      <a:pt x="4329" y="52989"/>
                    </a:lnTo>
                    <a:lnTo>
                      <a:pt x="4605" y="52857"/>
                    </a:lnTo>
                    <a:lnTo>
                      <a:pt x="4867" y="52700"/>
                    </a:lnTo>
                    <a:lnTo>
                      <a:pt x="5103" y="52516"/>
                    </a:lnTo>
                    <a:lnTo>
                      <a:pt x="5326" y="52320"/>
                    </a:lnTo>
                    <a:lnTo>
                      <a:pt x="5523" y="52097"/>
                    </a:lnTo>
                    <a:lnTo>
                      <a:pt x="5707" y="51860"/>
                    </a:lnTo>
                    <a:lnTo>
                      <a:pt x="5864" y="51598"/>
                    </a:lnTo>
                    <a:lnTo>
                      <a:pt x="5996" y="51322"/>
                    </a:lnTo>
                    <a:lnTo>
                      <a:pt x="6101" y="51034"/>
                    </a:lnTo>
                    <a:lnTo>
                      <a:pt x="6179" y="50745"/>
                    </a:lnTo>
                    <a:lnTo>
                      <a:pt x="6205" y="50588"/>
                    </a:lnTo>
                    <a:lnTo>
                      <a:pt x="6219" y="50430"/>
                    </a:lnTo>
                    <a:lnTo>
                      <a:pt x="6232" y="50273"/>
                    </a:lnTo>
                    <a:lnTo>
                      <a:pt x="6245" y="50116"/>
                    </a:lnTo>
                    <a:lnTo>
                      <a:pt x="6245" y="1129"/>
                    </a:lnTo>
                    <a:lnTo>
                      <a:pt x="6232" y="1024"/>
                    </a:lnTo>
                    <a:lnTo>
                      <a:pt x="6219" y="906"/>
                    </a:lnTo>
                    <a:lnTo>
                      <a:pt x="6192" y="801"/>
                    </a:lnTo>
                    <a:lnTo>
                      <a:pt x="6153" y="696"/>
                    </a:lnTo>
                    <a:lnTo>
                      <a:pt x="6101" y="591"/>
                    </a:lnTo>
                    <a:lnTo>
                      <a:pt x="6048" y="499"/>
                    </a:lnTo>
                    <a:lnTo>
                      <a:pt x="5982" y="408"/>
                    </a:lnTo>
                    <a:lnTo>
                      <a:pt x="5904" y="329"/>
                    </a:lnTo>
                    <a:lnTo>
                      <a:pt x="5825" y="250"/>
                    </a:lnTo>
                    <a:lnTo>
                      <a:pt x="5733" y="185"/>
                    </a:lnTo>
                    <a:lnTo>
                      <a:pt x="5641" y="132"/>
                    </a:lnTo>
                    <a:lnTo>
                      <a:pt x="5550" y="80"/>
                    </a:lnTo>
                    <a:lnTo>
                      <a:pt x="5445" y="53"/>
                    </a:lnTo>
                    <a:lnTo>
                      <a:pt x="5326" y="14"/>
                    </a:lnTo>
                    <a:lnTo>
                      <a:pt x="522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45"/>
              <p:cNvSpPr/>
              <p:nvPr/>
            </p:nvSpPr>
            <p:spPr>
              <a:xfrm>
                <a:off x="1780583" y="3354102"/>
                <a:ext cx="813871" cy="74654"/>
              </a:xfrm>
              <a:custGeom>
                <a:avLst/>
                <a:gdLst/>
                <a:ahLst/>
                <a:cxnLst/>
                <a:rect l="l" t="t" r="r" b="b"/>
                <a:pathLst>
                  <a:path w="45341" h="4159" extrusionOk="0">
                    <a:moveTo>
                      <a:pt x="1" y="0"/>
                    </a:moveTo>
                    <a:lnTo>
                      <a:pt x="14" y="210"/>
                    </a:lnTo>
                    <a:lnTo>
                      <a:pt x="27" y="420"/>
                    </a:lnTo>
                    <a:lnTo>
                      <a:pt x="53" y="630"/>
                    </a:lnTo>
                    <a:lnTo>
                      <a:pt x="93" y="840"/>
                    </a:lnTo>
                    <a:lnTo>
                      <a:pt x="132" y="1037"/>
                    </a:lnTo>
                    <a:lnTo>
                      <a:pt x="185" y="1233"/>
                    </a:lnTo>
                    <a:lnTo>
                      <a:pt x="250" y="1430"/>
                    </a:lnTo>
                    <a:lnTo>
                      <a:pt x="329" y="1614"/>
                    </a:lnTo>
                    <a:lnTo>
                      <a:pt x="421" y="1798"/>
                    </a:lnTo>
                    <a:lnTo>
                      <a:pt x="513" y="1981"/>
                    </a:lnTo>
                    <a:lnTo>
                      <a:pt x="604" y="2152"/>
                    </a:lnTo>
                    <a:lnTo>
                      <a:pt x="709" y="2322"/>
                    </a:lnTo>
                    <a:lnTo>
                      <a:pt x="827" y="2480"/>
                    </a:lnTo>
                    <a:lnTo>
                      <a:pt x="959" y="2637"/>
                    </a:lnTo>
                    <a:lnTo>
                      <a:pt x="1090" y="2795"/>
                    </a:lnTo>
                    <a:lnTo>
                      <a:pt x="1221" y="2939"/>
                    </a:lnTo>
                    <a:lnTo>
                      <a:pt x="1365" y="3070"/>
                    </a:lnTo>
                    <a:lnTo>
                      <a:pt x="1523" y="3201"/>
                    </a:lnTo>
                    <a:lnTo>
                      <a:pt x="1680" y="3332"/>
                    </a:lnTo>
                    <a:lnTo>
                      <a:pt x="1838" y="3450"/>
                    </a:lnTo>
                    <a:lnTo>
                      <a:pt x="2008" y="3555"/>
                    </a:lnTo>
                    <a:lnTo>
                      <a:pt x="2179" y="3647"/>
                    </a:lnTo>
                    <a:lnTo>
                      <a:pt x="2362" y="3739"/>
                    </a:lnTo>
                    <a:lnTo>
                      <a:pt x="2546" y="3831"/>
                    </a:lnTo>
                    <a:lnTo>
                      <a:pt x="2730" y="3897"/>
                    </a:lnTo>
                    <a:lnTo>
                      <a:pt x="2926" y="3962"/>
                    </a:lnTo>
                    <a:lnTo>
                      <a:pt x="3123" y="4028"/>
                    </a:lnTo>
                    <a:lnTo>
                      <a:pt x="3320" y="4067"/>
                    </a:lnTo>
                    <a:lnTo>
                      <a:pt x="3530" y="4106"/>
                    </a:lnTo>
                    <a:lnTo>
                      <a:pt x="3740" y="4133"/>
                    </a:lnTo>
                    <a:lnTo>
                      <a:pt x="3950" y="4146"/>
                    </a:lnTo>
                    <a:lnTo>
                      <a:pt x="4160" y="4159"/>
                    </a:lnTo>
                    <a:lnTo>
                      <a:pt x="41181" y="4159"/>
                    </a:lnTo>
                    <a:lnTo>
                      <a:pt x="41391" y="4146"/>
                    </a:lnTo>
                    <a:lnTo>
                      <a:pt x="41601" y="4133"/>
                    </a:lnTo>
                    <a:lnTo>
                      <a:pt x="41811" y="4106"/>
                    </a:lnTo>
                    <a:lnTo>
                      <a:pt x="42021" y="4067"/>
                    </a:lnTo>
                    <a:lnTo>
                      <a:pt x="42218" y="4028"/>
                    </a:lnTo>
                    <a:lnTo>
                      <a:pt x="42415" y="3962"/>
                    </a:lnTo>
                    <a:lnTo>
                      <a:pt x="42611" y="3897"/>
                    </a:lnTo>
                    <a:lnTo>
                      <a:pt x="42795" y="3831"/>
                    </a:lnTo>
                    <a:lnTo>
                      <a:pt x="42979" y="3739"/>
                    </a:lnTo>
                    <a:lnTo>
                      <a:pt x="43162" y="3647"/>
                    </a:lnTo>
                    <a:lnTo>
                      <a:pt x="43333" y="3555"/>
                    </a:lnTo>
                    <a:lnTo>
                      <a:pt x="43503" y="3450"/>
                    </a:lnTo>
                    <a:lnTo>
                      <a:pt x="43661" y="3332"/>
                    </a:lnTo>
                    <a:lnTo>
                      <a:pt x="43818" y="3201"/>
                    </a:lnTo>
                    <a:lnTo>
                      <a:pt x="43976" y="3070"/>
                    </a:lnTo>
                    <a:lnTo>
                      <a:pt x="44120" y="2939"/>
                    </a:lnTo>
                    <a:lnTo>
                      <a:pt x="44251" y="2795"/>
                    </a:lnTo>
                    <a:lnTo>
                      <a:pt x="44382" y="2637"/>
                    </a:lnTo>
                    <a:lnTo>
                      <a:pt x="44514" y="2480"/>
                    </a:lnTo>
                    <a:lnTo>
                      <a:pt x="44632" y="2322"/>
                    </a:lnTo>
                    <a:lnTo>
                      <a:pt x="44737" y="2152"/>
                    </a:lnTo>
                    <a:lnTo>
                      <a:pt x="44828" y="1981"/>
                    </a:lnTo>
                    <a:lnTo>
                      <a:pt x="44920" y="1798"/>
                    </a:lnTo>
                    <a:lnTo>
                      <a:pt x="45012" y="1614"/>
                    </a:lnTo>
                    <a:lnTo>
                      <a:pt x="45078" y="1430"/>
                    </a:lnTo>
                    <a:lnTo>
                      <a:pt x="45143" y="1233"/>
                    </a:lnTo>
                    <a:lnTo>
                      <a:pt x="45209" y="1037"/>
                    </a:lnTo>
                    <a:lnTo>
                      <a:pt x="45248" y="840"/>
                    </a:lnTo>
                    <a:lnTo>
                      <a:pt x="45288" y="630"/>
                    </a:lnTo>
                    <a:lnTo>
                      <a:pt x="45314" y="420"/>
                    </a:lnTo>
                    <a:lnTo>
                      <a:pt x="45327" y="210"/>
                    </a:lnTo>
                    <a:lnTo>
                      <a:pt x="4534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45"/>
              <p:cNvSpPr/>
              <p:nvPr/>
            </p:nvSpPr>
            <p:spPr>
              <a:xfrm>
                <a:off x="1847931" y="4030889"/>
                <a:ext cx="89517" cy="89732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4999" extrusionOk="0">
                    <a:moveTo>
                      <a:pt x="2494" y="0"/>
                    </a:moveTo>
                    <a:lnTo>
                      <a:pt x="2231" y="13"/>
                    </a:lnTo>
                    <a:lnTo>
                      <a:pt x="1982" y="53"/>
                    </a:lnTo>
                    <a:lnTo>
                      <a:pt x="1746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090" y="433"/>
                    </a:lnTo>
                    <a:lnTo>
                      <a:pt x="906" y="577"/>
                    </a:lnTo>
                    <a:lnTo>
                      <a:pt x="723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85" y="1522"/>
                    </a:lnTo>
                    <a:lnTo>
                      <a:pt x="106" y="1758"/>
                    </a:lnTo>
                    <a:lnTo>
                      <a:pt x="40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40" y="3004"/>
                    </a:lnTo>
                    <a:lnTo>
                      <a:pt x="106" y="3241"/>
                    </a:lnTo>
                    <a:lnTo>
                      <a:pt x="185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23" y="4264"/>
                    </a:lnTo>
                    <a:lnTo>
                      <a:pt x="906" y="4421"/>
                    </a:lnTo>
                    <a:lnTo>
                      <a:pt x="1090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46" y="4881"/>
                    </a:lnTo>
                    <a:lnTo>
                      <a:pt x="1982" y="4946"/>
                    </a:lnTo>
                    <a:lnTo>
                      <a:pt x="2231" y="4985"/>
                    </a:lnTo>
                    <a:lnTo>
                      <a:pt x="2494" y="4999"/>
                    </a:lnTo>
                    <a:lnTo>
                      <a:pt x="2743" y="4985"/>
                    </a:lnTo>
                    <a:lnTo>
                      <a:pt x="2992" y="4946"/>
                    </a:lnTo>
                    <a:lnTo>
                      <a:pt x="3228" y="4881"/>
                    </a:lnTo>
                    <a:lnTo>
                      <a:pt x="3464" y="4802"/>
                    </a:lnTo>
                    <a:lnTo>
                      <a:pt x="3674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52" y="4264"/>
                    </a:lnTo>
                    <a:lnTo>
                      <a:pt x="4422" y="4080"/>
                    </a:lnTo>
                    <a:lnTo>
                      <a:pt x="4553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68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68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53" y="1102"/>
                    </a:lnTo>
                    <a:lnTo>
                      <a:pt x="4422" y="905"/>
                    </a:lnTo>
                    <a:lnTo>
                      <a:pt x="4252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74" y="302"/>
                    </a:lnTo>
                    <a:lnTo>
                      <a:pt x="3464" y="197"/>
                    </a:lnTo>
                    <a:lnTo>
                      <a:pt x="3228" y="118"/>
                    </a:lnTo>
                    <a:lnTo>
                      <a:pt x="2992" y="53"/>
                    </a:lnTo>
                    <a:lnTo>
                      <a:pt x="2743" y="13"/>
                    </a:lnTo>
                    <a:lnTo>
                      <a:pt x="24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45"/>
              <p:cNvSpPr/>
              <p:nvPr/>
            </p:nvSpPr>
            <p:spPr>
              <a:xfrm>
                <a:off x="1870315" y="4053255"/>
                <a:ext cx="44749" cy="45001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507" extrusionOk="0">
                    <a:moveTo>
                      <a:pt x="1247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66" y="66"/>
                    </a:lnTo>
                    <a:lnTo>
                      <a:pt x="761" y="106"/>
                    </a:lnTo>
                    <a:lnTo>
                      <a:pt x="643" y="158"/>
                    </a:lnTo>
                    <a:lnTo>
                      <a:pt x="551" y="224"/>
                    </a:lnTo>
                    <a:lnTo>
                      <a:pt x="446" y="289"/>
                    </a:lnTo>
                    <a:lnTo>
                      <a:pt x="368" y="368"/>
                    </a:lnTo>
                    <a:lnTo>
                      <a:pt x="276" y="460"/>
                    </a:lnTo>
                    <a:lnTo>
                      <a:pt x="210" y="552"/>
                    </a:lnTo>
                    <a:lnTo>
                      <a:pt x="145" y="656"/>
                    </a:lnTo>
                    <a:lnTo>
                      <a:pt x="92" y="761"/>
                    </a:lnTo>
                    <a:lnTo>
                      <a:pt x="53" y="880"/>
                    </a:lnTo>
                    <a:lnTo>
                      <a:pt x="27" y="998"/>
                    </a:lnTo>
                    <a:lnTo>
                      <a:pt x="0" y="1129"/>
                    </a:lnTo>
                    <a:lnTo>
                      <a:pt x="0" y="1247"/>
                    </a:lnTo>
                    <a:lnTo>
                      <a:pt x="0" y="1378"/>
                    </a:lnTo>
                    <a:lnTo>
                      <a:pt x="27" y="1509"/>
                    </a:lnTo>
                    <a:lnTo>
                      <a:pt x="53" y="1627"/>
                    </a:lnTo>
                    <a:lnTo>
                      <a:pt x="92" y="1732"/>
                    </a:lnTo>
                    <a:lnTo>
                      <a:pt x="145" y="1850"/>
                    </a:lnTo>
                    <a:lnTo>
                      <a:pt x="210" y="1955"/>
                    </a:lnTo>
                    <a:lnTo>
                      <a:pt x="276" y="2047"/>
                    </a:lnTo>
                    <a:lnTo>
                      <a:pt x="368" y="2139"/>
                    </a:lnTo>
                    <a:lnTo>
                      <a:pt x="446" y="2218"/>
                    </a:lnTo>
                    <a:lnTo>
                      <a:pt x="551" y="2283"/>
                    </a:lnTo>
                    <a:lnTo>
                      <a:pt x="643" y="2349"/>
                    </a:lnTo>
                    <a:lnTo>
                      <a:pt x="761" y="2401"/>
                    </a:lnTo>
                    <a:lnTo>
                      <a:pt x="866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7" y="2506"/>
                    </a:lnTo>
                    <a:lnTo>
                      <a:pt x="1365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34" y="2218"/>
                    </a:lnTo>
                    <a:lnTo>
                      <a:pt x="2126" y="2139"/>
                    </a:lnTo>
                    <a:lnTo>
                      <a:pt x="2204" y="2047"/>
                    </a:lnTo>
                    <a:lnTo>
                      <a:pt x="2283" y="1955"/>
                    </a:lnTo>
                    <a:lnTo>
                      <a:pt x="2335" y="1850"/>
                    </a:lnTo>
                    <a:lnTo>
                      <a:pt x="2388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80" y="1378"/>
                    </a:lnTo>
                    <a:lnTo>
                      <a:pt x="2493" y="1247"/>
                    </a:lnTo>
                    <a:lnTo>
                      <a:pt x="2480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388" y="761"/>
                    </a:lnTo>
                    <a:lnTo>
                      <a:pt x="2335" y="656"/>
                    </a:lnTo>
                    <a:lnTo>
                      <a:pt x="2283" y="552"/>
                    </a:lnTo>
                    <a:lnTo>
                      <a:pt x="2204" y="460"/>
                    </a:lnTo>
                    <a:lnTo>
                      <a:pt x="2126" y="368"/>
                    </a:lnTo>
                    <a:lnTo>
                      <a:pt x="2034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65" y="14"/>
                    </a:lnTo>
                    <a:lnTo>
                      <a:pt x="1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45"/>
              <p:cNvSpPr/>
              <p:nvPr/>
            </p:nvSpPr>
            <p:spPr>
              <a:xfrm>
                <a:off x="1855237" y="3966359"/>
                <a:ext cx="313694" cy="64548"/>
              </a:xfrm>
              <a:custGeom>
                <a:avLst/>
                <a:gdLst/>
                <a:ahLst/>
                <a:cxnLst/>
                <a:rect l="l" t="t" r="r" b="b"/>
                <a:pathLst>
                  <a:path w="17476" h="3596" extrusionOk="0">
                    <a:moveTo>
                      <a:pt x="17475" y="1"/>
                    </a:moveTo>
                    <a:lnTo>
                      <a:pt x="512" y="2415"/>
                    </a:lnTo>
                    <a:lnTo>
                      <a:pt x="407" y="2441"/>
                    </a:lnTo>
                    <a:lnTo>
                      <a:pt x="316" y="2480"/>
                    </a:lnTo>
                    <a:lnTo>
                      <a:pt x="224" y="2546"/>
                    </a:lnTo>
                    <a:lnTo>
                      <a:pt x="145" y="2611"/>
                    </a:lnTo>
                    <a:lnTo>
                      <a:pt x="92" y="2703"/>
                    </a:lnTo>
                    <a:lnTo>
                      <a:pt x="40" y="2795"/>
                    </a:lnTo>
                    <a:lnTo>
                      <a:pt x="14" y="2900"/>
                    </a:lnTo>
                    <a:lnTo>
                      <a:pt x="1" y="3005"/>
                    </a:lnTo>
                    <a:lnTo>
                      <a:pt x="14" y="3123"/>
                    </a:lnTo>
                    <a:lnTo>
                      <a:pt x="53" y="3241"/>
                    </a:lnTo>
                    <a:lnTo>
                      <a:pt x="106" y="3333"/>
                    </a:lnTo>
                    <a:lnTo>
                      <a:pt x="184" y="3425"/>
                    </a:lnTo>
                    <a:lnTo>
                      <a:pt x="263" y="3503"/>
                    </a:lnTo>
                    <a:lnTo>
                      <a:pt x="368" y="3556"/>
                    </a:lnTo>
                    <a:lnTo>
                      <a:pt x="473" y="3582"/>
                    </a:lnTo>
                    <a:lnTo>
                      <a:pt x="604" y="3595"/>
                    </a:lnTo>
                    <a:lnTo>
                      <a:pt x="17475" y="3595"/>
                    </a:lnTo>
                    <a:lnTo>
                      <a:pt x="17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45"/>
              <p:cNvSpPr/>
              <p:nvPr/>
            </p:nvSpPr>
            <p:spPr>
              <a:xfrm>
                <a:off x="2437589" y="4030889"/>
                <a:ext cx="89517" cy="89732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4999" extrusionOk="0">
                    <a:moveTo>
                      <a:pt x="2493" y="0"/>
                    </a:moveTo>
                    <a:lnTo>
                      <a:pt x="2244" y="13"/>
                    </a:lnTo>
                    <a:lnTo>
                      <a:pt x="1995" y="53"/>
                    </a:lnTo>
                    <a:lnTo>
                      <a:pt x="1759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103" y="433"/>
                    </a:lnTo>
                    <a:lnTo>
                      <a:pt x="906" y="577"/>
                    </a:lnTo>
                    <a:lnTo>
                      <a:pt x="736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98" y="1522"/>
                    </a:lnTo>
                    <a:lnTo>
                      <a:pt x="106" y="1758"/>
                    </a:lnTo>
                    <a:lnTo>
                      <a:pt x="53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53" y="3004"/>
                    </a:lnTo>
                    <a:lnTo>
                      <a:pt x="106" y="3241"/>
                    </a:lnTo>
                    <a:lnTo>
                      <a:pt x="198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36" y="4264"/>
                    </a:lnTo>
                    <a:lnTo>
                      <a:pt x="906" y="4421"/>
                    </a:lnTo>
                    <a:lnTo>
                      <a:pt x="1103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59" y="4881"/>
                    </a:lnTo>
                    <a:lnTo>
                      <a:pt x="1995" y="4946"/>
                    </a:lnTo>
                    <a:lnTo>
                      <a:pt x="2244" y="4985"/>
                    </a:lnTo>
                    <a:lnTo>
                      <a:pt x="2493" y="4999"/>
                    </a:lnTo>
                    <a:lnTo>
                      <a:pt x="2756" y="4985"/>
                    </a:lnTo>
                    <a:lnTo>
                      <a:pt x="2992" y="4946"/>
                    </a:lnTo>
                    <a:lnTo>
                      <a:pt x="3241" y="4881"/>
                    </a:lnTo>
                    <a:lnTo>
                      <a:pt x="3464" y="4802"/>
                    </a:lnTo>
                    <a:lnTo>
                      <a:pt x="3687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65" y="4264"/>
                    </a:lnTo>
                    <a:lnTo>
                      <a:pt x="4422" y="4080"/>
                    </a:lnTo>
                    <a:lnTo>
                      <a:pt x="4566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81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81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66" y="1102"/>
                    </a:lnTo>
                    <a:lnTo>
                      <a:pt x="4422" y="905"/>
                    </a:lnTo>
                    <a:lnTo>
                      <a:pt x="4265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87" y="302"/>
                    </a:lnTo>
                    <a:lnTo>
                      <a:pt x="3464" y="197"/>
                    </a:lnTo>
                    <a:lnTo>
                      <a:pt x="3241" y="118"/>
                    </a:lnTo>
                    <a:lnTo>
                      <a:pt x="2992" y="53"/>
                    </a:lnTo>
                    <a:lnTo>
                      <a:pt x="2756" y="13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45"/>
              <p:cNvSpPr/>
              <p:nvPr/>
            </p:nvSpPr>
            <p:spPr>
              <a:xfrm>
                <a:off x="2459972" y="4053255"/>
                <a:ext cx="44749" cy="45001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507" extrusionOk="0">
                    <a:moveTo>
                      <a:pt x="1246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79" y="66"/>
                    </a:lnTo>
                    <a:lnTo>
                      <a:pt x="761" y="106"/>
                    </a:lnTo>
                    <a:lnTo>
                      <a:pt x="656" y="158"/>
                    </a:lnTo>
                    <a:lnTo>
                      <a:pt x="551" y="224"/>
                    </a:lnTo>
                    <a:lnTo>
                      <a:pt x="459" y="289"/>
                    </a:lnTo>
                    <a:lnTo>
                      <a:pt x="367" y="368"/>
                    </a:lnTo>
                    <a:lnTo>
                      <a:pt x="289" y="460"/>
                    </a:lnTo>
                    <a:lnTo>
                      <a:pt x="210" y="552"/>
                    </a:lnTo>
                    <a:lnTo>
                      <a:pt x="158" y="656"/>
                    </a:lnTo>
                    <a:lnTo>
                      <a:pt x="105" y="761"/>
                    </a:lnTo>
                    <a:lnTo>
                      <a:pt x="53" y="880"/>
                    </a:lnTo>
                    <a:lnTo>
                      <a:pt x="26" y="998"/>
                    </a:lnTo>
                    <a:lnTo>
                      <a:pt x="13" y="1129"/>
                    </a:lnTo>
                    <a:lnTo>
                      <a:pt x="0" y="1247"/>
                    </a:lnTo>
                    <a:lnTo>
                      <a:pt x="13" y="1378"/>
                    </a:lnTo>
                    <a:lnTo>
                      <a:pt x="26" y="1509"/>
                    </a:lnTo>
                    <a:lnTo>
                      <a:pt x="53" y="1627"/>
                    </a:lnTo>
                    <a:lnTo>
                      <a:pt x="105" y="1732"/>
                    </a:lnTo>
                    <a:lnTo>
                      <a:pt x="158" y="1850"/>
                    </a:lnTo>
                    <a:lnTo>
                      <a:pt x="210" y="1955"/>
                    </a:lnTo>
                    <a:lnTo>
                      <a:pt x="289" y="2047"/>
                    </a:lnTo>
                    <a:lnTo>
                      <a:pt x="367" y="2139"/>
                    </a:lnTo>
                    <a:lnTo>
                      <a:pt x="459" y="2218"/>
                    </a:lnTo>
                    <a:lnTo>
                      <a:pt x="551" y="2283"/>
                    </a:lnTo>
                    <a:lnTo>
                      <a:pt x="656" y="2349"/>
                    </a:lnTo>
                    <a:lnTo>
                      <a:pt x="761" y="2401"/>
                    </a:lnTo>
                    <a:lnTo>
                      <a:pt x="879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6" y="2506"/>
                    </a:lnTo>
                    <a:lnTo>
                      <a:pt x="1378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47" y="2218"/>
                    </a:lnTo>
                    <a:lnTo>
                      <a:pt x="2125" y="2139"/>
                    </a:lnTo>
                    <a:lnTo>
                      <a:pt x="2217" y="2047"/>
                    </a:lnTo>
                    <a:lnTo>
                      <a:pt x="2283" y="1955"/>
                    </a:lnTo>
                    <a:lnTo>
                      <a:pt x="2348" y="1850"/>
                    </a:lnTo>
                    <a:lnTo>
                      <a:pt x="2401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93" y="1378"/>
                    </a:lnTo>
                    <a:lnTo>
                      <a:pt x="2493" y="1247"/>
                    </a:lnTo>
                    <a:lnTo>
                      <a:pt x="2493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401" y="761"/>
                    </a:lnTo>
                    <a:lnTo>
                      <a:pt x="2348" y="656"/>
                    </a:lnTo>
                    <a:lnTo>
                      <a:pt x="2283" y="552"/>
                    </a:lnTo>
                    <a:lnTo>
                      <a:pt x="2217" y="460"/>
                    </a:lnTo>
                    <a:lnTo>
                      <a:pt x="2125" y="368"/>
                    </a:lnTo>
                    <a:lnTo>
                      <a:pt x="2047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78" y="14"/>
                    </a:lnTo>
                    <a:lnTo>
                      <a:pt x="12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45"/>
              <p:cNvSpPr/>
              <p:nvPr/>
            </p:nvSpPr>
            <p:spPr>
              <a:xfrm>
                <a:off x="2206105" y="3966359"/>
                <a:ext cx="313694" cy="64548"/>
              </a:xfrm>
              <a:custGeom>
                <a:avLst/>
                <a:gdLst/>
                <a:ahLst/>
                <a:cxnLst/>
                <a:rect l="l" t="t" r="r" b="b"/>
                <a:pathLst>
                  <a:path w="17476" h="3596" extrusionOk="0">
                    <a:moveTo>
                      <a:pt x="1" y="1"/>
                    </a:moveTo>
                    <a:lnTo>
                      <a:pt x="1" y="3595"/>
                    </a:lnTo>
                    <a:lnTo>
                      <a:pt x="16872" y="3595"/>
                    </a:lnTo>
                    <a:lnTo>
                      <a:pt x="16990" y="3582"/>
                    </a:lnTo>
                    <a:lnTo>
                      <a:pt x="17108" y="3556"/>
                    </a:lnTo>
                    <a:lnTo>
                      <a:pt x="17213" y="3503"/>
                    </a:lnTo>
                    <a:lnTo>
                      <a:pt x="17292" y="3425"/>
                    </a:lnTo>
                    <a:lnTo>
                      <a:pt x="17370" y="3333"/>
                    </a:lnTo>
                    <a:lnTo>
                      <a:pt x="17423" y="3241"/>
                    </a:lnTo>
                    <a:lnTo>
                      <a:pt x="17462" y="3123"/>
                    </a:lnTo>
                    <a:lnTo>
                      <a:pt x="17475" y="3005"/>
                    </a:lnTo>
                    <a:lnTo>
                      <a:pt x="17462" y="2900"/>
                    </a:lnTo>
                    <a:lnTo>
                      <a:pt x="17436" y="2795"/>
                    </a:lnTo>
                    <a:lnTo>
                      <a:pt x="17384" y="2703"/>
                    </a:lnTo>
                    <a:lnTo>
                      <a:pt x="17331" y="2611"/>
                    </a:lnTo>
                    <a:lnTo>
                      <a:pt x="17252" y="2546"/>
                    </a:lnTo>
                    <a:lnTo>
                      <a:pt x="17161" y="2480"/>
                    </a:lnTo>
                    <a:lnTo>
                      <a:pt x="17069" y="2441"/>
                    </a:lnTo>
                    <a:lnTo>
                      <a:pt x="16964" y="24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45"/>
              <p:cNvSpPr/>
              <p:nvPr/>
            </p:nvSpPr>
            <p:spPr>
              <a:xfrm>
                <a:off x="2161374" y="3978601"/>
                <a:ext cx="44749" cy="112116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6246" extrusionOk="0">
                    <a:moveTo>
                      <a:pt x="0" y="1"/>
                    </a:moveTo>
                    <a:lnTo>
                      <a:pt x="420" y="6245"/>
                    </a:lnTo>
                    <a:lnTo>
                      <a:pt x="2073" y="6245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45"/>
              <p:cNvSpPr/>
              <p:nvPr/>
            </p:nvSpPr>
            <p:spPr>
              <a:xfrm>
                <a:off x="2162792" y="4068333"/>
                <a:ext cx="41931" cy="10455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825" extrusionOk="0">
                    <a:moveTo>
                      <a:pt x="1050" y="0"/>
                    </a:moveTo>
                    <a:lnTo>
                      <a:pt x="931" y="26"/>
                    </a:lnTo>
                    <a:lnTo>
                      <a:pt x="827" y="53"/>
                    </a:lnTo>
                    <a:lnTo>
                      <a:pt x="722" y="92"/>
                    </a:lnTo>
                    <a:lnTo>
                      <a:pt x="617" y="131"/>
                    </a:lnTo>
                    <a:lnTo>
                      <a:pt x="512" y="197"/>
                    </a:lnTo>
                    <a:lnTo>
                      <a:pt x="433" y="263"/>
                    </a:lnTo>
                    <a:lnTo>
                      <a:pt x="341" y="341"/>
                    </a:lnTo>
                    <a:lnTo>
                      <a:pt x="276" y="420"/>
                    </a:lnTo>
                    <a:lnTo>
                      <a:pt x="197" y="512"/>
                    </a:lnTo>
                    <a:lnTo>
                      <a:pt x="144" y="604"/>
                    </a:lnTo>
                    <a:lnTo>
                      <a:pt x="92" y="709"/>
                    </a:lnTo>
                    <a:lnTo>
                      <a:pt x="52" y="814"/>
                    </a:lnTo>
                    <a:lnTo>
                      <a:pt x="26" y="932"/>
                    </a:lnTo>
                    <a:lnTo>
                      <a:pt x="13" y="1037"/>
                    </a:lnTo>
                    <a:lnTo>
                      <a:pt x="0" y="1168"/>
                    </a:lnTo>
                    <a:lnTo>
                      <a:pt x="0" y="4657"/>
                    </a:lnTo>
                    <a:lnTo>
                      <a:pt x="13" y="4775"/>
                    </a:lnTo>
                    <a:lnTo>
                      <a:pt x="26" y="4894"/>
                    </a:lnTo>
                    <a:lnTo>
                      <a:pt x="52" y="4999"/>
                    </a:lnTo>
                    <a:lnTo>
                      <a:pt x="92" y="5103"/>
                    </a:lnTo>
                    <a:lnTo>
                      <a:pt x="144" y="5208"/>
                    </a:lnTo>
                    <a:lnTo>
                      <a:pt x="197" y="5300"/>
                    </a:lnTo>
                    <a:lnTo>
                      <a:pt x="276" y="5392"/>
                    </a:lnTo>
                    <a:lnTo>
                      <a:pt x="341" y="5484"/>
                    </a:lnTo>
                    <a:lnTo>
                      <a:pt x="433" y="5550"/>
                    </a:lnTo>
                    <a:lnTo>
                      <a:pt x="512" y="5615"/>
                    </a:lnTo>
                    <a:lnTo>
                      <a:pt x="617" y="5681"/>
                    </a:lnTo>
                    <a:lnTo>
                      <a:pt x="722" y="5733"/>
                    </a:lnTo>
                    <a:lnTo>
                      <a:pt x="827" y="5773"/>
                    </a:lnTo>
                    <a:lnTo>
                      <a:pt x="931" y="5799"/>
                    </a:lnTo>
                    <a:lnTo>
                      <a:pt x="1050" y="5812"/>
                    </a:lnTo>
                    <a:lnTo>
                      <a:pt x="1168" y="5825"/>
                    </a:lnTo>
                    <a:lnTo>
                      <a:pt x="1286" y="5812"/>
                    </a:lnTo>
                    <a:lnTo>
                      <a:pt x="1404" y="5799"/>
                    </a:lnTo>
                    <a:lnTo>
                      <a:pt x="1509" y="5773"/>
                    </a:lnTo>
                    <a:lnTo>
                      <a:pt x="1627" y="5733"/>
                    </a:lnTo>
                    <a:lnTo>
                      <a:pt x="1719" y="5681"/>
                    </a:lnTo>
                    <a:lnTo>
                      <a:pt x="1824" y="5615"/>
                    </a:lnTo>
                    <a:lnTo>
                      <a:pt x="1915" y="5550"/>
                    </a:lnTo>
                    <a:lnTo>
                      <a:pt x="1994" y="5484"/>
                    </a:lnTo>
                    <a:lnTo>
                      <a:pt x="2073" y="5392"/>
                    </a:lnTo>
                    <a:lnTo>
                      <a:pt x="2138" y="5300"/>
                    </a:lnTo>
                    <a:lnTo>
                      <a:pt x="2191" y="5208"/>
                    </a:lnTo>
                    <a:lnTo>
                      <a:pt x="2243" y="5103"/>
                    </a:lnTo>
                    <a:lnTo>
                      <a:pt x="2283" y="4999"/>
                    </a:lnTo>
                    <a:lnTo>
                      <a:pt x="2309" y="4894"/>
                    </a:lnTo>
                    <a:lnTo>
                      <a:pt x="2322" y="4775"/>
                    </a:lnTo>
                    <a:lnTo>
                      <a:pt x="2335" y="4657"/>
                    </a:lnTo>
                    <a:lnTo>
                      <a:pt x="2335" y="1168"/>
                    </a:lnTo>
                    <a:lnTo>
                      <a:pt x="2322" y="1037"/>
                    </a:lnTo>
                    <a:lnTo>
                      <a:pt x="2309" y="932"/>
                    </a:lnTo>
                    <a:lnTo>
                      <a:pt x="2283" y="814"/>
                    </a:lnTo>
                    <a:lnTo>
                      <a:pt x="2243" y="709"/>
                    </a:lnTo>
                    <a:lnTo>
                      <a:pt x="2191" y="604"/>
                    </a:lnTo>
                    <a:lnTo>
                      <a:pt x="2138" y="512"/>
                    </a:lnTo>
                    <a:lnTo>
                      <a:pt x="2073" y="420"/>
                    </a:lnTo>
                    <a:lnTo>
                      <a:pt x="1994" y="341"/>
                    </a:lnTo>
                    <a:lnTo>
                      <a:pt x="1915" y="263"/>
                    </a:lnTo>
                    <a:lnTo>
                      <a:pt x="1824" y="197"/>
                    </a:lnTo>
                    <a:lnTo>
                      <a:pt x="1719" y="131"/>
                    </a:lnTo>
                    <a:lnTo>
                      <a:pt x="1627" y="92"/>
                    </a:lnTo>
                    <a:lnTo>
                      <a:pt x="1509" y="53"/>
                    </a:lnTo>
                    <a:lnTo>
                      <a:pt x="1404" y="26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45"/>
              <p:cNvSpPr/>
              <p:nvPr/>
            </p:nvSpPr>
            <p:spPr>
              <a:xfrm>
                <a:off x="1891747" y="1544617"/>
                <a:ext cx="591309" cy="702240"/>
              </a:xfrm>
              <a:custGeom>
                <a:avLst/>
                <a:gdLst/>
                <a:ahLst/>
                <a:cxnLst/>
                <a:rect l="l" t="t" r="r" b="b"/>
                <a:pathLst>
                  <a:path w="32942" h="39122" extrusionOk="0">
                    <a:moveTo>
                      <a:pt x="19009" y="1"/>
                    </a:moveTo>
                    <a:lnTo>
                      <a:pt x="18695" y="27"/>
                    </a:lnTo>
                    <a:lnTo>
                      <a:pt x="18406" y="93"/>
                    </a:lnTo>
                    <a:lnTo>
                      <a:pt x="18130" y="171"/>
                    </a:lnTo>
                    <a:lnTo>
                      <a:pt x="17881" y="276"/>
                    </a:lnTo>
                    <a:lnTo>
                      <a:pt x="17645" y="407"/>
                    </a:lnTo>
                    <a:lnTo>
                      <a:pt x="17422" y="552"/>
                    </a:lnTo>
                    <a:lnTo>
                      <a:pt x="17238" y="709"/>
                    </a:lnTo>
                    <a:lnTo>
                      <a:pt x="17055" y="893"/>
                    </a:lnTo>
                    <a:lnTo>
                      <a:pt x="16897" y="1090"/>
                    </a:lnTo>
                    <a:lnTo>
                      <a:pt x="16766" y="1299"/>
                    </a:lnTo>
                    <a:lnTo>
                      <a:pt x="16648" y="1523"/>
                    </a:lnTo>
                    <a:lnTo>
                      <a:pt x="16556" y="1746"/>
                    </a:lnTo>
                    <a:lnTo>
                      <a:pt x="16478" y="1982"/>
                    </a:lnTo>
                    <a:lnTo>
                      <a:pt x="16412" y="2231"/>
                    </a:lnTo>
                    <a:lnTo>
                      <a:pt x="16373" y="2480"/>
                    </a:lnTo>
                    <a:lnTo>
                      <a:pt x="16359" y="2729"/>
                    </a:lnTo>
                    <a:lnTo>
                      <a:pt x="16281" y="2848"/>
                    </a:lnTo>
                    <a:lnTo>
                      <a:pt x="16254" y="2848"/>
                    </a:lnTo>
                    <a:lnTo>
                      <a:pt x="15874" y="2874"/>
                    </a:lnTo>
                    <a:lnTo>
                      <a:pt x="15507" y="2913"/>
                    </a:lnTo>
                    <a:lnTo>
                      <a:pt x="15152" y="2952"/>
                    </a:lnTo>
                    <a:lnTo>
                      <a:pt x="14798" y="2992"/>
                    </a:lnTo>
                    <a:lnTo>
                      <a:pt x="14457" y="3044"/>
                    </a:lnTo>
                    <a:lnTo>
                      <a:pt x="14116" y="3110"/>
                    </a:lnTo>
                    <a:lnTo>
                      <a:pt x="13788" y="3175"/>
                    </a:lnTo>
                    <a:lnTo>
                      <a:pt x="13460" y="3254"/>
                    </a:lnTo>
                    <a:lnTo>
                      <a:pt x="13145" y="3333"/>
                    </a:lnTo>
                    <a:lnTo>
                      <a:pt x="12830" y="3425"/>
                    </a:lnTo>
                    <a:lnTo>
                      <a:pt x="12516" y="3517"/>
                    </a:lnTo>
                    <a:lnTo>
                      <a:pt x="12214" y="3622"/>
                    </a:lnTo>
                    <a:lnTo>
                      <a:pt x="11925" y="3726"/>
                    </a:lnTo>
                    <a:lnTo>
                      <a:pt x="11637" y="3845"/>
                    </a:lnTo>
                    <a:lnTo>
                      <a:pt x="11348" y="3963"/>
                    </a:lnTo>
                    <a:lnTo>
                      <a:pt x="11072" y="4094"/>
                    </a:lnTo>
                    <a:lnTo>
                      <a:pt x="10810" y="4238"/>
                    </a:lnTo>
                    <a:lnTo>
                      <a:pt x="10548" y="4382"/>
                    </a:lnTo>
                    <a:lnTo>
                      <a:pt x="10285" y="4527"/>
                    </a:lnTo>
                    <a:lnTo>
                      <a:pt x="10036" y="4684"/>
                    </a:lnTo>
                    <a:lnTo>
                      <a:pt x="9800" y="4842"/>
                    </a:lnTo>
                    <a:lnTo>
                      <a:pt x="9551" y="5012"/>
                    </a:lnTo>
                    <a:lnTo>
                      <a:pt x="9328" y="5183"/>
                    </a:lnTo>
                    <a:lnTo>
                      <a:pt x="9105" y="5366"/>
                    </a:lnTo>
                    <a:lnTo>
                      <a:pt x="8882" y="5550"/>
                    </a:lnTo>
                    <a:lnTo>
                      <a:pt x="8672" y="5747"/>
                    </a:lnTo>
                    <a:lnTo>
                      <a:pt x="8462" y="5944"/>
                    </a:lnTo>
                    <a:lnTo>
                      <a:pt x="8252" y="6154"/>
                    </a:lnTo>
                    <a:lnTo>
                      <a:pt x="8068" y="6363"/>
                    </a:lnTo>
                    <a:lnTo>
                      <a:pt x="7871" y="6586"/>
                    </a:lnTo>
                    <a:lnTo>
                      <a:pt x="7688" y="6809"/>
                    </a:lnTo>
                    <a:lnTo>
                      <a:pt x="7517" y="7032"/>
                    </a:lnTo>
                    <a:lnTo>
                      <a:pt x="7347" y="7269"/>
                    </a:lnTo>
                    <a:lnTo>
                      <a:pt x="7176" y="7505"/>
                    </a:lnTo>
                    <a:lnTo>
                      <a:pt x="7019" y="7754"/>
                    </a:lnTo>
                    <a:lnTo>
                      <a:pt x="6874" y="8003"/>
                    </a:lnTo>
                    <a:lnTo>
                      <a:pt x="6730" y="8266"/>
                    </a:lnTo>
                    <a:lnTo>
                      <a:pt x="6586" y="8515"/>
                    </a:lnTo>
                    <a:lnTo>
                      <a:pt x="6323" y="9066"/>
                    </a:lnTo>
                    <a:lnTo>
                      <a:pt x="6087" y="9617"/>
                    </a:lnTo>
                    <a:lnTo>
                      <a:pt x="5877" y="10194"/>
                    </a:lnTo>
                    <a:lnTo>
                      <a:pt x="5681" y="10798"/>
                    </a:lnTo>
                    <a:lnTo>
                      <a:pt x="5523" y="11414"/>
                    </a:lnTo>
                    <a:lnTo>
                      <a:pt x="5379" y="12057"/>
                    </a:lnTo>
                    <a:lnTo>
                      <a:pt x="5261" y="12713"/>
                    </a:lnTo>
                    <a:lnTo>
                      <a:pt x="5169" y="13395"/>
                    </a:lnTo>
                    <a:lnTo>
                      <a:pt x="5090" y="14077"/>
                    </a:lnTo>
                    <a:lnTo>
                      <a:pt x="5051" y="14799"/>
                    </a:lnTo>
                    <a:lnTo>
                      <a:pt x="5025" y="15520"/>
                    </a:lnTo>
                    <a:lnTo>
                      <a:pt x="5025" y="16255"/>
                    </a:lnTo>
                    <a:lnTo>
                      <a:pt x="5051" y="17016"/>
                    </a:lnTo>
                    <a:lnTo>
                      <a:pt x="5025" y="17803"/>
                    </a:lnTo>
                    <a:lnTo>
                      <a:pt x="4985" y="18577"/>
                    </a:lnTo>
                    <a:lnTo>
                      <a:pt x="4920" y="19351"/>
                    </a:lnTo>
                    <a:lnTo>
                      <a:pt x="4841" y="20112"/>
                    </a:lnTo>
                    <a:lnTo>
                      <a:pt x="4736" y="20873"/>
                    </a:lnTo>
                    <a:lnTo>
                      <a:pt x="4618" y="21634"/>
                    </a:lnTo>
                    <a:lnTo>
                      <a:pt x="4461" y="22382"/>
                    </a:lnTo>
                    <a:lnTo>
                      <a:pt x="4303" y="23130"/>
                    </a:lnTo>
                    <a:lnTo>
                      <a:pt x="4106" y="23877"/>
                    </a:lnTo>
                    <a:lnTo>
                      <a:pt x="3896" y="24612"/>
                    </a:lnTo>
                    <a:lnTo>
                      <a:pt x="3673" y="25334"/>
                    </a:lnTo>
                    <a:lnTo>
                      <a:pt x="3424" y="26068"/>
                    </a:lnTo>
                    <a:lnTo>
                      <a:pt x="3149" y="26790"/>
                    </a:lnTo>
                    <a:lnTo>
                      <a:pt x="2860" y="27498"/>
                    </a:lnTo>
                    <a:lnTo>
                      <a:pt x="2545" y="28220"/>
                    </a:lnTo>
                    <a:lnTo>
                      <a:pt x="2204" y="28928"/>
                    </a:lnTo>
                    <a:lnTo>
                      <a:pt x="2020" y="29309"/>
                    </a:lnTo>
                    <a:lnTo>
                      <a:pt x="1811" y="29715"/>
                    </a:lnTo>
                    <a:lnTo>
                      <a:pt x="1338" y="30594"/>
                    </a:lnTo>
                    <a:lnTo>
                      <a:pt x="1102" y="31067"/>
                    </a:lnTo>
                    <a:lnTo>
                      <a:pt x="879" y="31552"/>
                    </a:lnTo>
                    <a:lnTo>
                      <a:pt x="656" y="32050"/>
                    </a:lnTo>
                    <a:lnTo>
                      <a:pt x="459" y="32549"/>
                    </a:lnTo>
                    <a:lnTo>
                      <a:pt x="289" y="33047"/>
                    </a:lnTo>
                    <a:lnTo>
                      <a:pt x="223" y="33310"/>
                    </a:lnTo>
                    <a:lnTo>
                      <a:pt x="158" y="33559"/>
                    </a:lnTo>
                    <a:lnTo>
                      <a:pt x="105" y="33808"/>
                    </a:lnTo>
                    <a:lnTo>
                      <a:pt x="53" y="34058"/>
                    </a:lnTo>
                    <a:lnTo>
                      <a:pt x="26" y="34307"/>
                    </a:lnTo>
                    <a:lnTo>
                      <a:pt x="13" y="34556"/>
                    </a:lnTo>
                    <a:lnTo>
                      <a:pt x="0" y="34792"/>
                    </a:lnTo>
                    <a:lnTo>
                      <a:pt x="13" y="35042"/>
                    </a:lnTo>
                    <a:lnTo>
                      <a:pt x="39" y="35278"/>
                    </a:lnTo>
                    <a:lnTo>
                      <a:pt x="79" y="35501"/>
                    </a:lnTo>
                    <a:lnTo>
                      <a:pt x="144" y="35737"/>
                    </a:lnTo>
                    <a:lnTo>
                      <a:pt x="210" y="35960"/>
                    </a:lnTo>
                    <a:lnTo>
                      <a:pt x="315" y="36183"/>
                    </a:lnTo>
                    <a:lnTo>
                      <a:pt x="420" y="36393"/>
                    </a:lnTo>
                    <a:lnTo>
                      <a:pt x="538" y="36563"/>
                    </a:lnTo>
                    <a:lnTo>
                      <a:pt x="656" y="36734"/>
                    </a:lnTo>
                    <a:lnTo>
                      <a:pt x="787" y="36891"/>
                    </a:lnTo>
                    <a:lnTo>
                      <a:pt x="932" y="37036"/>
                    </a:lnTo>
                    <a:lnTo>
                      <a:pt x="1089" y="37180"/>
                    </a:lnTo>
                    <a:lnTo>
                      <a:pt x="1246" y="37311"/>
                    </a:lnTo>
                    <a:lnTo>
                      <a:pt x="1417" y="37429"/>
                    </a:lnTo>
                    <a:lnTo>
                      <a:pt x="1587" y="37547"/>
                    </a:lnTo>
                    <a:lnTo>
                      <a:pt x="1771" y="37652"/>
                    </a:lnTo>
                    <a:lnTo>
                      <a:pt x="1968" y="37757"/>
                    </a:lnTo>
                    <a:lnTo>
                      <a:pt x="2152" y="37849"/>
                    </a:lnTo>
                    <a:lnTo>
                      <a:pt x="2362" y="37928"/>
                    </a:lnTo>
                    <a:lnTo>
                      <a:pt x="2558" y="38006"/>
                    </a:lnTo>
                    <a:lnTo>
                      <a:pt x="2768" y="38072"/>
                    </a:lnTo>
                    <a:lnTo>
                      <a:pt x="3201" y="38190"/>
                    </a:lnTo>
                    <a:lnTo>
                      <a:pt x="3634" y="38269"/>
                    </a:lnTo>
                    <a:lnTo>
                      <a:pt x="4080" y="38334"/>
                    </a:lnTo>
                    <a:lnTo>
                      <a:pt x="4513" y="38374"/>
                    </a:lnTo>
                    <a:lnTo>
                      <a:pt x="4959" y="38374"/>
                    </a:lnTo>
                    <a:lnTo>
                      <a:pt x="5379" y="38361"/>
                    </a:lnTo>
                    <a:lnTo>
                      <a:pt x="5799" y="38334"/>
                    </a:lnTo>
                    <a:lnTo>
                      <a:pt x="6205" y="38282"/>
                    </a:lnTo>
                    <a:lnTo>
                      <a:pt x="6573" y="38203"/>
                    </a:lnTo>
                    <a:lnTo>
                      <a:pt x="6874" y="38125"/>
                    </a:lnTo>
                    <a:lnTo>
                      <a:pt x="7163" y="38033"/>
                    </a:lnTo>
                    <a:lnTo>
                      <a:pt x="7452" y="37941"/>
                    </a:lnTo>
                    <a:lnTo>
                      <a:pt x="7727" y="37836"/>
                    </a:lnTo>
                    <a:lnTo>
                      <a:pt x="7990" y="37705"/>
                    </a:lnTo>
                    <a:lnTo>
                      <a:pt x="8252" y="37574"/>
                    </a:lnTo>
                    <a:lnTo>
                      <a:pt x="8514" y="37442"/>
                    </a:lnTo>
                    <a:lnTo>
                      <a:pt x="8764" y="37285"/>
                    </a:lnTo>
                    <a:lnTo>
                      <a:pt x="8987" y="37521"/>
                    </a:lnTo>
                    <a:lnTo>
                      <a:pt x="9236" y="37731"/>
                    </a:lnTo>
                    <a:lnTo>
                      <a:pt x="9472" y="37928"/>
                    </a:lnTo>
                    <a:lnTo>
                      <a:pt x="9721" y="38111"/>
                    </a:lnTo>
                    <a:lnTo>
                      <a:pt x="9984" y="38282"/>
                    </a:lnTo>
                    <a:lnTo>
                      <a:pt x="10246" y="38426"/>
                    </a:lnTo>
                    <a:lnTo>
                      <a:pt x="10522" y="38571"/>
                    </a:lnTo>
                    <a:lnTo>
                      <a:pt x="10784" y="38689"/>
                    </a:lnTo>
                    <a:lnTo>
                      <a:pt x="11059" y="38794"/>
                    </a:lnTo>
                    <a:lnTo>
                      <a:pt x="11348" y="38885"/>
                    </a:lnTo>
                    <a:lnTo>
                      <a:pt x="11637" y="38951"/>
                    </a:lnTo>
                    <a:lnTo>
                      <a:pt x="11925" y="39017"/>
                    </a:lnTo>
                    <a:lnTo>
                      <a:pt x="12214" y="39056"/>
                    </a:lnTo>
                    <a:lnTo>
                      <a:pt x="12502" y="39095"/>
                    </a:lnTo>
                    <a:lnTo>
                      <a:pt x="12791" y="39108"/>
                    </a:lnTo>
                    <a:lnTo>
                      <a:pt x="13093" y="39122"/>
                    </a:lnTo>
                    <a:lnTo>
                      <a:pt x="13395" y="39108"/>
                    </a:lnTo>
                    <a:lnTo>
                      <a:pt x="13683" y="39095"/>
                    </a:lnTo>
                    <a:lnTo>
                      <a:pt x="13985" y="39056"/>
                    </a:lnTo>
                    <a:lnTo>
                      <a:pt x="14274" y="39017"/>
                    </a:lnTo>
                    <a:lnTo>
                      <a:pt x="14575" y="38951"/>
                    </a:lnTo>
                    <a:lnTo>
                      <a:pt x="14877" y="38885"/>
                    </a:lnTo>
                    <a:lnTo>
                      <a:pt x="15166" y="38807"/>
                    </a:lnTo>
                    <a:lnTo>
                      <a:pt x="15454" y="38715"/>
                    </a:lnTo>
                    <a:lnTo>
                      <a:pt x="15743" y="38623"/>
                    </a:lnTo>
                    <a:lnTo>
                      <a:pt x="16031" y="38505"/>
                    </a:lnTo>
                    <a:lnTo>
                      <a:pt x="16320" y="38387"/>
                    </a:lnTo>
                    <a:lnTo>
                      <a:pt x="16596" y="38256"/>
                    </a:lnTo>
                    <a:lnTo>
                      <a:pt x="16871" y="38111"/>
                    </a:lnTo>
                    <a:lnTo>
                      <a:pt x="17133" y="37967"/>
                    </a:lnTo>
                    <a:lnTo>
                      <a:pt x="17409" y="37810"/>
                    </a:lnTo>
                    <a:lnTo>
                      <a:pt x="17671" y="37639"/>
                    </a:lnTo>
                    <a:lnTo>
                      <a:pt x="17684" y="37652"/>
                    </a:lnTo>
                    <a:lnTo>
                      <a:pt x="17881" y="37757"/>
                    </a:lnTo>
                    <a:lnTo>
                      <a:pt x="18078" y="37862"/>
                    </a:lnTo>
                    <a:lnTo>
                      <a:pt x="18275" y="37954"/>
                    </a:lnTo>
                    <a:lnTo>
                      <a:pt x="18485" y="38046"/>
                    </a:lnTo>
                    <a:lnTo>
                      <a:pt x="18681" y="38111"/>
                    </a:lnTo>
                    <a:lnTo>
                      <a:pt x="18891" y="38190"/>
                    </a:lnTo>
                    <a:lnTo>
                      <a:pt x="19088" y="38243"/>
                    </a:lnTo>
                    <a:lnTo>
                      <a:pt x="19298" y="38295"/>
                    </a:lnTo>
                    <a:lnTo>
                      <a:pt x="19705" y="38374"/>
                    </a:lnTo>
                    <a:lnTo>
                      <a:pt x="20125" y="38426"/>
                    </a:lnTo>
                    <a:lnTo>
                      <a:pt x="20531" y="38453"/>
                    </a:lnTo>
                    <a:lnTo>
                      <a:pt x="20951" y="38439"/>
                    </a:lnTo>
                    <a:lnTo>
                      <a:pt x="21358" y="38400"/>
                    </a:lnTo>
                    <a:lnTo>
                      <a:pt x="21751" y="38321"/>
                    </a:lnTo>
                    <a:lnTo>
                      <a:pt x="22145" y="38216"/>
                    </a:lnTo>
                    <a:lnTo>
                      <a:pt x="22538" y="38085"/>
                    </a:lnTo>
                    <a:lnTo>
                      <a:pt x="22919" y="37928"/>
                    </a:lnTo>
                    <a:lnTo>
                      <a:pt x="23103" y="37836"/>
                    </a:lnTo>
                    <a:lnTo>
                      <a:pt x="23273" y="37731"/>
                    </a:lnTo>
                    <a:lnTo>
                      <a:pt x="23457" y="37626"/>
                    </a:lnTo>
                    <a:lnTo>
                      <a:pt x="23627" y="37508"/>
                    </a:lnTo>
                    <a:lnTo>
                      <a:pt x="23798" y="37390"/>
                    </a:lnTo>
                    <a:lnTo>
                      <a:pt x="23968" y="37259"/>
                    </a:lnTo>
                    <a:lnTo>
                      <a:pt x="24244" y="37429"/>
                    </a:lnTo>
                    <a:lnTo>
                      <a:pt x="24533" y="37587"/>
                    </a:lnTo>
                    <a:lnTo>
                      <a:pt x="24834" y="37731"/>
                    </a:lnTo>
                    <a:lnTo>
                      <a:pt x="25149" y="37875"/>
                    </a:lnTo>
                    <a:lnTo>
                      <a:pt x="25477" y="38006"/>
                    </a:lnTo>
                    <a:lnTo>
                      <a:pt x="25805" y="38125"/>
                    </a:lnTo>
                    <a:lnTo>
                      <a:pt x="26159" y="38243"/>
                    </a:lnTo>
                    <a:lnTo>
                      <a:pt x="26514" y="38334"/>
                    </a:lnTo>
                    <a:lnTo>
                      <a:pt x="26868" y="38426"/>
                    </a:lnTo>
                    <a:lnTo>
                      <a:pt x="27222" y="38492"/>
                    </a:lnTo>
                    <a:lnTo>
                      <a:pt x="27589" y="38557"/>
                    </a:lnTo>
                    <a:lnTo>
                      <a:pt x="27957" y="38597"/>
                    </a:lnTo>
                    <a:lnTo>
                      <a:pt x="28311" y="38623"/>
                    </a:lnTo>
                    <a:lnTo>
                      <a:pt x="28678" y="38636"/>
                    </a:lnTo>
                    <a:lnTo>
                      <a:pt x="29032" y="38636"/>
                    </a:lnTo>
                    <a:lnTo>
                      <a:pt x="29387" y="38610"/>
                    </a:lnTo>
                    <a:lnTo>
                      <a:pt x="29728" y="38571"/>
                    </a:lnTo>
                    <a:lnTo>
                      <a:pt x="30056" y="38505"/>
                    </a:lnTo>
                    <a:lnTo>
                      <a:pt x="30384" y="38426"/>
                    </a:lnTo>
                    <a:lnTo>
                      <a:pt x="30698" y="38334"/>
                    </a:lnTo>
                    <a:lnTo>
                      <a:pt x="30987" y="38203"/>
                    </a:lnTo>
                    <a:lnTo>
                      <a:pt x="31276" y="38059"/>
                    </a:lnTo>
                    <a:lnTo>
                      <a:pt x="31538" y="37902"/>
                    </a:lnTo>
                    <a:lnTo>
                      <a:pt x="31787" y="37705"/>
                    </a:lnTo>
                    <a:lnTo>
                      <a:pt x="31905" y="37600"/>
                    </a:lnTo>
                    <a:lnTo>
                      <a:pt x="32023" y="37495"/>
                    </a:lnTo>
                    <a:lnTo>
                      <a:pt x="32128" y="37377"/>
                    </a:lnTo>
                    <a:lnTo>
                      <a:pt x="32233" y="37246"/>
                    </a:lnTo>
                    <a:lnTo>
                      <a:pt x="32325" y="37128"/>
                    </a:lnTo>
                    <a:lnTo>
                      <a:pt x="32417" y="36983"/>
                    </a:lnTo>
                    <a:lnTo>
                      <a:pt x="32496" y="36839"/>
                    </a:lnTo>
                    <a:lnTo>
                      <a:pt x="32574" y="36695"/>
                    </a:lnTo>
                    <a:lnTo>
                      <a:pt x="32640" y="36537"/>
                    </a:lnTo>
                    <a:lnTo>
                      <a:pt x="32706" y="36380"/>
                    </a:lnTo>
                    <a:lnTo>
                      <a:pt x="32758" y="36209"/>
                    </a:lnTo>
                    <a:lnTo>
                      <a:pt x="32811" y="36026"/>
                    </a:lnTo>
                    <a:lnTo>
                      <a:pt x="32850" y="35842"/>
                    </a:lnTo>
                    <a:lnTo>
                      <a:pt x="32889" y="35645"/>
                    </a:lnTo>
                    <a:lnTo>
                      <a:pt x="32916" y="35448"/>
                    </a:lnTo>
                    <a:lnTo>
                      <a:pt x="32942" y="35238"/>
                    </a:lnTo>
                    <a:lnTo>
                      <a:pt x="32942" y="35002"/>
                    </a:lnTo>
                    <a:lnTo>
                      <a:pt x="32942" y="34779"/>
                    </a:lnTo>
                    <a:lnTo>
                      <a:pt x="32942" y="34543"/>
                    </a:lnTo>
                    <a:lnTo>
                      <a:pt x="32916" y="34320"/>
                    </a:lnTo>
                    <a:lnTo>
                      <a:pt x="32889" y="34097"/>
                    </a:lnTo>
                    <a:lnTo>
                      <a:pt x="32850" y="33887"/>
                    </a:lnTo>
                    <a:lnTo>
                      <a:pt x="32811" y="33664"/>
                    </a:lnTo>
                    <a:lnTo>
                      <a:pt x="32758" y="33454"/>
                    </a:lnTo>
                    <a:lnTo>
                      <a:pt x="32627" y="33021"/>
                    </a:lnTo>
                    <a:lnTo>
                      <a:pt x="32470" y="32615"/>
                    </a:lnTo>
                    <a:lnTo>
                      <a:pt x="32286" y="32208"/>
                    </a:lnTo>
                    <a:lnTo>
                      <a:pt x="32089" y="31801"/>
                    </a:lnTo>
                    <a:lnTo>
                      <a:pt x="31879" y="31408"/>
                    </a:lnTo>
                    <a:lnTo>
                      <a:pt x="31656" y="31014"/>
                    </a:lnTo>
                    <a:lnTo>
                      <a:pt x="31197" y="30240"/>
                    </a:lnTo>
                    <a:lnTo>
                      <a:pt x="30751" y="29453"/>
                    </a:lnTo>
                    <a:lnTo>
                      <a:pt x="30528" y="29059"/>
                    </a:lnTo>
                    <a:lnTo>
                      <a:pt x="30318" y="28666"/>
                    </a:lnTo>
                    <a:lnTo>
                      <a:pt x="30174" y="28351"/>
                    </a:lnTo>
                    <a:lnTo>
                      <a:pt x="30029" y="28023"/>
                    </a:lnTo>
                    <a:lnTo>
                      <a:pt x="29898" y="27695"/>
                    </a:lnTo>
                    <a:lnTo>
                      <a:pt x="29767" y="27367"/>
                    </a:lnTo>
                    <a:lnTo>
                      <a:pt x="29636" y="26960"/>
                    </a:lnTo>
                    <a:lnTo>
                      <a:pt x="29518" y="26540"/>
                    </a:lnTo>
                    <a:lnTo>
                      <a:pt x="29413" y="26108"/>
                    </a:lnTo>
                    <a:lnTo>
                      <a:pt x="29321" y="25661"/>
                    </a:lnTo>
                    <a:lnTo>
                      <a:pt x="29242" y="25215"/>
                    </a:lnTo>
                    <a:lnTo>
                      <a:pt x="29177" y="24756"/>
                    </a:lnTo>
                    <a:lnTo>
                      <a:pt x="29111" y="24297"/>
                    </a:lnTo>
                    <a:lnTo>
                      <a:pt x="29072" y="23825"/>
                    </a:lnTo>
                    <a:lnTo>
                      <a:pt x="29032" y="23366"/>
                    </a:lnTo>
                    <a:lnTo>
                      <a:pt x="29006" y="22893"/>
                    </a:lnTo>
                    <a:lnTo>
                      <a:pt x="28967" y="21962"/>
                    </a:lnTo>
                    <a:lnTo>
                      <a:pt x="28954" y="21057"/>
                    </a:lnTo>
                    <a:lnTo>
                      <a:pt x="28941" y="20178"/>
                    </a:lnTo>
                    <a:lnTo>
                      <a:pt x="28954" y="19496"/>
                    </a:lnTo>
                    <a:lnTo>
                      <a:pt x="28980" y="18840"/>
                    </a:lnTo>
                    <a:lnTo>
                      <a:pt x="29019" y="18184"/>
                    </a:lnTo>
                    <a:lnTo>
                      <a:pt x="29072" y="17554"/>
                    </a:lnTo>
                    <a:lnTo>
                      <a:pt x="29177" y="16268"/>
                    </a:lnTo>
                    <a:lnTo>
                      <a:pt x="29216" y="15639"/>
                    </a:lnTo>
                    <a:lnTo>
                      <a:pt x="29255" y="14996"/>
                    </a:lnTo>
                    <a:lnTo>
                      <a:pt x="29255" y="14340"/>
                    </a:lnTo>
                    <a:lnTo>
                      <a:pt x="29242" y="13671"/>
                    </a:lnTo>
                    <a:lnTo>
                      <a:pt x="29216" y="13330"/>
                    </a:lnTo>
                    <a:lnTo>
                      <a:pt x="29190" y="12975"/>
                    </a:lnTo>
                    <a:lnTo>
                      <a:pt x="29150" y="12634"/>
                    </a:lnTo>
                    <a:lnTo>
                      <a:pt x="29098" y="12280"/>
                    </a:lnTo>
                    <a:lnTo>
                      <a:pt x="29032" y="11913"/>
                    </a:lnTo>
                    <a:lnTo>
                      <a:pt x="28967" y="11545"/>
                    </a:lnTo>
                    <a:lnTo>
                      <a:pt x="28875" y="11165"/>
                    </a:lnTo>
                    <a:lnTo>
                      <a:pt x="28783" y="10785"/>
                    </a:lnTo>
                    <a:lnTo>
                      <a:pt x="28678" y="10391"/>
                    </a:lnTo>
                    <a:lnTo>
                      <a:pt x="28547" y="9997"/>
                    </a:lnTo>
                    <a:lnTo>
                      <a:pt x="28403" y="9591"/>
                    </a:lnTo>
                    <a:lnTo>
                      <a:pt x="28245" y="9171"/>
                    </a:lnTo>
                    <a:lnTo>
                      <a:pt x="28140" y="8935"/>
                    </a:lnTo>
                    <a:lnTo>
                      <a:pt x="28035" y="8685"/>
                    </a:lnTo>
                    <a:lnTo>
                      <a:pt x="27904" y="8462"/>
                    </a:lnTo>
                    <a:lnTo>
                      <a:pt x="27773" y="8226"/>
                    </a:lnTo>
                    <a:lnTo>
                      <a:pt x="27629" y="8016"/>
                    </a:lnTo>
                    <a:lnTo>
                      <a:pt x="27484" y="7807"/>
                    </a:lnTo>
                    <a:lnTo>
                      <a:pt x="27327" y="7597"/>
                    </a:lnTo>
                    <a:lnTo>
                      <a:pt x="27169" y="7400"/>
                    </a:lnTo>
                    <a:lnTo>
                      <a:pt x="26841" y="7032"/>
                    </a:lnTo>
                    <a:lnTo>
                      <a:pt x="26514" y="6691"/>
                    </a:lnTo>
                    <a:lnTo>
                      <a:pt x="26172" y="6377"/>
                    </a:lnTo>
                    <a:lnTo>
                      <a:pt x="25831" y="6088"/>
                    </a:lnTo>
                    <a:lnTo>
                      <a:pt x="25503" y="5839"/>
                    </a:lnTo>
                    <a:lnTo>
                      <a:pt x="25202" y="5629"/>
                    </a:lnTo>
                    <a:lnTo>
                      <a:pt x="24926" y="5445"/>
                    </a:lnTo>
                    <a:lnTo>
                      <a:pt x="24690" y="5288"/>
                    </a:lnTo>
                    <a:lnTo>
                      <a:pt x="24336" y="5091"/>
                    </a:lnTo>
                    <a:lnTo>
                      <a:pt x="24191" y="5025"/>
                    </a:lnTo>
                    <a:lnTo>
                      <a:pt x="24244" y="4789"/>
                    </a:lnTo>
                    <a:lnTo>
                      <a:pt x="24270" y="4553"/>
                    </a:lnTo>
                    <a:lnTo>
                      <a:pt x="24270" y="4304"/>
                    </a:lnTo>
                    <a:lnTo>
                      <a:pt x="24244" y="4068"/>
                    </a:lnTo>
                    <a:lnTo>
                      <a:pt x="24205" y="3831"/>
                    </a:lnTo>
                    <a:lnTo>
                      <a:pt x="24126" y="3608"/>
                    </a:lnTo>
                    <a:lnTo>
                      <a:pt x="24034" y="3385"/>
                    </a:lnTo>
                    <a:lnTo>
                      <a:pt x="23916" y="3175"/>
                    </a:lnTo>
                    <a:lnTo>
                      <a:pt x="23772" y="2992"/>
                    </a:lnTo>
                    <a:lnTo>
                      <a:pt x="23614" y="2821"/>
                    </a:lnTo>
                    <a:lnTo>
                      <a:pt x="23522" y="2743"/>
                    </a:lnTo>
                    <a:lnTo>
                      <a:pt x="23431" y="2664"/>
                    </a:lnTo>
                    <a:lnTo>
                      <a:pt x="23326" y="2598"/>
                    </a:lnTo>
                    <a:lnTo>
                      <a:pt x="23221" y="2546"/>
                    </a:lnTo>
                    <a:lnTo>
                      <a:pt x="23103" y="2493"/>
                    </a:lnTo>
                    <a:lnTo>
                      <a:pt x="22985" y="2441"/>
                    </a:lnTo>
                    <a:lnTo>
                      <a:pt x="22866" y="2401"/>
                    </a:lnTo>
                    <a:lnTo>
                      <a:pt x="22735" y="2375"/>
                    </a:lnTo>
                    <a:lnTo>
                      <a:pt x="22591" y="2349"/>
                    </a:lnTo>
                    <a:lnTo>
                      <a:pt x="22460" y="2336"/>
                    </a:lnTo>
                    <a:lnTo>
                      <a:pt x="22302" y="2323"/>
                    </a:lnTo>
                    <a:lnTo>
                      <a:pt x="22158" y="2336"/>
                    </a:lnTo>
                    <a:lnTo>
                      <a:pt x="22040" y="2349"/>
                    </a:lnTo>
                    <a:lnTo>
                      <a:pt x="21922" y="2362"/>
                    </a:lnTo>
                    <a:lnTo>
                      <a:pt x="21883" y="2126"/>
                    </a:lnTo>
                    <a:lnTo>
                      <a:pt x="21804" y="1890"/>
                    </a:lnTo>
                    <a:lnTo>
                      <a:pt x="21725" y="1654"/>
                    </a:lnTo>
                    <a:lnTo>
                      <a:pt x="21620" y="1431"/>
                    </a:lnTo>
                    <a:lnTo>
                      <a:pt x="21489" y="1221"/>
                    </a:lnTo>
                    <a:lnTo>
                      <a:pt x="21358" y="1024"/>
                    </a:lnTo>
                    <a:lnTo>
                      <a:pt x="21200" y="827"/>
                    </a:lnTo>
                    <a:lnTo>
                      <a:pt x="21030" y="657"/>
                    </a:lnTo>
                    <a:lnTo>
                      <a:pt x="20833" y="499"/>
                    </a:lnTo>
                    <a:lnTo>
                      <a:pt x="20623" y="368"/>
                    </a:lnTo>
                    <a:lnTo>
                      <a:pt x="20400" y="250"/>
                    </a:lnTo>
                    <a:lnTo>
                      <a:pt x="20151" y="145"/>
                    </a:lnTo>
                    <a:lnTo>
                      <a:pt x="19888" y="66"/>
                    </a:lnTo>
                    <a:lnTo>
                      <a:pt x="19613" y="27"/>
                    </a:lnTo>
                    <a:lnTo>
                      <a:pt x="193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45"/>
              <p:cNvSpPr/>
              <p:nvPr/>
            </p:nvSpPr>
            <p:spPr>
              <a:xfrm>
                <a:off x="1989700" y="3428739"/>
                <a:ext cx="395636" cy="44767"/>
              </a:xfrm>
              <a:custGeom>
                <a:avLst/>
                <a:gdLst/>
                <a:ahLst/>
                <a:cxnLst/>
                <a:rect l="l" t="t" r="r" b="b"/>
                <a:pathLst>
                  <a:path w="22041" h="2494" extrusionOk="0">
                    <a:moveTo>
                      <a:pt x="1" y="1"/>
                    </a:moveTo>
                    <a:lnTo>
                      <a:pt x="14" y="250"/>
                    </a:lnTo>
                    <a:lnTo>
                      <a:pt x="53" y="499"/>
                    </a:lnTo>
                    <a:lnTo>
                      <a:pt x="106" y="736"/>
                    </a:lnTo>
                    <a:lnTo>
                      <a:pt x="197" y="972"/>
                    </a:lnTo>
                    <a:lnTo>
                      <a:pt x="302" y="1182"/>
                    </a:lnTo>
                    <a:lnTo>
                      <a:pt x="420" y="1392"/>
                    </a:lnTo>
                    <a:lnTo>
                      <a:pt x="565" y="1588"/>
                    </a:lnTo>
                    <a:lnTo>
                      <a:pt x="735" y="1759"/>
                    </a:lnTo>
                    <a:lnTo>
                      <a:pt x="906" y="1916"/>
                    </a:lnTo>
                    <a:lnTo>
                      <a:pt x="1103" y="2061"/>
                    </a:lnTo>
                    <a:lnTo>
                      <a:pt x="1299" y="2192"/>
                    </a:lnTo>
                    <a:lnTo>
                      <a:pt x="1522" y="2297"/>
                    </a:lnTo>
                    <a:lnTo>
                      <a:pt x="1759" y="2375"/>
                    </a:lnTo>
                    <a:lnTo>
                      <a:pt x="1995" y="2441"/>
                    </a:lnTo>
                    <a:lnTo>
                      <a:pt x="2244" y="2480"/>
                    </a:lnTo>
                    <a:lnTo>
                      <a:pt x="2493" y="2494"/>
                    </a:lnTo>
                    <a:lnTo>
                      <a:pt x="19548" y="2494"/>
                    </a:lnTo>
                    <a:lnTo>
                      <a:pt x="19797" y="2480"/>
                    </a:lnTo>
                    <a:lnTo>
                      <a:pt x="20046" y="2441"/>
                    </a:lnTo>
                    <a:lnTo>
                      <a:pt x="20282" y="2375"/>
                    </a:lnTo>
                    <a:lnTo>
                      <a:pt x="20519" y="2297"/>
                    </a:lnTo>
                    <a:lnTo>
                      <a:pt x="20729" y="2192"/>
                    </a:lnTo>
                    <a:lnTo>
                      <a:pt x="20938" y="2061"/>
                    </a:lnTo>
                    <a:lnTo>
                      <a:pt x="21135" y="1916"/>
                    </a:lnTo>
                    <a:lnTo>
                      <a:pt x="21306" y="1759"/>
                    </a:lnTo>
                    <a:lnTo>
                      <a:pt x="21476" y="1588"/>
                    </a:lnTo>
                    <a:lnTo>
                      <a:pt x="21621" y="1392"/>
                    </a:lnTo>
                    <a:lnTo>
                      <a:pt x="21739" y="1182"/>
                    </a:lnTo>
                    <a:lnTo>
                      <a:pt x="21844" y="972"/>
                    </a:lnTo>
                    <a:lnTo>
                      <a:pt x="21922" y="736"/>
                    </a:lnTo>
                    <a:lnTo>
                      <a:pt x="21988" y="499"/>
                    </a:lnTo>
                    <a:lnTo>
                      <a:pt x="22027" y="250"/>
                    </a:lnTo>
                    <a:lnTo>
                      <a:pt x="2204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46"/>
          <p:cNvSpPr/>
          <p:nvPr/>
        </p:nvSpPr>
        <p:spPr>
          <a:xfrm>
            <a:off x="7010400" y="2493575"/>
            <a:ext cx="1676400" cy="838200"/>
          </a:xfrm>
          <a:prstGeom prst="roundRect">
            <a:avLst>
              <a:gd name="adj" fmla="val 16667"/>
            </a:avLst>
          </a:prstGeom>
          <a:solidFill>
            <a:srgbClr val="E99B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7" name="Google Shape;2457;p46"/>
          <p:cNvSpPr/>
          <p:nvPr/>
        </p:nvSpPr>
        <p:spPr>
          <a:xfrm>
            <a:off x="457200" y="2493575"/>
            <a:ext cx="1676400" cy="838200"/>
          </a:xfrm>
          <a:prstGeom prst="roundRect">
            <a:avLst>
              <a:gd name="adj" fmla="val 16667"/>
            </a:avLst>
          </a:prstGeom>
          <a:solidFill>
            <a:srgbClr val="E4EA27">
              <a:alpha val="250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8" name="Google Shape;2458;p46"/>
          <p:cNvSpPr/>
          <p:nvPr/>
        </p:nvSpPr>
        <p:spPr>
          <a:xfrm>
            <a:off x="3368513" y="3893763"/>
            <a:ext cx="838200" cy="838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9" name="Google Shape;2459;p46"/>
          <p:cNvSpPr/>
          <p:nvPr/>
        </p:nvSpPr>
        <p:spPr>
          <a:xfrm>
            <a:off x="3368513" y="1139863"/>
            <a:ext cx="838200" cy="838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0" name="Google Shape;2460;p4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Infographics</a:t>
            </a:r>
            <a:endParaRPr/>
          </a:p>
        </p:txBody>
      </p:sp>
      <p:grpSp>
        <p:nvGrpSpPr>
          <p:cNvPr id="2461" name="Google Shape;2461;p46"/>
          <p:cNvGrpSpPr/>
          <p:nvPr/>
        </p:nvGrpSpPr>
        <p:grpSpPr>
          <a:xfrm>
            <a:off x="695825" y="1139863"/>
            <a:ext cx="1199150" cy="1301625"/>
            <a:chOff x="1183750" y="1120025"/>
            <a:chExt cx="1199150" cy="1301625"/>
          </a:xfrm>
        </p:grpSpPr>
        <p:sp>
          <p:nvSpPr>
            <p:cNvPr id="2462" name="Google Shape;2462;p46"/>
            <p:cNvSpPr/>
            <p:nvPr/>
          </p:nvSpPr>
          <p:spPr>
            <a:xfrm>
              <a:off x="1803325" y="1134425"/>
              <a:ext cx="36200" cy="296200"/>
            </a:xfrm>
            <a:custGeom>
              <a:avLst/>
              <a:gdLst/>
              <a:ahLst/>
              <a:cxnLst/>
              <a:rect l="l" t="t" r="r" b="b"/>
              <a:pathLst>
                <a:path w="1448" h="11848" extrusionOk="0">
                  <a:moveTo>
                    <a:pt x="730" y="0"/>
                  </a:moveTo>
                  <a:lnTo>
                    <a:pt x="577" y="13"/>
                  </a:lnTo>
                  <a:lnTo>
                    <a:pt x="436" y="52"/>
                  </a:lnTo>
                  <a:lnTo>
                    <a:pt x="320" y="116"/>
                  </a:lnTo>
                  <a:lnTo>
                    <a:pt x="205" y="205"/>
                  </a:lnTo>
                  <a:lnTo>
                    <a:pt x="115" y="321"/>
                  </a:lnTo>
                  <a:lnTo>
                    <a:pt x="51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0" y="11118"/>
                  </a:lnTo>
                  <a:lnTo>
                    <a:pt x="13" y="11271"/>
                  </a:lnTo>
                  <a:lnTo>
                    <a:pt x="51" y="11399"/>
                  </a:lnTo>
                  <a:lnTo>
                    <a:pt x="115" y="11527"/>
                  </a:lnTo>
                  <a:lnTo>
                    <a:pt x="205" y="11630"/>
                  </a:lnTo>
                  <a:lnTo>
                    <a:pt x="320" y="11720"/>
                  </a:lnTo>
                  <a:lnTo>
                    <a:pt x="436" y="11796"/>
                  </a:lnTo>
                  <a:lnTo>
                    <a:pt x="577" y="11835"/>
                  </a:lnTo>
                  <a:lnTo>
                    <a:pt x="730" y="11848"/>
                  </a:lnTo>
                  <a:lnTo>
                    <a:pt x="871" y="11835"/>
                  </a:lnTo>
                  <a:lnTo>
                    <a:pt x="1012" y="11796"/>
                  </a:lnTo>
                  <a:lnTo>
                    <a:pt x="1127" y="11720"/>
                  </a:lnTo>
                  <a:lnTo>
                    <a:pt x="1243" y="11630"/>
                  </a:lnTo>
                  <a:lnTo>
                    <a:pt x="1332" y="11527"/>
                  </a:lnTo>
                  <a:lnTo>
                    <a:pt x="1396" y="11399"/>
                  </a:lnTo>
                  <a:lnTo>
                    <a:pt x="1435" y="11271"/>
                  </a:lnTo>
                  <a:lnTo>
                    <a:pt x="1447" y="11118"/>
                  </a:lnTo>
                  <a:lnTo>
                    <a:pt x="1447" y="718"/>
                  </a:lnTo>
                  <a:lnTo>
                    <a:pt x="1435" y="577"/>
                  </a:lnTo>
                  <a:lnTo>
                    <a:pt x="1396" y="436"/>
                  </a:lnTo>
                  <a:lnTo>
                    <a:pt x="1332" y="321"/>
                  </a:lnTo>
                  <a:lnTo>
                    <a:pt x="1243" y="205"/>
                  </a:lnTo>
                  <a:lnTo>
                    <a:pt x="1127" y="116"/>
                  </a:lnTo>
                  <a:lnTo>
                    <a:pt x="1012" y="52"/>
                  </a:lnTo>
                  <a:lnTo>
                    <a:pt x="871" y="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6"/>
            <p:cNvSpPr/>
            <p:nvPr/>
          </p:nvSpPr>
          <p:spPr>
            <a:xfrm>
              <a:off x="2014325" y="1218325"/>
              <a:ext cx="222875" cy="296525"/>
            </a:xfrm>
            <a:custGeom>
              <a:avLst/>
              <a:gdLst/>
              <a:ahLst/>
              <a:cxnLst/>
              <a:rect l="l" t="t" r="r" b="b"/>
              <a:pathLst>
                <a:path w="8915" h="11861" extrusionOk="0">
                  <a:moveTo>
                    <a:pt x="4535" y="0"/>
                  </a:moveTo>
                  <a:lnTo>
                    <a:pt x="4381" y="13"/>
                  </a:lnTo>
                  <a:lnTo>
                    <a:pt x="4253" y="51"/>
                  </a:lnTo>
                  <a:lnTo>
                    <a:pt x="4125" y="128"/>
                  </a:lnTo>
                  <a:lnTo>
                    <a:pt x="4022" y="218"/>
                  </a:lnTo>
                  <a:lnTo>
                    <a:pt x="3933" y="320"/>
                  </a:lnTo>
                  <a:lnTo>
                    <a:pt x="3869" y="448"/>
                  </a:lnTo>
                  <a:lnTo>
                    <a:pt x="3817" y="576"/>
                  </a:lnTo>
                  <a:lnTo>
                    <a:pt x="3805" y="730"/>
                  </a:lnTo>
                  <a:lnTo>
                    <a:pt x="3805" y="6647"/>
                  </a:lnTo>
                  <a:lnTo>
                    <a:pt x="193" y="10643"/>
                  </a:lnTo>
                  <a:lnTo>
                    <a:pt x="103" y="10759"/>
                  </a:lnTo>
                  <a:lnTo>
                    <a:pt x="39" y="10887"/>
                  </a:lnTo>
                  <a:lnTo>
                    <a:pt x="1" y="11028"/>
                  </a:lnTo>
                  <a:lnTo>
                    <a:pt x="1" y="11169"/>
                  </a:lnTo>
                  <a:lnTo>
                    <a:pt x="13" y="11309"/>
                  </a:lnTo>
                  <a:lnTo>
                    <a:pt x="65" y="11438"/>
                  </a:lnTo>
                  <a:lnTo>
                    <a:pt x="141" y="11566"/>
                  </a:lnTo>
                  <a:lnTo>
                    <a:pt x="244" y="11668"/>
                  </a:lnTo>
                  <a:lnTo>
                    <a:pt x="346" y="11758"/>
                  </a:lnTo>
                  <a:lnTo>
                    <a:pt x="474" y="11809"/>
                  </a:lnTo>
                  <a:lnTo>
                    <a:pt x="590" y="11847"/>
                  </a:lnTo>
                  <a:lnTo>
                    <a:pt x="731" y="11860"/>
                  </a:lnTo>
                  <a:lnTo>
                    <a:pt x="872" y="11847"/>
                  </a:lnTo>
                  <a:lnTo>
                    <a:pt x="948" y="11822"/>
                  </a:lnTo>
                  <a:lnTo>
                    <a:pt x="1012" y="11796"/>
                  </a:lnTo>
                  <a:lnTo>
                    <a:pt x="1089" y="11771"/>
                  </a:lnTo>
                  <a:lnTo>
                    <a:pt x="1153" y="11719"/>
                  </a:lnTo>
                  <a:lnTo>
                    <a:pt x="1205" y="11681"/>
                  </a:lnTo>
                  <a:lnTo>
                    <a:pt x="1269" y="11617"/>
                  </a:lnTo>
                  <a:lnTo>
                    <a:pt x="5072" y="7416"/>
                  </a:lnTo>
                  <a:lnTo>
                    <a:pt x="5149" y="7301"/>
                  </a:lnTo>
                  <a:lnTo>
                    <a:pt x="5213" y="7185"/>
                  </a:lnTo>
                  <a:lnTo>
                    <a:pt x="5252" y="7057"/>
                  </a:lnTo>
                  <a:lnTo>
                    <a:pt x="5265" y="6929"/>
                  </a:lnTo>
                  <a:lnTo>
                    <a:pt x="5265" y="1460"/>
                  </a:lnTo>
                  <a:lnTo>
                    <a:pt x="8185" y="1460"/>
                  </a:lnTo>
                  <a:lnTo>
                    <a:pt x="8338" y="1447"/>
                  </a:lnTo>
                  <a:lnTo>
                    <a:pt x="8479" y="1396"/>
                  </a:lnTo>
                  <a:lnTo>
                    <a:pt x="8595" y="1332"/>
                  </a:lnTo>
                  <a:lnTo>
                    <a:pt x="8710" y="1242"/>
                  </a:lnTo>
                  <a:lnTo>
                    <a:pt x="8800" y="1140"/>
                  </a:lnTo>
                  <a:lnTo>
                    <a:pt x="8864" y="1012"/>
                  </a:lnTo>
                  <a:lnTo>
                    <a:pt x="8902" y="871"/>
                  </a:lnTo>
                  <a:lnTo>
                    <a:pt x="8915" y="730"/>
                  </a:lnTo>
                  <a:lnTo>
                    <a:pt x="8902" y="576"/>
                  </a:lnTo>
                  <a:lnTo>
                    <a:pt x="8864" y="448"/>
                  </a:lnTo>
                  <a:lnTo>
                    <a:pt x="8800" y="320"/>
                  </a:lnTo>
                  <a:lnTo>
                    <a:pt x="8710" y="218"/>
                  </a:lnTo>
                  <a:lnTo>
                    <a:pt x="8595" y="128"/>
                  </a:lnTo>
                  <a:lnTo>
                    <a:pt x="8479" y="51"/>
                  </a:lnTo>
                  <a:lnTo>
                    <a:pt x="8338" y="13"/>
                  </a:lnTo>
                  <a:lnTo>
                    <a:pt x="81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6"/>
            <p:cNvSpPr/>
            <p:nvPr/>
          </p:nvSpPr>
          <p:spPr>
            <a:xfrm>
              <a:off x="2109425" y="1690925"/>
              <a:ext cx="259075" cy="36200"/>
            </a:xfrm>
            <a:custGeom>
              <a:avLst/>
              <a:gdLst/>
              <a:ahLst/>
              <a:cxnLst/>
              <a:rect l="l" t="t" r="r" b="b"/>
              <a:pathLst>
                <a:path w="10363" h="1448" extrusionOk="0">
                  <a:moveTo>
                    <a:pt x="731" y="1"/>
                  </a:moveTo>
                  <a:lnTo>
                    <a:pt x="577" y="13"/>
                  </a:lnTo>
                  <a:lnTo>
                    <a:pt x="449" y="52"/>
                  </a:lnTo>
                  <a:lnTo>
                    <a:pt x="321" y="116"/>
                  </a:lnTo>
                  <a:lnTo>
                    <a:pt x="218" y="205"/>
                  </a:lnTo>
                  <a:lnTo>
                    <a:pt x="129" y="321"/>
                  </a:lnTo>
                  <a:lnTo>
                    <a:pt x="65" y="436"/>
                  </a:lnTo>
                  <a:lnTo>
                    <a:pt x="13" y="577"/>
                  </a:lnTo>
                  <a:lnTo>
                    <a:pt x="1" y="731"/>
                  </a:lnTo>
                  <a:lnTo>
                    <a:pt x="13" y="871"/>
                  </a:lnTo>
                  <a:lnTo>
                    <a:pt x="65" y="1012"/>
                  </a:lnTo>
                  <a:lnTo>
                    <a:pt x="129" y="1128"/>
                  </a:lnTo>
                  <a:lnTo>
                    <a:pt x="218" y="1243"/>
                  </a:lnTo>
                  <a:lnTo>
                    <a:pt x="321" y="1333"/>
                  </a:lnTo>
                  <a:lnTo>
                    <a:pt x="449" y="1397"/>
                  </a:lnTo>
                  <a:lnTo>
                    <a:pt x="577" y="1435"/>
                  </a:lnTo>
                  <a:lnTo>
                    <a:pt x="731" y="1448"/>
                  </a:lnTo>
                  <a:lnTo>
                    <a:pt x="9632" y="1448"/>
                  </a:lnTo>
                  <a:lnTo>
                    <a:pt x="9786" y="1435"/>
                  </a:lnTo>
                  <a:lnTo>
                    <a:pt x="9914" y="1397"/>
                  </a:lnTo>
                  <a:lnTo>
                    <a:pt x="10042" y="1333"/>
                  </a:lnTo>
                  <a:lnTo>
                    <a:pt x="10157" y="1243"/>
                  </a:lnTo>
                  <a:lnTo>
                    <a:pt x="10234" y="1128"/>
                  </a:lnTo>
                  <a:lnTo>
                    <a:pt x="10311" y="1012"/>
                  </a:lnTo>
                  <a:lnTo>
                    <a:pt x="10349" y="871"/>
                  </a:lnTo>
                  <a:lnTo>
                    <a:pt x="10362" y="731"/>
                  </a:lnTo>
                  <a:lnTo>
                    <a:pt x="10349" y="577"/>
                  </a:lnTo>
                  <a:lnTo>
                    <a:pt x="10311" y="436"/>
                  </a:lnTo>
                  <a:lnTo>
                    <a:pt x="10234" y="321"/>
                  </a:lnTo>
                  <a:lnTo>
                    <a:pt x="10157" y="205"/>
                  </a:lnTo>
                  <a:lnTo>
                    <a:pt x="10042" y="116"/>
                  </a:lnTo>
                  <a:lnTo>
                    <a:pt x="9914" y="52"/>
                  </a:lnTo>
                  <a:lnTo>
                    <a:pt x="9786" y="13"/>
                  </a:lnTo>
                  <a:lnTo>
                    <a:pt x="96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6"/>
            <p:cNvSpPr/>
            <p:nvPr/>
          </p:nvSpPr>
          <p:spPr>
            <a:xfrm>
              <a:off x="2035775" y="1900975"/>
              <a:ext cx="285650" cy="191175"/>
            </a:xfrm>
            <a:custGeom>
              <a:avLst/>
              <a:gdLst/>
              <a:ahLst/>
              <a:cxnLst/>
              <a:rect l="l" t="t" r="r" b="b"/>
              <a:pathLst>
                <a:path w="11426" h="7647" extrusionOk="0">
                  <a:moveTo>
                    <a:pt x="731" y="0"/>
                  </a:moveTo>
                  <a:lnTo>
                    <a:pt x="590" y="13"/>
                  </a:lnTo>
                  <a:lnTo>
                    <a:pt x="449" y="52"/>
                  </a:lnTo>
                  <a:lnTo>
                    <a:pt x="321" y="116"/>
                  </a:lnTo>
                  <a:lnTo>
                    <a:pt x="218" y="205"/>
                  </a:lnTo>
                  <a:lnTo>
                    <a:pt x="129" y="321"/>
                  </a:lnTo>
                  <a:lnTo>
                    <a:pt x="65" y="436"/>
                  </a:lnTo>
                  <a:lnTo>
                    <a:pt x="14" y="577"/>
                  </a:lnTo>
                  <a:lnTo>
                    <a:pt x="1" y="718"/>
                  </a:lnTo>
                  <a:lnTo>
                    <a:pt x="14" y="871"/>
                  </a:lnTo>
                  <a:lnTo>
                    <a:pt x="65" y="1012"/>
                  </a:lnTo>
                  <a:lnTo>
                    <a:pt x="129" y="1128"/>
                  </a:lnTo>
                  <a:lnTo>
                    <a:pt x="218" y="1243"/>
                  </a:lnTo>
                  <a:lnTo>
                    <a:pt x="321" y="1333"/>
                  </a:lnTo>
                  <a:lnTo>
                    <a:pt x="449" y="1397"/>
                  </a:lnTo>
                  <a:lnTo>
                    <a:pt x="590" y="1435"/>
                  </a:lnTo>
                  <a:lnTo>
                    <a:pt x="731" y="1448"/>
                  </a:lnTo>
                  <a:lnTo>
                    <a:pt x="7647" y="1448"/>
                  </a:lnTo>
                  <a:lnTo>
                    <a:pt x="10016" y="7199"/>
                  </a:lnTo>
                  <a:lnTo>
                    <a:pt x="10068" y="7301"/>
                  </a:lnTo>
                  <a:lnTo>
                    <a:pt x="10132" y="7391"/>
                  </a:lnTo>
                  <a:lnTo>
                    <a:pt x="10209" y="7467"/>
                  </a:lnTo>
                  <a:lnTo>
                    <a:pt x="10285" y="7532"/>
                  </a:lnTo>
                  <a:lnTo>
                    <a:pt x="10388" y="7583"/>
                  </a:lnTo>
                  <a:lnTo>
                    <a:pt x="10478" y="7621"/>
                  </a:lnTo>
                  <a:lnTo>
                    <a:pt x="10580" y="7634"/>
                  </a:lnTo>
                  <a:lnTo>
                    <a:pt x="10695" y="7647"/>
                  </a:lnTo>
                  <a:lnTo>
                    <a:pt x="10836" y="7634"/>
                  </a:lnTo>
                  <a:lnTo>
                    <a:pt x="10964" y="7596"/>
                  </a:lnTo>
                  <a:lnTo>
                    <a:pt x="11105" y="7519"/>
                  </a:lnTo>
                  <a:lnTo>
                    <a:pt x="11208" y="7429"/>
                  </a:lnTo>
                  <a:lnTo>
                    <a:pt x="11297" y="7327"/>
                  </a:lnTo>
                  <a:lnTo>
                    <a:pt x="11361" y="7199"/>
                  </a:lnTo>
                  <a:lnTo>
                    <a:pt x="11400" y="7070"/>
                  </a:lnTo>
                  <a:lnTo>
                    <a:pt x="11425" y="6930"/>
                  </a:lnTo>
                  <a:lnTo>
                    <a:pt x="11412" y="6776"/>
                  </a:lnTo>
                  <a:lnTo>
                    <a:pt x="11361" y="6635"/>
                  </a:lnTo>
                  <a:lnTo>
                    <a:pt x="8800" y="449"/>
                  </a:lnTo>
                  <a:lnTo>
                    <a:pt x="8748" y="346"/>
                  </a:lnTo>
                  <a:lnTo>
                    <a:pt x="8684" y="257"/>
                  </a:lnTo>
                  <a:lnTo>
                    <a:pt x="8620" y="180"/>
                  </a:lnTo>
                  <a:lnTo>
                    <a:pt x="8531" y="116"/>
                  </a:lnTo>
                  <a:lnTo>
                    <a:pt x="8441" y="65"/>
                  </a:lnTo>
                  <a:lnTo>
                    <a:pt x="8339" y="26"/>
                  </a:lnTo>
                  <a:lnTo>
                    <a:pt x="82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6"/>
            <p:cNvSpPr/>
            <p:nvPr/>
          </p:nvSpPr>
          <p:spPr>
            <a:xfrm>
              <a:off x="1997350" y="1939075"/>
              <a:ext cx="148600" cy="292375"/>
            </a:xfrm>
            <a:custGeom>
              <a:avLst/>
              <a:gdLst/>
              <a:ahLst/>
              <a:cxnLst/>
              <a:rect l="l" t="t" r="r" b="b"/>
              <a:pathLst>
                <a:path w="5944" h="11695" extrusionOk="0">
                  <a:moveTo>
                    <a:pt x="731" y="1"/>
                  </a:moveTo>
                  <a:lnTo>
                    <a:pt x="590" y="13"/>
                  </a:lnTo>
                  <a:lnTo>
                    <a:pt x="449" y="65"/>
                  </a:lnTo>
                  <a:lnTo>
                    <a:pt x="334" y="129"/>
                  </a:lnTo>
                  <a:lnTo>
                    <a:pt x="218" y="218"/>
                  </a:lnTo>
                  <a:lnTo>
                    <a:pt x="129" y="321"/>
                  </a:lnTo>
                  <a:lnTo>
                    <a:pt x="65" y="449"/>
                  </a:lnTo>
                  <a:lnTo>
                    <a:pt x="26" y="590"/>
                  </a:lnTo>
                  <a:lnTo>
                    <a:pt x="1" y="731"/>
                  </a:lnTo>
                  <a:lnTo>
                    <a:pt x="1" y="5393"/>
                  </a:lnTo>
                  <a:lnTo>
                    <a:pt x="26" y="5546"/>
                  </a:lnTo>
                  <a:lnTo>
                    <a:pt x="65" y="5675"/>
                  </a:lnTo>
                  <a:lnTo>
                    <a:pt x="129" y="5803"/>
                  </a:lnTo>
                  <a:lnTo>
                    <a:pt x="218" y="5905"/>
                  </a:lnTo>
                  <a:lnTo>
                    <a:pt x="334" y="5995"/>
                  </a:lnTo>
                  <a:lnTo>
                    <a:pt x="449" y="6072"/>
                  </a:lnTo>
                  <a:lnTo>
                    <a:pt x="590" y="6110"/>
                  </a:lnTo>
                  <a:lnTo>
                    <a:pt x="731" y="6123"/>
                  </a:lnTo>
                  <a:lnTo>
                    <a:pt x="4484" y="6123"/>
                  </a:lnTo>
                  <a:lnTo>
                    <a:pt x="4484" y="10964"/>
                  </a:lnTo>
                  <a:lnTo>
                    <a:pt x="4496" y="11105"/>
                  </a:lnTo>
                  <a:lnTo>
                    <a:pt x="4548" y="11246"/>
                  </a:lnTo>
                  <a:lnTo>
                    <a:pt x="4612" y="11361"/>
                  </a:lnTo>
                  <a:lnTo>
                    <a:pt x="4701" y="11477"/>
                  </a:lnTo>
                  <a:lnTo>
                    <a:pt x="4804" y="11566"/>
                  </a:lnTo>
                  <a:lnTo>
                    <a:pt x="4932" y="11630"/>
                  </a:lnTo>
                  <a:lnTo>
                    <a:pt x="5060" y="11669"/>
                  </a:lnTo>
                  <a:lnTo>
                    <a:pt x="5214" y="11694"/>
                  </a:lnTo>
                  <a:lnTo>
                    <a:pt x="5354" y="11669"/>
                  </a:lnTo>
                  <a:lnTo>
                    <a:pt x="5495" y="11630"/>
                  </a:lnTo>
                  <a:lnTo>
                    <a:pt x="5623" y="11566"/>
                  </a:lnTo>
                  <a:lnTo>
                    <a:pt x="5726" y="11477"/>
                  </a:lnTo>
                  <a:lnTo>
                    <a:pt x="5816" y="11361"/>
                  </a:lnTo>
                  <a:lnTo>
                    <a:pt x="5880" y="11246"/>
                  </a:lnTo>
                  <a:lnTo>
                    <a:pt x="5931" y="11105"/>
                  </a:lnTo>
                  <a:lnTo>
                    <a:pt x="5944" y="10964"/>
                  </a:lnTo>
                  <a:lnTo>
                    <a:pt x="5944" y="5393"/>
                  </a:lnTo>
                  <a:lnTo>
                    <a:pt x="5931" y="5252"/>
                  </a:lnTo>
                  <a:lnTo>
                    <a:pt x="5880" y="5111"/>
                  </a:lnTo>
                  <a:lnTo>
                    <a:pt x="5816" y="4983"/>
                  </a:lnTo>
                  <a:lnTo>
                    <a:pt x="5726" y="4880"/>
                  </a:lnTo>
                  <a:lnTo>
                    <a:pt x="5623" y="4791"/>
                  </a:lnTo>
                  <a:lnTo>
                    <a:pt x="5495" y="4727"/>
                  </a:lnTo>
                  <a:lnTo>
                    <a:pt x="5354" y="4676"/>
                  </a:lnTo>
                  <a:lnTo>
                    <a:pt x="5214" y="4663"/>
                  </a:lnTo>
                  <a:lnTo>
                    <a:pt x="1461" y="4663"/>
                  </a:lnTo>
                  <a:lnTo>
                    <a:pt x="1461" y="731"/>
                  </a:lnTo>
                  <a:lnTo>
                    <a:pt x="1448" y="590"/>
                  </a:lnTo>
                  <a:lnTo>
                    <a:pt x="1410" y="449"/>
                  </a:lnTo>
                  <a:lnTo>
                    <a:pt x="1333" y="321"/>
                  </a:lnTo>
                  <a:lnTo>
                    <a:pt x="1256" y="218"/>
                  </a:lnTo>
                  <a:lnTo>
                    <a:pt x="1141" y="129"/>
                  </a:lnTo>
                  <a:lnTo>
                    <a:pt x="1013" y="65"/>
                  </a:lnTo>
                  <a:lnTo>
                    <a:pt x="884" y="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6"/>
            <p:cNvSpPr/>
            <p:nvPr/>
          </p:nvSpPr>
          <p:spPr>
            <a:xfrm>
              <a:off x="1749200" y="2006650"/>
              <a:ext cx="152125" cy="400575"/>
            </a:xfrm>
            <a:custGeom>
              <a:avLst/>
              <a:gdLst/>
              <a:ahLst/>
              <a:cxnLst/>
              <a:rect l="l" t="t" r="r" b="b"/>
              <a:pathLst>
                <a:path w="6085" h="16023" extrusionOk="0">
                  <a:moveTo>
                    <a:pt x="2895" y="0"/>
                  </a:moveTo>
                  <a:lnTo>
                    <a:pt x="2742" y="13"/>
                  </a:lnTo>
                  <a:lnTo>
                    <a:pt x="2601" y="51"/>
                  </a:lnTo>
                  <a:lnTo>
                    <a:pt x="2485" y="128"/>
                  </a:lnTo>
                  <a:lnTo>
                    <a:pt x="2370" y="218"/>
                  </a:lnTo>
                  <a:lnTo>
                    <a:pt x="2280" y="320"/>
                  </a:lnTo>
                  <a:lnTo>
                    <a:pt x="2216" y="448"/>
                  </a:lnTo>
                  <a:lnTo>
                    <a:pt x="2178" y="576"/>
                  </a:lnTo>
                  <a:lnTo>
                    <a:pt x="2165" y="730"/>
                  </a:lnTo>
                  <a:lnTo>
                    <a:pt x="2165" y="4163"/>
                  </a:lnTo>
                  <a:lnTo>
                    <a:pt x="2178" y="4304"/>
                  </a:lnTo>
                  <a:lnTo>
                    <a:pt x="2216" y="4444"/>
                  </a:lnTo>
                  <a:lnTo>
                    <a:pt x="2280" y="4573"/>
                  </a:lnTo>
                  <a:lnTo>
                    <a:pt x="2370" y="4675"/>
                  </a:lnTo>
                  <a:lnTo>
                    <a:pt x="2485" y="4765"/>
                  </a:lnTo>
                  <a:lnTo>
                    <a:pt x="2601" y="4829"/>
                  </a:lnTo>
                  <a:lnTo>
                    <a:pt x="2742" y="4880"/>
                  </a:lnTo>
                  <a:lnTo>
                    <a:pt x="2895" y="4893"/>
                  </a:lnTo>
                  <a:lnTo>
                    <a:pt x="4624" y="4893"/>
                  </a:lnTo>
                  <a:lnTo>
                    <a:pt x="4624" y="10157"/>
                  </a:lnTo>
                  <a:lnTo>
                    <a:pt x="731" y="10157"/>
                  </a:lnTo>
                  <a:lnTo>
                    <a:pt x="590" y="10170"/>
                  </a:lnTo>
                  <a:lnTo>
                    <a:pt x="449" y="10208"/>
                  </a:lnTo>
                  <a:lnTo>
                    <a:pt x="321" y="10285"/>
                  </a:lnTo>
                  <a:lnTo>
                    <a:pt x="218" y="10362"/>
                  </a:lnTo>
                  <a:lnTo>
                    <a:pt x="129" y="10477"/>
                  </a:lnTo>
                  <a:lnTo>
                    <a:pt x="65" y="10605"/>
                  </a:lnTo>
                  <a:lnTo>
                    <a:pt x="26" y="10733"/>
                  </a:lnTo>
                  <a:lnTo>
                    <a:pt x="1" y="10887"/>
                  </a:lnTo>
                  <a:lnTo>
                    <a:pt x="1" y="15293"/>
                  </a:lnTo>
                  <a:lnTo>
                    <a:pt x="26" y="15434"/>
                  </a:lnTo>
                  <a:lnTo>
                    <a:pt x="65" y="15574"/>
                  </a:lnTo>
                  <a:lnTo>
                    <a:pt x="129" y="15703"/>
                  </a:lnTo>
                  <a:lnTo>
                    <a:pt x="218" y="15805"/>
                  </a:lnTo>
                  <a:lnTo>
                    <a:pt x="321" y="15895"/>
                  </a:lnTo>
                  <a:lnTo>
                    <a:pt x="449" y="15959"/>
                  </a:lnTo>
                  <a:lnTo>
                    <a:pt x="590" y="16010"/>
                  </a:lnTo>
                  <a:lnTo>
                    <a:pt x="731" y="16023"/>
                  </a:lnTo>
                  <a:lnTo>
                    <a:pt x="884" y="16010"/>
                  </a:lnTo>
                  <a:lnTo>
                    <a:pt x="1012" y="15959"/>
                  </a:lnTo>
                  <a:lnTo>
                    <a:pt x="1141" y="15895"/>
                  </a:lnTo>
                  <a:lnTo>
                    <a:pt x="1243" y="15805"/>
                  </a:lnTo>
                  <a:lnTo>
                    <a:pt x="1333" y="15703"/>
                  </a:lnTo>
                  <a:lnTo>
                    <a:pt x="1410" y="15574"/>
                  </a:lnTo>
                  <a:lnTo>
                    <a:pt x="1448" y="15434"/>
                  </a:lnTo>
                  <a:lnTo>
                    <a:pt x="1461" y="15293"/>
                  </a:lnTo>
                  <a:lnTo>
                    <a:pt x="1461" y="11617"/>
                  </a:lnTo>
                  <a:lnTo>
                    <a:pt x="5354" y="11617"/>
                  </a:lnTo>
                  <a:lnTo>
                    <a:pt x="5495" y="11591"/>
                  </a:lnTo>
                  <a:lnTo>
                    <a:pt x="5636" y="11553"/>
                  </a:lnTo>
                  <a:lnTo>
                    <a:pt x="5764" y="11489"/>
                  </a:lnTo>
                  <a:lnTo>
                    <a:pt x="5867" y="11399"/>
                  </a:lnTo>
                  <a:lnTo>
                    <a:pt x="5956" y="11284"/>
                  </a:lnTo>
                  <a:lnTo>
                    <a:pt x="6020" y="11169"/>
                  </a:lnTo>
                  <a:lnTo>
                    <a:pt x="6072" y="11028"/>
                  </a:lnTo>
                  <a:lnTo>
                    <a:pt x="6084" y="10887"/>
                  </a:lnTo>
                  <a:lnTo>
                    <a:pt x="6084" y="4163"/>
                  </a:lnTo>
                  <a:lnTo>
                    <a:pt x="6072" y="4009"/>
                  </a:lnTo>
                  <a:lnTo>
                    <a:pt x="6020" y="3881"/>
                  </a:lnTo>
                  <a:lnTo>
                    <a:pt x="5956" y="3753"/>
                  </a:lnTo>
                  <a:lnTo>
                    <a:pt x="5867" y="3650"/>
                  </a:lnTo>
                  <a:lnTo>
                    <a:pt x="5764" y="3561"/>
                  </a:lnTo>
                  <a:lnTo>
                    <a:pt x="5636" y="3497"/>
                  </a:lnTo>
                  <a:lnTo>
                    <a:pt x="5495" y="3445"/>
                  </a:lnTo>
                  <a:lnTo>
                    <a:pt x="5354" y="3433"/>
                  </a:lnTo>
                  <a:lnTo>
                    <a:pt x="3612" y="3433"/>
                  </a:lnTo>
                  <a:lnTo>
                    <a:pt x="3612" y="730"/>
                  </a:lnTo>
                  <a:lnTo>
                    <a:pt x="3600" y="576"/>
                  </a:lnTo>
                  <a:lnTo>
                    <a:pt x="3561" y="448"/>
                  </a:lnTo>
                  <a:lnTo>
                    <a:pt x="3497" y="320"/>
                  </a:lnTo>
                  <a:lnTo>
                    <a:pt x="3408" y="218"/>
                  </a:lnTo>
                  <a:lnTo>
                    <a:pt x="3292" y="128"/>
                  </a:lnTo>
                  <a:lnTo>
                    <a:pt x="3177" y="51"/>
                  </a:lnTo>
                  <a:lnTo>
                    <a:pt x="3036" y="13"/>
                  </a:lnTo>
                  <a:lnTo>
                    <a:pt x="28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6"/>
            <p:cNvSpPr/>
            <p:nvPr/>
          </p:nvSpPr>
          <p:spPr>
            <a:xfrm>
              <a:off x="1496900" y="1950925"/>
              <a:ext cx="160125" cy="256825"/>
            </a:xfrm>
            <a:custGeom>
              <a:avLst/>
              <a:gdLst/>
              <a:ahLst/>
              <a:cxnLst/>
              <a:rect l="l" t="t" r="r" b="b"/>
              <a:pathLst>
                <a:path w="6405" h="10273" extrusionOk="0">
                  <a:moveTo>
                    <a:pt x="5597" y="1"/>
                  </a:moveTo>
                  <a:lnTo>
                    <a:pt x="5469" y="26"/>
                  </a:lnTo>
                  <a:lnTo>
                    <a:pt x="5328" y="77"/>
                  </a:lnTo>
                  <a:lnTo>
                    <a:pt x="5213" y="154"/>
                  </a:lnTo>
                  <a:lnTo>
                    <a:pt x="5110" y="269"/>
                  </a:lnTo>
                  <a:lnTo>
                    <a:pt x="167" y="6353"/>
                  </a:lnTo>
                  <a:lnTo>
                    <a:pt x="90" y="6456"/>
                  </a:lnTo>
                  <a:lnTo>
                    <a:pt x="39" y="6584"/>
                  </a:lnTo>
                  <a:lnTo>
                    <a:pt x="13" y="6699"/>
                  </a:lnTo>
                  <a:lnTo>
                    <a:pt x="0" y="6827"/>
                  </a:lnTo>
                  <a:lnTo>
                    <a:pt x="26" y="6955"/>
                  </a:lnTo>
                  <a:lnTo>
                    <a:pt x="51" y="7083"/>
                  </a:lnTo>
                  <a:lnTo>
                    <a:pt x="115" y="7199"/>
                  </a:lnTo>
                  <a:lnTo>
                    <a:pt x="192" y="7301"/>
                  </a:lnTo>
                  <a:lnTo>
                    <a:pt x="2664" y="10029"/>
                  </a:lnTo>
                  <a:lnTo>
                    <a:pt x="2715" y="10080"/>
                  </a:lnTo>
                  <a:lnTo>
                    <a:pt x="2779" y="10132"/>
                  </a:lnTo>
                  <a:lnTo>
                    <a:pt x="2843" y="10170"/>
                  </a:lnTo>
                  <a:lnTo>
                    <a:pt x="2920" y="10208"/>
                  </a:lnTo>
                  <a:lnTo>
                    <a:pt x="2984" y="10234"/>
                  </a:lnTo>
                  <a:lnTo>
                    <a:pt x="3061" y="10260"/>
                  </a:lnTo>
                  <a:lnTo>
                    <a:pt x="3202" y="10272"/>
                  </a:lnTo>
                  <a:lnTo>
                    <a:pt x="3330" y="10260"/>
                  </a:lnTo>
                  <a:lnTo>
                    <a:pt x="3458" y="10221"/>
                  </a:lnTo>
                  <a:lnTo>
                    <a:pt x="3586" y="10170"/>
                  </a:lnTo>
                  <a:lnTo>
                    <a:pt x="3689" y="10080"/>
                  </a:lnTo>
                  <a:lnTo>
                    <a:pt x="3791" y="9978"/>
                  </a:lnTo>
                  <a:lnTo>
                    <a:pt x="3868" y="9850"/>
                  </a:lnTo>
                  <a:lnTo>
                    <a:pt x="3906" y="9722"/>
                  </a:lnTo>
                  <a:lnTo>
                    <a:pt x="3932" y="9581"/>
                  </a:lnTo>
                  <a:lnTo>
                    <a:pt x="3932" y="9440"/>
                  </a:lnTo>
                  <a:lnTo>
                    <a:pt x="3894" y="9299"/>
                  </a:lnTo>
                  <a:lnTo>
                    <a:pt x="3830" y="9171"/>
                  </a:lnTo>
                  <a:lnTo>
                    <a:pt x="3740" y="9056"/>
                  </a:lnTo>
                  <a:lnTo>
                    <a:pt x="1691" y="6789"/>
                  </a:lnTo>
                  <a:lnTo>
                    <a:pt x="6238" y="1179"/>
                  </a:lnTo>
                  <a:lnTo>
                    <a:pt x="6327" y="1064"/>
                  </a:lnTo>
                  <a:lnTo>
                    <a:pt x="6378" y="923"/>
                  </a:lnTo>
                  <a:lnTo>
                    <a:pt x="6404" y="795"/>
                  </a:lnTo>
                  <a:lnTo>
                    <a:pt x="6404" y="654"/>
                  </a:lnTo>
                  <a:lnTo>
                    <a:pt x="6378" y="513"/>
                  </a:lnTo>
                  <a:lnTo>
                    <a:pt x="6314" y="385"/>
                  </a:lnTo>
                  <a:lnTo>
                    <a:pt x="6238" y="257"/>
                  </a:lnTo>
                  <a:lnTo>
                    <a:pt x="6135" y="154"/>
                  </a:lnTo>
                  <a:lnTo>
                    <a:pt x="6007" y="77"/>
                  </a:lnTo>
                  <a:lnTo>
                    <a:pt x="5879" y="26"/>
                  </a:lnTo>
                  <a:lnTo>
                    <a:pt x="57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6"/>
            <p:cNvSpPr/>
            <p:nvPr/>
          </p:nvSpPr>
          <p:spPr>
            <a:xfrm>
              <a:off x="1203275" y="1889125"/>
              <a:ext cx="391950" cy="276675"/>
            </a:xfrm>
            <a:custGeom>
              <a:avLst/>
              <a:gdLst/>
              <a:ahLst/>
              <a:cxnLst/>
              <a:rect l="l" t="t" r="r" b="b"/>
              <a:pathLst>
                <a:path w="15678" h="11067" extrusionOk="0">
                  <a:moveTo>
                    <a:pt x="14909" y="1"/>
                  </a:moveTo>
                  <a:lnTo>
                    <a:pt x="14768" y="26"/>
                  </a:lnTo>
                  <a:lnTo>
                    <a:pt x="14627" y="65"/>
                  </a:lnTo>
                  <a:lnTo>
                    <a:pt x="14512" y="141"/>
                  </a:lnTo>
                  <a:lnTo>
                    <a:pt x="14396" y="244"/>
                  </a:lnTo>
                  <a:lnTo>
                    <a:pt x="8594" y="6878"/>
                  </a:lnTo>
                  <a:lnTo>
                    <a:pt x="3561" y="6878"/>
                  </a:lnTo>
                  <a:lnTo>
                    <a:pt x="3420" y="6891"/>
                  </a:lnTo>
                  <a:lnTo>
                    <a:pt x="3292" y="6930"/>
                  </a:lnTo>
                  <a:lnTo>
                    <a:pt x="3164" y="6994"/>
                  </a:lnTo>
                  <a:lnTo>
                    <a:pt x="3061" y="7083"/>
                  </a:lnTo>
                  <a:lnTo>
                    <a:pt x="218" y="9811"/>
                  </a:lnTo>
                  <a:lnTo>
                    <a:pt x="128" y="9927"/>
                  </a:lnTo>
                  <a:lnTo>
                    <a:pt x="64" y="10042"/>
                  </a:lnTo>
                  <a:lnTo>
                    <a:pt x="13" y="10183"/>
                  </a:lnTo>
                  <a:lnTo>
                    <a:pt x="0" y="10324"/>
                  </a:lnTo>
                  <a:lnTo>
                    <a:pt x="13" y="10465"/>
                  </a:lnTo>
                  <a:lnTo>
                    <a:pt x="52" y="10593"/>
                  </a:lnTo>
                  <a:lnTo>
                    <a:pt x="116" y="10721"/>
                  </a:lnTo>
                  <a:lnTo>
                    <a:pt x="205" y="10836"/>
                  </a:lnTo>
                  <a:lnTo>
                    <a:pt x="256" y="10887"/>
                  </a:lnTo>
                  <a:lnTo>
                    <a:pt x="320" y="10939"/>
                  </a:lnTo>
                  <a:lnTo>
                    <a:pt x="449" y="11003"/>
                  </a:lnTo>
                  <a:lnTo>
                    <a:pt x="589" y="11054"/>
                  </a:lnTo>
                  <a:lnTo>
                    <a:pt x="730" y="11067"/>
                  </a:lnTo>
                  <a:lnTo>
                    <a:pt x="871" y="11054"/>
                  </a:lnTo>
                  <a:lnTo>
                    <a:pt x="999" y="11015"/>
                  </a:lnTo>
                  <a:lnTo>
                    <a:pt x="1127" y="10951"/>
                  </a:lnTo>
                  <a:lnTo>
                    <a:pt x="1230" y="10862"/>
                  </a:lnTo>
                  <a:lnTo>
                    <a:pt x="3855" y="8339"/>
                  </a:lnTo>
                  <a:lnTo>
                    <a:pt x="8915" y="8339"/>
                  </a:lnTo>
                  <a:lnTo>
                    <a:pt x="9004" y="8326"/>
                  </a:lnTo>
                  <a:lnTo>
                    <a:pt x="9068" y="8313"/>
                  </a:lnTo>
                  <a:lnTo>
                    <a:pt x="9145" y="8300"/>
                  </a:lnTo>
                  <a:lnTo>
                    <a:pt x="9222" y="8274"/>
                  </a:lnTo>
                  <a:lnTo>
                    <a:pt x="9286" y="8236"/>
                  </a:lnTo>
                  <a:lnTo>
                    <a:pt x="9350" y="8185"/>
                  </a:lnTo>
                  <a:lnTo>
                    <a:pt x="9414" y="8146"/>
                  </a:lnTo>
                  <a:lnTo>
                    <a:pt x="9465" y="8082"/>
                  </a:lnTo>
                  <a:lnTo>
                    <a:pt x="15498" y="1205"/>
                  </a:lnTo>
                  <a:lnTo>
                    <a:pt x="15587" y="1089"/>
                  </a:lnTo>
                  <a:lnTo>
                    <a:pt x="15639" y="948"/>
                  </a:lnTo>
                  <a:lnTo>
                    <a:pt x="15677" y="820"/>
                  </a:lnTo>
                  <a:lnTo>
                    <a:pt x="15677" y="679"/>
                  </a:lnTo>
                  <a:lnTo>
                    <a:pt x="15651" y="539"/>
                  </a:lnTo>
                  <a:lnTo>
                    <a:pt x="15600" y="410"/>
                  </a:lnTo>
                  <a:lnTo>
                    <a:pt x="15536" y="282"/>
                  </a:lnTo>
                  <a:lnTo>
                    <a:pt x="15434" y="180"/>
                  </a:lnTo>
                  <a:lnTo>
                    <a:pt x="15306" y="90"/>
                  </a:lnTo>
                  <a:lnTo>
                    <a:pt x="15178" y="39"/>
                  </a:lnTo>
                  <a:lnTo>
                    <a:pt x="150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6"/>
            <p:cNvSpPr/>
            <p:nvPr/>
          </p:nvSpPr>
          <p:spPr>
            <a:xfrm>
              <a:off x="1282050" y="1700525"/>
              <a:ext cx="251375" cy="36225"/>
            </a:xfrm>
            <a:custGeom>
              <a:avLst/>
              <a:gdLst/>
              <a:ahLst/>
              <a:cxnLst/>
              <a:rect l="l" t="t" r="r" b="b"/>
              <a:pathLst>
                <a:path w="10055" h="1449" extrusionOk="0">
                  <a:moveTo>
                    <a:pt x="730" y="1"/>
                  </a:moveTo>
                  <a:lnTo>
                    <a:pt x="576" y="14"/>
                  </a:lnTo>
                  <a:lnTo>
                    <a:pt x="448" y="52"/>
                  </a:lnTo>
                  <a:lnTo>
                    <a:pt x="320" y="116"/>
                  </a:lnTo>
                  <a:lnTo>
                    <a:pt x="218" y="206"/>
                  </a:lnTo>
                  <a:lnTo>
                    <a:pt x="128" y="321"/>
                  </a:lnTo>
                  <a:lnTo>
                    <a:pt x="51" y="436"/>
                  </a:lnTo>
                  <a:lnTo>
                    <a:pt x="13" y="577"/>
                  </a:lnTo>
                  <a:lnTo>
                    <a:pt x="0" y="718"/>
                  </a:lnTo>
                  <a:lnTo>
                    <a:pt x="13" y="872"/>
                  </a:lnTo>
                  <a:lnTo>
                    <a:pt x="51" y="1013"/>
                  </a:lnTo>
                  <a:lnTo>
                    <a:pt x="128" y="1128"/>
                  </a:lnTo>
                  <a:lnTo>
                    <a:pt x="218" y="1243"/>
                  </a:lnTo>
                  <a:lnTo>
                    <a:pt x="320" y="1333"/>
                  </a:lnTo>
                  <a:lnTo>
                    <a:pt x="448" y="1397"/>
                  </a:lnTo>
                  <a:lnTo>
                    <a:pt x="576" y="1435"/>
                  </a:lnTo>
                  <a:lnTo>
                    <a:pt x="730" y="1448"/>
                  </a:lnTo>
                  <a:lnTo>
                    <a:pt x="9324" y="1448"/>
                  </a:lnTo>
                  <a:lnTo>
                    <a:pt x="9478" y="1435"/>
                  </a:lnTo>
                  <a:lnTo>
                    <a:pt x="9606" y="1397"/>
                  </a:lnTo>
                  <a:lnTo>
                    <a:pt x="9734" y="1333"/>
                  </a:lnTo>
                  <a:lnTo>
                    <a:pt x="9849" y="1243"/>
                  </a:lnTo>
                  <a:lnTo>
                    <a:pt x="9926" y="1128"/>
                  </a:lnTo>
                  <a:lnTo>
                    <a:pt x="10003" y="1013"/>
                  </a:lnTo>
                  <a:lnTo>
                    <a:pt x="10041" y="872"/>
                  </a:lnTo>
                  <a:lnTo>
                    <a:pt x="10054" y="718"/>
                  </a:lnTo>
                  <a:lnTo>
                    <a:pt x="10041" y="577"/>
                  </a:lnTo>
                  <a:lnTo>
                    <a:pt x="10003" y="436"/>
                  </a:lnTo>
                  <a:lnTo>
                    <a:pt x="9926" y="321"/>
                  </a:lnTo>
                  <a:lnTo>
                    <a:pt x="9849" y="206"/>
                  </a:lnTo>
                  <a:lnTo>
                    <a:pt x="9734" y="116"/>
                  </a:lnTo>
                  <a:lnTo>
                    <a:pt x="9606" y="52"/>
                  </a:lnTo>
                  <a:lnTo>
                    <a:pt x="9478" y="14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6"/>
            <p:cNvSpPr/>
            <p:nvPr/>
          </p:nvSpPr>
          <p:spPr>
            <a:xfrm>
              <a:off x="1263775" y="1375850"/>
              <a:ext cx="330800" cy="172925"/>
            </a:xfrm>
            <a:custGeom>
              <a:avLst/>
              <a:gdLst/>
              <a:ahLst/>
              <a:cxnLst/>
              <a:rect l="l" t="t" r="r" b="b"/>
              <a:pathLst>
                <a:path w="13232" h="6917" extrusionOk="0">
                  <a:moveTo>
                    <a:pt x="757" y="1"/>
                  </a:moveTo>
                  <a:lnTo>
                    <a:pt x="616" y="13"/>
                  </a:lnTo>
                  <a:lnTo>
                    <a:pt x="475" y="39"/>
                  </a:lnTo>
                  <a:lnTo>
                    <a:pt x="347" y="103"/>
                  </a:lnTo>
                  <a:lnTo>
                    <a:pt x="232" y="193"/>
                  </a:lnTo>
                  <a:lnTo>
                    <a:pt x="129" y="308"/>
                  </a:lnTo>
                  <a:lnTo>
                    <a:pt x="65" y="423"/>
                  </a:lnTo>
                  <a:lnTo>
                    <a:pt x="14" y="564"/>
                  </a:lnTo>
                  <a:lnTo>
                    <a:pt x="1" y="692"/>
                  </a:lnTo>
                  <a:lnTo>
                    <a:pt x="1" y="833"/>
                  </a:lnTo>
                  <a:lnTo>
                    <a:pt x="39" y="974"/>
                  </a:lnTo>
                  <a:lnTo>
                    <a:pt x="103" y="1102"/>
                  </a:lnTo>
                  <a:lnTo>
                    <a:pt x="193" y="1217"/>
                  </a:lnTo>
                  <a:lnTo>
                    <a:pt x="5227" y="6686"/>
                  </a:lnTo>
                  <a:lnTo>
                    <a:pt x="5278" y="6737"/>
                  </a:lnTo>
                  <a:lnTo>
                    <a:pt x="5342" y="6776"/>
                  </a:lnTo>
                  <a:lnTo>
                    <a:pt x="5406" y="6827"/>
                  </a:lnTo>
                  <a:lnTo>
                    <a:pt x="5470" y="6853"/>
                  </a:lnTo>
                  <a:lnTo>
                    <a:pt x="5534" y="6878"/>
                  </a:lnTo>
                  <a:lnTo>
                    <a:pt x="5611" y="6904"/>
                  </a:lnTo>
                  <a:lnTo>
                    <a:pt x="5688" y="6917"/>
                  </a:lnTo>
                  <a:lnTo>
                    <a:pt x="12514" y="6917"/>
                  </a:lnTo>
                  <a:lnTo>
                    <a:pt x="12655" y="6904"/>
                  </a:lnTo>
                  <a:lnTo>
                    <a:pt x="12796" y="6853"/>
                  </a:lnTo>
                  <a:lnTo>
                    <a:pt x="12911" y="6789"/>
                  </a:lnTo>
                  <a:lnTo>
                    <a:pt x="13027" y="6699"/>
                  </a:lnTo>
                  <a:lnTo>
                    <a:pt x="13116" y="6597"/>
                  </a:lnTo>
                  <a:lnTo>
                    <a:pt x="13180" y="6469"/>
                  </a:lnTo>
                  <a:lnTo>
                    <a:pt x="13219" y="6340"/>
                  </a:lnTo>
                  <a:lnTo>
                    <a:pt x="13231" y="6187"/>
                  </a:lnTo>
                  <a:lnTo>
                    <a:pt x="13219" y="6046"/>
                  </a:lnTo>
                  <a:lnTo>
                    <a:pt x="13180" y="5905"/>
                  </a:lnTo>
                  <a:lnTo>
                    <a:pt x="13116" y="5777"/>
                  </a:lnTo>
                  <a:lnTo>
                    <a:pt x="13027" y="5674"/>
                  </a:lnTo>
                  <a:lnTo>
                    <a:pt x="12911" y="5585"/>
                  </a:lnTo>
                  <a:lnTo>
                    <a:pt x="12796" y="5521"/>
                  </a:lnTo>
                  <a:lnTo>
                    <a:pt x="12655" y="5470"/>
                  </a:lnTo>
                  <a:lnTo>
                    <a:pt x="12514" y="5457"/>
                  </a:lnTo>
                  <a:lnTo>
                    <a:pt x="6072" y="5457"/>
                  </a:lnTo>
                  <a:lnTo>
                    <a:pt x="1256" y="231"/>
                  </a:lnTo>
                  <a:lnTo>
                    <a:pt x="1154" y="141"/>
                  </a:lnTo>
                  <a:lnTo>
                    <a:pt x="1026" y="65"/>
                  </a:lnTo>
                  <a:lnTo>
                    <a:pt x="898" y="13"/>
                  </a:lnTo>
                  <a:lnTo>
                    <a:pt x="75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6"/>
            <p:cNvSpPr/>
            <p:nvPr/>
          </p:nvSpPr>
          <p:spPr>
            <a:xfrm>
              <a:off x="1601275" y="1325900"/>
              <a:ext cx="36525" cy="179975"/>
            </a:xfrm>
            <a:custGeom>
              <a:avLst/>
              <a:gdLst/>
              <a:ahLst/>
              <a:cxnLst/>
              <a:rect l="l" t="t" r="r" b="b"/>
              <a:pathLst>
                <a:path w="1461" h="7199" extrusionOk="0">
                  <a:moveTo>
                    <a:pt x="730" y="1"/>
                  </a:moveTo>
                  <a:lnTo>
                    <a:pt x="577" y="13"/>
                  </a:lnTo>
                  <a:lnTo>
                    <a:pt x="449" y="65"/>
                  </a:lnTo>
                  <a:lnTo>
                    <a:pt x="321" y="129"/>
                  </a:lnTo>
                  <a:lnTo>
                    <a:pt x="218" y="218"/>
                  </a:lnTo>
                  <a:lnTo>
                    <a:pt x="129" y="321"/>
                  </a:lnTo>
                  <a:lnTo>
                    <a:pt x="52" y="449"/>
                  </a:lnTo>
                  <a:lnTo>
                    <a:pt x="13" y="590"/>
                  </a:lnTo>
                  <a:lnTo>
                    <a:pt x="0" y="731"/>
                  </a:lnTo>
                  <a:lnTo>
                    <a:pt x="0" y="6468"/>
                  </a:lnTo>
                  <a:lnTo>
                    <a:pt x="13" y="6609"/>
                  </a:lnTo>
                  <a:lnTo>
                    <a:pt x="52" y="6750"/>
                  </a:lnTo>
                  <a:lnTo>
                    <a:pt x="129" y="6878"/>
                  </a:lnTo>
                  <a:lnTo>
                    <a:pt x="218" y="6981"/>
                  </a:lnTo>
                  <a:lnTo>
                    <a:pt x="321" y="7070"/>
                  </a:lnTo>
                  <a:lnTo>
                    <a:pt x="449" y="7135"/>
                  </a:lnTo>
                  <a:lnTo>
                    <a:pt x="577" y="7173"/>
                  </a:lnTo>
                  <a:lnTo>
                    <a:pt x="730" y="7199"/>
                  </a:lnTo>
                  <a:lnTo>
                    <a:pt x="871" y="7173"/>
                  </a:lnTo>
                  <a:lnTo>
                    <a:pt x="1012" y="7135"/>
                  </a:lnTo>
                  <a:lnTo>
                    <a:pt x="1140" y="7070"/>
                  </a:lnTo>
                  <a:lnTo>
                    <a:pt x="1243" y="6981"/>
                  </a:lnTo>
                  <a:lnTo>
                    <a:pt x="1332" y="6878"/>
                  </a:lnTo>
                  <a:lnTo>
                    <a:pt x="1396" y="6750"/>
                  </a:lnTo>
                  <a:lnTo>
                    <a:pt x="1448" y="6609"/>
                  </a:lnTo>
                  <a:lnTo>
                    <a:pt x="1461" y="6468"/>
                  </a:lnTo>
                  <a:lnTo>
                    <a:pt x="1461" y="731"/>
                  </a:lnTo>
                  <a:lnTo>
                    <a:pt x="1448" y="590"/>
                  </a:lnTo>
                  <a:lnTo>
                    <a:pt x="1396" y="449"/>
                  </a:lnTo>
                  <a:lnTo>
                    <a:pt x="1332" y="321"/>
                  </a:lnTo>
                  <a:lnTo>
                    <a:pt x="1243" y="218"/>
                  </a:lnTo>
                  <a:lnTo>
                    <a:pt x="1140" y="129"/>
                  </a:lnTo>
                  <a:lnTo>
                    <a:pt x="1012" y="65"/>
                  </a:lnTo>
                  <a:lnTo>
                    <a:pt x="871" y="13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6"/>
            <p:cNvSpPr/>
            <p:nvPr/>
          </p:nvSpPr>
          <p:spPr>
            <a:xfrm>
              <a:off x="1494325" y="1391550"/>
              <a:ext cx="654200" cy="654175"/>
            </a:xfrm>
            <a:custGeom>
              <a:avLst/>
              <a:gdLst/>
              <a:ahLst/>
              <a:cxnLst/>
              <a:rect l="l" t="t" r="r" b="b"/>
              <a:pathLst>
                <a:path w="26168" h="26167" extrusionOk="0">
                  <a:moveTo>
                    <a:pt x="9952" y="0"/>
                  </a:moveTo>
                  <a:lnTo>
                    <a:pt x="9952" y="2933"/>
                  </a:lnTo>
                  <a:lnTo>
                    <a:pt x="9478" y="3087"/>
                  </a:lnTo>
                  <a:lnTo>
                    <a:pt x="9005" y="3266"/>
                  </a:lnTo>
                  <a:lnTo>
                    <a:pt x="8556" y="3458"/>
                  </a:lnTo>
                  <a:lnTo>
                    <a:pt x="8108" y="3676"/>
                  </a:lnTo>
                  <a:lnTo>
                    <a:pt x="6046" y="1614"/>
                  </a:lnTo>
                  <a:lnTo>
                    <a:pt x="1627" y="6045"/>
                  </a:lnTo>
                  <a:lnTo>
                    <a:pt x="3600" y="8031"/>
                  </a:lnTo>
                  <a:lnTo>
                    <a:pt x="3356" y="8492"/>
                  </a:lnTo>
                  <a:lnTo>
                    <a:pt x="3126" y="8966"/>
                  </a:lnTo>
                  <a:lnTo>
                    <a:pt x="2934" y="9452"/>
                  </a:lnTo>
                  <a:lnTo>
                    <a:pt x="2754" y="9952"/>
                  </a:lnTo>
                  <a:lnTo>
                    <a:pt x="1" y="9952"/>
                  </a:lnTo>
                  <a:lnTo>
                    <a:pt x="1" y="16215"/>
                  </a:lnTo>
                  <a:lnTo>
                    <a:pt x="2588" y="16215"/>
                  </a:lnTo>
                  <a:lnTo>
                    <a:pt x="2754" y="16766"/>
                  </a:lnTo>
                  <a:lnTo>
                    <a:pt x="2946" y="17291"/>
                  </a:lnTo>
                  <a:lnTo>
                    <a:pt x="3164" y="17816"/>
                  </a:lnTo>
                  <a:lnTo>
                    <a:pt x="3420" y="18328"/>
                  </a:lnTo>
                  <a:lnTo>
                    <a:pt x="1627" y="20121"/>
                  </a:lnTo>
                  <a:lnTo>
                    <a:pt x="6046" y="24553"/>
                  </a:lnTo>
                  <a:lnTo>
                    <a:pt x="7762" y="22837"/>
                  </a:lnTo>
                  <a:lnTo>
                    <a:pt x="8018" y="22977"/>
                  </a:lnTo>
                  <a:lnTo>
                    <a:pt x="8287" y="23106"/>
                  </a:lnTo>
                  <a:lnTo>
                    <a:pt x="8556" y="23234"/>
                  </a:lnTo>
                  <a:lnTo>
                    <a:pt x="8825" y="23362"/>
                  </a:lnTo>
                  <a:lnTo>
                    <a:pt x="9107" y="23477"/>
                  </a:lnTo>
                  <a:lnTo>
                    <a:pt x="9389" y="23579"/>
                  </a:lnTo>
                  <a:lnTo>
                    <a:pt x="9671" y="23669"/>
                  </a:lnTo>
                  <a:lnTo>
                    <a:pt x="9952" y="23772"/>
                  </a:lnTo>
                  <a:lnTo>
                    <a:pt x="9952" y="26167"/>
                  </a:lnTo>
                  <a:lnTo>
                    <a:pt x="16215" y="26167"/>
                  </a:lnTo>
                  <a:lnTo>
                    <a:pt x="16215" y="23772"/>
                  </a:lnTo>
                  <a:lnTo>
                    <a:pt x="16497" y="23669"/>
                  </a:lnTo>
                  <a:lnTo>
                    <a:pt x="16792" y="23579"/>
                  </a:lnTo>
                  <a:lnTo>
                    <a:pt x="17061" y="23477"/>
                  </a:lnTo>
                  <a:lnTo>
                    <a:pt x="17342" y="23362"/>
                  </a:lnTo>
                  <a:lnTo>
                    <a:pt x="17611" y="23234"/>
                  </a:lnTo>
                  <a:lnTo>
                    <a:pt x="17880" y="23106"/>
                  </a:lnTo>
                  <a:lnTo>
                    <a:pt x="18149" y="22977"/>
                  </a:lnTo>
                  <a:lnTo>
                    <a:pt x="18406" y="22837"/>
                  </a:lnTo>
                  <a:lnTo>
                    <a:pt x="20122" y="24553"/>
                  </a:lnTo>
                  <a:lnTo>
                    <a:pt x="24553" y="20121"/>
                  </a:lnTo>
                  <a:lnTo>
                    <a:pt x="22760" y="18328"/>
                  </a:lnTo>
                  <a:lnTo>
                    <a:pt x="23004" y="17816"/>
                  </a:lnTo>
                  <a:lnTo>
                    <a:pt x="23221" y="17291"/>
                  </a:lnTo>
                  <a:lnTo>
                    <a:pt x="23413" y="16766"/>
                  </a:lnTo>
                  <a:lnTo>
                    <a:pt x="23580" y="16215"/>
                  </a:lnTo>
                  <a:lnTo>
                    <a:pt x="26167" y="16215"/>
                  </a:lnTo>
                  <a:lnTo>
                    <a:pt x="26167" y="9952"/>
                  </a:lnTo>
                  <a:lnTo>
                    <a:pt x="23426" y="9952"/>
                  </a:lnTo>
                  <a:lnTo>
                    <a:pt x="23247" y="9452"/>
                  </a:lnTo>
                  <a:lnTo>
                    <a:pt x="23042" y="8966"/>
                  </a:lnTo>
                  <a:lnTo>
                    <a:pt x="22811" y="8492"/>
                  </a:lnTo>
                  <a:lnTo>
                    <a:pt x="22568" y="8031"/>
                  </a:lnTo>
                  <a:lnTo>
                    <a:pt x="24553" y="6045"/>
                  </a:lnTo>
                  <a:lnTo>
                    <a:pt x="20122" y="1614"/>
                  </a:lnTo>
                  <a:lnTo>
                    <a:pt x="18060" y="3676"/>
                  </a:lnTo>
                  <a:lnTo>
                    <a:pt x="17624" y="3458"/>
                  </a:lnTo>
                  <a:lnTo>
                    <a:pt x="17163" y="3266"/>
                  </a:lnTo>
                  <a:lnTo>
                    <a:pt x="16689" y="3087"/>
                  </a:lnTo>
                  <a:lnTo>
                    <a:pt x="16215" y="2933"/>
                  </a:lnTo>
                  <a:lnTo>
                    <a:pt x="162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6"/>
            <p:cNvSpPr/>
            <p:nvPr/>
          </p:nvSpPr>
          <p:spPr>
            <a:xfrm>
              <a:off x="1579175" y="1483125"/>
              <a:ext cx="484475" cy="484150"/>
            </a:xfrm>
            <a:custGeom>
              <a:avLst/>
              <a:gdLst/>
              <a:ahLst/>
              <a:cxnLst/>
              <a:rect l="l" t="t" r="r" b="b"/>
              <a:pathLst>
                <a:path w="19379" h="19366" extrusionOk="0">
                  <a:moveTo>
                    <a:pt x="9696" y="0"/>
                  </a:moveTo>
                  <a:lnTo>
                    <a:pt x="9197" y="13"/>
                  </a:lnTo>
                  <a:lnTo>
                    <a:pt x="8697" y="51"/>
                  </a:lnTo>
                  <a:lnTo>
                    <a:pt x="8211" y="115"/>
                  </a:lnTo>
                  <a:lnTo>
                    <a:pt x="7737" y="192"/>
                  </a:lnTo>
                  <a:lnTo>
                    <a:pt x="7276" y="308"/>
                  </a:lnTo>
                  <a:lnTo>
                    <a:pt x="6814" y="436"/>
                  </a:lnTo>
                  <a:lnTo>
                    <a:pt x="6366" y="589"/>
                  </a:lnTo>
                  <a:lnTo>
                    <a:pt x="5918" y="756"/>
                  </a:lnTo>
                  <a:lnTo>
                    <a:pt x="5495" y="948"/>
                  </a:lnTo>
                  <a:lnTo>
                    <a:pt x="5073" y="1166"/>
                  </a:lnTo>
                  <a:lnTo>
                    <a:pt x="4676" y="1396"/>
                  </a:lnTo>
                  <a:lnTo>
                    <a:pt x="4279" y="1652"/>
                  </a:lnTo>
                  <a:lnTo>
                    <a:pt x="3894" y="1921"/>
                  </a:lnTo>
                  <a:lnTo>
                    <a:pt x="3536" y="2216"/>
                  </a:lnTo>
                  <a:lnTo>
                    <a:pt x="3177" y="2511"/>
                  </a:lnTo>
                  <a:lnTo>
                    <a:pt x="2844" y="2831"/>
                  </a:lnTo>
                  <a:lnTo>
                    <a:pt x="2524" y="3177"/>
                  </a:lnTo>
                  <a:lnTo>
                    <a:pt x="2216" y="3522"/>
                  </a:lnTo>
                  <a:lnTo>
                    <a:pt x="1935" y="3894"/>
                  </a:lnTo>
                  <a:lnTo>
                    <a:pt x="1666" y="4265"/>
                  </a:lnTo>
                  <a:lnTo>
                    <a:pt x="1410" y="4662"/>
                  </a:lnTo>
                  <a:lnTo>
                    <a:pt x="1179" y="5072"/>
                  </a:lnTo>
                  <a:lnTo>
                    <a:pt x="961" y="5482"/>
                  </a:lnTo>
                  <a:lnTo>
                    <a:pt x="769" y="5917"/>
                  </a:lnTo>
                  <a:lnTo>
                    <a:pt x="590" y="6353"/>
                  </a:lnTo>
                  <a:lnTo>
                    <a:pt x="436" y="6801"/>
                  </a:lnTo>
                  <a:lnTo>
                    <a:pt x="308" y="7262"/>
                  </a:lnTo>
                  <a:lnTo>
                    <a:pt x="206" y="7736"/>
                  </a:lnTo>
                  <a:lnTo>
                    <a:pt x="116" y="8210"/>
                  </a:lnTo>
                  <a:lnTo>
                    <a:pt x="52" y="8697"/>
                  </a:lnTo>
                  <a:lnTo>
                    <a:pt x="14" y="9183"/>
                  </a:lnTo>
                  <a:lnTo>
                    <a:pt x="1" y="9683"/>
                  </a:lnTo>
                  <a:lnTo>
                    <a:pt x="14" y="10182"/>
                  </a:lnTo>
                  <a:lnTo>
                    <a:pt x="52" y="10669"/>
                  </a:lnTo>
                  <a:lnTo>
                    <a:pt x="116" y="11156"/>
                  </a:lnTo>
                  <a:lnTo>
                    <a:pt x="206" y="11630"/>
                  </a:lnTo>
                  <a:lnTo>
                    <a:pt x="308" y="12104"/>
                  </a:lnTo>
                  <a:lnTo>
                    <a:pt x="436" y="12565"/>
                  </a:lnTo>
                  <a:lnTo>
                    <a:pt x="590" y="13013"/>
                  </a:lnTo>
                  <a:lnTo>
                    <a:pt x="769" y="13448"/>
                  </a:lnTo>
                  <a:lnTo>
                    <a:pt x="961" y="13884"/>
                  </a:lnTo>
                  <a:lnTo>
                    <a:pt x="1179" y="14307"/>
                  </a:lnTo>
                  <a:lnTo>
                    <a:pt x="1410" y="14704"/>
                  </a:lnTo>
                  <a:lnTo>
                    <a:pt x="1666" y="15101"/>
                  </a:lnTo>
                  <a:lnTo>
                    <a:pt x="1935" y="15485"/>
                  </a:lnTo>
                  <a:lnTo>
                    <a:pt x="2216" y="15844"/>
                  </a:lnTo>
                  <a:lnTo>
                    <a:pt x="2524" y="16202"/>
                  </a:lnTo>
                  <a:lnTo>
                    <a:pt x="2844" y="16535"/>
                  </a:lnTo>
                  <a:lnTo>
                    <a:pt x="3177" y="16855"/>
                  </a:lnTo>
                  <a:lnTo>
                    <a:pt x="3536" y="17163"/>
                  </a:lnTo>
                  <a:lnTo>
                    <a:pt x="3894" y="17445"/>
                  </a:lnTo>
                  <a:lnTo>
                    <a:pt x="4279" y="17714"/>
                  </a:lnTo>
                  <a:lnTo>
                    <a:pt x="4676" y="17970"/>
                  </a:lnTo>
                  <a:lnTo>
                    <a:pt x="5073" y="18200"/>
                  </a:lnTo>
                  <a:lnTo>
                    <a:pt x="5495" y="18418"/>
                  </a:lnTo>
                  <a:lnTo>
                    <a:pt x="5918" y="18610"/>
                  </a:lnTo>
                  <a:lnTo>
                    <a:pt x="6366" y="18777"/>
                  </a:lnTo>
                  <a:lnTo>
                    <a:pt x="6814" y="18930"/>
                  </a:lnTo>
                  <a:lnTo>
                    <a:pt x="7276" y="19058"/>
                  </a:lnTo>
                  <a:lnTo>
                    <a:pt x="7737" y="19174"/>
                  </a:lnTo>
                  <a:lnTo>
                    <a:pt x="8211" y="19263"/>
                  </a:lnTo>
                  <a:lnTo>
                    <a:pt x="8697" y="19314"/>
                  </a:lnTo>
                  <a:lnTo>
                    <a:pt x="9197" y="19353"/>
                  </a:lnTo>
                  <a:lnTo>
                    <a:pt x="9696" y="19366"/>
                  </a:lnTo>
                  <a:lnTo>
                    <a:pt x="10196" y="19353"/>
                  </a:lnTo>
                  <a:lnTo>
                    <a:pt x="10682" y="19314"/>
                  </a:lnTo>
                  <a:lnTo>
                    <a:pt x="11169" y="19263"/>
                  </a:lnTo>
                  <a:lnTo>
                    <a:pt x="11643" y="19174"/>
                  </a:lnTo>
                  <a:lnTo>
                    <a:pt x="12117" y="19058"/>
                  </a:lnTo>
                  <a:lnTo>
                    <a:pt x="12565" y="18930"/>
                  </a:lnTo>
                  <a:lnTo>
                    <a:pt x="13026" y="18777"/>
                  </a:lnTo>
                  <a:lnTo>
                    <a:pt x="13462" y="18610"/>
                  </a:lnTo>
                  <a:lnTo>
                    <a:pt x="13884" y="18418"/>
                  </a:lnTo>
                  <a:lnTo>
                    <a:pt x="14307" y="18200"/>
                  </a:lnTo>
                  <a:lnTo>
                    <a:pt x="14717" y="17970"/>
                  </a:lnTo>
                  <a:lnTo>
                    <a:pt x="15101" y="17714"/>
                  </a:lnTo>
                  <a:lnTo>
                    <a:pt x="15485" y="17445"/>
                  </a:lnTo>
                  <a:lnTo>
                    <a:pt x="15857" y="17163"/>
                  </a:lnTo>
                  <a:lnTo>
                    <a:pt x="16203" y="16855"/>
                  </a:lnTo>
                  <a:lnTo>
                    <a:pt x="16536" y="16535"/>
                  </a:lnTo>
                  <a:lnTo>
                    <a:pt x="16856" y="16202"/>
                  </a:lnTo>
                  <a:lnTo>
                    <a:pt x="17163" y="15844"/>
                  </a:lnTo>
                  <a:lnTo>
                    <a:pt x="17458" y="15485"/>
                  </a:lnTo>
                  <a:lnTo>
                    <a:pt x="17727" y="15101"/>
                  </a:lnTo>
                  <a:lnTo>
                    <a:pt x="17970" y="14704"/>
                  </a:lnTo>
                  <a:lnTo>
                    <a:pt x="18201" y="14307"/>
                  </a:lnTo>
                  <a:lnTo>
                    <a:pt x="18418" y="13884"/>
                  </a:lnTo>
                  <a:lnTo>
                    <a:pt x="18611" y="13448"/>
                  </a:lnTo>
                  <a:lnTo>
                    <a:pt x="18790" y="13013"/>
                  </a:lnTo>
                  <a:lnTo>
                    <a:pt x="18944" y="12565"/>
                  </a:lnTo>
                  <a:lnTo>
                    <a:pt x="19072" y="12104"/>
                  </a:lnTo>
                  <a:lnTo>
                    <a:pt x="19174" y="11630"/>
                  </a:lnTo>
                  <a:lnTo>
                    <a:pt x="19264" y="11156"/>
                  </a:lnTo>
                  <a:lnTo>
                    <a:pt x="19328" y="10669"/>
                  </a:lnTo>
                  <a:lnTo>
                    <a:pt x="19366" y="10182"/>
                  </a:lnTo>
                  <a:lnTo>
                    <a:pt x="19379" y="9683"/>
                  </a:lnTo>
                  <a:lnTo>
                    <a:pt x="19366" y="9183"/>
                  </a:lnTo>
                  <a:lnTo>
                    <a:pt x="19328" y="8697"/>
                  </a:lnTo>
                  <a:lnTo>
                    <a:pt x="19264" y="8210"/>
                  </a:lnTo>
                  <a:lnTo>
                    <a:pt x="19174" y="7736"/>
                  </a:lnTo>
                  <a:lnTo>
                    <a:pt x="19072" y="7262"/>
                  </a:lnTo>
                  <a:lnTo>
                    <a:pt x="18944" y="6801"/>
                  </a:lnTo>
                  <a:lnTo>
                    <a:pt x="18790" y="6353"/>
                  </a:lnTo>
                  <a:lnTo>
                    <a:pt x="18611" y="5917"/>
                  </a:lnTo>
                  <a:lnTo>
                    <a:pt x="18418" y="5482"/>
                  </a:lnTo>
                  <a:lnTo>
                    <a:pt x="18201" y="5072"/>
                  </a:lnTo>
                  <a:lnTo>
                    <a:pt x="17970" y="4662"/>
                  </a:lnTo>
                  <a:lnTo>
                    <a:pt x="17727" y="4265"/>
                  </a:lnTo>
                  <a:lnTo>
                    <a:pt x="17458" y="3894"/>
                  </a:lnTo>
                  <a:lnTo>
                    <a:pt x="17163" y="3522"/>
                  </a:lnTo>
                  <a:lnTo>
                    <a:pt x="16856" y="3177"/>
                  </a:lnTo>
                  <a:lnTo>
                    <a:pt x="16536" y="2831"/>
                  </a:lnTo>
                  <a:lnTo>
                    <a:pt x="16203" y="2511"/>
                  </a:lnTo>
                  <a:lnTo>
                    <a:pt x="15857" y="2216"/>
                  </a:lnTo>
                  <a:lnTo>
                    <a:pt x="15485" y="1921"/>
                  </a:lnTo>
                  <a:lnTo>
                    <a:pt x="15101" y="1652"/>
                  </a:lnTo>
                  <a:lnTo>
                    <a:pt x="14717" y="1396"/>
                  </a:lnTo>
                  <a:lnTo>
                    <a:pt x="14307" y="1166"/>
                  </a:lnTo>
                  <a:lnTo>
                    <a:pt x="13884" y="948"/>
                  </a:lnTo>
                  <a:lnTo>
                    <a:pt x="13462" y="756"/>
                  </a:lnTo>
                  <a:lnTo>
                    <a:pt x="13026" y="589"/>
                  </a:lnTo>
                  <a:lnTo>
                    <a:pt x="12565" y="436"/>
                  </a:lnTo>
                  <a:lnTo>
                    <a:pt x="12117" y="308"/>
                  </a:lnTo>
                  <a:lnTo>
                    <a:pt x="11643" y="192"/>
                  </a:lnTo>
                  <a:lnTo>
                    <a:pt x="11169" y="115"/>
                  </a:lnTo>
                  <a:lnTo>
                    <a:pt x="10682" y="51"/>
                  </a:lnTo>
                  <a:lnTo>
                    <a:pt x="10196" y="13"/>
                  </a:lnTo>
                  <a:lnTo>
                    <a:pt x="96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6"/>
            <p:cNvSpPr/>
            <p:nvPr/>
          </p:nvSpPr>
          <p:spPr>
            <a:xfrm>
              <a:off x="1612150" y="1515775"/>
              <a:ext cx="418525" cy="418850"/>
            </a:xfrm>
            <a:custGeom>
              <a:avLst/>
              <a:gdLst/>
              <a:ahLst/>
              <a:cxnLst/>
              <a:rect l="l" t="t" r="r" b="b"/>
              <a:pathLst>
                <a:path w="16741" h="16754" extrusionOk="0">
                  <a:moveTo>
                    <a:pt x="8377" y="1"/>
                  </a:moveTo>
                  <a:lnTo>
                    <a:pt x="7942" y="13"/>
                  </a:lnTo>
                  <a:lnTo>
                    <a:pt x="7519" y="52"/>
                  </a:lnTo>
                  <a:lnTo>
                    <a:pt x="7096" y="103"/>
                  </a:lnTo>
                  <a:lnTo>
                    <a:pt x="6687" y="180"/>
                  </a:lnTo>
                  <a:lnTo>
                    <a:pt x="6277" y="270"/>
                  </a:lnTo>
                  <a:lnTo>
                    <a:pt x="5880" y="385"/>
                  </a:lnTo>
                  <a:lnTo>
                    <a:pt x="5495" y="513"/>
                  </a:lnTo>
                  <a:lnTo>
                    <a:pt x="5111" y="667"/>
                  </a:lnTo>
                  <a:lnTo>
                    <a:pt x="4740" y="833"/>
                  </a:lnTo>
                  <a:lnTo>
                    <a:pt x="4381" y="1012"/>
                  </a:lnTo>
                  <a:lnTo>
                    <a:pt x="4035" y="1217"/>
                  </a:lnTo>
                  <a:lnTo>
                    <a:pt x="3690" y="1435"/>
                  </a:lnTo>
                  <a:lnTo>
                    <a:pt x="3357" y="1666"/>
                  </a:lnTo>
                  <a:lnTo>
                    <a:pt x="3049" y="1922"/>
                  </a:lnTo>
                  <a:lnTo>
                    <a:pt x="2742" y="2178"/>
                  </a:lnTo>
                  <a:lnTo>
                    <a:pt x="2447" y="2460"/>
                  </a:lnTo>
                  <a:lnTo>
                    <a:pt x="2178" y="2754"/>
                  </a:lnTo>
                  <a:lnTo>
                    <a:pt x="1909" y="3049"/>
                  </a:lnTo>
                  <a:lnTo>
                    <a:pt x="1666" y="3369"/>
                  </a:lnTo>
                  <a:lnTo>
                    <a:pt x="1423" y="3702"/>
                  </a:lnTo>
                  <a:lnTo>
                    <a:pt x="1205" y="4035"/>
                  </a:lnTo>
                  <a:lnTo>
                    <a:pt x="1013" y="4381"/>
                  </a:lnTo>
                  <a:lnTo>
                    <a:pt x="821" y="4752"/>
                  </a:lnTo>
                  <a:lnTo>
                    <a:pt x="654" y="5124"/>
                  </a:lnTo>
                  <a:lnTo>
                    <a:pt x="513" y="5495"/>
                  </a:lnTo>
                  <a:lnTo>
                    <a:pt x="372" y="5892"/>
                  </a:lnTo>
                  <a:lnTo>
                    <a:pt x="257" y="6289"/>
                  </a:lnTo>
                  <a:lnTo>
                    <a:pt x="167" y="6686"/>
                  </a:lnTo>
                  <a:lnTo>
                    <a:pt x="91" y="7109"/>
                  </a:lnTo>
                  <a:lnTo>
                    <a:pt x="39" y="7519"/>
                  </a:lnTo>
                  <a:lnTo>
                    <a:pt x="14" y="7941"/>
                  </a:lnTo>
                  <a:lnTo>
                    <a:pt x="1" y="8377"/>
                  </a:lnTo>
                  <a:lnTo>
                    <a:pt x="14" y="8812"/>
                  </a:lnTo>
                  <a:lnTo>
                    <a:pt x="39" y="9235"/>
                  </a:lnTo>
                  <a:lnTo>
                    <a:pt x="91" y="9658"/>
                  </a:lnTo>
                  <a:lnTo>
                    <a:pt x="167" y="10068"/>
                  </a:lnTo>
                  <a:lnTo>
                    <a:pt x="257" y="10465"/>
                  </a:lnTo>
                  <a:lnTo>
                    <a:pt x="372" y="10862"/>
                  </a:lnTo>
                  <a:lnTo>
                    <a:pt x="513" y="11259"/>
                  </a:lnTo>
                  <a:lnTo>
                    <a:pt x="654" y="11643"/>
                  </a:lnTo>
                  <a:lnTo>
                    <a:pt x="821" y="12014"/>
                  </a:lnTo>
                  <a:lnTo>
                    <a:pt x="1013" y="12373"/>
                  </a:lnTo>
                  <a:lnTo>
                    <a:pt x="1205" y="12719"/>
                  </a:lnTo>
                  <a:lnTo>
                    <a:pt x="1423" y="13065"/>
                  </a:lnTo>
                  <a:lnTo>
                    <a:pt x="1666" y="13385"/>
                  </a:lnTo>
                  <a:lnTo>
                    <a:pt x="1909" y="13705"/>
                  </a:lnTo>
                  <a:lnTo>
                    <a:pt x="2178" y="14012"/>
                  </a:lnTo>
                  <a:lnTo>
                    <a:pt x="2447" y="14294"/>
                  </a:lnTo>
                  <a:lnTo>
                    <a:pt x="2742" y="14576"/>
                  </a:lnTo>
                  <a:lnTo>
                    <a:pt x="3049" y="14845"/>
                  </a:lnTo>
                  <a:lnTo>
                    <a:pt x="3357" y="15088"/>
                  </a:lnTo>
                  <a:lnTo>
                    <a:pt x="3690" y="15319"/>
                  </a:lnTo>
                  <a:lnTo>
                    <a:pt x="4035" y="15537"/>
                  </a:lnTo>
                  <a:lnTo>
                    <a:pt x="4381" y="15741"/>
                  </a:lnTo>
                  <a:lnTo>
                    <a:pt x="4740" y="15921"/>
                  </a:lnTo>
                  <a:lnTo>
                    <a:pt x="5111" y="16087"/>
                  </a:lnTo>
                  <a:lnTo>
                    <a:pt x="5495" y="16241"/>
                  </a:lnTo>
                  <a:lnTo>
                    <a:pt x="5880" y="16369"/>
                  </a:lnTo>
                  <a:lnTo>
                    <a:pt x="6277" y="16484"/>
                  </a:lnTo>
                  <a:lnTo>
                    <a:pt x="6687" y="16587"/>
                  </a:lnTo>
                  <a:lnTo>
                    <a:pt x="7096" y="16651"/>
                  </a:lnTo>
                  <a:lnTo>
                    <a:pt x="7519" y="16702"/>
                  </a:lnTo>
                  <a:lnTo>
                    <a:pt x="7942" y="16741"/>
                  </a:lnTo>
                  <a:lnTo>
                    <a:pt x="8377" y="16753"/>
                  </a:lnTo>
                  <a:lnTo>
                    <a:pt x="8800" y="16741"/>
                  </a:lnTo>
                  <a:lnTo>
                    <a:pt x="9223" y="16702"/>
                  </a:lnTo>
                  <a:lnTo>
                    <a:pt x="9645" y="16651"/>
                  </a:lnTo>
                  <a:lnTo>
                    <a:pt x="10055" y="16587"/>
                  </a:lnTo>
                  <a:lnTo>
                    <a:pt x="10465" y="16484"/>
                  </a:lnTo>
                  <a:lnTo>
                    <a:pt x="10862" y="16369"/>
                  </a:lnTo>
                  <a:lnTo>
                    <a:pt x="11246" y="16241"/>
                  </a:lnTo>
                  <a:lnTo>
                    <a:pt x="11630" y="16087"/>
                  </a:lnTo>
                  <a:lnTo>
                    <a:pt x="12002" y="15921"/>
                  </a:lnTo>
                  <a:lnTo>
                    <a:pt x="12360" y="15741"/>
                  </a:lnTo>
                  <a:lnTo>
                    <a:pt x="12719" y="15537"/>
                  </a:lnTo>
                  <a:lnTo>
                    <a:pt x="13052" y="15319"/>
                  </a:lnTo>
                  <a:lnTo>
                    <a:pt x="13385" y="15088"/>
                  </a:lnTo>
                  <a:lnTo>
                    <a:pt x="13693" y="14845"/>
                  </a:lnTo>
                  <a:lnTo>
                    <a:pt x="14000" y="14576"/>
                  </a:lnTo>
                  <a:lnTo>
                    <a:pt x="14294" y="14294"/>
                  </a:lnTo>
                  <a:lnTo>
                    <a:pt x="14576" y="14012"/>
                  </a:lnTo>
                  <a:lnTo>
                    <a:pt x="14832" y="13705"/>
                  </a:lnTo>
                  <a:lnTo>
                    <a:pt x="15076" y="13385"/>
                  </a:lnTo>
                  <a:lnTo>
                    <a:pt x="15319" y="13065"/>
                  </a:lnTo>
                  <a:lnTo>
                    <a:pt x="15537" y="12719"/>
                  </a:lnTo>
                  <a:lnTo>
                    <a:pt x="15729" y="12373"/>
                  </a:lnTo>
                  <a:lnTo>
                    <a:pt x="15921" y="12014"/>
                  </a:lnTo>
                  <a:lnTo>
                    <a:pt x="16088" y="11643"/>
                  </a:lnTo>
                  <a:lnTo>
                    <a:pt x="16241" y="11259"/>
                  </a:lnTo>
                  <a:lnTo>
                    <a:pt x="16369" y="10862"/>
                  </a:lnTo>
                  <a:lnTo>
                    <a:pt x="16485" y="10465"/>
                  </a:lnTo>
                  <a:lnTo>
                    <a:pt x="16574" y="10068"/>
                  </a:lnTo>
                  <a:lnTo>
                    <a:pt x="16651" y="9658"/>
                  </a:lnTo>
                  <a:lnTo>
                    <a:pt x="16702" y="9235"/>
                  </a:lnTo>
                  <a:lnTo>
                    <a:pt x="16741" y="8812"/>
                  </a:lnTo>
                  <a:lnTo>
                    <a:pt x="16741" y="8377"/>
                  </a:lnTo>
                  <a:lnTo>
                    <a:pt x="16741" y="7941"/>
                  </a:lnTo>
                  <a:lnTo>
                    <a:pt x="16702" y="7519"/>
                  </a:lnTo>
                  <a:lnTo>
                    <a:pt x="16651" y="7109"/>
                  </a:lnTo>
                  <a:lnTo>
                    <a:pt x="16574" y="6686"/>
                  </a:lnTo>
                  <a:lnTo>
                    <a:pt x="16485" y="6289"/>
                  </a:lnTo>
                  <a:lnTo>
                    <a:pt x="16369" y="5892"/>
                  </a:lnTo>
                  <a:lnTo>
                    <a:pt x="16241" y="5495"/>
                  </a:lnTo>
                  <a:lnTo>
                    <a:pt x="16088" y="5124"/>
                  </a:lnTo>
                  <a:lnTo>
                    <a:pt x="15921" y="4752"/>
                  </a:lnTo>
                  <a:lnTo>
                    <a:pt x="15729" y="4381"/>
                  </a:lnTo>
                  <a:lnTo>
                    <a:pt x="15537" y="4035"/>
                  </a:lnTo>
                  <a:lnTo>
                    <a:pt x="15319" y="3702"/>
                  </a:lnTo>
                  <a:lnTo>
                    <a:pt x="15076" y="3369"/>
                  </a:lnTo>
                  <a:lnTo>
                    <a:pt x="14832" y="3049"/>
                  </a:lnTo>
                  <a:lnTo>
                    <a:pt x="14576" y="2754"/>
                  </a:lnTo>
                  <a:lnTo>
                    <a:pt x="14294" y="2460"/>
                  </a:lnTo>
                  <a:lnTo>
                    <a:pt x="14000" y="2178"/>
                  </a:lnTo>
                  <a:lnTo>
                    <a:pt x="13693" y="1922"/>
                  </a:lnTo>
                  <a:lnTo>
                    <a:pt x="13385" y="1666"/>
                  </a:lnTo>
                  <a:lnTo>
                    <a:pt x="13052" y="1435"/>
                  </a:lnTo>
                  <a:lnTo>
                    <a:pt x="12719" y="1217"/>
                  </a:lnTo>
                  <a:lnTo>
                    <a:pt x="12360" y="1012"/>
                  </a:lnTo>
                  <a:lnTo>
                    <a:pt x="12002" y="833"/>
                  </a:lnTo>
                  <a:lnTo>
                    <a:pt x="11630" y="667"/>
                  </a:lnTo>
                  <a:lnTo>
                    <a:pt x="11246" y="513"/>
                  </a:lnTo>
                  <a:lnTo>
                    <a:pt x="10862" y="385"/>
                  </a:lnTo>
                  <a:lnTo>
                    <a:pt x="10465" y="270"/>
                  </a:lnTo>
                  <a:lnTo>
                    <a:pt x="10055" y="180"/>
                  </a:lnTo>
                  <a:lnTo>
                    <a:pt x="9645" y="103"/>
                  </a:lnTo>
                  <a:lnTo>
                    <a:pt x="9223" y="52"/>
                  </a:lnTo>
                  <a:lnTo>
                    <a:pt x="8800" y="13"/>
                  </a:lnTo>
                  <a:lnTo>
                    <a:pt x="83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6"/>
            <p:cNvSpPr/>
            <p:nvPr/>
          </p:nvSpPr>
          <p:spPr>
            <a:xfrm>
              <a:off x="1690600" y="1594550"/>
              <a:ext cx="261625" cy="261300"/>
            </a:xfrm>
            <a:custGeom>
              <a:avLst/>
              <a:gdLst/>
              <a:ahLst/>
              <a:cxnLst/>
              <a:rect l="l" t="t" r="r" b="b"/>
              <a:pathLst>
                <a:path w="10465" h="10452" extrusionOk="0">
                  <a:moveTo>
                    <a:pt x="4970" y="0"/>
                  </a:moveTo>
                  <a:lnTo>
                    <a:pt x="4701" y="26"/>
                  </a:lnTo>
                  <a:lnTo>
                    <a:pt x="4432" y="52"/>
                  </a:lnTo>
                  <a:lnTo>
                    <a:pt x="4176" y="103"/>
                  </a:lnTo>
                  <a:lnTo>
                    <a:pt x="3933" y="167"/>
                  </a:lnTo>
                  <a:lnTo>
                    <a:pt x="3677" y="231"/>
                  </a:lnTo>
                  <a:lnTo>
                    <a:pt x="3433" y="321"/>
                  </a:lnTo>
                  <a:lnTo>
                    <a:pt x="3203" y="410"/>
                  </a:lnTo>
                  <a:lnTo>
                    <a:pt x="2972" y="513"/>
                  </a:lnTo>
                  <a:lnTo>
                    <a:pt x="2742" y="628"/>
                  </a:lnTo>
                  <a:lnTo>
                    <a:pt x="2524" y="756"/>
                  </a:lnTo>
                  <a:lnTo>
                    <a:pt x="2306" y="884"/>
                  </a:lnTo>
                  <a:lnTo>
                    <a:pt x="2101" y="1038"/>
                  </a:lnTo>
                  <a:lnTo>
                    <a:pt x="1909" y="1191"/>
                  </a:lnTo>
                  <a:lnTo>
                    <a:pt x="1717" y="1358"/>
                  </a:lnTo>
                  <a:lnTo>
                    <a:pt x="1538" y="1524"/>
                  </a:lnTo>
                  <a:lnTo>
                    <a:pt x="1358" y="1717"/>
                  </a:lnTo>
                  <a:lnTo>
                    <a:pt x="1205" y="1896"/>
                  </a:lnTo>
                  <a:lnTo>
                    <a:pt x="1038" y="2101"/>
                  </a:lnTo>
                  <a:lnTo>
                    <a:pt x="897" y="2306"/>
                  </a:lnTo>
                  <a:lnTo>
                    <a:pt x="756" y="2511"/>
                  </a:lnTo>
                  <a:lnTo>
                    <a:pt x="641" y="2728"/>
                  </a:lnTo>
                  <a:lnTo>
                    <a:pt x="526" y="2959"/>
                  </a:lnTo>
                  <a:lnTo>
                    <a:pt x="411" y="3189"/>
                  </a:lnTo>
                  <a:lnTo>
                    <a:pt x="321" y="3433"/>
                  </a:lnTo>
                  <a:lnTo>
                    <a:pt x="244" y="3676"/>
                  </a:lnTo>
                  <a:lnTo>
                    <a:pt x="167" y="3920"/>
                  </a:lnTo>
                  <a:lnTo>
                    <a:pt x="116" y="4176"/>
                  </a:lnTo>
                  <a:lnTo>
                    <a:pt x="65" y="4432"/>
                  </a:lnTo>
                  <a:lnTo>
                    <a:pt x="26" y="4688"/>
                  </a:lnTo>
                  <a:lnTo>
                    <a:pt x="14" y="4957"/>
                  </a:lnTo>
                  <a:lnTo>
                    <a:pt x="1" y="5226"/>
                  </a:lnTo>
                  <a:lnTo>
                    <a:pt x="14" y="5495"/>
                  </a:lnTo>
                  <a:lnTo>
                    <a:pt x="26" y="5764"/>
                  </a:lnTo>
                  <a:lnTo>
                    <a:pt x="65" y="6020"/>
                  </a:lnTo>
                  <a:lnTo>
                    <a:pt x="116" y="6276"/>
                  </a:lnTo>
                  <a:lnTo>
                    <a:pt x="167" y="6532"/>
                  </a:lnTo>
                  <a:lnTo>
                    <a:pt x="244" y="6789"/>
                  </a:lnTo>
                  <a:lnTo>
                    <a:pt x="321" y="7019"/>
                  </a:lnTo>
                  <a:lnTo>
                    <a:pt x="411" y="7262"/>
                  </a:lnTo>
                  <a:lnTo>
                    <a:pt x="526" y="7493"/>
                  </a:lnTo>
                  <a:lnTo>
                    <a:pt x="641" y="7723"/>
                  </a:lnTo>
                  <a:lnTo>
                    <a:pt x="756" y="7941"/>
                  </a:lnTo>
                  <a:lnTo>
                    <a:pt x="897" y="8146"/>
                  </a:lnTo>
                  <a:lnTo>
                    <a:pt x="1038" y="8351"/>
                  </a:lnTo>
                  <a:lnTo>
                    <a:pt x="1205" y="8556"/>
                  </a:lnTo>
                  <a:lnTo>
                    <a:pt x="1358" y="8748"/>
                  </a:lnTo>
                  <a:lnTo>
                    <a:pt x="1538" y="8927"/>
                  </a:lnTo>
                  <a:lnTo>
                    <a:pt x="1717" y="9094"/>
                  </a:lnTo>
                  <a:lnTo>
                    <a:pt x="1909" y="9260"/>
                  </a:lnTo>
                  <a:lnTo>
                    <a:pt x="2101" y="9414"/>
                  </a:lnTo>
                  <a:lnTo>
                    <a:pt x="2306" y="9568"/>
                  </a:lnTo>
                  <a:lnTo>
                    <a:pt x="2524" y="9696"/>
                  </a:lnTo>
                  <a:lnTo>
                    <a:pt x="2742" y="9824"/>
                  </a:lnTo>
                  <a:lnTo>
                    <a:pt x="2972" y="9939"/>
                  </a:lnTo>
                  <a:lnTo>
                    <a:pt x="3203" y="10042"/>
                  </a:lnTo>
                  <a:lnTo>
                    <a:pt x="3433" y="10144"/>
                  </a:lnTo>
                  <a:lnTo>
                    <a:pt x="3677" y="10221"/>
                  </a:lnTo>
                  <a:lnTo>
                    <a:pt x="3933" y="10298"/>
                  </a:lnTo>
                  <a:lnTo>
                    <a:pt x="4176" y="10349"/>
                  </a:lnTo>
                  <a:lnTo>
                    <a:pt x="4432" y="10400"/>
                  </a:lnTo>
                  <a:lnTo>
                    <a:pt x="4701" y="10426"/>
                  </a:lnTo>
                  <a:lnTo>
                    <a:pt x="4970" y="10452"/>
                  </a:lnTo>
                  <a:lnTo>
                    <a:pt x="5508" y="10452"/>
                  </a:lnTo>
                  <a:lnTo>
                    <a:pt x="5764" y="10426"/>
                  </a:lnTo>
                  <a:lnTo>
                    <a:pt x="6033" y="10400"/>
                  </a:lnTo>
                  <a:lnTo>
                    <a:pt x="6289" y="10349"/>
                  </a:lnTo>
                  <a:lnTo>
                    <a:pt x="6546" y="10298"/>
                  </a:lnTo>
                  <a:lnTo>
                    <a:pt x="6789" y="10221"/>
                  </a:lnTo>
                  <a:lnTo>
                    <a:pt x="7032" y="10144"/>
                  </a:lnTo>
                  <a:lnTo>
                    <a:pt x="7276" y="10042"/>
                  </a:lnTo>
                  <a:lnTo>
                    <a:pt x="7506" y="9939"/>
                  </a:lnTo>
                  <a:lnTo>
                    <a:pt x="7724" y="9824"/>
                  </a:lnTo>
                  <a:lnTo>
                    <a:pt x="7942" y="9696"/>
                  </a:lnTo>
                  <a:lnTo>
                    <a:pt x="8159" y="9568"/>
                  </a:lnTo>
                  <a:lnTo>
                    <a:pt x="8364" y="9414"/>
                  </a:lnTo>
                  <a:lnTo>
                    <a:pt x="8556" y="9260"/>
                  </a:lnTo>
                  <a:lnTo>
                    <a:pt x="8749" y="9094"/>
                  </a:lnTo>
                  <a:lnTo>
                    <a:pt x="8928" y="8927"/>
                  </a:lnTo>
                  <a:lnTo>
                    <a:pt x="9107" y="8748"/>
                  </a:lnTo>
                  <a:lnTo>
                    <a:pt x="9274" y="8556"/>
                  </a:lnTo>
                  <a:lnTo>
                    <a:pt x="9427" y="8351"/>
                  </a:lnTo>
                  <a:lnTo>
                    <a:pt x="9568" y="8146"/>
                  </a:lnTo>
                  <a:lnTo>
                    <a:pt x="9709" y="7941"/>
                  </a:lnTo>
                  <a:lnTo>
                    <a:pt x="9837" y="7723"/>
                  </a:lnTo>
                  <a:lnTo>
                    <a:pt x="9953" y="7493"/>
                  </a:lnTo>
                  <a:lnTo>
                    <a:pt x="10055" y="7262"/>
                  </a:lnTo>
                  <a:lnTo>
                    <a:pt x="10145" y="7019"/>
                  </a:lnTo>
                  <a:lnTo>
                    <a:pt x="10234" y="6789"/>
                  </a:lnTo>
                  <a:lnTo>
                    <a:pt x="10298" y="6532"/>
                  </a:lnTo>
                  <a:lnTo>
                    <a:pt x="10362" y="6276"/>
                  </a:lnTo>
                  <a:lnTo>
                    <a:pt x="10401" y="6020"/>
                  </a:lnTo>
                  <a:lnTo>
                    <a:pt x="10439" y="5764"/>
                  </a:lnTo>
                  <a:lnTo>
                    <a:pt x="10452" y="5495"/>
                  </a:lnTo>
                  <a:lnTo>
                    <a:pt x="10465" y="5226"/>
                  </a:lnTo>
                  <a:lnTo>
                    <a:pt x="10452" y="4957"/>
                  </a:lnTo>
                  <a:lnTo>
                    <a:pt x="10439" y="4688"/>
                  </a:lnTo>
                  <a:lnTo>
                    <a:pt x="10401" y="4432"/>
                  </a:lnTo>
                  <a:lnTo>
                    <a:pt x="10362" y="4176"/>
                  </a:lnTo>
                  <a:lnTo>
                    <a:pt x="10298" y="3920"/>
                  </a:lnTo>
                  <a:lnTo>
                    <a:pt x="10234" y="3676"/>
                  </a:lnTo>
                  <a:lnTo>
                    <a:pt x="10145" y="3433"/>
                  </a:lnTo>
                  <a:lnTo>
                    <a:pt x="10055" y="3189"/>
                  </a:lnTo>
                  <a:lnTo>
                    <a:pt x="9953" y="2959"/>
                  </a:lnTo>
                  <a:lnTo>
                    <a:pt x="9837" y="2728"/>
                  </a:lnTo>
                  <a:lnTo>
                    <a:pt x="9709" y="2511"/>
                  </a:lnTo>
                  <a:lnTo>
                    <a:pt x="9568" y="2306"/>
                  </a:lnTo>
                  <a:lnTo>
                    <a:pt x="9427" y="2101"/>
                  </a:lnTo>
                  <a:lnTo>
                    <a:pt x="9274" y="1896"/>
                  </a:lnTo>
                  <a:lnTo>
                    <a:pt x="9107" y="1717"/>
                  </a:lnTo>
                  <a:lnTo>
                    <a:pt x="8928" y="1524"/>
                  </a:lnTo>
                  <a:lnTo>
                    <a:pt x="8749" y="1358"/>
                  </a:lnTo>
                  <a:lnTo>
                    <a:pt x="8556" y="1191"/>
                  </a:lnTo>
                  <a:lnTo>
                    <a:pt x="8364" y="1038"/>
                  </a:lnTo>
                  <a:lnTo>
                    <a:pt x="8159" y="884"/>
                  </a:lnTo>
                  <a:lnTo>
                    <a:pt x="7942" y="756"/>
                  </a:lnTo>
                  <a:lnTo>
                    <a:pt x="7724" y="628"/>
                  </a:lnTo>
                  <a:lnTo>
                    <a:pt x="7506" y="513"/>
                  </a:lnTo>
                  <a:lnTo>
                    <a:pt x="7276" y="410"/>
                  </a:lnTo>
                  <a:lnTo>
                    <a:pt x="7032" y="321"/>
                  </a:lnTo>
                  <a:lnTo>
                    <a:pt x="6789" y="231"/>
                  </a:lnTo>
                  <a:lnTo>
                    <a:pt x="6546" y="167"/>
                  </a:lnTo>
                  <a:lnTo>
                    <a:pt x="6289" y="103"/>
                  </a:lnTo>
                  <a:lnTo>
                    <a:pt x="6033" y="52"/>
                  </a:lnTo>
                  <a:lnTo>
                    <a:pt x="5764" y="26"/>
                  </a:lnTo>
                  <a:lnTo>
                    <a:pt x="5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6"/>
            <p:cNvSpPr/>
            <p:nvPr/>
          </p:nvSpPr>
          <p:spPr>
            <a:xfrm>
              <a:off x="1721025" y="1624650"/>
              <a:ext cx="200800" cy="201100"/>
            </a:xfrm>
            <a:custGeom>
              <a:avLst/>
              <a:gdLst/>
              <a:ahLst/>
              <a:cxnLst/>
              <a:rect l="l" t="t" r="r" b="b"/>
              <a:pathLst>
                <a:path w="8032" h="8044" extrusionOk="0">
                  <a:moveTo>
                    <a:pt x="4022" y="0"/>
                  </a:moveTo>
                  <a:lnTo>
                    <a:pt x="3805" y="13"/>
                  </a:lnTo>
                  <a:lnTo>
                    <a:pt x="3612" y="26"/>
                  </a:lnTo>
                  <a:lnTo>
                    <a:pt x="3407" y="52"/>
                  </a:lnTo>
                  <a:lnTo>
                    <a:pt x="3203" y="90"/>
                  </a:lnTo>
                  <a:lnTo>
                    <a:pt x="3010" y="128"/>
                  </a:lnTo>
                  <a:lnTo>
                    <a:pt x="2818" y="180"/>
                  </a:lnTo>
                  <a:lnTo>
                    <a:pt x="2639" y="244"/>
                  </a:lnTo>
                  <a:lnTo>
                    <a:pt x="2447" y="320"/>
                  </a:lnTo>
                  <a:lnTo>
                    <a:pt x="2280" y="397"/>
                  </a:lnTo>
                  <a:lnTo>
                    <a:pt x="2101" y="487"/>
                  </a:lnTo>
                  <a:lnTo>
                    <a:pt x="1935" y="589"/>
                  </a:lnTo>
                  <a:lnTo>
                    <a:pt x="1768" y="692"/>
                  </a:lnTo>
                  <a:lnTo>
                    <a:pt x="1614" y="807"/>
                  </a:lnTo>
                  <a:lnTo>
                    <a:pt x="1461" y="922"/>
                  </a:lnTo>
                  <a:lnTo>
                    <a:pt x="1320" y="1051"/>
                  </a:lnTo>
                  <a:lnTo>
                    <a:pt x="1179" y="1179"/>
                  </a:lnTo>
                  <a:lnTo>
                    <a:pt x="1038" y="1319"/>
                  </a:lnTo>
                  <a:lnTo>
                    <a:pt x="910" y="1460"/>
                  </a:lnTo>
                  <a:lnTo>
                    <a:pt x="795" y="1614"/>
                  </a:lnTo>
                  <a:lnTo>
                    <a:pt x="679" y="1781"/>
                  </a:lnTo>
                  <a:lnTo>
                    <a:pt x="577" y="1934"/>
                  </a:lnTo>
                  <a:lnTo>
                    <a:pt x="487" y="2101"/>
                  </a:lnTo>
                  <a:lnTo>
                    <a:pt x="398" y="2280"/>
                  </a:lnTo>
                  <a:lnTo>
                    <a:pt x="308" y="2459"/>
                  </a:lnTo>
                  <a:lnTo>
                    <a:pt x="244" y="2639"/>
                  </a:lnTo>
                  <a:lnTo>
                    <a:pt x="180" y="2831"/>
                  </a:lnTo>
                  <a:lnTo>
                    <a:pt x="129" y="3023"/>
                  </a:lnTo>
                  <a:lnTo>
                    <a:pt x="77" y="3215"/>
                  </a:lnTo>
                  <a:lnTo>
                    <a:pt x="39" y="3407"/>
                  </a:lnTo>
                  <a:lnTo>
                    <a:pt x="13" y="3612"/>
                  </a:lnTo>
                  <a:lnTo>
                    <a:pt x="1" y="3817"/>
                  </a:lnTo>
                  <a:lnTo>
                    <a:pt x="1" y="4022"/>
                  </a:lnTo>
                  <a:lnTo>
                    <a:pt x="1" y="4227"/>
                  </a:lnTo>
                  <a:lnTo>
                    <a:pt x="13" y="4432"/>
                  </a:lnTo>
                  <a:lnTo>
                    <a:pt x="39" y="4637"/>
                  </a:lnTo>
                  <a:lnTo>
                    <a:pt x="77" y="4829"/>
                  </a:lnTo>
                  <a:lnTo>
                    <a:pt x="129" y="5034"/>
                  </a:lnTo>
                  <a:lnTo>
                    <a:pt x="180" y="5213"/>
                  </a:lnTo>
                  <a:lnTo>
                    <a:pt x="244" y="5405"/>
                  </a:lnTo>
                  <a:lnTo>
                    <a:pt x="308" y="5585"/>
                  </a:lnTo>
                  <a:lnTo>
                    <a:pt x="398" y="5764"/>
                  </a:lnTo>
                  <a:lnTo>
                    <a:pt x="487" y="5943"/>
                  </a:lnTo>
                  <a:lnTo>
                    <a:pt x="577" y="6110"/>
                  </a:lnTo>
                  <a:lnTo>
                    <a:pt x="679" y="6276"/>
                  </a:lnTo>
                  <a:lnTo>
                    <a:pt x="795" y="6430"/>
                  </a:lnTo>
                  <a:lnTo>
                    <a:pt x="910" y="6584"/>
                  </a:lnTo>
                  <a:lnTo>
                    <a:pt x="1038" y="6724"/>
                  </a:lnTo>
                  <a:lnTo>
                    <a:pt x="1179" y="6865"/>
                  </a:lnTo>
                  <a:lnTo>
                    <a:pt x="1320" y="6993"/>
                  </a:lnTo>
                  <a:lnTo>
                    <a:pt x="1461" y="7121"/>
                  </a:lnTo>
                  <a:lnTo>
                    <a:pt x="1614" y="7250"/>
                  </a:lnTo>
                  <a:lnTo>
                    <a:pt x="1768" y="7352"/>
                  </a:lnTo>
                  <a:lnTo>
                    <a:pt x="1935" y="7467"/>
                  </a:lnTo>
                  <a:lnTo>
                    <a:pt x="2101" y="7557"/>
                  </a:lnTo>
                  <a:lnTo>
                    <a:pt x="2280" y="7647"/>
                  </a:lnTo>
                  <a:lnTo>
                    <a:pt x="2447" y="7723"/>
                  </a:lnTo>
                  <a:lnTo>
                    <a:pt x="2639" y="7800"/>
                  </a:lnTo>
                  <a:lnTo>
                    <a:pt x="2818" y="7864"/>
                  </a:lnTo>
                  <a:lnTo>
                    <a:pt x="3010" y="7916"/>
                  </a:lnTo>
                  <a:lnTo>
                    <a:pt x="3203" y="7967"/>
                  </a:lnTo>
                  <a:lnTo>
                    <a:pt x="3407" y="7992"/>
                  </a:lnTo>
                  <a:lnTo>
                    <a:pt x="3612" y="8018"/>
                  </a:lnTo>
                  <a:lnTo>
                    <a:pt x="3805" y="8044"/>
                  </a:lnTo>
                  <a:lnTo>
                    <a:pt x="4227" y="8044"/>
                  </a:lnTo>
                  <a:lnTo>
                    <a:pt x="4432" y="8018"/>
                  </a:lnTo>
                  <a:lnTo>
                    <a:pt x="4624" y="7992"/>
                  </a:lnTo>
                  <a:lnTo>
                    <a:pt x="4829" y="7967"/>
                  </a:lnTo>
                  <a:lnTo>
                    <a:pt x="5021" y="7916"/>
                  </a:lnTo>
                  <a:lnTo>
                    <a:pt x="5213" y="7864"/>
                  </a:lnTo>
                  <a:lnTo>
                    <a:pt x="5405" y="7800"/>
                  </a:lnTo>
                  <a:lnTo>
                    <a:pt x="5585" y="7723"/>
                  </a:lnTo>
                  <a:lnTo>
                    <a:pt x="5764" y="7647"/>
                  </a:lnTo>
                  <a:lnTo>
                    <a:pt x="5931" y="7557"/>
                  </a:lnTo>
                  <a:lnTo>
                    <a:pt x="6097" y="7467"/>
                  </a:lnTo>
                  <a:lnTo>
                    <a:pt x="6264" y="7352"/>
                  </a:lnTo>
                  <a:lnTo>
                    <a:pt x="6417" y="7250"/>
                  </a:lnTo>
                  <a:lnTo>
                    <a:pt x="6571" y="7121"/>
                  </a:lnTo>
                  <a:lnTo>
                    <a:pt x="6725" y="6993"/>
                  </a:lnTo>
                  <a:lnTo>
                    <a:pt x="6866" y="6865"/>
                  </a:lnTo>
                  <a:lnTo>
                    <a:pt x="6994" y="6724"/>
                  </a:lnTo>
                  <a:lnTo>
                    <a:pt x="7122" y="6584"/>
                  </a:lnTo>
                  <a:lnTo>
                    <a:pt x="7237" y="6430"/>
                  </a:lnTo>
                  <a:lnTo>
                    <a:pt x="7352" y="6276"/>
                  </a:lnTo>
                  <a:lnTo>
                    <a:pt x="7455" y="6110"/>
                  </a:lnTo>
                  <a:lnTo>
                    <a:pt x="7557" y="5943"/>
                  </a:lnTo>
                  <a:lnTo>
                    <a:pt x="7647" y="5764"/>
                  </a:lnTo>
                  <a:lnTo>
                    <a:pt x="7724" y="5585"/>
                  </a:lnTo>
                  <a:lnTo>
                    <a:pt x="7788" y="5405"/>
                  </a:lnTo>
                  <a:lnTo>
                    <a:pt x="7852" y="5213"/>
                  </a:lnTo>
                  <a:lnTo>
                    <a:pt x="7916" y="5034"/>
                  </a:lnTo>
                  <a:lnTo>
                    <a:pt x="7954" y="4829"/>
                  </a:lnTo>
                  <a:lnTo>
                    <a:pt x="7993" y="4637"/>
                  </a:lnTo>
                  <a:lnTo>
                    <a:pt x="8018" y="4432"/>
                  </a:lnTo>
                  <a:lnTo>
                    <a:pt x="8031" y="4227"/>
                  </a:lnTo>
                  <a:lnTo>
                    <a:pt x="8031" y="4022"/>
                  </a:lnTo>
                  <a:lnTo>
                    <a:pt x="8031" y="3817"/>
                  </a:lnTo>
                  <a:lnTo>
                    <a:pt x="8018" y="3612"/>
                  </a:lnTo>
                  <a:lnTo>
                    <a:pt x="7993" y="3407"/>
                  </a:lnTo>
                  <a:lnTo>
                    <a:pt x="7954" y="3215"/>
                  </a:lnTo>
                  <a:lnTo>
                    <a:pt x="7916" y="3023"/>
                  </a:lnTo>
                  <a:lnTo>
                    <a:pt x="7852" y="2831"/>
                  </a:lnTo>
                  <a:lnTo>
                    <a:pt x="7788" y="2639"/>
                  </a:lnTo>
                  <a:lnTo>
                    <a:pt x="7724" y="2459"/>
                  </a:lnTo>
                  <a:lnTo>
                    <a:pt x="7647" y="2280"/>
                  </a:lnTo>
                  <a:lnTo>
                    <a:pt x="7557" y="2101"/>
                  </a:lnTo>
                  <a:lnTo>
                    <a:pt x="7455" y="1934"/>
                  </a:lnTo>
                  <a:lnTo>
                    <a:pt x="7352" y="1781"/>
                  </a:lnTo>
                  <a:lnTo>
                    <a:pt x="7237" y="1614"/>
                  </a:lnTo>
                  <a:lnTo>
                    <a:pt x="7122" y="1460"/>
                  </a:lnTo>
                  <a:lnTo>
                    <a:pt x="6994" y="1319"/>
                  </a:lnTo>
                  <a:lnTo>
                    <a:pt x="6866" y="1179"/>
                  </a:lnTo>
                  <a:lnTo>
                    <a:pt x="6725" y="1051"/>
                  </a:lnTo>
                  <a:lnTo>
                    <a:pt x="6571" y="922"/>
                  </a:lnTo>
                  <a:lnTo>
                    <a:pt x="6417" y="807"/>
                  </a:lnTo>
                  <a:lnTo>
                    <a:pt x="6264" y="692"/>
                  </a:lnTo>
                  <a:lnTo>
                    <a:pt x="6097" y="589"/>
                  </a:lnTo>
                  <a:lnTo>
                    <a:pt x="5931" y="487"/>
                  </a:lnTo>
                  <a:lnTo>
                    <a:pt x="5764" y="397"/>
                  </a:lnTo>
                  <a:lnTo>
                    <a:pt x="5585" y="320"/>
                  </a:lnTo>
                  <a:lnTo>
                    <a:pt x="5405" y="244"/>
                  </a:lnTo>
                  <a:lnTo>
                    <a:pt x="5213" y="180"/>
                  </a:lnTo>
                  <a:lnTo>
                    <a:pt x="5021" y="128"/>
                  </a:lnTo>
                  <a:lnTo>
                    <a:pt x="4829" y="90"/>
                  </a:lnTo>
                  <a:lnTo>
                    <a:pt x="4624" y="52"/>
                  </a:lnTo>
                  <a:lnTo>
                    <a:pt x="4432" y="26"/>
                  </a:lnTo>
                  <a:lnTo>
                    <a:pt x="4227" y="13"/>
                  </a:lnTo>
                  <a:lnTo>
                    <a:pt x="40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6"/>
            <p:cNvSpPr/>
            <p:nvPr/>
          </p:nvSpPr>
          <p:spPr>
            <a:xfrm>
              <a:off x="1788900" y="1120025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166" y="0"/>
                  </a:moveTo>
                  <a:lnTo>
                    <a:pt x="1038" y="26"/>
                  </a:lnTo>
                  <a:lnTo>
                    <a:pt x="910" y="51"/>
                  </a:lnTo>
                  <a:lnTo>
                    <a:pt x="795" y="102"/>
                  </a:lnTo>
                  <a:lnTo>
                    <a:pt x="680" y="154"/>
                  </a:lnTo>
                  <a:lnTo>
                    <a:pt x="577" y="218"/>
                  </a:lnTo>
                  <a:lnTo>
                    <a:pt x="475" y="295"/>
                  </a:lnTo>
                  <a:lnTo>
                    <a:pt x="385" y="384"/>
                  </a:lnTo>
                  <a:lnTo>
                    <a:pt x="295" y="474"/>
                  </a:lnTo>
                  <a:lnTo>
                    <a:pt x="219" y="576"/>
                  </a:lnTo>
                  <a:lnTo>
                    <a:pt x="155" y="679"/>
                  </a:lnTo>
                  <a:lnTo>
                    <a:pt x="103" y="794"/>
                  </a:lnTo>
                  <a:lnTo>
                    <a:pt x="65" y="909"/>
                  </a:lnTo>
                  <a:lnTo>
                    <a:pt x="26" y="1037"/>
                  </a:lnTo>
                  <a:lnTo>
                    <a:pt x="14" y="1166"/>
                  </a:lnTo>
                  <a:lnTo>
                    <a:pt x="1" y="1294"/>
                  </a:lnTo>
                  <a:lnTo>
                    <a:pt x="14" y="1435"/>
                  </a:lnTo>
                  <a:lnTo>
                    <a:pt x="26" y="1563"/>
                  </a:lnTo>
                  <a:lnTo>
                    <a:pt x="65" y="1691"/>
                  </a:lnTo>
                  <a:lnTo>
                    <a:pt x="103" y="1806"/>
                  </a:lnTo>
                  <a:lnTo>
                    <a:pt x="155" y="1921"/>
                  </a:lnTo>
                  <a:lnTo>
                    <a:pt x="219" y="2024"/>
                  </a:lnTo>
                  <a:lnTo>
                    <a:pt x="295" y="2126"/>
                  </a:lnTo>
                  <a:lnTo>
                    <a:pt x="385" y="2216"/>
                  </a:lnTo>
                  <a:lnTo>
                    <a:pt x="475" y="2305"/>
                  </a:lnTo>
                  <a:lnTo>
                    <a:pt x="577" y="2382"/>
                  </a:lnTo>
                  <a:lnTo>
                    <a:pt x="680" y="2446"/>
                  </a:lnTo>
                  <a:lnTo>
                    <a:pt x="795" y="2498"/>
                  </a:lnTo>
                  <a:lnTo>
                    <a:pt x="910" y="2536"/>
                  </a:lnTo>
                  <a:lnTo>
                    <a:pt x="1038" y="2574"/>
                  </a:lnTo>
                  <a:lnTo>
                    <a:pt x="1166" y="2600"/>
                  </a:lnTo>
                  <a:lnTo>
                    <a:pt x="1435" y="2600"/>
                  </a:lnTo>
                  <a:lnTo>
                    <a:pt x="1563" y="2574"/>
                  </a:lnTo>
                  <a:lnTo>
                    <a:pt x="1691" y="2536"/>
                  </a:lnTo>
                  <a:lnTo>
                    <a:pt x="1807" y="2498"/>
                  </a:lnTo>
                  <a:lnTo>
                    <a:pt x="1922" y="2446"/>
                  </a:lnTo>
                  <a:lnTo>
                    <a:pt x="2024" y="2382"/>
                  </a:lnTo>
                  <a:lnTo>
                    <a:pt x="2127" y="2305"/>
                  </a:lnTo>
                  <a:lnTo>
                    <a:pt x="2217" y="2216"/>
                  </a:lnTo>
                  <a:lnTo>
                    <a:pt x="2306" y="2126"/>
                  </a:lnTo>
                  <a:lnTo>
                    <a:pt x="2383" y="2024"/>
                  </a:lnTo>
                  <a:lnTo>
                    <a:pt x="2447" y="1921"/>
                  </a:lnTo>
                  <a:lnTo>
                    <a:pt x="2498" y="1806"/>
                  </a:lnTo>
                  <a:lnTo>
                    <a:pt x="2550" y="1691"/>
                  </a:lnTo>
                  <a:lnTo>
                    <a:pt x="2575" y="1563"/>
                  </a:lnTo>
                  <a:lnTo>
                    <a:pt x="2601" y="1435"/>
                  </a:lnTo>
                  <a:lnTo>
                    <a:pt x="2601" y="1294"/>
                  </a:lnTo>
                  <a:lnTo>
                    <a:pt x="2601" y="1166"/>
                  </a:lnTo>
                  <a:lnTo>
                    <a:pt x="2575" y="1037"/>
                  </a:lnTo>
                  <a:lnTo>
                    <a:pt x="2550" y="909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76"/>
                  </a:lnTo>
                  <a:lnTo>
                    <a:pt x="2306" y="474"/>
                  </a:lnTo>
                  <a:lnTo>
                    <a:pt x="2217" y="384"/>
                  </a:lnTo>
                  <a:lnTo>
                    <a:pt x="2127" y="295"/>
                  </a:lnTo>
                  <a:lnTo>
                    <a:pt x="2024" y="218"/>
                  </a:lnTo>
                  <a:lnTo>
                    <a:pt x="1922" y="154"/>
                  </a:lnTo>
                  <a:lnTo>
                    <a:pt x="1807" y="102"/>
                  </a:lnTo>
                  <a:lnTo>
                    <a:pt x="1691" y="51"/>
                  </a:lnTo>
                  <a:lnTo>
                    <a:pt x="1563" y="26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6"/>
            <p:cNvSpPr/>
            <p:nvPr/>
          </p:nvSpPr>
          <p:spPr>
            <a:xfrm>
              <a:off x="2186600" y="1203900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294" y="1"/>
                  </a:moveTo>
                  <a:lnTo>
                    <a:pt x="1166" y="14"/>
                  </a:lnTo>
                  <a:lnTo>
                    <a:pt x="1038" y="26"/>
                  </a:lnTo>
                  <a:lnTo>
                    <a:pt x="910" y="65"/>
                  </a:lnTo>
                  <a:lnTo>
                    <a:pt x="794" y="103"/>
                  </a:lnTo>
                  <a:lnTo>
                    <a:pt x="679" y="167"/>
                  </a:lnTo>
                  <a:lnTo>
                    <a:pt x="577" y="231"/>
                  </a:lnTo>
                  <a:lnTo>
                    <a:pt x="474" y="295"/>
                  </a:lnTo>
                  <a:lnTo>
                    <a:pt x="384" y="385"/>
                  </a:lnTo>
                  <a:lnTo>
                    <a:pt x="295" y="475"/>
                  </a:lnTo>
                  <a:lnTo>
                    <a:pt x="218" y="577"/>
                  </a:lnTo>
                  <a:lnTo>
                    <a:pt x="154" y="680"/>
                  </a:lnTo>
                  <a:lnTo>
                    <a:pt x="103" y="795"/>
                  </a:lnTo>
                  <a:lnTo>
                    <a:pt x="51" y="923"/>
                  </a:lnTo>
                  <a:lnTo>
                    <a:pt x="26" y="1038"/>
                  </a:lnTo>
                  <a:lnTo>
                    <a:pt x="0" y="1166"/>
                  </a:lnTo>
                  <a:lnTo>
                    <a:pt x="0" y="1307"/>
                  </a:lnTo>
                  <a:lnTo>
                    <a:pt x="0" y="1435"/>
                  </a:lnTo>
                  <a:lnTo>
                    <a:pt x="26" y="1563"/>
                  </a:lnTo>
                  <a:lnTo>
                    <a:pt x="51" y="1691"/>
                  </a:lnTo>
                  <a:lnTo>
                    <a:pt x="103" y="1807"/>
                  </a:lnTo>
                  <a:lnTo>
                    <a:pt x="154" y="1922"/>
                  </a:lnTo>
                  <a:lnTo>
                    <a:pt x="218" y="2037"/>
                  </a:lnTo>
                  <a:lnTo>
                    <a:pt x="295" y="2127"/>
                  </a:lnTo>
                  <a:lnTo>
                    <a:pt x="384" y="2229"/>
                  </a:lnTo>
                  <a:lnTo>
                    <a:pt x="474" y="2306"/>
                  </a:lnTo>
                  <a:lnTo>
                    <a:pt x="577" y="2383"/>
                  </a:lnTo>
                  <a:lnTo>
                    <a:pt x="679" y="2447"/>
                  </a:lnTo>
                  <a:lnTo>
                    <a:pt x="794" y="2498"/>
                  </a:lnTo>
                  <a:lnTo>
                    <a:pt x="910" y="2549"/>
                  </a:lnTo>
                  <a:lnTo>
                    <a:pt x="1038" y="2575"/>
                  </a:lnTo>
                  <a:lnTo>
                    <a:pt x="1166" y="2601"/>
                  </a:lnTo>
                  <a:lnTo>
                    <a:pt x="1435" y="2601"/>
                  </a:lnTo>
                  <a:lnTo>
                    <a:pt x="1563" y="2575"/>
                  </a:lnTo>
                  <a:lnTo>
                    <a:pt x="1691" y="2549"/>
                  </a:lnTo>
                  <a:lnTo>
                    <a:pt x="1806" y="2498"/>
                  </a:lnTo>
                  <a:lnTo>
                    <a:pt x="1921" y="2447"/>
                  </a:lnTo>
                  <a:lnTo>
                    <a:pt x="2024" y="2383"/>
                  </a:lnTo>
                  <a:lnTo>
                    <a:pt x="2126" y="2306"/>
                  </a:lnTo>
                  <a:lnTo>
                    <a:pt x="2216" y="2229"/>
                  </a:lnTo>
                  <a:lnTo>
                    <a:pt x="2306" y="2127"/>
                  </a:lnTo>
                  <a:lnTo>
                    <a:pt x="2382" y="2037"/>
                  </a:lnTo>
                  <a:lnTo>
                    <a:pt x="2446" y="1922"/>
                  </a:lnTo>
                  <a:lnTo>
                    <a:pt x="2498" y="1807"/>
                  </a:lnTo>
                  <a:lnTo>
                    <a:pt x="2536" y="1691"/>
                  </a:lnTo>
                  <a:lnTo>
                    <a:pt x="2575" y="1563"/>
                  </a:lnTo>
                  <a:lnTo>
                    <a:pt x="2587" y="1435"/>
                  </a:lnTo>
                  <a:lnTo>
                    <a:pt x="2600" y="1307"/>
                  </a:lnTo>
                  <a:lnTo>
                    <a:pt x="2587" y="1166"/>
                  </a:lnTo>
                  <a:lnTo>
                    <a:pt x="2575" y="1038"/>
                  </a:lnTo>
                  <a:lnTo>
                    <a:pt x="2536" y="923"/>
                  </a:lnTo>
                  <a:lnTo>
                    <a:pt x="2498" y="795"/>
                  </a:lnTo>
                  <a:lnTo>
                    <a:pt x="2446" y="680"/>
                  </a:lnTo>
                  <a:lnTo>
                    <a:pt x="2382" y="577"/>
                  </a:lnTo>
                  <a:lnTo>
                    <a:pt x="2306" y="475"/>
                  </a:lnTo>
                  <a:lnTo>
                    <a:pt x="2216" y="385"/>
                  </a:lnTo>
                  <a:lnTo>
                    <a:pt x="2126" y="295"/>
                  </a:lnTo>
                  <a:lnTo>
                    <a:pt x="2024" y="231"/>
                  </a:lnTo>
                  <a:lnTo>
                    <a:pt x="1921" y="167"/>
                  </a:lnTo>
                  <a:lnTo>
                    <a:pt x="1806" y="103"/>
                  </a:lnTo>
                  <a:lnTo>
                    <a:pt x="1691" y="65"/>
                  </a:lnTo>
                  <a:lnTo>
                    <a:pt x="1563" y="26"/>
                  </a:lnTo>
                  <a:lnTo>
                    <a:pt x="1435" y="14"/>
                  </a:lnTo>
                  <a:lnTo>
                    <a:pt x="12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6"/>
            <p:cNvSpPr/>
            <p:nvPr/>
          </p:nvSpPr>
          <p:spPr>
            <a:xfrm>
              <a:off x="1267625" y="1686125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166" y="0"/>
                  </a:moveTo>
                  <a:lnTo>
                    <a:pt x="1038" y="26"/>
                  </a:lnTo>
                  <a:lnTo>
                    <a:pt x="923" y="52"/>
                  </a:lnTo>
                  <a:lnTo>
                    <a:pt x="795" y="103"/>
                  </a:lnTo>
                  <a:lnTo>
                    <a:pt x="679" y="154"/>
                  </a:lnTo>
                  <a:lnTo>
                    <a:pt x="577" y="218"/>
                  </a:lnTo>
                  <a:lnTo>
                    <a:pt x="475" y="295"/>
                  </a:lnTo>
                  <a:lnTo>
                    <a:pt x="385" y="385"/>
                  </a:lnTo>
                  <a:lnTo>
                    <a:pt x="295" y="474"/>
                  </a:lnTo>
                  <a:lnTo>
                    <a:pt x="231" y="577"/>
                  </a:lnTo>
                  <a:lnTo>
                    <a:pt x="167" y="679"/>
                  </a:lnTo>
                  <a:lnTo>
                    <a:pt x="103" y="794"/>
                  </a:lnTo>
                  <a:lnTo>
                    <a:pt x="65" y="910"/>
                  </a:lnTo>
                  <a:lnTo>
                    <a:pt x="26" y="1038"/>
                  </a:lnTo>
                  <a:lnTo>
                    <a:pt x="13" y="1166"/>
                  </a:lnTo>
                  <a:lnTo>
                    <a:pt x="1" y="1294"/>
                  </a:lnTo>
                  <a:lnTo>
                    <a:pt x="13" y="1435"/>
                  </a:lnTo>
                  <a:lnTo>
                    <a:pt x="26" y="1563"/>
                  </a:lnTo>
                  <a:lnTo>
                    <a:pt x="65" y="1691"/>
                  </a:lnTo>
                  <a:lnTo>
                    <a:pt x="103" y="1806"/>
                  </a:lnTo>
                  <a:lnTo>
                    <a:pt x="167" y="1922"/>
                  </a:lnTo>
                  <a:lnTo>
                    <a:pt x="231" y="2024"/>
                  </a:lnTo>
                  <a:lnTo>
                    <a:pt x="295" y="2126"/>
                  </a:lnTo>
                  <a:lnTo>
                    <a:pt x="385" y="2216"/>
                  </a:lnTo>
                  <a:lnTo>
                    <a:pt x="475" y="2306"/>
                  </a:lnTo>
                  <a:lnTo>
                    <a:pt x="577" y="2383"/>
                  </a:lnTo>
                  <a:lnTo>
                    <a:pt x="679" y="2447"/>
                  </a:lnTo>
                  <a:lnTo>
                    <a:pt x="795" y="2498"/>
                  </a:lnTo>
                  <a:lnTo>
                    <a:pt x="923" y="2536"/>
                  </a:lnTo>
                  <a:lnTo>
                    <a:pt x="1038" y="2575"/>
                  </a:lnTo>
                  <a:lnTo>
                    <a:pt x="1166" y="2600"/>
                  </a:lnTo>
                  <a:lnTo>
                    <a:pt x="1435" y="2600"/>
                  </a:lnTo>
                  <a:lnTo>
                    <a:pt x="1563" y="2575"/>
                  </a:lnTo>
                  <a:lnTo>
                    <a:pt x="1691" y="2536"/>
                  </a:lnTo>
                  <a:lnTo>
                    <a:pt x="1807" y="2498"/>
                  </a:lnTo>
                  <a:lnTo>
                    <a:pt x="1922" y="2447"/>
                  </a:lnTo>
                  <a:lnTo>
                    <a:pt x="2037" y="2383"/>
                  </a:lnTo>
                  <a:lnTo>
                    <a:pt x="2127" y="2306"/>
                  </a:lnTo>
                  <a:lnTo>
                    <a:pt x="2229" y="2216"/>
                  </a:lnTo>
                  <a:lnTo>
                    <a:pt x="2306" y="2126"/>
                  </a:lnTo>
                  <a:lnTo>
                    <a:pt x="2383" y="2024"/>
                  </a:lnTo>
                  <a:lnTo>
                    <a:pt x="2447" y="1922"/>
                  </a:lnTo>
                  <a:lnTo>
                    <a:pt x="2498" y="1806"/>
                  </a:lnTo>
                  <a:lnTo>
                    <a:pt x="2549" y="1691"/>
                  </a:lnTo>
                  <a:lnTo>
                    <a:pt x="2575" y="1563"/>
                  </a:lnTo>
                  <a:lnTo>
                    <a:pt x="2601" y="1435"/>
                  </a:lnTo>
                  <a:lnTo>
                    <a:pt x="2601" y="1294"/>
                  </a:lnTo>
                  <a:lnTo>
                    <a:pt x="2601" y="1166"/>
                  </a:lnTo>
                  <a:lnTo>
                    <a:pt x="2575" y="1038"/>
                  </a:lnTo>
                  <a:lnTo>
                    <a:pt x="2549" y="910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77"/>
                  </a:lnTo>
                  <a:lnTo>
                    <a:pt x="2306" y="474"/>
                  </a:lnTo>
                  <a:lnTo>
                    <a:pt x="2229" y="385"/>
                  </a:lnTo>
                  <a:lnTo>
                    <a:pt x="2127" y="295"/>
                  </a:lnTo>
                  <a:lnTo>
                    <a:pt x="2037" y="218"/>
                  </a:lnTo>
                  <a:lnTo>
                    <a:pt x="1922" y="154"/>
                  </a:lnTo>
                  <a:lnTo>
                    <a:pt x="1807" y="103"/>
                  </a:lnTo>
                  <a:lnTo>
                    <a:pt x="1691" y="52"/>
                  </a:lnTo>
                  <a:lnTo>
                    <a:pt x="1563" y="26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6"/>
            <p:cNvSpPr/>
            <p:nvPr/>
          </p:nvSpPr>
          <p:spPr>
            <a:xfrm>
              <a:off x="1183750" y="2118075"/>
              <a:ext cx="65000" cy="65025"/>
            </a:xfrm>
            <a:custGeom>
              <a:avLst/>
              <a:gdLst/>
              <a:ahLst/>
              <a:cxnLst/>
              <a:rect l="l" t="t" r="r" b="b"/>
              <a:pathLst>
                <a:path w="2600" h="2601" extrusionOk="0">
                  <a:moveTo>
                    <a:pt x="1166" y="0"/>
                  </a:moveTo>
                  <a:lnTo>
                    <a:pt x="1037" y="26"/>
                  </a:lnTo>
                  <a:lnTo>
                    <a:pt x="909" y="51"/>
                  </a:lnTo>
                  <a:lnTo>
                    <a:pt x="794" y="103"/>
                  </a:lnTo>
                  <a:lnTo>
                    <a:pt x="679" y="154"/>
                  </a:lnTo>
                  <a:lnTo>
                    <a:pt x="576" y="218"/>
                  </a:lnTo>
                  <a:lnTo>
                    <a:pt x="474" y="295"/>
                  </a:lnTo>
                  <a:lnTo>
                    <a:pt x="384" y="372"/>
                  </a:lnTo>
                  <a:lnTo>
                    <a:pt x="295" y="474"/>
                  </a:lnTo>
                  <a:lnTo>
                    <a:pt x="218" y="564"/>
                  </a:lnTo>
                  <a:lnTo>
                    <a:pt x="154" y="679"/>
                  </a:lnTo>
                  <a:lnTo>
                    <a:pt x="102" y="794"/>
                  </a:lnTo>
                  <a:lnTo>
                    <a:pt x="51" y="910"/>
                  </a:lnTo>
                  <a:lnTo>
                    <a:pt x="26" y="1038"/>
                  </a:lnTo>
                  <a:lnTo>
                    <a:pt x="0" y="1166"/>
                  </a:lnTo>
                  <a:lnTo>
                    <a:pt x="0" y="1294"/>
                  </a:lnTo>
                  <a:lnTo>
                    <a:pt x="0" y="1435"/>
                  </a:lnTo>
                  <a:lnTo>
                    <a:pt x="26" y="1563"/>
                  </a:lnTo>
                  <a:lnTo>
                    <a:pt x="51" y="1678"/>
                  </a:lnTo>
                  <a:lnTo>
                    <a:pt x="102" y="1806"/>
                  </a:lnTo>
                  <a:lnTo>
                    <a:pt x="154" y="1921"/>
                  </a:lnTo>
                  <a:lnTo>
                    <a:pt x="218" y="2024"/>
                  </a:lnTo>
                  <a:lnTo>
                    <a:pt x="295" y="2126"/>
                  </a:lnTo>
                  <a:lnTo>
                    <a:pt x="384" y="2216"/>
                  </a:lnTo>
                  <a:lnTo>
                    <a:pt x="474" y="2306"/>
                  </a:lnTo>
                  <a:lnTo>
                    <a:pt x="576" y="2370"/>
                  </a:lnTo>
                  <a:lnTo>
                    <a:pt x="679" y="2447"/>
                  </a:lnTo>
                  <a:lnTo>
                    <a:pt x="794" y="2498"/>
                  </a:lnTo>
                  <a:lnTo>
                    <a:pt x="909" y="2536"/>
                  </a:lnTo>
                  <a:lnTo>
                    <a:pt x="1037" y="2575"/>
                  </a:lnTo>
                  <a:lnTo>
                    <a:pt x="1166" y="2587"/>
                  </a:lnTo>
                  <a:lnTo>
                    <a:pt x="1306" y="2600"/>
                  </a:lnTo>
                  <a:lnTo>
                    <a:pt x="1434" y="2587"/>
                  </a:lnTo>
                  <a:lnTo>
                    <a:pt x="1563" y="2575"/>
                  </a:lnTo>
                  <a:lnTo>
                    <a:pt x="1691" y="2536"/>
                  </a:lnTo>
                  <a:lnTo>
                    <a:pt x="1806" y="2498"/>
                  </a:lnTo>
                  <a:lnTo>
                    <a:pt x="1921" y="2447"/>
                  </a:lnTo>
                  <a:lnTo>
                    <a:pt x="2024" y="2370"/>
                  </a:lnTo>
                  <a:lnTo>
                    <a:pt x="2126" y="2306"/>
                  </a:lnTo>
                  <a:lnTo>
                    <a:pt x="2216" y="2216"/>
                  </a:lnTo>
                  <a:lnTo>
                    <a:pt x="2305" y="2126"/>
                  </a:lnTo>
                  <a:lnTo>
                    <a:pt x="2382" y="2024"/>
                  </a:lnTo>
                  <a:lnTo>
                    <a:pt x="2446" y="1921"/>
                  </a:lnTo>
                  <a:lnTo>
                    <a:pt x="2498" y="1806"/>
                  </a:lnTo>
                  <a:lnTo>
                    <a:pt x="2549" y="1678"/>
                  </a:lnTo>
                  <a:lnTo>
                    <a:pt x="2574" y="1563"/>
                  </a:lnTo>
                  <a:lnTo>
                    <a:pt x="2600" y="1435"/>
                  </a:lnTo>
                  <a:lnTo>
                    <a:pt x="2600" y="1294"/>
                  </a:lnTo>
                  <a:lnTo>
                    <a:pt x="2600" y="1166"/>
                  </a:lnTo>
                  <a:lnTo>
                    <a:pt x="2574" y="1038"/>
                  </a:lnTo>
                  <a:lnTo>
                    <a:pt x="2549" y="910"/>
                  </a:lnTo>
                  <a:lnTo>
                    <a:pt x="2498" y="794"/>
                  </a:lnTo>
                  <a:lnTo>
                    <a:pt x="2446" y="679"/>
                  </a:lnTo>
                  <a:lnTo>
                    <a:pt x="2382" y="564"/>
                  </a:lnTo>
                  <a:lnTo>
                    <a:pt x="2305" y="474"/>
                  </a:lnTo>
                  <a:lnTo>
                    <a:pt x="2216" y="372"/>
                  </a:lnTo>
                  <a:lnTo>
                    <a:pt x="2126" y="295"/>
                  </a:lnTo>
                  <a:lnTo>
                    <a:pt x="2024" y="218"/>
                  </a:lnTo>
                  <a:lnTo>
                    <a:pt x="1921" y="154"/>
                  </a:lnTo>
                  <a:lnTo>
                    <a:pt x="1806" y="103"/>
                  </a:lnTo>
                  <a:lnTo>
                    <a:pt x="1691" y="51"/>
                  </a:lnTo>
                  <a:lnTo>
                    <a:pt x="1563" y="26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6"/>
            <p:cNvSpPr/>
            <p:nvPr/>
          </p:nvSpPr>
          <p:spPr>
            <a:xfrm>
              <a:off x="1544600" y="2156800"/>
              <a:ext cx="65025" cy="65350"/>
            </a:xfrm>
            <a:custGeom>
              <a:avLst/>
              <a:gdLst/>
              <a:ahLst/>
              <a:cxnLst/>
              <a:rect l="l" t="t" r="r" b="b"/>
              <a:pathLst>
                <a:path w="2601" h="2614" extrusionOk="0">
                  <a:moveTo>
                    <a:pt x="1294" y="1"/>
                  </a:moveTo>
                  <a:lnTo>
                    <a:pt x="1166" y="14"/>
                  </a:lnTo>
                  <a:lnTo>
                    <a:pt x="1038" y="27"/>
                  </a:lnTo>
                  <a:lnTo>
                    <a:pt x="910" y="65"/>
                  </a:lnTo>
                  <a:lnTo>
                    <a:pt x="795" y="103"/>
                  </a:lnTo>
                  <a:lnTo>
                    <a:pt x="679" y="167"/>
                  </a:lnTo>
                  <a:lnTo>
                    <a:pt x="564" y="232"/>
                  </a:lnTo>
                  <a:lnTo>
                    <a:pt x="474" y="308"/>
                  </a:lnTo>
                  <a:lnTo>
                    <a:pt x="372" y="385"/>
                  </a:lnTo>
                  <a:lnTo>
                    <a:pt x="295" y="475"/>
                  </a:lnTo>
                  <a:lnTo>
                    <a:pt x="218" y="577"/>
                  </a:lnTo>
                  <a:lnTo>
                    <a:pt x="154" y="693"/>
                  </a:lnTo>
                  <a:lnTo>
                    <a:pt x="103" y="795"/>
                  </a:lnTo>
                  <a:lnTo>
                    <a:pt x="52" y="923"/>
                  </a:lnTo>
                  <a:lnTo>
                    <a:pt x="26" y="1038"/>
                  </a:lnTo>
                  <a:lnTo>
                    <a:pt x="0" y="1179"/>
                  </a:lnTo>
                  <a:lnTo>
                    <a:pt x="0" y="1307"/>
                  </a:lnTo>
                  <a:lnTo>
                    <a:pt x="0" y="1435"/>
                  </a:lnTo>
                  <a:lnTo>
                    <a:pt x="26" y="1564"/>
                  </a:lnTo>
                  <a:lnTo>
                    <a:pt x="52" y="1692"/>
                  </a:lnTo>
                  <a:lnTo>
                    <a:pt x="103" y="1807"/>
                  </a:lnTo>
                  <a:lnTo>
                    <a:pt x="154" y="1922"/>
                  </a:lnTo>
                  <a:lnTo>
                    <a:pt x="218" y="2037"/>
                  </a:lnTo>
                  <a:lnTo>
                    <a:pt x="295" y="2140"/>
                  </a:lnTo>
                  <a:lnTo>
                    <a:pt x="372" y="2230"/>
                  </a:lnTo>
                  <a:lnTo>
                    <a:pt x="474" y="2306"/>
                  </a:lnTo>
                  <a:lnTo>
                    <a:pt x="564" y="2383"/>
                  </a:lnTo>
                  <a:lnTo>
                    <a:pt x="679" y="2447"/>
                  </a:lnTo>
                  <a:lnTo>
                    <a:pt x="795" y="2511"/>
                  </a:lnTo>
                  <a:lnTo>
                    <a:pt x="910" y="2550"/>
                  </a:lnTo>
                  <a:lnTo>
                    <a:pt x="1038" y="2575"/>
                  </a:lnTo>
                  <a:lnTo>
                    <a:pt x="1166" y="2601"/>
                  </a:lnTo>
                  <a:lnTo>
                    <a:pt x="1294" y="2614"/>
                  </a:lnTo>
                  <a:lnTo>
                    <a:pt x="1435" y="2601"/>
                  </a:lnTo>
                  <a:lnTo>
                    <a:pt x="1563" y="2575"/>
                  </a:lnTo>
                  <a:lnTo>
                    <a:pt x="1678" y="2550"/>
                  </a:lnTo>
                  <a:lnTo>
                    <a:pt x="1806" y="2511"/>
                  </a:lnTo>
                  <a:lnTo>
                    <a:pt x="1922" y="2447"/>
                  </a:lnTo>
                  <a:lnTo>
                    <a:pt x="2024" y="2383"/>
                  </a:lnTo>
                  <a:lnTo>
                    <a:pt x="2127" y="2306"/>
                  </a:lnTo>
                  <a:lnTo>
                    <a:pt x="2216" y="2230"/>
                  </a:lnTo>
                  <a:lnTo>
                    <a:pt x="2306" y="2140"/>
                  </a:lnTo>
                  <a:lnTo>
                    <a:pt x="2370" y="2037"/>
                  </a:lnTo>
                  <a:lnTo>
                    <a:pt x="2447" y="1922"/>
                  </a:lnTo>
                  <a:lnTo>
                    <a:pt x="2498" y="1807"/>
                  </a:lnTo>
                  <a:lnTo>
                    <a:pt x="2536" y="1692"/>
                  </a:lnTo>
                  <a:lnTo>
                    <a:pt x="2575" y="1564"/>
                  </a:lnTo>
                  <a:lnTo>
                    <a:pt x="2588" y="1435"/>
                  </a:lnTo>
                  <a:lnTo>
                    <a:pt x="2600" y="1307"/>
                  </a:lnTo>
                  <a:lnTo>
                    <a:pt x="2588" y="1179"/>
                  </a:lnTo>
                  <a:lnTo>
                    <a:pt x="2575" y="1038"/>
                  </a:lnTo>
                  <a:lnTo>
                    <a:pt x="2536" y="923"/>
                  </a:lnTo>
                  <a:lnTo>
                    <a:pt x="2498" y="795"/>
                  </a:lnTo>
                  <a:lnTo>
                    <a:pt x="2447" y="693"/>
                  </a:lnTo>
                  <a:lnTo>
                    <a:pt x="2370" y="577"/>
                  </a:lnTo>
                  <a:lnTo>
                    <a:pt x="2306" y="475"/>
                  </a:lnTo>
                  <a:lnTo>
                    <a:pt x="2216" y="385"/>
                  </a:lnTo>
                  <a:lnTo>
                    <a:pt x="2127" y="308"/>
                  </a:lnTo>
                  <a:lnTo>
                    <a:pt x="2024" y="232"/>
                  </a:lnTo>
                  <a:lnTo>
                    <a:pt x="1922" y="167"/>
                  </a:lnTo>
                  <a:lnTo>
                    <a:pt x="1806" y="103"/>
                  </a:lnTo>
                  <a:lnTo>
                    <a:pt x="1678" y="65"/>
                  </a:lnTo>
                  <a:lnTo>
                    <a:pt x="1563" y="27"/>
                  </a:lnTo>
                  <a:lnTo>
                    <a:pt x="1435" y="14"/>
                  </a:lnTo>
                  <a:lnTo>
                    <a:pt x="12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6"/>
            <p:cNvSpPr/>
            <p:nvPr/>
          </p:nvSpPr>
          <p:spPr>
            <a:xfrm>
              <a:off x="1735125" y="2356300"/>
              <a:ext cx="65025" cy="65350"/>
            </a:xfrm>
            <a:custGeom>
              <a:avLst/>
              <a:gdLst/>
              <a:ahLst/>
              <a:cxnLst/>
              <a:rect l="l" t="t" r="r" b="b"/>
              <a:pathLst>
                <a:path w="2601" h="2614" extrusionOk="0">
                  <a:moveTo>
                    <a:pt x="1294" y="0"/>
                  </a:moveTo>
                  <a:lnTo>
                    <a:pt x="1166" y="13"/>
                  </a:lnTo>
                  <a:lnTo>
                    <a:pt x="1038" y="26"/>
                  </a:lnTo>
                  <a:lnTo>
                    <a:pt x="909" y="64"/>
                  </a:lnTo>
                  <a:lnTo>
                    <a:pt x="794" y="103"/>
                  </a:lnTo>
                  <a:lnTo>
                    <a:pt x="679" y="167"/>
                  </a:lnTo>
                  <a:lnTo>
                    <a:pt x="564" y="231"/>
                  </a:lnTo>
                  <a:lnTo>
                    <a:pt x="474" y="308"/>
                  </a:lnTo>
                  <a:lnTo>
                    <a:pt x="372" y="385"/>
                  </a:lnTo>
                  <a:lnTo>
                    <a:pt x="295" y="474"/>
                  </a:lnTo>
                  <a:lnTo>
                    <a:pt x="218" y="577"/>
                  </a:lnTo>
                  <a:lnTo>
                    <a:pt x="154" y="692"/>
                  </a:lnTo>
                  <a:lnTo>
                    <a:pt x="103" y="794"/>
                  </a:lnTo>
                  <a:lnTo>
                    <a:pt x="51" y="922"/>
                  </a:lnTo>
                  <a:lnTo>
                    <a:pt x="26" y="1051"/>
                  </a:lnTo>
                  <a:lnTo>
                    <a:pt x="0" y="1179"/>
                  </a:lnTo>
                  <a:lnTo>
                    <a:pt x="0" y="1307"/>
                  </a:lnTo>
                  <a:lnTo>
                    <a:pt x="0" y="1435"/>
                  </a:lnTo>
                  <a:lnTo>
                    <a:pt x="26" y="1563"/>
                  </a:lnTo>
                  <a:lnTo>
                    <a:pt x="51" y="1691"/>
                  </a:lnTo>
                  <a:lnTo>
                    <a:pt x="103" y="1819"/>
                  </a:lnTo>
                  <a:lnTo>
                    <a:pt x="154" y="1921"/>
                  </a:lnTo>
                  <a:lnTo>
                    <a:pt x="218" y="2037"/>
                  </a:lnTo>
                  <a:lnTo>
                    <a:pt x="295" y="2139"/>
                  </a:lnTo>
                  <a:lnTo>
                    <a:pt x="372" y="2229"/>
                  </a:lnTo>
                  <a:lnTo>
                    <a:pt x="474" y="2306"/>
                  </a:lnTo>
                  <a:lnTo>
                    <a:pt x="564" y="2383"/>
                  </a:lnTo>
                  <a:lnTo>
                    <a:pt x="679" y="2447"/>
                  </a:lnTo>
                  <a:lnTo>
                    <a:pt x="794" y="2511"/>
                  </a:lnTo>
                  <a:lnTo>
                    <a:pt x="909" y="2549"/>
                  </a:lnTo>
                  <a:lnTo>
                    <a:pt x="1038" y="2588"/>
                  </a:lnTo>
                  <a:lnTo>
                    <a:pt x="1166" y="2600"/>
                  </a:lnTo>
                  <a:lnTo>
                    <a:pt x="1294" y="2613"/>
                  </a:lnTo>
                  <a:lnTo>
                    <a:pt x="1435" y="2600"/>
                  </a:lnTo>
                  <a:lnTo>
                    <a:pt x="1563" y="2588"/>
                  </a:lnTo>
                  <a:lnTo>
                    <a:pt x="1678" y="2549"/>
                  </a:lnTo>
                  <a:lnTo>
                    <a:pt x="1806" y="2511"/>
                  </a:lnTo>
                  <a:lnTo>
                    <a:pt x="1921" y="2447"/>
                  </a:lnTo>
                  <a:lnTo>
                    <a:pt x="2024" y="2383"/>
                  </a:lnTo>
                  <a:lnTo>
                    <a:pt x="2126" y="2306"/>
                  </a:lnTo>
                  <a:lnTo>
                    <a:pt x="2216" y="2229"/>
                  </a:lnTo>
                  <a:lnTo>
                    <a:pt x="2306" y="2139"/>
                  </a:lnTo>
                  <a:lnTo>
                    <a:pt x="2370" y="2037"/>
                  </a:lnTo>
                  <a:lnTo>
                    <a:pt x="2446" y="1921"/>
                  </a:lnTo>
                  <a:lnTo>
                    <a:pt x="2498" y="1819"/>
                  </a:lnTo>
                  <a:lnTo>
                    <a:pt x="2536" y="1691"/>
                  </a:lnTo>
                  <a:lnTo>
                    <a:pt x="2575" y="1563"/>
                  </a:lnTo>
                  <a:lnTo>
                    <a:pt x="2587" y="1435"/>
                  </a:lnTo>
                  <a:lnTo>
                    <a:pt x="2600" y="1307"/>
                  </a:lnTo>
                  <a:lnTo>
                    <a:pt x="2587" y="1179"/>
                  </a:lnTo>
                  <a:lnTo>
                    <a:pt x="2575" y="1051"/>
                  </a:lnTo>
                  <a:lnTo>
                    <a:pt x="2536" y="922"/>
                  </a:lnTo>
                  <a:lnTo>
                    <a:pt x="2498" y="794"/>
                  </a:lnTo>
                  <a:lnTo>
                    <a:pt x="2446" y="692"/>
                  </a:lnTo>
                  <a:lnTo>
                    <a:pt x="2370" y="577"/>
                  </a:lnTo>
                  <a:lnTo>
                    <a:pt x="2306" y="474"/>
                  </a:lnTo>
                  <a:lnTo>
                    <a:pt x="2216" y="385"/>
                  </a:lnTo>
                  <a:lnTo>
                    <a:pt x="2126" y="308"/>
                  </a:lnTo>
                  <a:lnTo>
                    <a:pt x="2024" y="231"/>
                  </a:lnTo>
                  <a:lnTo>
                    <a:pt x="1921" y="167"/>
                  </a:lnTo>
                  <a:lnTo>
                    <a:pt x="1806" y="103"/>
                  </a:lnTo>
                  <a:lnTo>
                    <a:pt x="1678" y="64"/>
                  </a:lnTo>
                  <a:lnTo>
                    <a:pt x="1563" y="26"/>
                  </a:lnTo>
                  <a:lnTo>
                    <a:pt x="1435" y="13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6"/>
            <p:cNvSpPr/>
            <p:nvPr/>
          </p:nvSpPr>
          <p:spPr>
            <a:xfrm>
              <a:off x="2095025" y="2180500"/>
              <a:ext cx="65325" cy="65025"/>
            </a:xfrm>
            <a:custGeom>
              <a:avLst/>
              <a:gdLst/>
              <a:ahLst/>
              <a:cxnLst/>
              <a:rect l="l" t="t" r="r" b="b"/>
              <a:pathLst>
                <a:path w="2613" h="2601" extrusionOk="0">
                  <a:moveTo>
                    <a:pt x="1307" y="1"/>
                  </a:moveTo>
                  <a:lnTo>
                    <a:pt x="1178" y="14"/>
                  </a:lnTo>
                  <a:lnTo>
                    <a:pt x="1038" y="26"/>
                  </a:lnTo>
                  <a:lnTo>
                    <a:pt x="922" y="65"/>
                  </a:lnTo>
                  <a:lnTo>
                    <a:pt x="794" y="103"/>
                  </a:lnTo>
                  <a:lnTo>
                    <a:pt x="692" y="154"/>
                  </a:lnTo>
                  <a:lnTo>
                    <a:pt x="577" y="219"/>
                  </a:lnTo>
                  <a:lnTo>
                    <a:pt x="474" y="295"/>
                  </a:lnTo>
                  <a:lnTo>
                    <a:pt x="384" y="385"/>
                  </a:lnTo>
                  <a:lnTo>
                    <a:pt x="308" y="475"/>
                  </a:lnTo>
                  <a:lnTo>
                    <a:pt x="231" y="577"/>
                  </a:lnTo>
                  <a:lnTo>
                    <a:pt x="167" y="680"/>
                  </a:lnTo>
                  <a:lnTo>
                    <a:pt x="103" y="795"/>
                  </a:lnTo>
                  <a:lnTo>
                    <a:pt x="64" y="923"/>
                  </a:lnTo>
                  <a:lnTo>
                    <a:pt x="26" y="1038"/>
                  </a:lnTo>
                  <a:lnTo>
                    <a:pt x="13" y="1166"/>
                  </a:lnTo>
                  <a:lnTo>
                    <a:pt x="0" y="1307"/>
                  </a:lnTo>
                  <a:lnTo>
                    <a:pt x="13" y="1435"/>
                  </a:lnTo>
                  <a:lnTo>
                    <a:pt x="26" y="1563"/>
                  </a:lnTo>
                  <a:lnTo>
                    <a:pt x="64" y="1691"/>
                  </a:lnTo>
                  <a:lnTo>
                    <a:pt x="103" y="1807"/>
                  </a:lnTo>
                  <a:lnTo>
                    <a:pt x="167" y="1922"/>
                  </a:lnTo>
                  <a:lnTo>
                    <a:pt x="231" y="2037"/>
                  </a:lnTo>
                  <a:lnTo>
                    <a:pt x="308" y="2127"/>
                  </a:lnTo>
                  <a:lnTo>
                    <a:pt x="384" y="2229"/>
                  </a:lnTo>
                  <a:lnTo>
                    <a:pt x="474" y="2306"/>
                  </a:lnTo>
                  <a:lnTo>
                    <a:pt x="577" y="2383"/>
                  </a:lnTo>
                  <a:lnTo>
                    <a:pt x="692" y="2447"/>
                  </a:lnTo>
                  <a:lnTo>
                    <a:pt x="794" y="2498"/>
                  </a:lnTo>
                  <a:lnTo>
                    <a:pt x="922" y="2550"/>
                  </a:lnTo>
                  <a:lnTo>
                    <a:pt x="1038" y="2575"/>
                  </a:lnTo>
                  <a:lnTo>
                    <a:pt x="1178" y="2601"/>
                  </a:lnTo>
                  <a:lnTo>
                    <a:pt x="1435" y="2601"/>
                  </a:lnTo>
                  <a:lnTo>
                    <a:pt x="1563" y="2575"/>
                  </a:lnTo>
                  <a:lnTo>
                    <a:pt x="1691" y="2550"/>
                  </a:lnTo>
                  <a:lnTo>
                    <a:pt x="1806" y="2498"/>
                  </a:lnTo>
                  <a:lnTo>
                    <a:pt x="1921" y="2447"/>
                  </a:lnTo>
                  <a:lnTo>
                    <a:pt x="2037" y="2383"/>
                  </a:lnTo>
                  <a:lnTo>
                    <a:pt x="2139" y="2306"/>
                  </a:lnTo>
                  <a:lnTo>
                    <a:pt x="2229" y="2229"/>
                  </a:lnTo>
                  <a:lnTo>
                    <a:pt x="2306" y="2127"/>
                  </a:lnTo>
                  <a:lnTo>
                    <a:pt x="2382" y="2037"/>
                  </a:lnTo>
                  <a:lnTo>
                    <a:pt x="2446" y="1922"/>
                  </a:lnTo>
                  <a:lnTo>
                    <a:pt x="2510" y="1807"/>
                  </a:lnTo>
                  <a:lnTo>
                    <a:pt x="2549" y="1691"/>
                  </a:lnTo>
                  <a:lnTo>
                    <a:pt x="2575" y="1563"/>
                  </a:lnTo>
                  <a:lnTo>
                    <a:pt x="2600" y="1435"/>
                  </a:lnTo>
                  <a:lnTo>
                    <a:pt x="2613" y="1307"/>
                  </a:lnTo>
                  <a:lnTo>
                    <a:pt x="2600" y="1166"/>
                  </a:lnTo>
                  <a:lnTo>
                    <a:pt x="2575" y="1038"/>
                  </a:lnTo>
                  <a:lnTo>
                    <a:pt x="2549" y="923"/>
                  </a:lnTo>
                  <a:lnTo>
                    <a:pt x="2510" y="795"/>
                  </a:lnTo>
                  <a:lnTo>
                    <a:pt x="2446" y="680"/>
                  </a:lnTo>
                  <a:lnTo>
                    <a:pt x="2382" y="577"/>
                  </a:lnTo>
                  <a:lnTo>
                    <a:pt x="2306" y="475"/>
                  </a:lnTo>
                  <a:lnTo>
                    <a:pt x="2229" y="385"/>
                  </a:lnTo>
                  <a:lnTo>
                    <a:pt x="2139" y="295"/>
                  </a:lnTo>
                  <a:lnTo>
                    <a:pt x="2037" y="219"/>
                  </a:lnTo>
                  <a:lnTo>
                    <a:pt x="1921" y="154"/>
                  </a:lnTo>
                  <a:lnTo>
                    <a:pt x="1806" y="103"/>
                  </a:lnTo>
                  <a:lnTo>
                    <a:pt x="1691" y="65"/>
                  </a:lnTo>
                  <a:lnTo>
                    <a:pt x="1563" y="26"/>
                  </a:lnTo>
                  <a:lnTo>
                    <a:pt x="1435" y="14"/>
                  </a:lnTo>
                  <a:lnTo>
                    <a:pt x="13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46"/>
            <p:cNvSpPr/>
            <p:nvPr/>
          </p:nvSpPr>
          <p:spPr>
            <a:xfrm>
              <a:off x="2270475" y="2041550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166" y="0"/>
                  </a:moveTo>
                  <a:lnTo>
                    <a:pt x="1038" y="26"/>
                  </a:lnTo>
                  <a:lnTo>
                    <a:pt x="923" y="51"/>
                  </a:lnTo>
                  <a:lnTo>
                    <a:pt x="795" y="103"/>
                  </a:lnTo>
                  <a:lnTo>
                    <a:pt x="680" y="154"/>
                  </a:lnTo>
                  <a:lnTo>
                    <a:pt x="577" y="218"/>
                  </a:lnTo>
                  <a:lnTo>
                    <a:pt x="475" y="295"/>
                  </a:lnTo>
                  <a:lnTo>
                    <a:pt x="385" y="372"/>
                  </a:lnTo>
                  <a:lnTo>
                    <a:pt x="295" y="474"/>
                  </a:lnTo>
                  <a:lnTo>
                    <a:pt x="219" y="564"/>
                  </a:lnTo>
                  <a:lnTo>
                    <a:pt x="155" y="679"/>
                  </a:lnTo>
                  <a:lnTo>
                    <a:pt x="103" y="794"/>
                  </a:lnTo>
                  <a:lnTo>
                    <a:pt x="65" y="910"/>
                  </a:lnTo>
                  <a:lnTo>
                    <a:pt x="26" y="1038"/>
                  </a:lnTo>
                  <a:lnTo>
                    <a:pt x="14" y="1166"/>
                  </a:lnTo>
                  <a:lnTo>
                    <a:pt x="1" y="1294"/>
                  </a:lnTo>
                  <a:lnTo>
                    <a:pt x="14" y="1435"/>
                  </a:lnTo>
                  <a:lnTo>
                    <a:pt x="26" y="1563"/>
                  </a:lnTo>
                  <a:lnTo>
                    <a:pt x="65" y="1678"/>
                  </a:lnTo>
                  <a:lnTo>
                    <a:pt x="103" y="1806"/>
                  </a:lnTo>
                  <a:lnTo>
                    <a:pt x="155" y="1921"/>
                  </a:lnTo>
                  <a:lnTo>
                    <a:pt x="219" y="2024"/>
                  </a:lnTo>
                  <a:lnTo>
                    <a:pt x="295" y="2126"/>
                  </a:lnTo>
                  <a:lnTo>
                    <a:pt x="385" y="2216"/>
                  </a:lnTo>
                  <a:lnTo>
                    <a:pt x="475" y="2306"/>
                  </a:lnTo>
                  <a:lnTo>
                    <a:pt x="577" y="2370"/>
                  </a:lnTo>
                  <a:lnTo>
                    <a:pt x="680" y="2446"/>
                  </a:lnTo>
                  <a:lnTo>
                    <a:pt x="795" y="2498"/>
                  </a:lnTo>
                  <a:lnTo>
                    <a:pt x="923" y="2536"/>
                  </a:lnTo>
                  <a:lnTo>
                    <a:pt x="1038" y="2575"/>
                  </a:lnTo>
                  <a:lnTo>
                    <a:pt x="1166" y="2587"/>
                  </a:lnTo>
                  <a:lnTo>
                    <a:pt x="1307" y="2600"/>
                  </a:lnTo>
                  <a:lnTo>
                    <a:pt x="1435" y="2587"/>
                  </a:lnTo>
                  <a:lnTo>
                    <a:pt x="1563" y="2575"/>
                  </a:lnTo>
                  <a:lnTo>
                    <a:pt x="1691" y="2536"/>
                  </a:lnTo>
                  <a:lnTo>
                    <a:pt x="1807" y="2498"/>
                  </a:lnTo>
                  <a:lnTo>
                    <a:pt x="1922" y="2446"/>
                  </a:lnTo>
                  <a:lnTo>
                    <a:pt x="2037" y="2370"/>
                  </a:lnTo>
                  <a:lnTo>
                    <a:pt x="2127" y="2306"/>
                  </a:lnTo>
                  <a:lnTo>
                    <a:pt x="2229" y="2216"/>
                  </a:lnTo>
                  <a:lnTo>
                    <a:pt x="2306" y="2126"/>
                  </a:lnTo>
                  <a:lnTo>
                    <a:pt x="2383" y="2024"/>
                  </a:lnTo>
                  <a:lnTo>
                    <a:pt x="2447" y="1921"/>
                  </a:lnTo>
                  <a:lnTo>
                    <a:pt x="2498" y="1806"/>
                  </a:lnTo>
                  <a:lnTo>
                    <a:pt x="2550" y="1678"/>
                  </a:lnTo>
                  <a:lnTo>
                    <a:pt x="2575" y="1563"/>
                  </a:lnTo>
                  <a:lnTo>
                    <a:pt x="2601" y="1435"/>
                  </a:lnTo>
                  <a:lnTo>
                    <a:pt x="2601" y="1294"/>
                  </a:lnTo>
                  <a:lnTo>
                    <a:pt x="2601" y="1166"/>
                  </a:lnTo>
                  <a:lnTo>
                    <a:pt x="2575" y="1038"/>
                  </a:lnTo>
                  <a:lnTo>
                    <a:pt x="2550" y="910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64"/>
                  </a:lnTo>
                  <a:lnTo>
                    <a:pt x="2306" y="474"/>
                  </a:lnTo>
                  <a:lnTo>
                    <a:pt x="2229" y="372"/>
                  </a:lnTo>
                  <a:lnTo>
                    <a:pt x="2127" y="295"/>
                  </a:lnTo>
                  <a:lnTo>
                    <a:pt x="2037" y="218"/>
                  </a:lnTo>
                  <a:lnTo>
                    <a:pt x="1922" y="154"/>
                  </a:lnTo>
                  <a:lnTo>
                    <a:pt x="1807" y="103"/>
                  </a:lnTo>
                  <a:lnTo>
                    <a:pt x="1691" y="51"/>
                  </a:lnTo>
                  <a:lnTo>
                    <a:pt x="1563" y="26"/>
                  </a:lnTo>
                  <a:lnTo>
                    <a:pt x="143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46"/>
            <p:cNvSpPr/>
            <p:nvPr/>
          </p:nvSpPr>
          <p:spPr>
            <a:xfrm>
              <a:off x="2317875" y="1676525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294" y="0"/>
                  </a:moveTo>
                  <a:lnTo>
                    <a:pt x="1166" y="13"/>
                  </a:lnTo>
                  <a:lnTo>
                    <a:pt x="1038" y="26"/>
                  </a:lnTo>
                  <a:lnTo>
                    <a:pt x="910" y="64"/>
                  </a:lnTo>
                  <a:lnTo>
                    <a:pt x="795" y="103"/>
                  </a:lnTo>
                  <a:lnTo>
                    <a:pt x="679" y="154"/>
                  </a:lnTo>
                  <a:lnTo>
                    <a:pt x="577" y="218"/>
                  </a:lnTo>
                  <a:lnTo>
                    <a:pt x="474" y="295"/>
                  </a:lnTo>
                  <a:lnTo>
                    <a:pt x="372" y="384"/>
                  </a:lnTo>
                  <a:lnTo>
                    <a:pt x="295" y="474"/>
                  </a:lnTo>
                  <a:lnTo>
                    <a:pt x="218" y="577"/>
                  </a:lnTo>
                  <a:lnTo>
                    <a:pt x="154" y="679"/>
                  </a:lnTo>
                  <a:lnTo>
                    <a:pt x="103" y="794"/>
                  </a:lnTo>
                  <a:lnTo>
                    <a:pt x="52" y="910"/>
                  </a:lnTo>
                  <a:lnTo>
                    <a:pt x="26" y="1038"/>
                  </a:lnTo>
                  <a:lnTo>
                    <a:pt x="0" y="1166"/>
                  </a:lnTo>
                  <a:lnTo>
                    <a:pt x="0" y="1307"/>
                  </a:lnTo>
                  <a:lnTo>
                    <a:pt x="0" y="1435"/>
                  </a:lnTo>
                  <a:lnTo>
                    <a:pt x="26" y="1563"/>
                  </a:lnTo>
                  <a:lnTo>
                    <a:pt x="52" y="1691"/>
                  </a:lnTo>
                  <a:lnTo>
                    <a:pt x="103" y="1806"/>
                  </a:lnTo>
                  <a:lnTo>
                    <a:pt x="154" y="1921"/>
                  </a:lnTo>
                  <a:lnTo>
                    <a:pt x="218" y="2024"/>
                  </a:lnTo>
                  <a:lnTo>
                    <a:pt x="295" y="2126"/>
                  </a:lnTo>
                  <a:lnTo>
                    <a:pt x="372" y="2216"/>
                  </a:lnTo>
                  <a:lnTo>
                    <a:pt x="474" y="2306"/>
                  </a:lnTo>
                  <a:lnTo>
                    <a:pt x="577" y="2382"/>
                  </a:lnTo>
                  <a:lnTo>
                    <a:pt x="679" y="2446"/>
                  </a:lnTo>
                  <a:lnTo>
                    <a:pt x="795" y="2498"/>
                  </a:lnTo>
                  <a:lnTo>
                    <a:pt x="910" y="2549"/>
                  </a:lnTo>
                  <a:lnTo>
                    <a:pt x="1038" y="2575"/>
                  </a:lnTo>
                  <a:lnTo>
                    <a:pt x="1166" y="2600"/>
                  </a:lnTo>
                  <a:lnTo>
                    <a:pt x="1435" y="2600"/>
                  </a:lnTo>
                  <a:lnTo>
                    <a:pt x="1563" y="2575"/>
                  </a:lnTo>
                  <a:lnTo>
                    <a:pt x="1691" y="2549"/>
                  </a:lnTo>
                  <a:lnTo>
                    <a:pt x="1806" y="2498"/>
                  </a:lnTo>
                  <a:lnTo>
                    <a:pt x="1922" y="2446"/>
                  </a:lnTo>
                  <a:lnTo>
                    <a:pt x="2024" y="2382"/>
                  </a:lnTo>
                  <a:lnTo>
                    <a:pt x="2127" y="2306"/>
                  </a:lnTo>
                  <a:lnTo>
                    <a:pt x="2216" y="2216"/>
                  </a:lnTo>
                  <a:lnTo>
                    <a:pt x="2306" y="2126"/>
                  </a:lnTo>
                  <a:lnTo>
                    <a:pt x="2383" y="2024"/>
                  </a:lnTo>
                  <a:lnTo>
                    <a:pt x="2447" y="1921"/>
                  </a:lnTo>
                  <a:lnTo>
                    <a:pt x="2498" y="1806"/>
                  </a:lnTo>
                  <a:lnTo>
                    <a:pt x="2536" y="1691"/>
                  </a:lnTo>
                  <a:lnTo>
                    <a:pt x="2575" y="1563"/>
                  </a:lnTo>
                  <a:lnTo>
                    <a:pt x="2588" y="1435"/>
                  </a:lnTo>
                  <a:lnTo>
                    <a:pt x="2600" y="1307"/>
                  </a:lnTo>
                  <a:lnTo>
                    <a:pt x="2588" y="1166"/>
                  </a:lnTo>
                  <a:lnTo>
                    <a:pt x="2575" y="1038"/>
                  </a:lnTo>
                  <a:lnTo>
                    <a:pt x="2536" y="910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77"/>
                  </a:lnTo>
                  <a:lnTo>
                    <a:pt x="2306" y="474"/>
                  </a:lnTo>
                  <a:lnTo>
                    <a:pt x="2216" y="384"/>
                  </a:lnTo>
                  <a:lnTo>
                    <a:pt x="2127" y="295"/>
                  </a:lnTo>
                  <a:lnTo>
                    <a:pt x="2024" y="218"/>
                  </a:lnTo>
                  <a:lnTo>
                    <a:pt x="1922" y="154"/>
                  </a:lnTo>
                  <a:lnTo>
                    <a:pt x="1806" y="103"/>
                  </a:lnTo>
                  <a:lnTo>
                    <a:pt x="1691" y="64"/>
                  </a:lnTo>
                  <a:lnTo>
                    <a:pt x="1563" y="26"/>
                  </a:lnTo>
                  <a:lnTo>
                    <a:pt x="1435" y="13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46"/>
            <p:cNvSpPr/>
            <p:nvPr/>
          </p:nvSpPr>
          <p:spPr>
            <a:xfrm>
              <a:off x="1586875" y="1311500"/>
              <a:ext cx="65025" cy="65325"/>
            </a:xfrm>
            <a:custGeom>
              <a:avLst/>
              <a:gdLst/>
              <a:ahLst/>
              <a:cxnLst/>
              <a:rect l="l" t="t" r="r" b="b"/>
              <a:pathLst>
                <a:path w="2601" h="2613" extrusionOk="0">
                  <a:moveTo>
                    <a:pt x="1306" y="0"/>
                  </a:moveTo>
                  <a:lnTo>
                    <a:pt x="1178" y="13"/>
                  </a:lnTo>
                  <a:lnTo>
                    <a:pt x="1038" y="26"/>
                  </a:lnTo>
                  <a:lnTo>
                    <a:pt x="922" y="64"/>
                  </a:lnTo>
                  <a:lnTo>
                    <a:pt x="794" y="103"/>
                  </a:lnTo>
                  <a:lnTo>
                    <a:pt x="679" y="167"/>
                  </a:lnTo>
                  <a:lnTo>
                    <a:pt x="576" y="231"/>
                  </a:lnTo>
                  <a:lnTo>
                    <a:pt x="474" y="308"/>
                  </a:lnTo>
                  <a:lnTo>
                    <a:pt x="384" y="384"/>
                  </a:lnTo>
                  <a:lnTo>
                    <a:pt x="307" y="474"/>
                  </a:lnTo>
                  <a:lnTo>
                    <a:pt x="231" y="577"/>
                  </a:lnTo>
                  <a:lnTo>
                    <a:pt x="167" y="692"/>
                  </a:lnTo>
                  <a:lnTo>
                    <a:pt x="103" y="794"/>
                  </a:lnTo>
                  <a:lnTo>
                    <a:pt x="64" y="922"/>
                  </a:lnTo>
                  <a:lnTo>
                    <a:pt x="26" y="1050"/>
                  </a:lnTo>
                  <a:lnTo>
                    <a:pt x="13" y="1178"/>
                  </a:lnTo>
                  <a:lnTo>
                    <a:pt x="0" y="1307"/>
                  </a:lnTo>
                  <a:lnTo>
                    <a:pt x="13" y="1435"/>
                  </a:lnTo>
                  <a:lnTo>
                    <a:pt x="26" y="1563"/>
                  </a:lnTo>
                  <a:lnTo>
                    <a:pt x="64" y="1691"/>
                  </a:lnTo>
                  <a:lnTo>
                    <a:pt x="103" y="1819"/>
                  </a:lnTo>
                  <a:lnTo>
                    <a:pt x="167" y="1921"/>
                  </a:lnTo>
                  <a:lnTo>
                    <a:pt x="231" y="2037"/>
                  </a:lnTo>
                  <a:lnTo>
                    <a:pt x="307" y="2139"/>
                  </a:lnTo>
                  <a:lnTo>
                    <a:pt x="384" y="2229"/>
                  </a:lnTo>
                  <a:lnTo>
                    <a:pt x="474" y="2306"/>
                  </a:lnTo>
                  <a:lnTo>
                    <a:pt x="576" y="2382"/>
                  </a:lnTo>
                  <a:lnTo>
                    <a:pt x="679" y="2446"/>
                  </a:lnTo>
                  <a:lnTo>
                    <a:pt x="794" y="2510"/>
                  </a:lnTo>
                  <a:lnTo>
                    <a:pt x="922" y="2549"/>
                  </a:lnTo>
                  <a:lnTo>
                    <a:pt x="1038" y="2575"/>
                  </a:lnTo>
                  <a:lnTo>
                    <a:pt x="1178" y="2600"/>
                  </a:lnTo>
                  <a:lnTo>
                    <a:pt x="1306" y="2613"/>
                  </a:lnTo>
                  <a:lnTo>
                    <a:pt x="1435" y="2600"/>
                  </a:lnTo>
                  <a:lnTo>
                    <a:pt x="1563" y="2575"/>
                  </a:lnTo>
                  <a:lnTo>
                    <a:pt x="1691" y="2549"/>
                  </a:lnTo>
                  <a:lnTo>
                    <a:pt x="1806" y="2510"/>
                  </a:lnTo>
                  <a:lnTo>
                    <a:pt x="1921" y="2446"/>
                  </a:lnTo>
                  <a:lnTo>
                    <a:pt x="2037" y="2382"/>
                  </a:lnTo>
                  <a:lnTo>
                    <a:pt x="2139" y="2306"/>
                  </a:lnTo>
                  <a:lnTo>
                    <a:pt x="2229" y="2229"/>
                  </a:lnTo>
                  <a:lnTo>
                    <a:pt x="2306" y="2139"/>
                  </a:lnTo>
                  <a:lnTo>
                    <a:pt x="2382" y="2037"/>
                  </a:lnTo>
                  <a:lnTo>
                    <a:pt x="2446" y="1921"/>
                  </a:lnTo>
                  <a:lnTo>
                    <a:pt x="2510" y="1819"/>
                  </a:lnTo>
                  <a:lnTo>
                    <a:pt x="2549" y="1691"/>
                  </a:lnTo>
                  <a:lnTo>
                    <a:pt x="2574" y="1563"/>
                  </a:lnTo>
                  <a:lnTo>
                    <a:pt x="2600" y="1435"/>
                  </a:lnTo>
                  <a:lnTo>
                    <a:pt x="2600" y="1307"/>
                  </a:lnTo>
                  <a:lnTo>
                    <a:pt x="2600" y="1178"/>
                  </a:lnTo>
                  <a:lnTo>
                    <a:pt x="2574" y="1050"/>
                  </a:lnTo>
                  <a:lnTo>
                    <a:pt x="2549" y="922"/>
                  </a:lnTo>
                  <a:lnTo>
                    <a:pt x="2510" y="794"/>
                  </a:lnTo>
                  <a:lnTo>
                    <a:pt x="2446" y="692"/>
                  </a:lnTo>
                  <a:lnTo>
                    <a:pt x="2382" y="577"/>
                  </a:lnTo>
                  <a:lnTo>
                    <a:pt x="2306" y="474"/>
                  </a:lnTo>
                  <a:lnTo>
                    <a:pt x="2229" y="384"/>
                  </a:lnTo>
                  <a:lnTo>
                    <a:pt x="2139" y="308"/>
                  </a:lnTo>
                  <a:lnTo>
                    <a:pt x="2037" y="231"/>
                  </a:lnTo>
                  <a:lnTo>
                    <a:pt x="1921" y="167"/>
                  </a:lnTo>
                  <a:lnTo>
                    <a:pt x="1806" y="103"/>
                  </a:lnTo>
                  <a:lnTo>
                    <a:pt x="1691" y="64"/>
                  </a:lnTo>
                  <a:lnTo>
                    <a:pt x="1563" y="26"/>
                  </a:lnTo>
                  <a:lnTo>
                    <a:pt x="1435" y="13"/>
                  </a:lnTo>
                  <a:lnTo>
                    <a:pt x="130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46"/>
            <p:cNvSpPr/>
            <p:nvPr/>
          </p:nvSpPr>
          <p:spPr>
            <a:xfrm>
              <a:off x="1249375" y="1361450"/>
              <a:ext cx="65025" cy="65025"/>
            </a:xfrm>
            <a:custGeom>
              <a:avLst/>
              <a:gdLst/>
              <a:ahLst/>
              <a:cxnLst/>
              <a:rect l="l" t="t" r="r" b="b"/>
              <a:pathLst>
                <a:path w="2601" h="2601" extrusionOk="0">
                  <a:moveTo>
                    <a:pt x="1294" y="0"/>
                  </a:moveTo>
                  <a:lnTo>
                    <a:pt x="1166" y="13"/>
                  </a:lnTo>
                  <a:lnTo>
                    <a:pt x="1038" y="26"/>
                  </a:lnTo>
                  <a:lnTo>
                    <a:pt x="910" y="64"/>
                  </a:lnTo>
                  <a:lnTo>
                    <a:pt x="795" y="103"/>
                  </a:lnTo>
                  <a:lnTo>
                    <a:pt x="679" y="154"/>
                  </a:lnTo>
                  <a:lnTo>
                    <a:pt x="577" y="231"/>
                  </a:lnTo>
                  <a:lnTo>
                    <a:pt x="475" y="295"/>
                  </a:lnTo>
                  <a:lnTo>
                    <a:pt x="385" y="384"/>
                  </a:lnTo>
                  <a:lnTo>
                    <a:pt x="295" y="474"/>
                  </a:lnTo>
                  <a:lnTo>
                    <a:pt x="218" y="577"/>
                  </a:lnTo>
                  <a:lnTo>
                    <a:pt x="154" y="679"/>
                  </a:lnTo>
                  <a:lnTo>
                    <a:pt x="103" y="794"/>
                  </a:lnTo>
                  <a:lnTo>
                    <a:pt x="52" y="922"/>
                  </a:lnTo>
                  <a:lnTo>
                    <a:pt x="26" y="1038"/>
                  </a:lnTo>
                  <a:lnTo>
                    <a:pt x="1" y="1166"/>
                  </a:lnTo>
                  <a:lnTo>
                    <a:pt x="1" y="1307"/>
                  </a:lnTo>
                  <a:lnTo>
                    <a:pt x="1" y="1435"/>
                  </a:lnTo>
                  <a:lnTo>
                    <a:pt x="26" y="1563"/>
                  </a:lnTo>
                  <a:lnTo>
                    <a:pt x="52" y="1691"/>
                  </a:lnTo>
                  <a:lnTo>
                    <a:pt x="103" y="1806"/>
                  </a:lnTo>
                  <a:lnTo>
                    <a:pt x="154" y="1921"/>
                  </a:lnTo>
                  <a:lnTo>
                    <a:pt x="218" y="2037"/>
                  </a:lnTo>
                  <a:lnTo>
                    <a:pt x="295" y="2126"/>
                  </a:lnTo>
                  <a:lnTo>
                    <a:pt x="385" y="2229"/>
                  </a:lnTo>
                  <a:lnTo>
                    <a:pt x="475" y="2306"/>
                  </a:lnTo>
                  <a:lnTo>
                    <a:pt x="577" y="2382"/>
                  </a:lnTo>
                  <a:lnTo>
                    <a:pt x="679" y="2446"/>
                  </a:lnTo>
                  <a:lnTo>
                    <a:pt x="795" y="2498"/>
                  </a:lnTo>
                  <a:lnTo>
                    <a:pt x="910" y="2549"/>
                  </a:lnTo>
                  <a:lnTo>
                    <a:pt x="1038" y="2575"/>
                  </a:lnTo>
                  <a:lnTo>
                    <a:pt x="1166" y="2600"/>
                  </a:lnTo>
                  <a:lnTo>
                    <a:pt x="1435" y="2600"/>
                  </a:lnTo>
                  <a:lnTo>
                    <a:pt x="1563" y="2575"/>
                  </a:lnTo>
                  <a:lnTo>
                    <a:pt x="1691" y="2549"/>
                  </a:lnTo>
                  <a:lnTo>
                    <a:pt x="1807" y="2498"/>
                  </a:lnTo>
                  <a:lnTo>
                    <a:pt x="1922" y="2446"/>
                  </a:lnTo>
                  <a:lnTo>
                    <a:pt x="2024" y="2382"/>
                  </a:lnTo>
                  <a:lnTo>
                    <a:pt x="2127" y="2306"/>
                  </a:lnTo>
                  <a:lnTo>
                    <a:pt x="2216" y="2229"/>
                  </a:lnTo>
                  <a:lnTo>
                    <a:pt x="2306" y="2126"/>
                  </a:lnTo>
                  <a:lnTo>
                    <a:pt x="2383" y="2037"/>
                  </a:lnTo>
                  <a:lnTo>
                    <a:pt x="2447" y="1921"/>
                  </a:lnTo>
                  <a:lnTo>
                    <a:pt x="2498" y="1806"/>
                  </a:lnTo>
                  <a:lnTo>
                    <a:pt x="2537" y="1691"/>
                  </a:lnTo>
                  <a:lnTo>
                    <a:pt x="2575" y="1563"/>
                  </a:lnTo>
                  <a:lnTo>
                    <a:pt x="2601" y="1435"/>
                  </a:lnTo>
                  <a:lnTo>
                    <a:pt x="2601" y="1307"/>
                  </a:lnTo>
                  <a:lnTo>
                    <a:pt x="2601" y="1166"/>
                  </a:lnTo>
                  <a:lnTo>
                    <a:pt x="2575" y="1038"/>
                  </a:lnTo>
                  <a:lnTo>
                    <a:pt x="2537" y="922"/>
                  </a:lnTo>
                  <a:lnTo>
                    <a:pt x="2498" y="794"/>
                  </a:lnTo>
                  <a:lnTo>
                    <a:pt x="2447" y="679"/>
                  </a:lnTo>
                  <a:lnTo>
                    <a:pt x="2383" y="577"/>
                  </a:lnTo>
                  <a:lnTo>
                    <a:pt x="2306" y="474"/>
                  </a:lnTo>
                  <a:lnTo>
                    <a:pt x="2216" y="384"/>
                  </a:lnTo>
                  <a:lnTo>
                    <a:pt x="2127" y="295"/>
                  </a:lnTo>
                  <a:lnTo>
                    <a:pt x="2024" y="231"/>
                  </a:lnTo>
                  <a:lnTo>
                    <a:pt x="1922" y="154"/>
                  </a:lnTo>
                  <a:lnTo>
                    <a:pt x="1807" y="103"/>
                  </a:lnTo>
                  <a:lnTo>
                    <a:pt x="1691" y="64"/>
                  </a:lnTo>
                  <a:lnTo>
                    <a:pt x="1563" y="26"/>
                  </a:lnTo>
                  <a:lnTo>
                    <a:pt x="1435" y="13"/>
                  </a:lnTo>
                  <a:lnTo>
                    <a:pt x="12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46"/>
          <p:cNvGrpSpPr/>
          <p:nvPr/>
        </p:nvGrpSpPr>
        <p:grpSpPr>
          <a:xfrm>
            <a:off x="3604778" y="4130225"/>
            <a:ext cx="365674" cy="365298"/>
            <a:chOff x="2418003" y="2287650"/>
            <a:chExt cx="365674" cy="365298"/>
          </a:xfrm>
        </p:grpSpPr>
        <p:sp>
          <p:nvSpPr>
            <p:cNvPr id="2490" name="Google Shape;2490;p46"/>
            <p:cNvSpPr/>
            <p:nvPr/>
          </p:nvSpPr>
          <p:spPr>
            <a:xfrm>
              <a:off x="2479080" y="2287650"/>
              <a:ext cx="245504" cy="279770"/>
            </a:xfrm>
            <a:custGeom>
              <a:avLst/>
              <a:gdLst/>
              <a:ahLst/>
              <a:cxnLst/>
              <a:rect l="l" t="t" r="r" b="b"/>
              <a:pathLst>
                <a:path w="7179" h="8181" extrusionOk="0">
                  <a:moveTo>
                    <a:pt x="3572" y="1"/>
                  </a:moveTo>
                  <a:cubicBezTo>
                    <a:pt x="3477" y="1"/>
                    <a:pt x="3382" y="36"/>
                    <a:pt x="3310" y="108"/>
                  </a:cubicBezTo>
                  <a:lnTo>
                    <a:pt x="167" y="3870"/>
                  </a:lnTo>
                  <a:cubicBezTo>
                    <a:pt x="0" y="4061"/>
                    <a:pt x="143" y="4370"/>
                    <a:pt x="405" y="4370"/>
                  </a:cubicBezTo>
                  <a:lnTo>
                    <a:pt x="1977" y="4370"/>
                  </a:lnTo>
                  <a:lnTo>
                    <a:pt x="1977" y="7871"/>
                  </a:lnTo>
                  <a:cubicBezTo>
                    <a:pt x="1977" y="8038"/>
                    <a:pt x="2120" y="8181"/>
                    <a:pt x="2286" y="8181"/>
                  </a:cubicBezTo>
                  <a:lnTo>
                    <a:pt x="4835" y="8181"/>
                  </a:lnTo>
                  <a:cubicBezTo>
                    <a:pt x="5001" y="8181"/>
                    <a:pt x="5168" y="8038"/>
                    <a:pt x="5144" y="7871"/>
                  </a:cubicBezTo>
                  <a:lnTo>
                    <a:pt x="5144" y="4370"/>
                  </a:lnTo>
                  <a:lnTo>
                    <a:pt x="6716" y="4370"/>
                  </a:lnTo>
                  <a:cubicBezTo>
                    <a:pt x="6733" y="4373"/>
                    <a:pt x="6751" y="4375"/>
                    <a:pt x="6767" y="4375"/>
                  </a:cubicBezTo>
                  <a:cubicBezTo>
                    <a:pt x="7024" y="4375"/>
                    <a:pt x="7179" y="4049"/>
                    <a:pt x="6978" y="3870"/>
                  </a:cubicBezTo>
                  <a:lnTo>
                    <a:pt x="3834" y="108"/>
                  </a:lnTo>
                  <a:cubicBezTo>
                    <a:pt x="3763" y="36"/>
                    <a:pt x="3668" y="1"/>
                    <a:pt x="35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46"/>
            <p:cNvSpPr/>
            <p:nvPr/>
          </p:nvSpPr>
          <p:spPr>
            <a:xfrm>
              <a:off x="2418003" y="2503060"/>
              <a:ext cx="365674" cy="149888"/>
            </a:xfrm>
            <a:custGeom>
              <a:avLst/>
              <a:gdLst/>
              <a:ahLst/>
              <a:cxnLst/>
              <a:rect l="l" t="t" r="r" b="b"/>
              <a:pathLst>
                <a:path w="10693" h="4383" extrusionOk="0">
                  <a:moveTo>
                    <a:pt x="333" y="0"/>
                  </a:moveTo>
                  <a:cubicBezTo>
                    <a:pt x="143" y="0"/>
                    <a:pt x="0" y="143"/>
                    <a:pt x="0" y="310"/>
                  </a:cubicBezTo>
                  <a:lnTo>
                    <a:pt x="0" y="3454"/>
                  </a:lnTo>
                  <a:cubicBezTo>
                    <a:pt x="0" y="3954"/>
                    <a:pt x="429" y="4382"/>
                    <a:pt x="953" y="4382"/>
                  </a:cubicBezTo>
                  <a:lnTo>
                    <a:pt x="9740" y="4382"/>
                  </a:lnTo>
                  <a:cubicBezTo>
                    <a:pt x="10264" y="4382"/>
                    <a:pt x="10693" y="3954"/>
                    <a:pt x="10693" y="3454"/>
                  </a:cubicBezTo>
                  <a:lnTo>
                    <a:pt x="10693" y="310"/>
                  </a:lnTo>
                  <a:cubicBezTo>
                    <a:pt x="10693" y="143"/>
                    <a:pt x="10550" y="0"/>
                    <a:pt x="10383" y="0"/>
                  </a:cubicBezTo>
                  <a:lnTo>
                    <a:pt x="9121" y="0"/>
                  </a:lnTo>
                  <a:cubicBezTo>
                    <a:pt x="8954" y="0"/>
                    <a:pt x="8811" y="143"/>
                    <a:pt x="8811" y="310"/>
                  </a:cubicBezTo>
                  <a:lnTo>
                    <a:pt x="8811" y="2501"/>
                  </a:lnTo>
                  <a:lnTo>
                    <a:pt x="1881" y="2501"/>
                  </a:lnTo>
                  <a:lnTo>
                    <a:pt x="1881" y="310"/>
                  </a:lnTo>
                  <a:cubicBezTo>
                    <a:pt x="1905" y="143"/>
                    <a:pt x="1739" y="0"/>
                    <a:pt x="15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2" name="Google Shape;2492;p46"/>
          <p:cNvGrpSpPr/>
          <p:nvPr/>
        </p:nvGrpSpPr>
        <p:grpSpPr>
          <a:xfrm>
            <a:off x="3608423" y="1379769"/>
            <a:ext cx="358390" cy="358390"/>
            <a:chOff x="3209573" y="3461582"/>
            <a:chExt cx="358390" cy="358390"/>
          </a:xfrm>
        </p:grpSpPr>
        <p:sp>
          <p:nvSpPr>
            <p:cNvPr id="2493" name="Google Shape;2493;p46"/>
            <p:cNvSpPr/>
            <p:nvPr/>
          </p:nvSpPr>
          <p:spPr>
            <a:xfrm>
              <a:off x="3269247" y="3461582"/>
              <a:ext cx="239041" cy="274914"/>
            </a:xfrm>
            <a:custGeom>
              <a:avLst/>
              <a:gdLst/>
              <a:ahLst/>
              <a:cxnLst/>
              <a:rect l="l" t="t" r="r" b="b"/>
              <a:pathLst>
                <a:path w="6990" h="8039" extrusionOk="0">
                  <a:moveTo>
                    <a:pt x="2257" y="1"/>
                  </a:moveTo>
                  <a:cubicBezTo>
                    <a:pt x="2090" y="1"/>
                    <a:pt x="1947" y="144"/>
                    <a:pt x="1947" y="311"/>
                  </a:cubicBezTo>
                  <a:lnTo>
                    <a:pt x="1947" y="3740"/>
                  </a:lnTo>
                  <a:lnTo>
                    <a:pt x="423" y="3740"/>
                  </a:lnTo>
                  <a:cubicBezTo>
                    <a:pt x="413" y="3739"/>
                    <a:pt x="404" y="3739"/>
                    <a:pt x="394" y="3739"/>
                  </a:cubicBezTo>
                  <a:cubicBezTo>
                    <a:pt x="128" y="3739"/>
                    <a:pt x="1" y="4056"/>
                    <a:pt x="185" y="4240"/>
                  </a:cubicBezTo>
                  <a:lnTo>
                    <a:pt x="3281" y="7931"/>
                  </a:lnTo>
                  <a:cubicBezTo>
                    <a:pt x="3340" y="8003"/>
                    <a:pt x="3424" y="8038"/>
                    <a:pt x="3510" y="8038"/>
                  </a:cubicBezTo>
                  <a:cubicBezTo>
                    <a:pt x="3596" y="8038"/>
                    <a:pt x="3685" y="8003"/>
                    <a:pt x="3757" y="7931"/>
                  </a:cubicBezTo>
                  <a:lnTo>
                    <a:pt x="6829" y="4240"/>
                  </a:lnTo>
                  <a:cubicBezTo>
                    <a:pt x="6990" y="4056"/>
                    <a:pt x="6862" y="3739"/>
                    <a:pt x="6617" y="3739"/>
                  </a:cubicBezTo>
                  <a:cubicBezTo>
                    <a:pt x="6609" y="3739"/>
                    <a:pt x="6600" y="3739"/>
                    <a:pt x="6591" y="3740"/>
                  </a:cubicBezTo>
                  <a:lnTo>
                    <a:pt x="5043" y="3740"/>
                  </a:lnTo>
                  <a:lnTo>
                    <a:pt x="5043" y="311"/>
                  </a:lnTo>
                  <a:cubicBezTo>
                    <a:pt x="5043" y="144"/>
                    <a:pt x="4924" y="1"/>
                    <a:pt x="47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46"/>
            <p:cNvSpPr/>
            <p:nvPr/>
          </p:nvSpPr>
          <p:spPr>
            <a:xfrm>
              <a:off x="3209573" y="3673333"/>
              <a:ext cx="358390" cy="146639"/>
            </a:xfrm>
            <a:custGeom>
              <a:avLst/>
              <a:gdLst/>
              <a:ahLst/>
              <a:cxnLst/>
              <a:rect l="l" t="t" r="r" b="b"/>
              <a:pathLst>
                <a:path w="10480" h="4288" extrusionOk="0">
                  <a:moveTo>
                    <a:pt x="310" y="1"/>
                  </a:moveTo>
                  <a:cubicBezTo>
                    <a:pt x="144" y="1"/>
                    <a:pt x="1" y="120"/>
                    <a:pt x="1" y="286"/>
                  </a:cubicBezTo>
                  <a:lnTo>
                    <a:pt x="1" y="3358"/>
                  </a:lnTo>
                  <a:cubicBezTo>
                    <a:pt x="1" y="3882"/>
                    <a:pt x="429" y="4287"/>
                    <a:pt x="930" y="4287"/>
                  </a:cubicBezTo>
                  <a:lnTo>
                    <a:pt x="9574" y="4287"/>
                  </a:lnTo>
                  <a:cubicBezTo>
                    <a:pt x="10074" y="4287"/>
                    <a:pt x="10479" y="3882"/>
                    <a:pt x="10479" y="3358"/>
                  </a:cubicBezTo>
                  <a:lnTo>
                    <a:pt x="10479" y="310"/>
                  </a:lnTo>
                  <a:cubicBezTo>
                    <a:pt x="10479" y="144"/>
                    <a:pt x="10360" y="1"/>
                    <a:pt x="10193" y="1"/>
                  </a:cubicBezTo>
                  <a:lnTo>
                    <a:pt x="8931" y="1"/>
                  </a:lnTo>
                  <a:cubicBezTo>
                    <a:pt x="8765" y="1"/>
                    <a:pt x="8645" y="120"/>
                    <a:pt x="8645" y="286"/>
                  </a:cubicBezTo>
                  <a:lnTo>
                    <a:pt x="8645" y="2454"/>
                  </a:lnTo>
                  <a:lnTo>
                    <a:pt x="1834" y="2454"/>
                  </a:lnTo>
                  <a:lnTo>
                    <a:pt x="1834" y="286"/>
                  </a:lnTo>
                  <a:cubicBezTo>
                    <a:pt x="1834" y="120"/>
                    <a:pt x="1692" y="1"/>
                    <a:pt x="1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5" name="Google Shape;2495;p46"/>
          <p:cNvSpPr txBox="1"/>
          <p:nvPr/>
        </p:nvSpPr>
        <p:spPr>
          <a:xfrm>
            <a:off x="571500" y="2601563"/>
            <a:ext cx="14478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Machine learning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496" name="Google Shape;2496;p46"/>
          <p:cNvGrpSpPr/>
          <p:nvPr/>
        </p:nvGrpSpPr>
        <p:grpSpPr>
          <a:xfrm>
            <a:off x="4327663" y="1222250"/>
            <a:ext cx="2057400" cy="673400"/>
            <a:chOff x="4327663" y="1222250"/>
            <a:chExt cx="2057400" cy="673400"/>
          </a:xfrm>
        </p:grpSpPr>
        <p:sp>
          <p:nvSpPr>
            <p:cNvPr id="2497" name="Google Shape;2497;p46"/>
            <p:cNvSpPr txBox="1"/>
            <p:nvPr/>
          </p:nvSpPr>
          <p:spPr>
            <a:xfrm>
              <a:off x="4327663" y="12222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Input data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498" name="Google Shape;2498;p46"/>
            <p:cNvSpPr txBox="1"/>
            <p:nvPr/>
          </p:nvSpPr>
          <p:spPr>
            <a:xfrm>
              <a:off x="4327663" y="1563850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Jupiter is the biggest planet of them all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99" name="Google Shape;2499;p46"/>
          <p:cNvGrpSpPr/>
          <p:nvPr/>
        </p:nvGrpSpPr>
        <p:grpSpPr>
          <a:xfrm>
            <a:off x="4327663" y="3976175"/>
            <a:ext cx="2057400" cy="673400"/>
            <a:chOff x="4327663" y="3976175"/>
            <a:chExt cx="2057400" cy="673400"/>
          </a:xfrm>
        </p:grpSpPr>
        <p:sp>
          <p:nvSpPr>
            <p:cNvPr id="2500" name="Google Shape;2500;p46"/>
            <p:cNvSpPr txBox="1"/>
            <p:nvPr/>
          </p:nvSpPr>
          <p:spPr>
            <a:xfrm>
              <a:off x="4327663" y="3976175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Output</a:t>
              </a:r>
              <a:endParaRPr sz="1800" b="1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501" name="Google Shape;2501;p46"/>
            <p:cNvSpPr txBox="1"/>
            <p:nvPr/>
          </p:nvSpPr>
          <p:spPr>
            <a:xfrm>
              <a:off x="4327663" y="4317775"/>
              <a:ext cx="2057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Despite being red, Mars is a cold place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502" name="Google Shape;2502;p46"/>
          <p:cNvSpPr txBox="1"/>
          <p:nvPr/>
        </p:nvSpPr>
        <p:spPr>
          <a:xfrm>
            <a:off x="7124700" y="2601563"/>
            <a:ext cx="14478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Algorithms + techniques</a:t>
            </a:r>
            <a:endParaRPr sz="1800" b="1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503" name="Google Shape;2503;p46"/>
          <p:cNvGrpSpPr/>
          <p:nvPr/>
        </p:nvGrpSpPr>
        <p:grpSpPr>
          <a:xfrm>
            <a:off x="3145437" y="2398525"/>
            <a:ext cx="3450550" cy="1088388"/>
            <a:chOff x="3145437" y="2398525"/>
            <a:chExt cx="3450550" cy="1088388"/>
          </a:xfrm>
        </p:grpSpPr>
        <p:sp>
          <p:nvSpPr>
            <p:cNvPr id="2504" name="Google Shape;2504;p46"/>
            <p:cNvSpPr txBox="1"/>
            <p:nvPr/>
          </p:nvSpPr>
          <p:spPr>
            <a:xfrm>
              <a:off x="3145437" y="2398525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Relationships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5" name="Google Shape;2505;p46"/>
            <p:cNvSpPr txBox="1"/>
            <p:nvPr/>
          </p:nvSpPr>
          <p:spPr>
            <a:xfrm>
              <a:off x="5148187" y="2398525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Patterns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6" name="Google Shape;2506;p46"/>
            <p:cNvSpPr txBox="1"/>
            <p:nvPr/>
          </p:nvSpPr>
          <p:spPr>
            <a:xfrm>
              <a:off x="3145437" y="3155113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Dependencies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07" name="Google Shape;2507;p46"/>
            <p:cNvSpPr txBox="1"/>
            <p:nvPr/>
          </p:nvSpPr>
          <p:spPr>
            <a:xfrm>
              <a:off x="5148187" y="3155113"/>
              <a:ext cx="14478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Structures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08" name="Google Shape;2508;p46"/>
          <p:cNvGrpSpPr/>
          <p:nvPr/>
        </p:nvGrpSpPr>
        <p:grpSpPr>
          <a:xfrm>
            <a:off x="3198063" y="2369213"/>
            <a:ext cx="3410100" cy="1133400"/>
            <a:chOff x="3286125" y="2433675"/>
            <a:chExt cx="3410100" cy="1133400"/>
          </a:xfrm>
        </p:grpSpPr>
        <p:cxnSp>
          <p:nvCxnSpPr>
            <p:cNvPr id="2509" name="Google Shape;2509;p46"/>
            <p:cNvCxnSpPr/>
            <p:nvPr/>
          </p:nvCxnSpPr>
          <p:spPr>
            <a:xfrm>
              <a:off x="3286125" y="3000375"/>
              <a:ext cx="3410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10" name="Google Shape;2510;p46"/>
            <p:cNvCxnSpPr/>
            <p:nvPr/>
          </p:nvCxnSpPr>
          <p:spPr>
            <a:xfrm>
              <a:off x="4991175" y="2433675"/>
              <a:ext cx="0" cy="113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511" name="Google Shape;2511;p46"/>
          <p:cNvCxnSpPr>
            <a:stCxn id="2457" idx="3"/>
            <a:endCxn id="2459" idx="2"/>
          </p:cNvCxnSpPr>
          <p:nvPr/>
        </p:nvCxnSpPr>
        <p:spPr>
          <a:xfrm rot="10800000" flipH="1">
            <a:off x="2133600" y="1559075"/>
            <a:ext cx="1234800" cy="1353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12" name="Google Shape;2512;p46"/>
          <p:cNvCxnSpPr>
            <a:stCxn id="2457" idx="3"/>
            <a:endCxn id="2458" idx="2"/>
          </p:cNvCxnSpPr>
          <p:nvPr/>
        </p:nvCxnSpPr>
        <p:spPr>
          <a:xfrm>
            <a:off x="2133600" y="2912675"/>
            <a:ext cx="1234800" cy="14001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47"/>
          <p:cNvSpPr txBox="1"/>
          <p:nvPr/>
        </p:nvSpPr>
        <p:spPr>
          <a:xfrm>
            <a:off x="1048350" y="902900"/>
            <a:ext cx="7047300" cy="2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In order to use this template, you must credit </a:t>
            </a:r>
            <a:r>
              <a:rPr lang="en" sz="11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435D74"/>
                </a:solidFill>
              </a:rPr>
              <a:t> </a:t>
            </a:r>
            <a:r>
              <a:rPr lang="en" sz="1100">
                <a:solidFill>
                  <a:srgbClr val="FFFFFF"/>
                </a:solidFill>
              </a:rPr>
              <a:t>in your final presentation.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allowed to:</a:t>
            </a:r>
            <a:endParaRPr sz="10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Modify this template.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Use it for both personal and commercial projects.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not allowed to:</a:t>
            </a:r>
            <a:endParaRPr sz="1000" b="1">
              <a:solidFill>
                <a:srgbClr val="869FB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Sublicense, sell or rent any of Slidesgo Content (or a modified version of Slidesgo Content).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Distribute Slidesgo Content unless it has been expressly authorized by Slidesgo.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Include Slidesgo Content in an online or offline database or file.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Offer Slidesgo templates (or modified versions of Slidesgo templates) for download.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- Acquire the copyright of Slidesgo Content.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518" name="Google Shape;2518;p47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519" name="Google Shape;2519;p47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 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p48"/>
          <p:cNvSpPr txBox="1"/>
          <p:nvPr/>
        </p:nvSpPr>
        <p:spPr>
          <a:xfrm>
            <a:off x="1048350" y="3238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Instructions for use (premium users)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525" name="Google Shape;2525;p48"/>
          <p:cNvSpPr txBox="1"/>
          <p:nvPr/>
        </p:nvSpPr>
        <p:spPr>
          <a:xfrm>
            <a:off x="1048350" y="902900"/>
            <a:ext cx="7047300" cy="39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In order to use this template, you must be a Premium user on </a:t>
            </a:r>
            <a:r>
              <a:rPr lang="en" sz="1100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allowed to:</a:t>
            </a:r>
            <a:endParaRPr sz="1000" b="1">
              <a:solidFill>
                <a:srgbClr val="869FB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Modify this template.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it for both personal and commercial purposes.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869FB2"/>
                </a:solidFill>
              </a:rPr>
              <a:t>You are not allowed to:</a:t>
            </a:r>
            <a:endParaRPr sz="1000" b="1">
              <a:solidFill>
                <a:srgbClr val="869FB2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FFFFFF"/>
              </a:solidFill>
            </a:endParaRPr>
          </a:p>
        </p:txBody>
      </p:sp>
      <p:sp>
        <p:nvSpPr>
          <p:cNvPr id="2526" name="Google Shape;2526;p48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read our FAQs or visit Slidesgo School:</a:t>
            </a:r>
            <a:endParaRPr sz="1000">
              <a:solidFill>
                <a:srgbClr val="FFFFFF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49"/>
          <p:cNvSpPr txBox="1">
            <a:spLocks noGrp="1"/>
          </p:cNvSpPr>
          <p:nvPr>
            <p:ph type="title" idx="4294967295"/>
          </p:nvPr>
        </p:nvSpPr>
        <p:spPr>
          <a:xfrm>
            <a:off x="1048350" y="32004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49"/>
          <p:cNvSpPr txBox="1">
            <a:spLocks noGrp="1"/>
          </p:cNvSpPr>
          <p:nvPr>
            <p:ph type="body" idx="4294967295"/>
          </p:nvPr>
        </p:nvSpPr>
        <p:spPr>
          <a:xfrm>
            <a:off x="943675" y="1084204"/>
            <a:ext cx="7079400" cy="31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</a:t>
            </a:r>
            <a:r>
              <a:rPr lang="en" b="1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 your presentation to present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49"/>
          <p:cNvSpPr txBox="1"/>
          <p:nvPr/>
        </p:nvSpPr>
        <p:spPr>
          <a:xfrm>
            <a:off x="943675" y="1487934"/>
            <a:ext cx="5571300" cy="29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lang="en" sz="1100" b="1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lang="en" sz="1100" b="1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 b="1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lang="en" sz="1100" b="1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lang="en" sz="1100" b="1">
                <a:solidFill>
                  <a:srgbClr val="869FB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2534" name="Google Shape;2534;p49"/>
          <p:cNvGrpSpPr/>
          <p:nvPr/>
        </p:nvGrpSpPr>
        <p:grpSpPr>
          <a:xfrm>
            <a:off x="6874322" y="1571957"/>
            <a:ext cx="1446116" cy="2863897"/>
            <a:chOff x="6529419" y="1724307"/>
            <a:chExt cx="1480463" cy="2931917"/>
          </a:xfrm>
        </p:grpSpPr>
        <p:grpSp>
          <p:nvGrpSpPr>
            <p:cNvPr id="2535" name="Google Shape;2535;p49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2536" name="Google Shape;2536;p49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2537" name="Google Shape;2537;p49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3" extrusionOk="0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8" name="Google Shape;2538;p49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3" extrusionOk="0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39" name="Google Shape;2539;p49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avLst/>
                <a:gdLst/>
                <a:ahLst/>
                <a:cxnLst/>
                <a:rect l="l" t="t" r="r" b="b"/>
                <a:pathLst>
                  <a:path w="10860" h="10872" extrusionOk="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0" name="Google Shape;2540;p49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2541" name="Google Shape;2541;p49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2542" name="Google Shape;2542;p49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3" name="Google Shape;2543;p49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4" name="Google Shape;2544;p49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2545" name="Google Shape;2545;p49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6" name="Google Shape;2546;p49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4" h="6764" extrusionOk="0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47;p49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7" h="3542" extrusionOk="0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48;p49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18" extrusionOk="0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49" name="Google Shape;2549;p49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2550" name="Google Shape;2550;p49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2551" name="Google Shape;2551;p49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52;p49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3" h="11955" extrusionOk="0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53" name="Google Shape;2553;p49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2554" name="Google Shape;2554;p49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2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55;p49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2" h="3787" extrusionOk="0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56;p49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8" h="1728" extrusionOk="0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57;p49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26" h="3787" extrusionOk="0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58" name="Google Shape;2558;p49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2559" name="Google Shape;2559;p49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2560" name="Google Shape;2560;p49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1" extrusionOk="0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2561;p49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55" extrusionOk="0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62" name="Google Shape;2562;p49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2563" name="Google Shape;2563;p49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1" h="10860" extrusionOk="0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4" name="Google Shape;2564;p49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4" h="5835" extrusionOk="0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65" name="Google Shape;2565;p49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2566" name="Google Shape;2566;p49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2567" name="Google Shape;2567;p49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1" h="45134" extrusionOk="0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8" name="Google Shape;2568;p49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55" h="11942" extrusionOk="0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69" name="Google Shape;2569;p49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2570" name="Google Shape;2570;p49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29" h="11216" extrusionOk="0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2571;p49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5" h="1022" extrusionOk="0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72;p49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9" h="8860" extrusionOk="0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73;p49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74;p49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7" h="1787" extrusionOk="0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Machine Learning Infographics by Slidesgo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1672</Words>
  <Application>Microsoft Office PowerPoint</Application>
  <PresentationFormat>On-screen Show (16:9)</PresentationFormat>
  <Paragraphs>335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Roboto</vt:lpstr>
      <vt:lpstr>Courier New</vt:lpstr>
      <vt:lpstr>Arial</vt:lpstr>
      <vt:lpstr>Fira Sans Extra Condensed</vt:lpstr>
      <vt:lpstr>Fira Sans Extra Condensed SemiBold</vt:lpstr>
      <vt:lpstr>Proxima Nova</vt:lpstr>
      <vt:lpstr>Proxima Nova Semibold</vt:lpstr>
      <vt:lpstr>Machine Learning Infographics by Slidesgo</vt:lpstr>
      <vt:lpstr>Slidesgo Final Pages</vt:lpstr>
      <vt:lpstr>Viral Prediction Using Machine Learning</vt:lpstr>
      <vt:lpstr>The Subject : Social Media</vt:lpstr>
      <vt:lpstr>Problem Statement</vt:lpstr>
      <vt:lpstr>Dataset Overview</vt:lpstr>
      <vt:lpstr>Supervised Learning</vt:lpstr>
      <vt:lpstr>Exploratory Data Analysis (EDA)</vt:lpstr>
      <vt:lpstr>Handling Class Imbalance</vt:lpstr>
      <vt:lpstr>Machine Learning Models</vt:lpstr>
      <vt:lpstr>Random Forest</vt:lpstr>
      <vt:lpstr>XGBoost  (Final Model)</vt:lpstr>
      <vt:lpstr>The Core of The Project 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Machine Learning Infographics</vt:lpstr>
      <vt:lpstr>PowerPoint Presentation</vt:lpstr>
      <vt:lpstr>PowerPoint Presentation</vt:lpstr>
      <vt:lpstr>Infographics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TABLET</cp:lastModifiedBy>
  <cp:revision>1</cp:revision>
  <dcterms:modified xsi:type="dcterms:W3CDTF">2026-02-13T12:01:06Z</dcterms:modified>
</cp:coreProperties>
</file>